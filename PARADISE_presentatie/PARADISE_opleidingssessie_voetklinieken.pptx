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KIES ÉÉN VAN DE VIER TITELVARIANTEN EN VERWIJDER DE ANDERE DRIE. VARIANT A — aflopende foto. Zet uw Adobe-foto in beeld\stock\, draai verwerk_stock.py, en vervang het kader met rechtsklik en Afbeelding wijzigen. Kies een liggend beeld met koele tonen en veel donker onderaan, anders vecht de titel met de foto.</a:t>
            </a:r>
          </a:p>
          <a:p/>
          <a:p>
            <a:r>
              <a:t>INTERACTIE</a:t>
            </a:r>
          </a:p>
          <a:p>
            <a:r>
              <a:t>Laat de dia staan terwijl de zaal binnenkomt.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KIES ÉÉN VAN DE VIER TITELVARIANTEN EN VERWIJDER DE ANDERE DRIE. VARIANT B — typografische poster. Geen beeld: de schaal van de studie is het beeld. Werkt het best als u de drie regels traag voorleest en dan pas doorklikt.</a:t>
            </a:r>
          </a:p>
          <a:p/>
          <a:p>
            <a:r>
              <a:t>INTERACTIE</a:t>
            </a:r>
          </a:p>
          <a:p>
            <a:r>
              <a:t>Vraag: "zes centra, en u bent er één van. Weet u wie de andere vijf zijn?"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KIES ÉÉN VAN DE VIER TITELVARIANTEN EN VERWIJDER DE ANDERE DRIE. VARIANT C — het argument van de studie in één beeld. Wijs van links naar rechts terwijl u de eerste zin zegt. Let op: dit is een illustratief voorbeeld, geen resultaat — dat staat er ook zo bij.</a:t>
            </a:r>
          </a:p>
          <a:p/>
          <a:p>
            <a:r>
              <a:t>INTERACTIE</a:t>
            </a:r>
          </a:p>
          <a:p>
            <a:r>
              <a:t>Vraag wie dit verschil in zijn eigen praktijk al gemeten heeft.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KIES ÉÉN VAN DE VIER TITELVARIANTEN EN VERWIJDER DE ANDERE DRIE. VARIANT D — één vlak, één woord. Par-dark over de volle dia, dus het sterkste contrast met alles wat daarna komt. Zeg niets tijdens de eerste drie tellen.</a:t>
            </a:r>
          </a:p>
          <a:p/>
          <a:p>
            <a:r>
              <a:t>INTERACTIE</a:t>
            </a:r>
          </a:p>
          <a:p>
            <a:r>
              <a:t>Geen. Laat de kleur het werk doen.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 hoeft niemand meer te overtuigen: de centra zitten al in het consortium. Zeg dat expliciet in de eerste zin, dan weet de zaal dat dit een werksessie is en geen pitch.</a:t>
            </a:r>
          </a:p>
          <a:p/>
          <a:p>
            <a:r>
              <a:t>INTERACTIE</a:t>
            </a:r>
          </a:p>
          <a:p>
            <a:r>
              <a:t>Vraag wie vandaag voor het eerst van de studie hoort. Dat bepaalt hoeveel tijd u aan blok 1 besteedt.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Loop de zes titels traag door. Dit is de belofte van de dag en het is ook precies de bekwaamheidscheck op het eind.</a:t>
            </a:r>
          </a:p>
          <a:p/>
          <a:p>
            <a:r>
              <a:t>INTERACTIE</a:t>
            </a:r>
          </a:p>
          <a:p>
            <a:r>
              <a:t>Laat iedereen op een blad de zes overschrijven en aanduiden welke ze al beheersen. Op het eind vullen ze dat opnieuw 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Blok 3 is het langste en het belangrijkste. Plan uw tijd zo dat u daar niet doorheen moet jagen.</a:t>
            </a:r>
          </a:p>
          <a:p/>
          <a:p>
            <a:r>
              <a:t>INTERACTIE</a:t>
            </a:r>
          </a:p>
          <a:p>
            <a:r>
              <a:t>Vraag of iemand een blok wil ruilen van plaats. Wie kiest, luistert beter.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Uit deze acht kiest u er drie om te ontlasten: de regio met de ulcusvoorgeschiedenis, plus één of twee met de hoogste piekdruk. Die drie legt u vast — daarop wordt de norm getoetst.</a:t>
            </a:r>
          </a:p>
          <a:p/>
          <a:p>
            <a:r>
              <a:t>INTERACTIE</a:t>
            </a:r>
          </a:p>
          <a:p>
            <a:r>
              <a:t>Laat ze op deze dia aanwijzen welke drie zij zouden kiezen.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in de praktijk de meeste fouten gemaakt worden. Loop de drie condities traag door en benoem dat conditie 2 vaak vergeten wordt. Dezelfde drie condities komen terug op maand 6, 12 en 18.</a:t>
            </a:r>
          </a:p>
          <a:p/>
          <a:p>
            <a:r>
              <a:t>INTERACTIE</a:t>
            </a:r>
          </a:p>
          <a:p>
            <a:r>
              <a:t>Vraag: "wie meet er vandaag al in de schoen zonder zool?"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Twee criteria worden het vaakst gemist: de resectie mag niet de eerste metatarsaalkop betreffen, en een enkel-voetorthese sluit uit omdat de sensoren er niet in passen.</a:t>
            </a:r>
          </a:p>
          <a:p/>
          <a:p>
            <a:r>
              <a:t>INTERACTIE</a:t>
            </a:r>
          </a:p>
          <a:p>
            <a:r>
              <a:t>Vraag per criterium of het in hun patiëntenbestand vaak voorkomt.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voor de pedorthisten. Benadruk dat de zool anders is in een orthopedische schoen dan in een confectieschoen, en dat de pasvorm in bínnen- én buitenschoeisel apart beoordeeld wordt.</a:t>
            </a:r>
          </a:p>
          <a:p/>
          <a:p>
            <a:r>
              <a:t>INTERACTIE</a:t>
            </a:r>
          </a:p>
          <a:p>
            <a:r>
              <a:t>Vraag of deze opbouw afwijkt van wat ze vandaag maken. Waar het afwijkt, noteer dat: het is input voor de procesevaluatie.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de meeste vragen op komen. Neem de tijd voor de uren per dag: dat is de brug tussen de MoveMonitor en de Orthotimer.</a:t>
            </a:r>
          </a:p>
          <a:p/>
          <a:p>
            <a:r>
              <a:t>INTERACTIE</a:t>
            </a:r>
          </a:p>
          <a:p>
            <a:r>
              <a:t>Laat iemand de instellingen voordoen op een testsensor.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Vermeld dat een ongebruikt toestel elke drie maanden opgeladen moet worden, anders zakt de batterijprestatie.</a:t>
            </a:r>
          </a:p>
          <a:p/>
          <a:p>
            <a:r>
              <a:t>INTERACTIE</a:t>
            </a:r>
          </a:p>
          <a:p>
            <a:r>
              <a:t>Vraag wie de toestellen in hun centrum beheert. Dat moet één persoon zijn.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de zaal ontspant én scherpt. Zeg het zinnetje onderaan letterlijk.</a:t>
            </a:r>
          </a:p>
          <a:p/>
          <a:p>
            <a:r>
              <a:t>INTERACTIE</a:t>
            </a:r>
          </a:p>
          <a:p>
            <a:r>
              <a:t>Vraag of iemand een situatie kan bedenken waarvan hij niet weet of het gemeld moet worden. Bespreek er twee.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Sla over wat al gevraagd is. Deze dia is een vangnet, geen programma.</a:t>
            </a:r>
          </a:p>
          <a:p/>
          <a:p>
            <a:r>
              <a:t>INTERACTIE</a:t>
            </a:r>
          </a:p>
          <a:p>
            <a:r>
              <a:t>Toon hem alleen als de vragen opdrogen.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overgang naar de bekwaamheidscheck. Zeg het rustig; het is geen dreigement maar een vaststelling.</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dit stil invullen. Iemand die twijfelt zegt dat niet hardop in een volle zaal, wel op papier.</a:t>
            </a:r>
          </a:p>
          <a:p/>
          <a:p>
            <a:r>
              <a:t>INTERACTIE</a:t>
            </a:r>
          </a:p>
          <a:p>
            <a:r>
              <a:t>Verzamel de blaadjes. Waar drie of meer mensen dezelfde handeling aanvinken, plant u een extra sessie.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notesSlide" Target="../notesSlides/notesSlide7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Opleidingssessie · zes voetklinieken</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609584"/>
            <a:ext cx="7619809" cy="253993"/>
          </a:xfrm>
          <a:prstGeom prst="rect">
            <a:avLst/>
          </a:prstGeom>
          <a:noFill/>
        </p:spPr>
        <p:txBody>
          <a:bodyPr wrap="square" anchor="t" lIns="0" rIns="0" tIns="0" bIns="0">
            <a:spAutoFit/>
          </a:bodyPr>
          <a:lstStyle/>
          <a:p>
            <a:pPr algn="l">
              <a:lnSpc>
                <a:spcPct val="125000"/>
              </a:lnSpc>
            </a:pPr>
            <a:r>
              <a:rPr sz="1500" b="1" spc="220">
                <a:solidFill>
                  <a:srgbClr val="52BDEC"/>
                </a:solidFill>
                <a:latin typeface="Consolas"/>
              </a:rPr>
              <a:t>PARADISE   ·   OPLEIDINGSSESSIE</a:t>
            </a:r>
          </a:p>
        </p:txBody>
      </p:sp>
      <p:sp>
        <p:nvSpPr>
          <p:cNvPr id="4" name="Rectangle 3"/>
          <p:cNvSpPr/>
          <p:nvPr/>
        </p:nvSpPr>
        <p:spPr>
          <a:xfrm>
            <a:off x="634984" y="1269968"/>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1435064"/>
            <a:ext cx="2920926" cy="1396965"/>
          </a:xfrm>
          <a:prstGeom prst="rect">
            <a:avLst/>
          </a:prstGeom>
          <a:noFill/>
        </p:spPr>
        <p:txBody>
          <a:bodyPr wrap="none" anchor="t" lIns="0" rIns="0" tIns="0" bIns="0">
            <a:spAutoFit/>
          </a:bodyPr>
          <a:lstStyle/>
          <a:p>
            <a:pPr algn="l">
              <a:lnSpc>
                <a:spcPct val="92000"/>
              </a:lnSpc>
            </a:pPr>
            <a:r>
              <a:rPr sz="11200" b="1">
                <a:solidFill>
                  <a:srgbClr val="52BDEC"/>
                </a:solidFill>
                <a:latin typeface="Segoe UI"/>
              </a:rPr>
              <a:t>6</a:t>
            </a:r>
          </a:p>
        </p:txBody>
      </p:sp>
      <p:sp>
        <p:nvSpPr>
          <p:cNvPr id="6" name="TextBox 5"/>
          <p:cNvSpPr txBox="1"/>
          <p:nvPr/>
        </p:nvSpPr>
        <p:spPr>
          <a:xfrm>
            <a:off x="3555911" y="1879553"/>
            <a:ext cx="8000799" cy="571485"/>
          </a:xfrm>
          <a:prstGeom prst="rect">
            <a:avLst/>
          </a:prstGeom>
          <a:noFill/>
        </p:spPr>
        <p:txBody>
          <a:bodyPr wrap="none" anchor="t" lIns="0" rIns="0" tIns="0" bIns="0">
            <a:spAutoFit/>
          </a:bodyPr>
          <a:lstStyle/>
          <a:p>
            <a:pPr algn="l">
              <a:lnSpc>
                <a:spcPct val="100000"/>
              </a:lnSpc>
            </a:pPr>
            <a:r>
              <a:rPr sz="4800" b="1">
                <a:solidFill>
                  <a:srgbClr val="F2F8FC"/>
                </a:solidFill>
                <a:latin typeface="Segoe UI"/>
              </a:rPr>
              <a:t>voetklinieken</a:t>
            </a:r>
          </a:p>
        </p:txBody>
      </p:sp>
      <p:sp>
        <p:nvSpPr>
          <p:cNvPr id="7" name="Rectangle 6"/>
          <p:cNvSpPr/>
          <p:nvPr/>
        </p:nvSpPr>
        <p:spPr>
          <a:xfrm>
            <a:off x="634984" y="274313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908227"/>
            <a:ext cx="2920926" cy="1396965"/>
          </a:xfrm>
          <a:prstGeom prst="rect">
            <a:avLst/>
          </a:prstGeom>
          <a:noFill/>
        </p:spPr>
        <p:txBody>
          <a:bodyPr wrap="none" anchor="t" lIns="0" rIns="0" tIns="0" bIns="0">
            <a:spAutoFit/>
          </a:bodyPr>
          <a:lstStyle/>
          <a:p>
            <a:pPr algn="l">
              <a:lnSpc>
                <a:spcPct val="92000"/>
              </a:lnSpc>
            </a:pPr>
            <a:r>
              <a:rPr sz="11200" b="1">
                <a:solidFill>
                  <a:srgbClr val="52BDEC"/>
                </a:solidFill>
                <a:latin typeface="Segoe UI"/>
              </a:rPr>
              <a:t>144</a:t>
            </a:r>
          </a:p>
        </p:txBody>
      </p:sp>
      <p:sp>
        <p:nvSpPr>
          <p:cNvPr id="9" name="TextBox 8"/>
          <p:cNvSpPr txBox="1"/>
          <p:nvPr/>
        </p:nvSpPr>
        <p:spPr>
          <a:xfrm>
            <a:off x="3555911" y="3352716"/>
            <a:ext cx="8000799" cy="571485"/>
          </a:xfrm>
          <a:prstGeom prst="rect">
            <a:avLst/>
          </a:prstGeom>
          <a:noFill/>
        </p:spPr>
        <p:txBody>
          <a:bodyPr wrap="none" anchor="t" lIns="0" rIns="0" tIns="0" bIns="0">
            <a:spAutoFit/>
          </a:bodyPr>
          <a:lstStyle/>
          <a:p>
            <a:pPr algn="l">
              <a:lnSpc>
                <a:spcPct val="100000"/>
              </a:lnSpc>
            </a:pPr>
            <a:r>
              <a:rPr sz="4800" b="1">
                <a:solidFill>
                  <a:srgbClr val="F2F8FC"/>
                </a:solidFill>
                <a:latin typeface="Segoe UI"/>
              </a:rPr>
              <a:t>deelnemers</a:t>
            </a:r>
          </a:p>
        </p:txBody>
      </p:sp>
      <p:sp>
        <p:nvSpPr>
          <p:cNvPr id="10" name="Rectangle 9"/>
          <p:cNvSpPr/>
          <p:nvPr/>
        </p:nvSpPr>
        <p:spPr>
          <a:xfrm>
            <a:off x="634984" y="421629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4381390"/>
            <a:ext cx="2920926" cy="1396965"/>
          </a:xfrm>
          <a:prstGeom prst="rect">
            <a:avLst/>
          </a:prstGeom>
          <a:noFill/>
        </p:spPr>
        <p:txBody>
          <a:bodyPr wrap="none" anchor="t" lIns="0" rIns="0" tIns="0" bIns="0">
            <a:spAutoFit/>
          </a:bodyPr>
          <a:lstStyle/>
          <a:p>
            <a:pPr algn="l">
              <a:lnSpc>
                <a:spcPct val="92000"/>
              </a:lnSpc>
            </a:pPr>
            <a:r>
              <a:rPr sz="11200" b="1">
                <a:solidFill>
                  <a:srgbClr val="52BDEC"/>
                </a:solidFill>
                <a:latin typeface="Segoe UI"/>
              </a:rPr>
              <a:t>18</a:t>
            </a:r>
          </a:p>
        </p:txBody>
      </p:sp>
      <p:sp>
        <p:nvSpPr>
          <p:cNvPr id="12" name="TextBox 11"/>
          <p:cNvSpPr txBox="1"/>
          <p:nvPr/>
        </p:nvSpPr>
        <p:spPr>
          <a:xfrm>
            <a:off x="3555911" y="4825879"/>
            <a:ext cx="8000799" cy="571485"/>
          </a:xfrm>
          <a:prstGeom prst="rect">
            <a:avLst/>
          </a:prstGeom>
          <a:noFill/>
        </p:spPr>
        <p:txBody>
          <a:bodyPr wrap="none" anchor="t" lIns="0" rIns="0" tIns="0" bIns="0">
            <a:spAutoFit/>
          </a:bodyPr>
          <a:lstStyle/>
          <a:p>
            <a:pPr algn="l">
              <a:lnSpc>
                <a:spcPct val="100000"/>
              </a:lnSpc>
            </a:pPr>
            <a:r>
              <a:rPr sz="4800" b="1">
                <a:solidFill>
                  <a:srgbClr val="F2F8FC"/>
                </a:solidFill>
                <a:latin typeface="Segoe UI"/>
              </a:rPr>
              <a:t>maanden opvolging</a:t>
            </a:r>
          </a:p>
        </p:txBody>
      </p:sp>
      <p:sp>
        <p:nvSpPr>
          <p:cNvPr id="13" name="Rectangle 12"/>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kuleuven.png"/>
          <p:cNvPicPr>
            <a:picLocks noChangeAspect="1"/>
          </p:cNvPicPr>
          <p:nvPr/>
        </p:nvPicPr>
        <p:blipFill>
          <a:blip r:embed="rId2"/>
          <a:stretch>
            <a:fillRect/>
          </a:stretch>
        </p:blipFill>
        <p:spPr>
          <a:xfrm>
            <a:off x="787380" y="6152996"/>
            <a:ext cx="1381100" cy="393690"/>
          </a:xfrm>
          <a:prstGeom prst="rect">
            <a:avLst/>
          </a:prstGeom>
        </p:spPr>
      </p:pic>
      <p:sp>
        <p:nvSpPr>
          <p:cNvPr id="16" name="Rounded Rectangle 15"/>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ub.png"/>
          <p:cNvPicPr>
            <a:picLocks noChangeAspect="1"/>
          </p:cNvPicPr>
          <p:nvPr/>
        </p:nvPicPr>
        <p:blipFill>
          <a:blip r:embed="rId3"/>
          <a:stretch>
            <a:fillRect/>
          </a:stretch>
        </p:blipFill>
        <p:spPr>
          <a:xfrm>
            <a:off x="2727267" y="6152996"/>
            <a:ext cx="1116092" cy="393690"/>
          </a:xfrm>
          <a:prstGeom prst="rect">
            <a:avLst/>
          </a:prstGeom>
        </p:spPr>
      </p:pic>
      <p:sp>
        <p:nvSpPr>
          <p:cNvPr id="18" name="TextBox 17"/>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9" name="TextBox 18"/>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20" name="TextBox 19"/>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pic>
        <p:nvPicPr>
          <p:cNvPr id="21" name="merk" descr="merk.png"/>
          <p:cNvPicPr>
            <a:picLocks noChangeAspect="1"/>
          </p:cNvPicPr>
          <p:nvPr/>
        </p:nvPicPr>
        <p:blipFill>
          <a:blip r:embed="rId4"/>
          <a:stretch>
            <a:fillRect/>
          </a:stretch>
        </p:blipFill>
        <p:spPr>
          <a:xfrm>
            <a:off x="11094166" y="368290"/>
            <a:ext cx="417101" cy="482587"/>
          </a:xfrm>
          <a:prstGeom prst="rect">
            <a:avLst/>
          </a:prstGeom>
        </p:spPr>
      </p:pic>
    </p:spTree>
  </p:cSld>
  <p:clrMapOvr>
    <a:masterClrMapping/>
  </p:clrMapOvr>
  <p:transition xmlns:p14="http://schemas.microsoft.com/office/powerpoint/2010/main" spd="slow" p14:dur="900">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erk.png"/>
          <p:cNvPicPr>
            <a:picLocks noChangeAspect="1"/>
          </p:cNvPicPr>
          <p:nvPr/>
        </p:nvPicPr>
        <p:blipFill>
          <a:blip r:embed="rId2"/>
          <a:stretch>
            <a:fillRect/>
          </a:stretch>
        </p:blipFill>
        <p:spPr>
          <a:xfrm>
            <a:off x="647405" y="609584"/>
            <a:ext cx="724438" cy="838179"/>
          </a:xfrm>
          <a:prstGeom prst="rect">
            <a:avLst/>
          </a:prstGeom>
        </p:spPr>
      </p:pic>
      <p:sp>
        <p:nvSpPr>
          <p:cNvPr id="4" name="TextBox 3"/>
          <p:cNvSpPr txBox="1"/>
          <p:nvPr/>
        </p:nvSpPr>
        <p:spPr>
          <a:xfrm>
            <a:off x="1650958" y="685782"/>
            <a:ext cx="5714857" cy="380990"/>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PARADISE</a:t>
            </a:r>
          </a:p>
        </p:txBody>
      </p:sp>
      <p:sp>
        <p:nvSpPr>
          <p:cNvPr id="5" name="TextBox 4"/>
          <p:cNvSpPr txBox="1"/>
          <p:nvPr/>
        </p:nvSpPr>
        <p:spPr>
          <a:xfrm>
            <a:off x="1663658" y="1269968"/>
            <a:ext cx="5714857" cy="253993"/>
          </a:xfrm>
          <a:prstGeom prst="rect">
            <a:avLst/>
          </a:prstGeom>
          <a:noFill/>
        </p:spPr>
        <p:txBody>
          <a:bodyPr wrap="square" anchor="t" lIns="0" rIns="0" tIns="0" bIns="0">
            <a:spAutoFit/>
          </a:bodyPr>
          <a:lstStyle/>
          <a:p>
            <a:pPr algn="l">
              <a:lnSpc>
                <a:spcPct val="125000"/>
              </a:lnSpc>
            </a:pPr>
            <a:r>
              <a:rPr sz="1600" b="0">
                <a:solidFill>
                  <a:srgbClr val="8FB6D0"/>
                </a:solidFill>
                <a:latin typeface="Consolas"/>
              </a:rPr>
              <a:t>Opleidingssessie voor de zes voetklinieken</a:t>
            </a:r>
          </a:p>
        </p:txBody>
      </p:sp>
      <p:sp>
        <p:nvSpPr>
          <p:cNvPr id="6" name="!!d000_07"/>
          <p:cNvSpPr/>
          <p:nvPr/>
        </p:nvSpPr>
        <p:spPr>
          <a:xfrm>
            <a:off x="2711359" y="5170642"/>
            <a:ext cx="80475" cy="80475"/>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000_08"/>
          <p:cNvSpPr/>
          <p:nvPr/>
        </p:nvSpPr>
        <p:spPr>
          <a:xfrm>
            <a:off x="2866578" y="5170642"/>
            <a:ext cx="80475" cy="80475"/>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000_09"/>
          <p:cNvSpPr/>
          <p:nvPr/>
        </p:nvSpPr>
        <p:spPr>
          <a:xfrm>
            <a:off x="3021796" y="5170642"/>
            <a:ext cx="80475" cy="80475"/>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000_10"/>
          <p:cNvSpPr/>
          <p:nvPr/>
        </p:nvSpPr>
        <p:spPr>
          <a:xfrm>
            <a:off x="3177014" y="5170642"/>
            <a:ext cx="80475" cy="80475"/>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001_06"/>
          <p:cNvSpPr/>
          <p:nvPr/>
        </p:nvSpPr>
        <p:spPr>
          <a:xfrm>
            <a:off x="2556141" y="5077065"/>
            <a:ext cx="80475" cy="80475"/>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001_07"/>
          <p:cNvSpPr/>
          <p:nvPr/>
        </p:nvSpPr>
        <p:spPr>
          <a:xfrm>
            <a:off x="2711359" y="5077065"/>
            <a:ext cx="80475" cy="80475"/>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001_08"/>
          <p:cNvSpPr/>
          <p:nvPr/>
        </p:nvSpPr>
        <p:spPr>
          <a:xfrm>
            <a:off x="2866578" y="5077065"/>
            <a:ext cx="80475" cy="80475"/>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001_09"/>
          <p:cNvSpPr/>
          <p:nvPr/>
        </p:nvSpPr>
        <p:spPr>
          <a:xfrm>
            <a:off x="3021796" y="5077065"/>
            <a:ext cx="80475" cy="80475"/>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001_10"/>
          <p:cNvSpPr/>
          <p:nvPr/>
        </p:nvSpPr>
        <p:spPr>
          <a:xfrm>
            <a:off x="3177014" y="5077065"/>
            <a:ext cx="80475" cy="80475"/>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001_11"/>
          <p:cNvSpPr/>
          <p:nvPr/>
        </p:nvSpPr>
        <p:spPr>
          <a:xfrm>
            <a:off x="3332233" y="5077065"/>
            <a:ext cx="80475" cy="80475"/>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002_05"/>
          <p:cNvSpPr/>
          <p:nvPr/>
        </p:nvSpPr>
        <p:spPr>
          <a:xfrm>
            <a:off x="2400923" y="4983489"/>
            <a:ext cx="80475" cy="80475"/>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002_06"/>
          <p:cNvSpPr/>
          <p:nvPr/>
        </p:nvSpPr>
        <p:spPr>
          <a:xfrm>
            <a:off x="2556141" y="4983489"/>
            <a:ext cx="80475" cy="80475"/>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002_07"/>
          <p:cNvSpPr/>
          <p:nvPr/>
        </p:nvSpPr>
        <p:spPr>
          <a:xfrm>
            <a:off x="2711359" y="4983489"/>
            <a:ext cx="80475" cy="80475"/>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002_08"/>
          <p:cNvSpPr/>
          <p:nvPr/>
        </p:nvSpPr>
        <p:spPr>
          <a:xfrm>
            <a:off x="2866578" y="4983489"/>
            <a:ext cx="80475" cy="80475"/>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002_09"/>
          <p:cNvSpPr/>
          <p:nvPr/>
        </p:nvSpPr>
        <p:spPr>
          <a:xfrm>
            <a:off x="3021796" y="4983489"/>
            <a:ext cx="80475" cy="80475"/>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002_10"/>
          <p:cNvSpPr/>
          <p:nvPr/>
        </p:nvSpPr>
        <p:spPr>
          <a:xfrm>
            <a:off x="3177014" y="4983489"/>
            <a:ext cx="80475" cy="80475"/>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002_11"/>
          <p:cNvSpPr/>
          <p:nvPr/>
        </p:nvSpPr>
        <p:spPr>
          <a:xfrm>
            <a:off x="3332233" y="4983489"/>
            <a:ext cx="80475" cy="80475"/>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002_12"/>
          <p:cNvSpPr/>
          <p:nvPr/>
        </p:nvSpPr>
        <p:spPr>
          <a:xfrm>
            <a:off x="3487451" y="4983489"/>
            <a:ext cx="80475" cy="80475"/>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003_05"/>
          <p:cNvSpPr/>
          <p:nvPr/>
        </p:nvSpPr>
        <p:spPr>
          <a:xfrm>
            <a:off x="2400923" y="4889912"/>
            <a:ext cx="80475" cy="80475"/>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003_06"/>
          <p:cNvSpPr/>
          <p:nvPr/>
        </p:nvSpPr>
        <p:spPr>
          <a:xfrm>
            <a:off x="2556141" y="4889912"/>
            <a:ext cx="80475" cy="80475"/>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003_07"/>
          <p:cNvSpPr/>
          <p:nvPr/>
        </p:nvSpPr>
        <p:spPr>
          <a:xfrm>
            <a:off x="2711359" y="4889912"/>
            <a:ext cx="80475" cy="80475"/>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003_08"/>
          <p:cNvSpPr/>
          <p:nvPr/>
        </p:nvSpPr>
        <p:spPr>
          <a:xfrm>
            <a:off x="2866578" y="4889912"/>
            <a:ext cx="80475" cy="80475"/>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003_09"/>
          <p:cNvSpPr/>
          <p:nvPr/>
        </p:nvSpPr>
        <p:spPr>
          <a:xfrm>
            <a:off x="3021796" y="4889912"/>
            <a:ext cx="80475" cy="80475"/>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003_10"/>
          <p:cNvSpPr/>
          <p:nvPr/>
        </p:nvSpPr>
        <p:spPr>
          <a:xfrm>
            <a:off x="3177014" y="4889912"/>
            <a:ext cx="80475" cy="80475"/>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003_11"/>
          <p:cNvSpPr/>
          <p:nvPr/>
        </p:nvSpPr>
        <p:spPr>
          <a:xfrm>
            <a:off x="3332233" y="4889912"/>
            <a:ext cx="80475" cy="80475"/>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003_12"/>
          <p:cNvSpPr/>
          <p:nvPr/>
        </p:nvSpPr>
        <p:spPr>
          <a:xfrm>
            <a:off x="3487451" y="4889912"/>
            <a:ext cx="80475" cy="80475"/>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004_05"/>
          <p:cNvSpPr/>
          <p:nvPr/>
        </p:nvSpPr>
        <p:spPr>
          <a:xfrm>
            <a:off x="2400923" y="4796335"/>
            <a:ext cx="80475" cy="80475"/>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004_06"/>
          <p:cNvSpPr/>
          <p:nvPr/>
        </p:nvSpPr>
        <p:spPr>
          <a:xfrm>
            <a:off x="2556141" y="4796335"/>
            <a:ext cx="80475" cy="80475"/>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004_07"/>
          <p:cNvSpPr/>
          <p:nvPr/>
        </p:nvSpPr>
        <p:spPr>
          <a:xfrm>
            <a:off x="2711359" y="4796335"/>
            <a:ext cx="80475" cy="80475"/>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004_08"/>
          <p:cNvSpPr/>
          <p:nvPr/>
        </p:nvSpPr>
        <p:spPr>
          <a:xfrm>
            <a:off x="2866578" y="4796335"/>
            <a:ext cx="80475" cy="80475"/>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004_09"/>
          <p:cNvSpPr/>
          <p:nvPr/>
        </p:nvSpPr>
        <p:spPr>
          <a:xfrm>
            <a:off x="3021796" y="4796335"/>
            <a:ext cx="80475" cy="80475"/>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004_10"/>
          <p:cNvSpPr/>
          <p:nvPr/>
        </p:nvSpPr>
        <p:spPr>
          <a:xfrm>
            <a:off x="3177014" y="4796335"/>
            <a:ext cx="80475" cy="80475"/>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004_11"/>
          <p:cNvSpPr/>
          <p:nvPr/>
        </p:nvSpPr>
        <p:spPr>
          <a:xfrm>
            <a:off x="3332233" y="4796335"/>
            <a:ext cx="80475" cy="80475"/>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004_12"/>
          <p:cNvSpPr/>
          <p:nvPr/>
        </p:nvSpPr>
        <p:spPr>
          <a:xfrm>
            <a:off x="3487451" y="4796335"/>
            <a:ext cx="80475" cy="80475"/>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005_05"/>
          <p:cNvSpPr/>
          <p:nvPr/>
        </p:nvSpPr>
        <p:spPr>
          <a:xfrm>
            <a:off x="2400923" y="4702759"/>
            <a:ext cx="80475" cy="80475"/>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005_06"/>
          <p:cNvSpPr/>
          <p:nvPr/>
        </p:nvSpPr>
        <p:spPr>
          <a:xfrm>
            <a:off x="2556141" y="4702759"/>
            <a:ext cx="80475" cy="80475"/>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005_07"/>
          <p:cNvSpPr/>
          <p:nvPr/>
        </p:nvSpPr>
        <p:spPr>
          <a:xfrm>
            <a:off x="2711359" y="4702759"/>
            <a:ext cx="80475" cy="80475"/>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005_08"/>
          <p:cNvSpPr/>
          <p:nvPr/>
        </p:nvSpPr>
        <p:spPr>
          <a:xfrm>
            <a:off x="2866578" y="4702759"/>
            <a:ext cx="80475" cy="80475"/>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005_09"/>
          <p:cNvSpPr/>
          <p:nvPr/>
        </p:nvSpPr>
        <p:spPr>
          <a:xfrm>
            <a:off x="3021796" y="4702759"/>
            <a:ext cx="80475" cy="80475"/>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005_10"/>
          <p:cNvSpPr/>
          <p:nvPr/>
        </p:nvSpPr>
        <p:spPr>
          <a:xfrm>
            <a:off x="3177014" y="4702759"/>
            <a:ext cx="80475" cy="80475"/>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005_11"/>
          <p:cNvSpPr/>
          <p:nvPr/>
        </p:nvSpPr>
        <p:spPr>
          <a:xfrm>
            <a:off x="3332233" y="4702759"/>
            <a:ext cx="80475" cy="80475"/>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005_12"/>
          <p:cNvSpPr/>
          <p:nvPr/>
        </p:nvSpPr>
        <p:spPr>
          <a:xfrm>
            <a:off x="3487451" y="4702759"/>
            <a:ext cx="80475" cy="80475"/>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006_05"/>
          <p:cNvSpPr/>
          <p:nvPr/>
        </p:nvSpPr>
        <p:spPr>
          <a:xfrm>
            <a:off x="2400923" y="4609182"/>
            <a:ext cx="80475" cy="80475"/>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006_06"/>
          <p:cNvSpPr/>
          <p:nvPr/>
        </p:nvSpPr>
        <p:spPr>
          <a:xfrm>
            <a:off x="2556141" y="4609182"/>
            <a:ext cx="80475" cy="80475"/>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d006_07"/>
          <p:cNvSpPr/>
          <p:nvPr/>
        </p:nvSpPr>
        <p:spPr>
          <a:xfrm>
            <a:off x="2711359" y="4609182"/>
            <a:ext cx="80475" cy="80475"/>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d006_08"/>
          <p:cNvSpPr/>
          <p:nvPr/>
        </p:nvSpPr>
        <p:spPr>
          <a:xfrm>
            <a:off x="2866578" y="4609182"/>
            <a:ext cx="80475" cy="80475"/>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d006_09"/>
          <p:cNvSpPr/>
          <p:nvPr/>
        </p:nvSpPr>
        <p:spPr>
          <a:xfrm>
            <a:off x="3021796" y="4609182"/>
            <a:ext cx="80475" cy="80475"/>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d006_10"/>
          <p:cNvSpPr/>
          <p:nvPr/>
        </p:nvSpPr>
        <p:spPr>
          <a:xfrm>
            <a:off x="3177014" y="4609182"/>
            <a:ext cx="80475" cy="80475"/>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d006_11"/>
          <p:cNvSpPr/>
          <p:nvPr/>
        </p:nvSpPr>
        <p:spPr>
          <a:xfrm>
            <a:off x="3332233" y="4609182"/>
            <a:ext cx="80475" cy="80475"/>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d006_12"/>
          <p:cNvSpPr/>
          <p:nvPr/>
        </p:nvSpPr>
        <p:spPr>
          <a:xfrm>
            <a:off x="3487451" y="4609182"/>
            <a:ext cx="80475" cy="80475"/>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d007_05"/>
          <p:cNvSpPr/>
          <p:nvPr/>
        </p:nvSpPr>
        <p:spPr>
          <a:xfrm>
            <a:off x="2400923" y="4515606"/>
            <a:ext cx="80475" cy="80475"/>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007_06"/>
          <p:cNvSpPr/>
          <p:nvPr/>
        </p:nvSpPr>
        <p:spPr>
          <a:xfrm>
            <a:off x="2556141" y="4515606"/>
            <a:ext cx="80475" cy="80475"/>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d007_07"/>
          <p:cNvSpPr/>
          <p:nvPr/>
        </p:nvSpPr>
        <p:spPr>
          <a:xfrm>
            <a:off x="2711359" y="4515606"/>
            <a:ext cx="80475" cy="80475"/>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d007_08"/>
          <p:cNvSpPr/>
          <p:nvPr/>
        </p:nvSpPr>
        <p:spPr>
          <a:xfrm>
            <a:off x="2866578" y="4515606"/>
            <a:ext cx="80475" cy="80475"/>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d007_09"/>
          <p:cNvSpPr/>
          <p:nvPr/>
        </p:nvSpPr>
        <p:spPr>
          <a:xfrm>
            <a:off x="3021796" y="4515606"/>
            <a:ext cx="80475" cy="80475"/>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d007_10"/>
          <p:cNvSpPr/>
          <p:nvPr/>
        </p:nvSpPr>
        <p:spPr>
          <a:xfrm>
            <a:off x="3177014" y="4515606"/>
            <a:ext cx="80475" cy="80475"/>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d007_11"/>
          <p:cNvSpPr/>
          <p:nvPr/>
        </p:nvSpPr>
        <p:spPr>
          <a:xfrm>
            <a:off x="3332233" y="4515606"/>
            <a:ext cx="80475" cy="80475"/>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d007_12"/>
          <p:cNvSpPr/>
          <p:nvPr/>
        </p:nvSpPr>
        <p:spPr>
          <a:xfrm>
            <a:off x="3487451" y="4515606"/>
            <a:ext cx="80475" cy="80475"/>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d008_05"/>
          <p:cNvSpPr/>
          <p:nvPr/>
        </p:nvSpPr>
        <p:spPr>
          <a:xfrm>
            <a:off x="2400923" y="4422029"/>
            <a:ext cx="80475" cy="80475"/>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d008_06"/>
          <p:cNvSpPr/>
          <p:nvPr/>
        </p:nvSpPr>
        <p:spPr>
          <a:xfrm>
            <a:off x="2556141" y="4422029"/>
            <a:ext cx="80475" cy="80475"/>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d008_07"/>
          <p:cNvSpPr/>
          <p:nvPr/>
        </p:nvSpPr>
        <p:spPr>
          <a:xfrm>
            <a:off x="2711359" y="4422029"/>
            <a:ext cx="80475" cy="80475"/>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d008_08"/>
          <p:cNvSpPr/>
          <p:nvPr/>
        </p:nvSpPr>
        <p:spPr>
          <a:xfrm>
            <a:off x="2866578" y="4422029"/>
            <a:ext cx="80475" cy="80475"/>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d008_09"/>
          <p:cNvSpPr/>
          <p:nvPr/>
        </p:nvSpPr>
        <p:spPr>
          <a:xfrm>
            <a:off x="3021796" y="4422029"/>
            <a:ext cx="80475" cy="80475"/>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d008_10"/>
          <p:cNvSpPr/>
          <p:nvPr/>
        </p:nvSpPr>
        <p:spPr>
          <a:xfrm>
            <a:off x="3177014" y="4422029"/>
            <a:ext cx="80475" cy="80475"/>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d008_11"/>
          <p:cNvSpPr/>
          <p:nvPr/>
        </p:nvSpPr>
        <p:spPr>
          <a:xfrm>
            <a:off x="3332233" y="4422029"/>
            <a:ext cx="80475" cy="80475"/>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d008_12"/>
          <p:cNvSpPr/>
          <p:nvPr/>
        </p:nvSpPr>
        <p:spPr>
          <a:xfrm>
            <a:off x="3487451" y="4422029"/>
            <a:ext cx="80475" cy="80475"/>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d009_05"/>
          <p:cNvSpPr/>
          <p:nvPr/>
        </p:nvSpPr>
        <p:spPr>
          <a:xfrm>
            <a:off x="2400923" y="4328452"/>
            <a:ext cx="80475" cy="80475"/>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d009_06"/>
          <p:cNvSpPr/>
          <p:nvPr/>
        </p:nvSpPr>
        <p:spPr>
          <a:xfrm>
            <a:off x="2556141" y="4328452"/>
            <a:ext cx="80475" cy="80475"/>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d009_07"/>
          <p:cNvSpPr/>
          <p:nvPr/>
        </p:nvSpPr>
        <p:spPr>
          <a:xfrm>
            <a:off x="2711359" y="4328452"/>
            <a:ext cx="80475" cy="80475"/>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d009_08"/>
          <p:cNvSpPr/>
          <p:nvPr/>
        </p:nvSpPr>
        <p:spPr>
          <a:xfrm>
            <a:off x="2866578" y="4328452"/>
            <a:ext cx="80475" cy="80475"/>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d009_09"/>
          <p:cNvSpPr/>
          <p:nvPr/>
        </p:nvSpPr>
        <p:spPr>
          <a:xfrm>
            <a:off x="3021796" y="4328452"/>
            <a:ext cx="80475" cy="80475"/>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d009_10"/>
          <p:cNvSpPr/>
          <p:nvPr/>
        </p:nvSpPr>
        <p:spPr>
          <a:xfrm>
            <a:off x="3177014" y="4328452"/>
            <a:ext cx="80475" cy="80475"/>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d009_11"/>
          <p:cNvSpPr/>
          <p:nvPr/>
        </p:nvSpPr>
        <p:spPr>
          <a:xfrm>
            <a:off x="3332233" y="4328452"/>
            <a:ext cx="80475" cy="80475"/>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d009_12"/>
          <p:cNvSpPr/>
          <p:nvPr/>
        </p:nvSpPr>
        <p:spPr>
          <a:xfrm>
            <a:off x="3487451" y="4328452"/>
            <a:ext cx="80475" cy="80475"/>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d010_06"/>
          <p:cNvSpPr/>
          <p:nvPr/>
        </p:nvSpPr>
        <p:spPr>
          <a:xfrm>
            <a:off x="2556141" y="4234876"/>
            <a:ext cx="80475" cy="80475"/>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d010_07"/>
          <p:cNvSpPr/>
          <p:nvPr/>
        </p:nvSpPr>
        <p:spPr>
          <a:xfrm>
            <a:off x="2711359" y="4234876"/>
            <a:ext cx="80475" cy="80475"/>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d010_08"/>
          <p:cNvSpPr/>
          <p:nvPr/>
        </p:nvSpPr>
        <p:spPr>
          <a:xfrm>
            <a:off x="2866578" y="4234876"/>
            <a:ext cx="80475" cy="80475"/>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d010_09"/>
          <p:cNvSpPr/>
          <p:nvPr/>
        </p:nvSpPr>
        <p:spPr>
          <a:xfrm>
            <a:off x="3021796" y="4234876"/>
            <a:ext cx="80475" cy="80475"/>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d010_10"/>
          <p:cNvSpPr/>
          <p:nvPr/>
        </p:nvSpPr>
        <p:spPr>
          <a:xfrm>
            <a:off x="3177014" y="4234876"/>
            <a:ext cx="80475" cy="80475"/>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d010_11"/>
          <p:cNvSpPr/>
          <p:nvPr/>
        </p:nvSpPr>
        <p:spPr>
          <a:xfrm>
            <a:off x="3332233" y="4234876"/>
            <a:ext cx="80475" cy="80475"/>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d010_12"/>
          <p:cNvSpPr/>
          <p:nvPr/>
        </p:nvSpPr>
        <p:spPr>
          <a:xfrm>
            <a:off x="3487451" y="4234876"/>
            <a:ext cx="80475" cy="80475"/>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d011_06"/>
          <p:cNvSpPr/>
          <p:nvPr/>
        </p:nvSpPr>
        <p:spPr>
          <a:xfrm>
            <a:off x="2556141" y="4141299"/>
            <a:ext cx="80475" cy="80475"/>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d011_07"/>
          <p:cNvSpPr/>
          <p:nvPr/>
        </p:nvSpPr>
        <p:spPr>
          <a:xfrm>
            <a:off x="2711359" y="4141299"/>
            <a:ext cx="80475" cy="80475"/>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d011_08"/>
          <p:cNvSpPr/>
          <p:nvPr/>
        </p:nvSpPr>
        <p:spPr>
          <a:xfrm>
            <a:off x="2866578" y="4141299"/>
            <a:ext cx="80475" cy="80475"/>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d011_09"/>
          <p:cNvSpPr/>
          <p:nvPr/>
        </p:nvSpPr>
        <p:spPr>
          <a:xfrm>
            <a:off x="3021796" y="4141299"/>
            <a:ext cx="80475" cy="80475"/>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d011_10"/>
          <p:cNvSpPr/>
          <p:nvPr/>
        </p:nvSpPr>
        <p:spPr>
          <a:xfrm>
            <a:off x="3177014" y="4141299"/>
            <a:ext cx="80475" cy="80475"/>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d011_11"/>
          <p:cNvSpPr/>
          <p:nvPr/>
        </p:nvSpPr>
        <p:spPr>
          <a:xfrm>
            <a:off x="3332233" y="4141299"/>
            <a:ext cx="80475" cy="80475"/>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d011_12"/>
          <p:cNvSpPr/>
          <p:nvPr/>
        </p:nvSpPr>
        <p:spPr>
          <a:xfrm>
            <a:off x="3487451" y="4141299"/>
            <a:ext cx="80475" cy="80475"/>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d012_06"/>
          <p:cNvSpPr/>
          <p:nvPr/>
        </p:nvSpPr>
        <p:spPr>
          <a:xfrm>
            <a:off x="2556141" y="4047723"/>
            <a:ext cx="80475" cy="80475"/>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d012_07"/>
          <p:cNvSpPr/>
          <p:nvPr/>
        </p:nvSpPr>
        <p:spPr>
          <a:xfrm>
            <a:off x="2711359" y="4047723"/>
            <a:ext cx="80475" cy="80475"/>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d012_08"/>
          <p:cNvSpPr/>
          <p:nvPr/>
        </p:nvSpPr>
        <p:spPr>
          <a:xfrm>
            <a:off x="2866578" y="4047723"/>
            <a:ext cx="80475" cy="80475"/>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d012_09"/>
          <p:cNvSpPr/>
          <p:nvPr/>
        </p:nvSpPr>
        <p:spPr>
          <a:xfrm>
            <a:off x="3021796" y="4047723"/>
            <a:ext cx="80475" cy="80475"/>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d012_10"/>
          <p:cNvSpPr/>
          <p:nvPr/>
        </p:nvSpPr>
        <p:spPr>
          <a:xfrm>
            <a:off x="3177014" y="4047723"/>
            <a:ext cx="80475" cy="80475"/>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d012_11"/>
          <p:cNvSpPr/>
          <p:nvPr/>
        </p:nvSpPr>
        <p:spPr>
          <a:xfrm>
            <a:off x="3332233" y="4047723"/>
            <a:ext cx="80475" cy="80475"/>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d012_12"/>
          <p:cNvSpPr/>
          <p:nvPr/>
        </p:nvSpPr>
        <p:spPr>
          <a:xfrm>
            <a:off x="3487451" y="4047723"/>
            <a:ext cx="80475" cy="80475"/>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d013_06"/>
          <p:cNvSpPr/>
          <p:nvPr/>
        </p:nvSpPr>
        <p:spPr>
          <a:xfrm>
            <a:off x="2556141" y="3954146"/>
            <a:ext cx="80475" cy="80475"/>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d013_07"/>
          <p:cNvSpPr/>
          <p:nvPr/>
        </p:nvSpPr>
        <p:spPr>
          <a:xfrm>
            <a:off x="2711359" y="3954146"/>
            <a:ext cx="80475" cy="80475"/>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d013_08"/>
          <p:cNvSpPr/>
          <p:nvPr/>
        </p:nvSpPr>
        <p:spPr>
          <a:xfrm>
            <a:off x="2866578" y="3954146"/>
            <a:ext cx="80475" cy="80475"/>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d013_09"/>
          <p:cNvSpPr/>
          <p:nvPr/>
        </p:nvSpPr>
        <p:spPr>
          <a:xfrm>
            <a:off x="3021796" y="3954146"/>
            <a:ext cx="80475" cy="80475"/>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d013_10"/>
          <p:cNvSpPr/>
          <p:nvPr/>
        </p:nvSpPr>
        <p:spPr>
          <a:xfrm>
            <a:off x="3177014" y="3954146"/>
            <a:ext cx="80475" cy="80475"/>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d013_11"/>
          <p:cNvSpPr/>
          <p:nvPr/>
        </p:nvSpPr>
        <p:spPr>
          <a:xfrm>
            <a:off x="3332233" y="3954146"/>
            <a:ext cx="80475" cy="80475"/>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d013_12"/>
          <p:cNvSpPr/>
          <p:nvPr/>
        </p:nvSpPr>
        <p:spPr>
          <a:xfrm>
            <a:off x="3487451" y="3954146"/>
            <a:ext cx="80475" cy="80475"/>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d014_06"/>
          <p:cNvSpPr/>
          <p:nvPr/>
        </p:nvSpPr>
        <p:spPr>
          <a:xfrm>
            <a:off x="2556141" y="3860569"/>
            <a:ext cx="80475" cy="80475"/>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d014_07"/>
          <p:cNvSpPr/>
          <p:nvPr/>
        </p:nvSpPr>
        <p:spPr>
          <a:xfrm>
            <a:off x="2711359" y="3860569"/>
            <a:ext cx="80475" cy="80475"/>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d014_08"/>
          <p:cNvSpPr/>
          <p:nvPr/>
        </p:nvSpPr>
        <p:spPr>
          <a:xfrm>
            <a:off x="2866578" y="3860569"/>
            <a:ext cx="80475" cy="80475"/>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d014_09"/>
          <p:cNvSpPr/>
          <p:nvPr/>
        </p:nvSpPr>
        <p:spPr>
          <a:xfrm>
            <a:off x="3021796" y="3860569"/>
            <a:ext cx="80475" cy="80475"/>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d014_10"/>
          <p:cNvSpPr/>
          <p:nvPr/>
        </p:nvSpPr>
        <p:spPr>
          <a:xfrm>
            <a:off x="3177014" y="3860569"/>
            <a:ext cx="80475" cy="80475"/>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d014_11"/>
          <p:cNvSpPr/>
          <p:nvPr/>
        </p:nvSpPr>
        <p:spPr>
          <a:xfrm>
            <a:off x="3332233" y="3860569"/>
            <a:ext cx="80475" cy="80475"/>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d014_12"/>
          <p:cNvSpPr/>
          <p:nvPr/>
        </p:nvSpPr>
        <p:spPr>
          <a:xfrm>
            <a:off x="3487451" y="3860569"/>
            <a:ext cx="80475" cy="80475"/>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d015_07"/>
          <p:cNvSpPr/>
          <p:nvPr/>
        </p:nvSpPr>
        <p:spPr>
          <a:xfrm>
            <a:off x="2711359" y="3766993"/>
            <a:ext cx="80475" cy="80475"/>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d015_08"/>
          <p:cNvSpPr/>
          <p:nvPr/>
        </p:nvSpPr>
        <p:spPr>
          <a:xfrm>
            <a:off x="2866578" y="3766993"/>
            <a:ext cx="80475" cy="80475"/>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d015_09"/>
          <p:cNvSpPr/>
          <p:nvPr/>
        </p:nvSpPr>
        <p:spPr>
          <a:xfrm>
            <a:off x="3021796" y="3766993"/>
            <a:ext cx="80475" cy="80475"/>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d015_10"/>
          <p:cNvSpPr/>
          <p:nvPr/>
        </p:nvSpPr>
        <p:spPr>
          <a:xfrm>
            <a:off x="3177014" y="3766993"/>
            <a:ext cx="80475" cy="80475"/>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d015_11"/>
          <p:cNvSpPr/>
          <p:nvPr/>
        </p:nvSpPr>
        <p:spPr>
          <a:xfrm>
            <a:off x="3332233" y="3766993"/>
            <a:ext cx="80475" cy="80475"/>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d015_12"/>
          <p:cNvSpPr/>
          <p:nvPr/>
        </p:nvSpPr>
        <p:spPr>
          <a:xfrm>
            <a:off x="3487451" y="3766993"/>
            <a:ext cx="80475" cy="80475"/>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d015_13"/>
          <p:cNvSpPr/>
          <p:nvPr/>
        </p:nvSpPr>
        <p:spPr>
          <a:xfrm>
            <a:off x="3642669" y="3766993"/>
            <a:ext cx="80475" cy="80475"/>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d016_07"/>
          <p:cNvSpPr/>
          <p:nvPr/>
        </p:nvSpPr>
        <p:spPr>
          <a:xfrm>
            <a:off x="2711359" y="3673416"/>
            <a:ext cx="80475" cy="80475"/>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d016_08"/>
          <p:cNvSpPr/>
          <p:nvPr/>
        </p:nvSpPr>
        <p:spPr>
          <a:xfrm>
            <a:off x="2866578" y="3673416"/>
            <a:ext cx="80475" cy="80475"/>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d016_09"/>
          <p:cNvSpPr/>
          <p:nvPr/>
        </p:nvSpPr>
        <p:spPr>
          <a:xfrm>
            <a:off x="3021796" y="3673416"/>
            <a:ext cx="80475" cy="80475"/>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d016_10"/>
          <p:cNvSpPr/>
          <p:nvPr/>
        </p:nvSpPr>
        <p:spPr>
          <a:xfrm>
            <a:off x="3177014" y="3673416"/>
            <a:ext cx="80475" cy="80475"/>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d016_11"/>
          <p:cNvSpPr/>
          <p:nvPr/>
        </p:nvSpPr>
        <p:spPr>
          <a:xfrm>
            <a:off x="3332233" y="3673416"/>
            <a:ext cx="80475" cy="80475"/>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d016_12"/>
          <p:cNvSpPr/>
          <p:nvPr/>
        </p:nvSpPr>
        <p:spPr>
          <a:xfrm>
            <a:off x="3487451" y="3673416"/>
            <a:ext cx="80475" cy="80475"/>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d016_13"/>
          <p:cNvSpPr/>
          <p:nvPr/>
        </p:nvSpPr>
        <p:spPr>
          <a:xfrm>
            <a:off x="3642669" y="3673416"/>
            <a:ext cx="80475" cy="80475"/>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d017_07"/>
          <p:cNvSpPr/>
          <p:nvPr/>
        </p:nvSpPr>
        <p:spPr>
          <a:xfrm>
            <a:off x="2711359" y="3579839"/>
            <a:ext cx="80475" cy="80475"/>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d017_08"/>
          <p:cNvSpPr/>
          <p:nvPr/>
        </p:nvSpPr>
        <p:spPr>
          <a:xfrm>
            <a:off x="2866578" y="3579839"/>
            <a:ext cx="80475" cy="80475"/>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d017_09"/>
          <p:cNvSpPr/>
          <p:nvPr/>
        </p:nvSpPr>
        <p:spPr>
          <a:xfrm>
            <a:off x="3021796" y="3579839"/>
            <a:ext cx="80475" cy="80475"/>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d017_10"/>
          <p:cNvSpPr/>
          <p:nvPr/>
        </p:nvSpPr>
        <p:spPr>
          <a:xfrm>
            <a:off x="3177014" y="3579839"/>
            <a:ext cx="80475" cy="80475"/>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d017_11"/>
          <p:cNvSpPr/>
          <p:nvPr/>
        </p:nvSpPr>
        <p:spPr>
          <a:xfrm>
            <a:off x="3332233" y="3579839"/>
            <a:ext cx="80475" cy="80475"/>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d017_12"/>
          <p:cNvSpPr/>
          <p:nvPr/>
        </p:nvSpPr>
        <p:spPr>
          <a:xfrm>
            <a:off x="3487451" y="3579839"/>
            <a:ext cx="80475" cy="80475"/>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d017_13"/>
          <p:cNvSpPr/>
          <p:nvPr/>
        </p:nvSpPr>
        <p:spPr>
          <a:xfrm>
            <a:off x="3642669" y="3579839"/>
            <a:ext cx="80475" cy="80475"/>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d018_06"/>
          <p:cNvSpPr/>
          <p:nvPr/>
        </p:nvSpPr>
        <p:spPr>
          <a:xfrm>
            <a:off x="2556141" y="3486263"/>
            <a:ext cx="80475" cy="80475"/>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d018_07"/>
          <p:cNvSpPr/>
          <p:nvPr/>
        </p:nvSpPr>
        <p:spPr>
          <a:xfrm>
            <a:off x="2711359" y="3486263"/>
            <a:ext cx="80475" cy="80475"/>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d018_08"/>
          <p:cNvSpPr/>
          <p:nvPr/>
        </p:nvSpPr>
        <p:spPr>
          <a:xfrm>
            <a:off x="2866578" y="3486263"/>
            <a:ext cx="80475" cy="80475"/>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d018_09"/>
          <p:cNvSpPr/>
          <p:nvPr/>
        </p:nvSpPr>
        <p:spPr>
          <a:xfrm>
            <a:off x="3021796" y="3486263"/>
            <a:ext cx="80475" cy="80475"/>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d018_10"/>
          <p:cNvSpPr/>
          <p:nvPr/>
        </p:nvSpPr>
        <p:spPr>
          <a:xfrm>
            <a:off x="3177014" y="3486263"/>
            <a:ext cx="80475" cy="80475"/>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d018_11"/>
          <p:cNvSpPr/>
          <p:nvPr/>
        </p:nvSpPr>
        <p:spPr>
          <a:xfrm>
            <a:off x="3332233" y="3486263"/>
            <a:ext cx="80475" cy="80475"/>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d018_12"/>
          <p:cNvSpPr/>
          <p:nvPr/>
        </p:nvSpPr>
        <p:spPr>
          <a:xfrm>
            <a:off x="3487451" y="3486263"/>
            <a:ext cx="80475" cy="80475"/>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d018_13"/>
          <p:cNvSpPr/>
          <p:nvPr/>
        </p:nvSpPr>
        <p:spPr>
          <a:xfrm>
            <a:off x="3642669" y="3486263"/>
            <a:ext cx="80475" cy="80475"/>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d019_06"/>
          <p:cNvSpPr/>
          <p:nvPr/>
        </p:nvSpPr>
        <p:spPr>
          <a:xfrm>
            <a:off x="2556141" y="3392686"/>
            <a:ext cx="80475" cy="80475"/>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d019_07"/>
          <p:cNvSpPr/>
          <p:nvPr/>
        </p:nvSpPr>
        <p:spPr>
          <a:xfrm>
            <a:off x="2711359" y="3392686"/>
            <a:ext cx="80475" cy="80475"/>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d019_08"/>
          <p:cNvSpPr/>
          <p:nvPr/>
        </p:nvSpPr>
        <p:spPr>
          <a:xfrm>
            <a:off x="2866578" y="3392686"/>
            <a:ext cx="80475" cy="80475"/>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d019_09"/>
          <p:cNvSpPr/>
          <p:nvPr/>
        </p:nvSpPr>
        <p:spPr>
          <a:xfrm>
            <a:off x="3021796" y="3392686"/>
            <a:ext cx="80475" cy="80475"/>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d019_10"/>
          <p:cNvSpPr/>
          <p:nvPr/>
        </p:nvSpPr>
        <p:spPr>
          <a:xfrm>
            <a:off x="3177014" y="3392686"/>
            <a:ext cx="80475" cy="80475"/>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d019_11"/>
          <p:cNvSpPr/>
          <p:nvPr/>
        </p:nvSpPr>
        <p:spPr>
          <a:xfrm>
            <a:off x="3332233" y="3392686"/>
            <a:ext cx="80475" cy="80475"/>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d019_12"/>
          <p:cNvSpPr/>
          <p:nvPr/>
        </p:nvSpPr>
        <p:spPr>
          <a:xfrm>
            <a:off x="3487451" y="3392686"/>
            <a:ext cx="80475" cy="80475"/>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d019_13"/>
          <p:cNvSpPr/>
          <p:nvPr/>
        </p:nvSpPr>
        <p:spPr>
          <a:xfrm>
            <a:off x="3642669" y="3392686"/>
            <a:ext cx="80475" cy="80475"/>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d020_06"/>
          <p:cNvSpPr/>
          <p:nvPr/>
        </p:nvSpPr>
        <p:spPr>
          <a:xfrm>
            <a:off x="2556141" y="3299110"/>
            <a:ext cx="80475" cy="80475"/>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d020_07"/>
          <p:cNvSpPr/>
          <p:nvPr/>
        </p:nvSpPr>
        <p:spPr>
          <a:xfrm>
            <a:off x="2711359" y="3299110"/>
            <a:ext cx="80475" cy="80475"/>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d020_08"/>
          <p:cNvSpPr/>
          <p:nvPr/>
        </p:nvSpPr>
        <p:spPr>
          <a:xfrm>
            <a:off x="2866578" y="3299110"/>
            <a:ext cx="80475" cy="80475"/>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d020_09"/>
          <p:cNvSpPr/>
          <p:nvPr/>
        </p:nvSpPr>
        <p:spPr>
          <a:xfrm>
            <a:off x="3021796" y="3299110"/>
            <a:ext cx="80475" cy="80475"/>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d020_10"/>
          <p:cNvSpPr/>
          <p:nvPr/>
        </p:nvSpPr>
        <p:spPr>
          <a:xfrm>
            <a:off x="3177014" y="3299110"/>
            <a:ext cx="80475" cy="80475"/>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d020_11"/>
          <p:cNvSpPr/>
          <p:nvPr/>
        </p:nvSpPr>
        <p:spPr>
          <a:xfrm>
            <a:off x="3332233" y="3299110"/>
            <a:ext cx="80475" cy="80475"/>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d020_12"/>
          <p:cNvSpPr/>
          <p:nvPr/>
        </p:nvSpPr>
        <p:spPr>
          <a:xfrm>
            <a:off x="3487451" y="3299110"/>
            <a:ext cx="80475" cy="80475"/>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d020_13"/>
          <p:cNvSpPr/>
          <p:nvPr/>
        </p:nvSpPr>
        <p:spPr>
          <a:xfrm>
            <a:off x="3642669" y="3299110"/>
            <a:ext cx="80475" cy="80475"/>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d021_05"/>
          <p:cNvSpPr/>
          <p:nvPr/>
        </p:nvSpPr>
        <p:spPr>
          <a:xfrm>
            <a:off x="2400923" y="3205533"/>
            <a:ext cx="80475" cy="80475"/>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d021_06"/>
          <p:cNvSpPr/>
          <p:nvPr/>
        </p:nvSpPr>
        <p:spPr>
          <a:xfrm>
            <a:off x="2556141" y="3205533"/>
            <a:ext cx="80475" cy="80475"/>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d021_07"/>
          <p:cNvSpPr/>
          <p:nvPr/>
        </p:nvSpPr>
        <p:spPr>
          <a:xfrm>
            <a:off x="2711359" y="3205533"/>
            <a:ext cx="80475" cy="80475"/>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d021_08"/>
          <p:cNvSpPr/>
          <p:nvPr/>
        </p:nvSpPr>
        <p:spPr>
          <a:xfrm>
            <a:off x="2866578" y="3205533"/>
            <a:ext cx="80475" cy="80475"/>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d021_09"/>
          <p:cNvSpPr/>
          <p:nvPr/>
        </p:nvSpPr>
        <p:spPr>
          <a:xfrm>
            <a:off x="3021796" y="3205533"/>
            <a:ext cx="80475" cy="80475"/>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d021_10"/>
          <p:cNvSpPr/>
          <p:nvPr/>
        </p:nvSpPr>
        <p:spPr>
          <a:xfrm>
            <a:off x="3177014" y="3205533"/>
            <a:ext cx="80475" cy="80475"/>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d021_11"/>
          <p:cNvSpPr/>
          <p:nvPr/>
        </p:nvSpPr>
        <p:spPr>
          <a:xfrm>
            <a:off x="3332233" y="3205533"/>
            <a:ext cx="80475" cy="80475"/>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d021_12"/>
          <p:cNvSpPr/>
          <p:nvPr/>
        </p:nvSpPr>
        <p:spPr>
          <a:xfrm>
            <a:off x="3487451" y="3205533"/>
            <a:ext cx="80475" cy="80475"/>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d021_13"/>
          <p:cNvSpPr/>
          <p:nvPr/>
        </p:nvSpPr>
        <p:spPr>
          <a:xfrm>
            <a:off x="3642669" y="3205533"/>
            <a:ext cx="80475" cy="80475"/>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d022_05"/>
          <p:cNvSpPr/>
          <p:nvPr/>
        </p:nvSpPr>
        <p:spPr>
          <a:xfrm>
            <a:off x="2400923" y="3111956"/>
            <a:ext cx="80475" cy="80475"/>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d022_06"/>
          <p:cNvSpPr/>
          <p:nvPr/>
        </p:nvSpPr>
        <p:spPr>
          <a:xfrm>
            <a:off x="2556141" y="3111956"/>
            <a:ext cx="80475" cy="80475"/>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d022_07"/>
          <p:cNvSpPr/>
          <p:nvPr/>
        </p:nvSpPr>
        <p:spPr>
          <a:xfrm>
            <a:off x="2711359" y="3111956"/>
            <a:ext cx="80475" cy="80475"/>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d022_08"/>
          <p:cNvSpPr/>
          <p:nvPr/>
        </p:nvSpPr>
        <p:spPr>
          <a:xfrm>
            <a:off x="2866578" y="3111956"/>
            <a:ext cx="80475" cy="80475"/>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d022_09"/>
          <p:cNvSpPr/>
          <p:nvPr/>
        </p:nvSpPr>
        <p:spPr>
          <a:xfrm>
            <a:off x="3021796" y="3111956"/>
            <a:ext cx="80475" cy="80475"/>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d022_10"/>
          <p:cNvSpPr/>
          <p:nvPr/>
        </p:nvSpPr>
        <p:spPr>
          <a:xfrm>
            <a:off x="3177014" y="3111956"/>
            <a:ext cx="80475" cy="80475"/>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d022_11"/>
          <p:cNvSpPr/>
          <p:nvPr/>
        </p:nvSpPr>
        <p:spPr>
          <a:xfrm>
            <a:off x="3332233" y="3111956"/>
            <a:ext cx="80475" cy="80475"/>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d022_12"/>
          <p:cNvSpPr/>
          <p:nvPr/>
        </p:nvSpPr>
        <p:spPr>
          <a:xfrm>
            <a:off x="3487451" y="3111956"/>
            <a:ext cx="80475" cy="80475"/>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d022_13"/>
          <p:cNvSpPr/>
          <p:nvPr/>
        </p:nvSpPr>
        <p:spPr>
          <a:xfrm>
            <a:off x="3642669" y="3111956"/>
            <a:ext cx="80475" cy="80475"/>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d023_04"/>
          <p:cNvSpPr/>
          <p:nvPr/>
        </p:nvSpPr>
        <p:spPr>
          <a:xfrm>
            <a:off x="2245704" y="3018380"/>
            <a:ext cx="80475" cy="80475"/>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d023_05"/>
          <p:cNvSpPr/>
          <p:nvPr/>
        </p:nvSpPr>
        <p:spPr>
          <a:xfrm>
            <a:off x="2400923" y="3018380"/>
            <a:ext cx="80475" cy="80475"/>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d023_06"/>
          <p:cNvSpPr/>
          <p:nvPr/>
        </p:nvSpPr>
        <p:spPr>
          <a:xfrm>
            <a:off x="2556141" y="3018380"/>
            <a:ext cx="80475" cy="80475"/>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d023_07"/>
          <p:cNvSpPr/>
          <p:nvPr/>
        </p:nvSpPr>
        <p:spPr>
          <a:xfrm>
            <a:off x="2711359" y="3018380"/>
            <a:ext cx="80475" cy="80475"/>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d023_08"/>
          <p:cNvSpPr/>
          <p:nvPr/>
        </p:nvSpPr>
        <p:spPr>
          <a:xfrm>
            <a:off x="2866578" y="3018380"/>
            <a:ext cx="80475" cy="80475"/>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d023_09"/>
          <p:cNvSpPr/>
          <p:nvPr/>
        </p:nvSpPr>
        <p:spPr>
          <a:xfrm>
            <a:off x="3021796" y="3018380"/>
            <a:ext cx="80475" cy="80475"/>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d023_10"/>
          <p:cNvSpPr/>
          <p:nvPr/>
        </p:nvSpPr>
        <p:spPr>
          <a:xfrm>
            <a:off x="3177014" y="3018380"/>
            <a:ext cx="80475" cy="80475"/>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d023_11"/>
          <p:cNvSpPr/>
          <p:nvPr/>
        </p:nvSpPr>
        <p:spPr>
          <a:xfrm>
            <a:off x="3332233" y="3018380"/>
            <a:ext cx="80475" cy="80475"/>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d023_12"/>
          <p:cNvSpPr/>
          <p:nvPr/>
        </p:nvSpPr>
        <p:spPr>
          <a:xfrm>
            <a:off x="3487451" y="3018380"/>
            <a:ext cx="80475" cy="80475"/>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d023_13"/>
          <p:cNvSpPr/>
          <p:nvPr/>
        </p:nvSpPr>
        <p:spPr>
          <a:xfrm>
            <a:off x="3642669" y="3018380"/>
            <a:ext cx="80475" cy="80475"/>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d023_14"/>
          <p:cNvSpPr/>
          <p:nvPr/>
        </p:nvSpPr>
        <p:spPr>
          <a:xfrm>
            <a:off x="3797888" y="3018380"/>
            <a:ext cx="80475" cy="80475"/>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d024_04"/>
          <p:cNvSpPr/>
          <p:nvPr/>
        </p:nvSpPr>
        <p:spPr>
          <a:xfrm>
            <a:off x="2245704" y="2924803"/>
            <a:ext cx="80475" cy="80475"/>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d024_05"/>
          <p:cNvSpPr/>
          <p:nvPr/>
        </p:nvSpPr>
        <p:spPr>
          <a:xfrm>
            <a:off x="2400923" y="2924803"/>
            <a:ext cx="80475" cy="80475"/>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d024_06"/>
          <p:cNvSpPr/>
          <p:nvPr/>
        </p:nvSpPr>
        <p:spPr>
          <a:xfrm>
            <a:off x="2556141" y="2924803"/>
            <a:ext cx="80475" cy="80475"/>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d024_07"/>
          <p:cNvSpPr/>
          <p:nvPr/>
        </p:nvSpPr>
        <p:spPr>
          <a:xfrm>
            <a:off x="2711359" y="2924803"/>
            <a:ext cx="80475" cy="80475"/>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d024_08"/>
          <p:cNvSpPr/>
          <p:nvPr/>
        </p:nvSpPr>
        <p:spPr>
          <a:xfrm>
            <a:off x="2866578" y="2924803"/>
            <a:ext cx="80475" cy="80475"/>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d024_09"/>
          <p:cNvSpPr/>
          <p:nvPr/>
        </p:nvSpPr>
        <p:spPr>
          <a:xfrm>
            <a:off x="3021796" y="2924803"/>
            <a:ext cx="80475" cy="80475"/>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d024_10"/>
          <p:cNvSpPr/>
          <p:nvPr/>
        </p:nvSpPr>
        <p:spPr>
          <a:xfrm>
            <a:off x="3177014" y="2924803"/>
            <a:ext cx="80475" cy="80475"/>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d024_11"/>
          <p:cNvSpPr/>
          <p:nvPr/>
        </p:nvSpPr>
        <p:spPr>
          <a:xfrm>
            <a:off x="3332233" y="2924803"/>
            <a:ext cx="80475" cy="80475"/>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d024_12"/>
          <p:cNvSpPr/>
          <p:nvPr/>
        </p:nvSpPr>
        <p:spPr>
          <a:xfrm>
            <a:off x="3487451" y="2924803"/>
            <a:ext cx="80475" cy="80475"/>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d024_13"/>
          <p:cNvSpPr/>
          <p:nvPr/>
        </p:nvSpPr>
        <p:spPr>
          <a:xfrm>
            <a:off x="3642669" y="2924803"/>
            <a:ext cx="80475" cy="80475"/>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d024_14"/>
          <p:cNvSpPr/>
          <p:nvPr/>
        </p:nvSpPr>
        <p:spPr>
          <a:xfrm>
            <a:off x="3797888" y="2924803"/>
            <a:ext cx="80475" cy="80475"/>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d025_04"/>
          <p:cNvSpPr/>
          <p:nvPr/>
        </p:nvSpPr>
        <p:spPr>
          <a:xfrm>
            <a:off x="2245704" y="2831227"/>
            <a:ext cx="80475" cy="80475"/>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d025_05"/>
          <p:cNvSpPr/>
          <p:nvPr/>
        </p:nvSpPr>
        <p:spPr>
          <a:xfrm>
            <a:off x="2400923" y="2831227"/>
            <a:ext cx="80475" cy="80475"/>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d025_06"/>
          <p:cNvSpPr/>
          <p:nvPr/>
        </p:nvSpPr>
        <p:spPr>
          <a:xfrm>
            <a:off x="2556141" y="2831227"/>
            <a:ext cx="80475" cy="80475"/>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d025_07"/>
          <p:cNvSpPr/>
          <p:nvPr/>
        </p:nvSpPr>
        <p:spPr>
          <a:xfrm>
            <a:off x="2711359" y="2831227"/>
            <a:ext cx="80475" cy="80475"/>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d025_08"/>
          <p:cNvSpPr/>
          <p:nvPr/>
        </p:nvSpPr>
        <p:spPr>
          <a:xfrm>
            <a:off x="2866578" y="2831227"/>
            <a:ext cx="80475" cy="80475"/>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d025_09"/>
          <p:cNvSpPr/>
          <p:nvPr/>
        </p:nvSpPr>
        <p:spPr>
          <a:xfrm>
            <a:off x="3021796" y="2831227"/>
            <a:ext cx="80475" cy="80475"/>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d025_10"/>
          <p:cNvSpPr/>
          <p:nvPr/>
        </p:nvSpPr>
        <p:spPr>
          <a:xfrm>
            <a:off x="3177014" y="2831227"/>
            <a:ext cx="80475" cy="80475"/>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d025_11"/>
          <p:cNvSpPr/>
          <p:nvPr/>
        </p:nvSpPr>
        <p:spPr>
          <a:xfrm>
            <a:off x="3332233" y="2831227"/>
            <a:ext cx="80475" cy="80475"/>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d025_12"/>
          <p:cNvSpPr/>
          <p:nvPr/>
        </p:nvSpPr>
        <p:spPr>
          <a:xfrm>
            <a:off x="3487451" y="2831227"/>
            <a:ext cx="80475" cy="80475"/>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d025_13"/>
          <p:cNvSpPr/>
          <p:nvPr/>
        </p:nvSpPr>
        <p:spPr>
          <a:xfrm>
            <a:off x="3642669" y="2831227"/>
            <a:ext cx="80475" cy="80475"/>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d025_14"/>
          <p:cNvSpPr/>
          <p:nvPr/>
        </p:nvSpPr>
        <p:spPr>
          <a:xfrm>
            <a:off x="3797888" y="2831227"/>
            <a:ext cx="80475" cy="80475"/>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d026_03"/>
          <p:cNvSpPr/>
          <p:nvPr/>
        </p:nvSpPr>
        <p:spPr>
          <a:xfrm>
            <a:off x="2090486" y="2737650"/>
            <a:ext cx="80475" cy="80475"/>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d026_04"/>
          <p:cNvSpPr/>
          <p:nvPr/>
        </p:nvSpPr>
        <p:spPr>
          <a:xfrm>
            <a:off x="2245704" y="2737650"/>
            <a:ext cx="80475" cy="80475"/>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d026_05"/>
          <p:cNvSpPr/>
          <p:nvPr/>
        </p:nvSpPr>
        <p:spPr>
          <a:xfrm>
            <a:off x="2400923" y="2737650"/>
            <a:ext cx="80475" cy="80475"/>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d026_06"/>
          <p:cNvSpPr/>
          <p:nvPr/>
        </p:nvSpPr>
        <p:spPr>
          <a:xfrm>
            <a:off x="2556141" y="2737650"/>
            <a:ext cx="80475" cy="80475"/>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d026_07"/>
          <p:cNvSpPr/>
          <p:nvPr/>
        </p:nvSpPr>
        <p:spPr>
          <a:xfrm>
            <a:off x="2711359" y="2737650"/>
            <a:ext cx="80475" cy="80475"/>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d026_08"/>
          <p:cNvSpPr/>
          <p:nvPr/>
        </p:nvSpPr>
        <p:spPr>
          <a:xfrm>
            <a:off x="2866578" y="2737650"/>
            <a:ext cx="80475" cy="80475"/>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d026_09"/>
          <p:cNvSpPr/>
          <p:nvPr/>
        </p:nvSpPr>
        <p:spPr>
          <a:xfrm>
            <a:off x="3021796" y="2737650"/>
            <a:ext cx="80475" cy="80475"/>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d026_10"/>
          <p:cNvSpPr/>
          <p:nvPr/>
        </p:nvSpPr>
        <p:spPr>
          <a:xfrm>
            <a:off x="3177014" y="2737650"/>
            <a:ext cx="80475" cy="80475"/>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d026_11"/>
          <p:cNvSpPr/>
          <p:nvPr/>
        </p:nvSpPr>
        <p:spPr>
          <a:xfrm>
            <a:off x="3332233" y="2737650"/>
            <a:ext cx="80475" cy="80475"/>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d026_12"/>
          <p:cNvSpPr/>
          <p:nvPr/>
        </p:nvSpPr>
        <p:spPr>
          <a:xfrm>
            <a:off x="3487451" y="2737650"/>
            <a:ext cx="80475" cy="80475"/>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d026_13"/>
          <p:cNvSpPr/>
          <p:nvPr/>
        </p:nvSpPr>
        <p:spPr>
          <a:xfrm>
            <a:off x="3642669" y="2737650"/>
            <a:ext cx="80475" cy="80475"/>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d026_14"/>
          <p:cNvSpPr/>
          <p:nvPr/>
        </p:nvSpPr>
        <p:spPr>
          <a:xfrm>
            <a:off x="3797888" y="2737650"/>
            <a:ext cx="80475" cy="80475"/>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d027_03"/>
          <p:cNvSpPr/>
          <p:nvPr/>
        </p:nvSpPr>
        <p:spPr>
          <a:xfrm>
            <a:off x="2090486" y="2644073"/>
            <a:ext cx="80475" cy="80475"/>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d027_04"/>
          <p:cNvSpPr/>
          <p:nvPr/>
        </p:nvSpPr>
        <p:spPr>
          <a:xfrm>
            <a:off x="2245704" y="2644073"/>
            <a:ext cx="80475" cy="80475"/>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d027_05"/>
          <p:cNvSpPr/>
          <p:nvPr/>
        </p:nvSpPr>
        <p:spPr>
          <a:xfrm>
            <a:off x="2400923" y="2644073"/>
            <a:ext cx="80475" cy="80475"/>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d027_06"/>
          <p:cNvSpPr/>
          <p:nvPr/>
        </p:nvSpPr>
        <p:spPr>
          <a:xfrm>
            <a:off x="2556141" y="2644073"/>
            <a:ext cx="80475" cy="80475"/>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d027_07"/>
          <p:cNvSpPr/>
          <p:nvPr/>
        </p:nvSpPr>
        <p:spPr>
          <a:xfrm>
            <a:off x="2711359" y="2644073"/>
            <a:ext cx="80475" cy="80475"/>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d027_08"/>
          <p:cNvSpPr/>
          <p:nvPr/>
        </p:nvSpPr>
        <p:spPr>
          <a:xfrm>
            <a:off x="2866578" y="2644073"/>
            <a:ext cx="80475" cy="80475"/>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d027_09"/>
          <p:cNvSpPr/>
          <p:nvPr/>
        </p:nvSpPr>
        <p:spPr>
          <a:xfrm>
            <a:off x="3021796" y="2644073"/>
            <a:ext cx="80475" cy="80475"/>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d027_10"/>
          <p:cNvSpPr/>
          <p:nvPr/>
        </p:nvSpPr>
        <p:spPr>
          <a:xfrm>
            <a:off x="3177014" y="2644073"/>
            <a:ext cx="80475" cy="80475"/>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d027_11"/>
          <p:cNvSpPr/>
          <p:nvPr/>
        </p:nvSpPr>
        <p:spPr>
          <a:xfrm>
            <a:off x="3332233" y="2644073"/>
            <a:ext cx="80475" cy="80475"/>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d027_12"/>
          <p:cNvSpPr/>
          <p:nvPr/>
        </p:nvSpPr>
        <p:spPr>
          <a:xfrm>
            <a:off x="3487451" y="2644073"/>
            <a:ext cx="80475" cy="80475"/>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d027_13"/>
          <p:cNvSpPr/>
          <p:nvPr/>
        </p:nvSpPr>
        <p:spPr>
          <a:xfrm>
            <a:off x="3642669" y="2644073"/>
            <a:ext cx="80475" cy="80475"/>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d027_14"/>
          <p:cNvSpPr/>
          <p:nvPr/>
        </p:nvSpPr>
        <p:spPr>
          <a:xfrm>
            <a:off x="3797888" y="2644073"/>
            <a:ext cx="80475" cy="80475"/>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d028_03"/>
          <p:cNvSpPr/>
          <p:nvPr/>
        </p:nvSpPr>
        <p:spPr>
          <a:xfrm>
            <a:off x="2090486" y="2550497"/>
            <a:ext cx="80475" cy="80475"/>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d028_04"/>
          <p:cNvSpPr/>
          <p:nvPr/>
        </p:nvSpPr>
        <p:spPr>
          <a:xfrm>
            <a:off x="2245704" y="2550497"/>
            <a:ext cx="80475" cy="80475"/>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d028_05"/>
          <p:cNvSpPr/>
          <p:nvPr/>
        </p:nvSpPr>
        <p:spPr>
          <a:xfrm>
            <a:off x="2400923" y="2550497"/>
            <a:ext cx="80475" cy="80475"/>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d028_06"/>
          <p:cNvSpPr/>
          <p:nvPr/>
        </p:nvSpPr>
        <p:spPr>
          <a:xfrm>
            <a:off x="2556141" y="2550497"/>
            <a:ext cx="80475" cy="80475"/>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d028_07"/>
          <p:cNvSpPr/>
          <p:nvPr/>
        </p:nvSpPr>
        <p:spPr>
          <a:xfrm>
            <a:off x="2711359" y="2550497"/>
            <a:ext cx="80475" cy="80475"/>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d028_08"/>
          <p:cNvSpPr/>
          <p:nvPr/>
        </p:nvSpPr>
        <p:spPr>
          <a:xfrm>
            <a:off x="2866578" y="2550497"/>
            <a:ext cx="80475" cy="80475"/>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d028_09"/>
          <p:cNvSpPr/>
          <p:nvPr/>
        </p:nvSpPr>
        <p:spPr>
          <a:xfrm>
            <a:off x="3021796" y="2550497"/>
            <a:ext cx="80475" cy="80475"/>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d028_10"/>
          <p:cNvSpPr/>
          <p:nvPr/>
        </p:nvSpPr>
        <p:spPr>
          <a:xfrm>
            <a:off x="3177014" y="2550497"/>
            <a:ext cx="80475" cy="80475"/>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d028_11"/>
          <p:cNvSpPr/>
          <p:nvPr/>
        </p:nvSpPr>
        <p:spPr>
          <a:xfrm>
            <a:off x="3332233" y="2550497"/>
            <a:ext cx="80475" cy="80475"/>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d028_12"/>
          <p:cNvSpPr/>
          <p:nvPr/>
        </p:nvSpPr>
        <p:spPr>
          <a:xfrm>
            <a:off x="3487451" y="2550497"/>
            <a:ext cx="80475" cy="80475"/>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d028_13"/>
          <p:cNvSpPr/>
          <p:nvPr/>
        </p:nvSpPr>
        <p:spPr>
          <a:xfrm>
            <a:off x="3642669" y="2550497"/>
            <a:ext cx="80475" cy="80475"/>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d028_14"/>
          <p:cNvSpPr/>
          <p:nvPr/>
        </p:nvSpPr>
        <p:spPr>
          <a:xfrm>
            <a:off x="3797888" y="2550497"/>
            <a:ext cx="80475" cy="80475"/>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d029_03"/>
          <p:cNvSpPr/>
          <p:nvPr/>
        </p:nvSpPr>
        <p:spPr>
          <a:xfrm>
            <a:off x="2090486" y="2456920"/>
            <a:ext cx="80475" cy="80475"/>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d029_04"/>
          <p:cNvSpPr/>
          <p:nvPr/>
        </p:nvSpPr>
        <p:spPr>
          <a:xfrm>
            <a:off x="2245704" y="2456920"/>
            <a:ext cx="80475" cy="80475"/>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d029_05"/>
          <p:cNvSpPr/>
          <p:nvPr/>
        </p:nvSpPr>
        <p:spPr>
          <a:xfrm>
            <a:off x="2400923" y="2456920"/>
            <a:ext cx="80475" cy="80475"/>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d029_06"/>
          <p:cNvSpPr/>
          <p:nvPr/>
        </p:nvSpPr>
        <p:spPr>
          <a:xfrm>
            <a:off x="2556141" y="2456920"/>
            <a:ext cx="80475" cy="80475"/>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d029_07"/>
          <p:cNvSpPr/>
          <p:nvPr/>
        </p:nvSpPr>
        <p:spPr>
          <a:xfrm>
            <a:off x="2711359" y="2456920"/>
            <a:ext cx="80475" cy="80475"/>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d029_08"/>
          <p:cNvSpPr/>
          <p:nvPr/>
        </p:nvSpPr>
        <p:spPr>
          <a:xfrm>
            <a:off x="2866578" y="2456920"/>
            <a:ext cx="80475" cy="80475"/>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d029_09"/>
          <p:cNvSpPr/>
          <p:nvPr/>
        </p:nvSpPr>
        <p:spPr>
          <a:xfrm>
            <a:off x="3021796" y="2456920"/>
            <a:ext cx="80475" cy="80475"/>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d029_10"/>
          <p:cNvSpPr/>
          <p:nvPr/>
        </p:nvSpPr>
        <p:spPr>
          <a:xfrm>
            <a:off x="3177014" y="2456920"/>
            <a:ext cx="80475" cy="80475"/>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d029_11"/>
          <p:cNvSpPr/>
          <p:nvPr/>
        </p:nvSpPr>
        <p:spPr>
          <a:xfrm>
            <a:off x="3332233" y="2456920"/>
            <a:ext cx="80475" cy="80475"/>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d029_12"/>
          <p:cNvSpPr/>
          <p:nvPr/>
        </p:nvSpPr>
        <p:spPr>
          <a:xfrm>
            <a:off x="3487451" y="2456920"/>
            <a:ext cx="80475" cy="80475"/>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d029_13"/>
          <p:cNvSpPr/>
          <p:nvPr/>
        </p:nvSpPr>
        <p:spPr>
          <a:xfrm>
            <a:off x="3642669" y="2456920"/>
            <a:ext cx="80475" cy="80475"/>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d030_03"/>
          <p:cNvSpPr/>
          <p:nvPr/>
        </p:nvSpPr>
        <p:spPr>
          <a:xfrm>
            <a:off x="2090486" y="2363344"/>
            <a:ext cx="80475" cy="80475"/>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d030_04"/>
          <p:cNvSpPr/>
          <p:nvPr/>
        </p:nvSpPr>
        <p:spPr>
          <a:xfrm>
            <a:off x="2245704" y="2363344"/>
            <a:ext cx="80475" cy="80475"/>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d030_05"/>
          <p:cNvSpPr/>
          <p:nvPr/>
        </p:nvSpPr>
        <p:spPr>
          <a:xfrm>
            <a:off x="2400923" y="2363344"/>
            <a:ext cx="80475" cy="80475"/>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d030_06"/>
          <p:cNvSpPr/>
          <p:nvPr/>
        </p:nvSpPr>
        <p:spPr>
          <a:xfrm>
            <a:off x="2556141" y="2363344"/>
            <a:ext cx="80475" cy="80475"/>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d030_07"/>
          <p:cNvSpPr/>
          <p:nvPr/>
        </p:nvSpPr>
        <p:spPr>
          <a:xfrm>
            <a:off x="2711359" y="2363344"/>
            <a:ext cx="80475" cy="80475"/>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d030_08"/>
          <p:cNvSpPr/>
          <p:nvPr/>
        </p:nvSpPr>
        <p:spPr>
          <a:xfrm>
            <a:off x="2866578" y="2363344"/>
            <a:ext cx="80475" cy="80475"/>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d030_09"/>
          <p:cNvSpPr/>
          <p:nvPr/>
        </p:nvSpPr>
        <p:spPr>
          <a:xfrm>
            <a:off x="3021796" y="2363344"/>
            <a:ext cx="80475" cy="80475"/>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d030_10"/>
          <p:cNvSpPr/>
          <p:nvPr/>
        </p:nvSpPr>
        <p:spPr>
          <a:xfrm>
            <a:off x="3177014" y="2363344"/>
            <a:ext cx="80475" cy="80475"/>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d030_11"/>
          <p:cNvSpPr/>
          <p:nvPr/>
        </p:nvSpPr>
        <p:spPr>
          <a:xfrm>
            <a:off x="3332233" y="2363344"/>
            <a:ext cx="80475" cy="80475"/>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d030_12"/>
          <p:cNvSpPr/>
          <p:nvPr/>
        </p:nvSpPr>
        <p:spPr>
          <a:xfrm>
            <a:off x="3487451" y="2363344"/>
            <a:ext cx="80475" cy="80475"/>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d030_13"/>
          <p:cNvSpPr/>
          <p:nvPr/>
        </p:nvSpPr>
        <p:spPr>
          <a:xfrm>
            <a:off x="3642669" y="2363344"/>
            <a:ext cx="80475" cy="80475"/>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d031_03"/>
          <p:cNvSpPr/>
          <p:nvPr/>
        </p:nvSpPr>
        <p:spPr>
          <a:xfrm>
            <a:off x="2090486" y="2269767"/>
            <a:ext cx="80475" cy="80475"/>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d031_04"/>
          <p:cNvSpPr/>
          <p:nvPr/>
        </p:nvSpPr>
        <p:spPr>
          <a:xfrm>
            <a:off x="2245704" y="2269767"/>
            <a:ext cx="80475" cy="80475"/>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d031_05"/>
          <p:cNvSpPr/>
          <p:nvPr/>
        </p:nvSpPr>
        <p:spPr>
          <a:xfrm>
            <a:off x="2400923" y="2269767"/>
            <a:ext cx="80475" cy="80475"/>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d031_06"/>
          <p:cNvSpPr/>
          <p:nvPr/>
        </p:nvSpPr>
        <p:spPr>
          <a:xfrm>
            <a:off x="2556141" y="2269767"/>
            <a:ext cx="80475" cy="80475"/>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d031_07"/>
          <p:cNvSpPr/>
          <p:nvPr/>
        </p:nvSpPr>
        <p:spPr>
          <a:xfrm>
            <a:off x="2711359" y="2269767"/>
            <a:ext cx="80475" cy="80475"/>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d031_08"/>
          <p:cNvSpPr/>
          <p:nvPr/>
        </p:nvSpPr>
        <p:spPr>
          <a:xfrm>
            <a:off x="2866578" y="2269767"/>
            <a:ext cx="80475" cy="80475"/>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d031_09"/>
          <p:cNvSpPr/>
          <p:nvPr/>
        </p:nvSpPr>
        <p:spPr>
          <a:xfrm>
            <a:off x="3021796" y="2269767"/>
            <a:ext cx="80475" cy="80475"/>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d031_10"/>
          <p:cNvSpPr/>
          <p:nvPr/>
        </p:nvSpPr>
        <p:spPr>
          <a:xfrm>
            <a:off x="3177014" y="2269767"/>
            <a:ext cx="80475" cy="80475"/>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d031_11"/>
          <p:cNvSpPr/>
          <p:nvPr/>
        </p:nvSpPr>
        <p:spPr>
          <a:xfrm>
            <a:off x="3332233" y="2269767"/>
            <a:ext cx="80475" cy="80475"/>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d031_12"/>
          <p:cNvSpPr/>
          <p:nvPr/>
        </p:nvSpPr>
        <p:spPr>
          <a:xfrm>
            <a:off x="3487451" y="2269767"/>
            <a:ext cx="80475" cy="80475"/>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d031_13"/>
          <p:cNvSpPr/>
          <p:nvPr/>
        </p:nvSpPr>
        <p:spPr>
          <a:xfrm>
            <a:off x="3642669" y="2269767"/>
            <a:ext cx="80475" cy="80475"/>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d032_03"/>
          <p:cNvSpPr/>
          <p:nvPr/>
        </p:nvSpPr>
        <p:spPr>
          <a:xfrm>
            <a:off x="2090486" y="2176190"/>
            <a:ext cx="80475" cy="80475"/>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d032_04"/>
          <p:cNvSpPr/>
          <p:nvPr/>
        </p:nvSpPr>
        <p:spPr>
          <a:xfrm>
            <a:off x="2245704" y="2176190"/>
            <a:ext cx="80475" cy="80475"/>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d032_05"/>
          <p:cNvSpPr/>
          <p:nvPr/>
        </p:nvSpPr>
        <p:spPr>
          <a:xfrm>
            <a:off x="2400923" y="2176190"/>
            <a:ext cx="80475" cy="80475"/>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d032_06"/>
          <p:cNvSpPr/>
          <p:nvPr/>
        </p:nvSpPr>
        <p:spPr>
          <a:xfrm>
            <a:off x="2556141" y="2176190"/>
            <a:ext cx="80475" cy="80475"/>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d032_07"/>
          <p:cNvSpPr/>
          <p:nvPr/>
        </p:nvSpPr>
        <p:spPr>
          <a:xfrm>
            <a:off x="2711359" y="2176190"/>
            <a:ext cx="80475" cy="80475"/>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d032_08"/>
          <p:cNvSpPr/>
          <p:nvPr/>
        </p:nvSpPr>
        <p:spPr>
          <a:xfrm>
            <a:off x="2866578" y="2176190"/>
            <a:ext cx="80475" cy="80475"/>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d032_09"/>
          <p:cNvSpPr/>
          <p:nvPr/>
        </p:nvSpPr>
        <p:spPr>
          <a:xfrm>
            <a:off x="3021796" y="2176190"/>
            <a:ext cx="80475" cy="80475"/>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d032_10"/>
          <p:cNvSpPr/>
          <p:nvPr/>
        </p:nvSpPr>
        <p:spPr>
          <a:xfrm>
            <a:off x="3177014" y="2176190"/>
            <a:ext cx="80475" cy="80475"/>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d032_11"/>
          <p:cNvSpPr/>
          <p:nvPr/>
        </p:nvSpPr>
        <p:spPr>
          <a:xfrm>
            <a:off x="3332233" y="2176190"/>
            <a:ext cx="80475" cy="80475"/>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d032_12"/>
          <p:cNvSpPr/>
          <p:nvPr/>
        </p:nvSpPr>
        <p:spPr>
          <a:xfrm>
            <a:off x="3487451" y="2176190"/>
            <a:ext cx="80475" cy="80475"/>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d033_03"/>
          <p:cNvSpPr/>
          <p:nvPr/>
        </p:nvSpPr>
        <p:spPr>
          <a:xfrm>
            <a:off x="2090486" y="2082614"/>
            <a:ext cx="80475" cy="80475"/>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d033_04"/>
          <p:cNvSpPr/>
          <p:nvPr/>
        </p:nvSpPr>
        <p:spPr>
          <a:xfrm>
            <a:off x="2245704" y="2082614"/>
            <a:ext cx="80475" cy="80475"/>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d033_05"/>
          <p:cNvSpPr/>
          <p:nvPr/>
        </p:nvSpPr>
        <p:spPr>
          <a:xfrm>
            <a:off x="2400923" y="2082614"/>
            <a:ext cx="80475" cy="80475"/>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d033_06"/>
          <p:cNvSpPr/>
          <p:nvPr/>
        </p:nvSpPr>
        <p:spPr>
          <a:xfrm>
            <a:off x="2556141" y="2082614"/>
            <a:ext cx="80475" cy="80475"/>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d033_07"/>
          <p:cNvSpPr/>
          <p:nvPr/>
        </p:nvSpPr>
        <p:spPr>
          <a:xfrm>
            <a:off x="2711359" y="2082614"/>
            <a:ext cx="80475" cy="80475"/>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d033_08"/>
          <p:cNvSpPr/>
          <p:nvPr/>
        </p:nvSpPr>
        <p:spPr>
          <a:xfrm>
            <a:off x="2866578" y="2082614"/>
            <a:ext cx="80475" cy="80475"/>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d033_09"/>
          <p:cNvSpPr/>
          <p:nvPr/>
        </p:nvSpPr>
        <p:spPr>
          <a:xfrm>
            <a:off x="3021796" y="2082614"/>
            <a:ext cx="80475" cy="80475"/>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d033_10"/>
          <p:cNvSpPr/>
          <p:nvPr/>
        </p:nvSpPr>
        <p:spPr>
          <a:xfrm>
            <a:off x="3177014" y="2082614"/>
            <a:ext cx="80475" cy="80475"/>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d033_11"/>
          <p:cNvSpPr/>
          <p:nvPr/>
        </p:nvSpPr>
        <p:spPr>
          <a:xfrm>
            <a:off x="3332233" y="2082614"/>
            <a:ext cx="80475" cy="80475"/>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d033_12"/>
          <p:cNvSpPr/>
          <p:nvPr/>
        </p:nvSpPr>
        <p:spPr>
          <a:xfrm>
            <a:off x="3487451" y="2082614"/>
            <a:ext cx="80475" cy="80475"/>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d034_03"/>
          <p:cNvSpPr/>
          <p:nvPr/>
        </p:nvSpPr>
        <p:spPr>
          <a:xfrm>
            <a:off x="2090486" y="1989037"/>
            <a:ext cx="80475" cy="80475"/>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d034_04"/>
          <p:cNvSpPr/>
          <p:nvPr/>
        </p:nvSpPr>
        <p:spPr>
          <a:xfrm>
            <a:off x="2245704" y="1989037"/>
            <a:ext cx="80475" cy="80475"/>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d034_05"/>
          <p:cNvSpPr/>
          <p:nvPr/>
        </p:nvSpPr>
        <p:spPr>
          <a:xfrm>
            <a:off x="2400923" y="1989037"/>
            <a:ext cx="80475" cy="80475"/>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d034_06"/>
          <p:cNvSpPr/>
          <p:nvPr/>
        </p:nvSpPr>
        <p:spPr>
          <a:xfrm>
            <a:off x="2556141" y="1989037"/>
            <a:ext cx="80475" cy="80475"/>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d034_07"/>
          <p:cNvSpPr/>
          <p:nvPr/>
        </p:nvSpPr>
        <p:spPr>
          <a:xfrm>
            <a:off x="2711359" y="1989037"/>
            <a:ext cx="80475" cy="80475"/>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d034_08"/>
          <p:cNvSpPr/>
          <p:nvPr/>
        </p:nvSpPr>
        <p:spPr>
          <a:xfrm>
            <a:off x="2866578" y="1989037"/>
            <a:ext cx="80475" cy="80475"/>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d034_09"/>
          <p:cNvSpPr/>
          <p:nvPr/>
        </p:nvSpPr>
        <p:spPr>
          <a:xfrm>
            <a:off x="3021796" y="1989037"/>
            <a:ext cx="80475" cy="80475"/>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d034_10"/>
          <p:cNvSpPr/>
          <p:nvPr/>
        </p:nvSpPr>
        <p:spPr>
          <a:xfrm>
            <a:off x="3177014" y="1989037"/>
            <a:ext cx="80475" cy="80475"/>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d034_11"/>
          <p:cNvSpPr/>
          <p:nvPr/>
        </p:nvSpPr>
        <p:spPr>
          <a:xfrm>
            <a:off x="3332233" y="1989037"/>
            <a:ext cx="80475" cy="80475"/>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d035_04"/>
          <p:cNvSpPr/>
          <p:nvPr/>
        </p:nvSpPr>
        <p:spPr>
          <a:xfrm>
            <a:off x="2245704" y="1895461"/>
            <a:ext cx="80475" cy="80475"/>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d035_05"/>
          <p:cNvSpPr/>
          <p:nvPr/>
        </p:nvSpPr>
        <p:spPr>
          <a:xfrm>
            <a:off x="2400923" y="1895461"/>
            <a:ext cx="80475" cy="80475"/>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d035_06"/>
          <p:cNvSpPr/>
          <p:nvPr/>
        </p:nvSpPr>
        <p:spPr>
          <a:xfrm>
            <a:off x="2556141" y="1895461"/>
            <a:ext cx="80475" cy="80475"/>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d035_07"/>
          <p:cNvSpPr/>
          <p:nvPr/>
        </p:nvSpPr>
        <p:spPr>
          <a:xfrm>
            <a:off x="2711359" y="1895461"/>
            <a:ext cx="80475" cy="80475"/>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d035_08"/>
          <p:cNvSpPr/>
          <p:nvPr/>
        </p:nvSpPr>
        <p:spPr>
          <a:xfrm>
            <a:off x="2866578" y="1895461"/>
            <a:ext cx="80475" cy="80475"/>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d035_09"/>
          <p:cNvSpPr/>
          <p:nvPr/>
        </p:nvSpPr>
        <p:spPr>
          <a:xfrm>
            <a:off x="3021796" y="1895461"/>
            <a:ext cx="80475" cy="80475"/>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d035_10"/>
          <p:cNvSpPr/>
          <p:nvPr/>
        </p:nvSpPr>
        <p:spPr>
          <a:xfrm>
            <a:off x="3177014" y="1895461"/>
            <a:ext cx="80475" cy="80475"/>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d035_11"/>
          <p:cNvSpPr/>
          <p:nvPr/>
        </p:nvSpPr>
        <p:spPr>
          <a:xfrm>
            <a:off x="3332233" y="1895461"/>
            <a:ext cx="80475" cy="80475"/>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d036_04"/>
          <p:cNvSpPr/>
          <p:nvPr/>
        </p:nvSpPr>
        <p:spPr>
          <a:xfrm>
            <a:off x="2245704" y="1801884"/>
            <a:ext cx="80475" cy="80475"/>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d036_05"/>
          <p:cNvSpPr/>
          <p:nvPr/>
        </p:nvSpPr>
        <p:spPr>
          <a:xfrm>
            <a:off x="2400923" y="1801884"/>
            <a:ext cx="80475" cy="80475"/>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d036_06"/>
          <p:cNvSpPr/>
          <p:nvPr/>
        </p:nvSpPr>
        <p:spPr>
          <a:xfrm>
            <a:off x="2556141" y="1801884"/>
            <a:ext cx="80475" cy="80475"/>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d036_07"/>
          <p:cNvSpPr/>
          <p:nvPr/>
        </p:nvSpPr>
        <p:spPr>
          <a:xfrm>
            <a:off x="2711359" y="1801884"/>
            <a:ext cx="80475" cy="80475"/>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d036_08"/>
          <p:cNvSpPr/>
          <p:nvPr/>
        </p:nvSpPr>
        <p:spPr>
          <a:xfrm>
            <a:off x="2866578" y="1801884"/>
            <a:ext cx="80475" cy="80475"/>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d036_09"/>
          <p:cNvSpPr/>
          <p:nvPr/>
        </p:nvSpPr>
        <p:spPr>
          <a:xfrm>
            <a:off x="3021796" y="1801884"/>
            <a:ext cx="80475" cy="80475"/>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d036_10"/>
          <p:cNvSpPr/>
          <p:nvPr/>
        </p:nvSpPr>
        <p:spPr>
          <a:xfrm>
            <a:off x="3177014" y="1801884"/>
            <a:ext cx="80475" cy="80475"/>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d037_04"/>
          <p:cNvSpPr/>
          <p:nvPr/>
        </p:nvSpPr>
        <p:spPr>
          <a:xfrm>
            <a:off x="2245704" y="1708307"/>
            <a:ext cx="80475" cy="80475"/>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d037_05"/>
          <p:cNvSpPr/>
          <p:nvPr/>
        </p:nvSpPr>
        <p:spPr>
          <a:xfrm>
            <a:off x="2400923" y="1708307"/>
            <a:ext cx="80475" cy="80475"/>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d037_06"/>
          <p:cNvSpPr/>
          <p:nvPr/>
        </p:nvSpPr>
        <p:spPr>
          <a:xfrm>
            <a:off x="2556141" y="1708307"/>
            <a:ext cx="80475" cy="80475"/>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d037_07"/>
          <p:cNvSpPr/>
          <p:nvPr/>
        </p:nvSpPr>
        <p:spPr>
          <a:xfrm>
            <a:off x="2711359" y="1708307"/>
            <a:ext cx="80475" cy="80475"/>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d037_08"/>
          <p:cNvSpPr/>
          <p:nvPr/>
        </p:nvSpPr>
        <p:spPr>
          <a:xfrm>
            <a:off x="2866578" y="1708307"/>
            <a:ext cx="80475" cy="80475"/>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d037_09"/>
          <p:cNvSpPr/>
          <p:nvPr/>
        </p:nvSpPr>
        <p:spPr>
          <a:xfrm>
            <a:off x="3021796" y="1708307"/>
            <a:ext cx="80475" cy="80475"/>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396965" y="5359266"/>
            <a:ext cx="3174920" cy="825479"/>
          </a:xfrm>
          <a:prstGeom prst="rect">
            <a:avLst/>
          </a:prstGeom>
          <a:noFill/>
        </p:spPr>
        <p:txBody>
          <a:bodyPr wrap="square" anchor="t" lIns="0" rIns="0" tIns="0" bIns="0">
            <a:spAutoFit/>
          </a:bodyPr>
          <a:lstStyle/>
          <a:p>
            <a:pPr algn="ctr">
              <a:lnSpc>
                <a:spcPct val="100000"/>
              </a:lnSpc>
            </a:pPr>
            <a:r>
              <a:rPr sz="6400" b="1">
                <a:solidFill>
                  <a:srgbClr val="FF7A00"/>
                </a:solidFill>
                <a:latin typeface="Segoe UI"/>
              </a:rPr>
              <a:t>312</a:t>
            </a:r>
          </a:p>
        </p:txBody>
      </p:sp>
      <p:sp>
        <p:nvSpPr>
          <p:cNvPr id="331" name="TextBox 330"/>
          <p:cNvSpPr txBox="1"/>
          <p:nvPr/>
        </p:nvSpPr>
        <p:spPr>
          <a:xfrm>
            <a:off x="1396965" y="6146646"/>
            <a:ext cx="3174920" cy="253993"/>
          </a:xfrm>
          <a:prstGeom prst="rect">
            <a:avLst/>
          </a:prstGeom>
          <a:noFill/>
        </p:spPr>
        <p:txBody>
          <a:bodyPr wrap="square" anchor="t" lIns="0" rIns="0" tIns="0" bIns="0">
            <a:spAutoFit/>
          </a:bodyPr>
          <a:lstStyle/>
          <a:p>
            <a:pPr algn="ctr">
              <a:lnSpc>
                <a:spcPct val="125000"/>
              </a:lnSpc>
            </a:pPr>
            <a:r>
              <a:rPr sz="1400" b="0" spc="140">
                <a:solidFill>
                  <a:srgbClr val="8FB6D0"/>
                </a:solidFill>
                <a:latin typeface="Consolas"/>
              </a:rPr>
              <a:t>KPA  ·  VANDAAG</a:t>
            </a:r>
          </a:p>
        </p:txBody>
      </p:sp>
      <p:sp>
        <p:nvSpPr>
          <p:cNvPr id="332" name="!!d100_07"/>
          <p:cNvSpPr/>
          <p:nvPr/>
        </p:nvSpPr>
        <p:spPr>
          <a:xfrm>
            <a:off x="7791232" y="5170642"/>
            <a:ext cx="80475" cy="80475"/>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d100_08"/>
          <p:cNvSpPr/>
          <p:nvPr/>
        </p:nvSpPr>
        <p:spPr>
          <a:xfrm>
            <a:off x="7946451" y="5170642"/>
            <a:ext cx="80475" cy="80475"/>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d100_09"/>
          <p:cNvSpPr/>
          <p:nvPr/>
        </p:nvSpPr>
        <p:spPr>
          <a:xfrm>
            <a:off x="8101669" y="5170642"/>
            <a:ext cx="80475" cy="80475"/>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d100_10"/>
          <p:cNvSpPr/>
          <p:nvPr/>
        </p:nvSpPr>
        <p:spPr>
          <a:xfrm>
            <a:off x="8256887" y="5170642"/>
            <a:ext cx="80475" cy="80475"/>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d101_06"/>
          <p:cNvSpPr/>
          <p:nvPr/>
        </p:nvSpPr>
        <p:spPr>
          <a:xfrm>
            <a:off x="7636014" y="5077065"/>
            <a:ext cx="80475" cy="80475"/>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d101_07"/>
          <p:cNvSpPr/>
          <p:nvPr/>
        </p:nvSpPr>
        <p:spPr>
          <a:xfrm>
            <a:off x="7791232" y="5077065"/>
            <a:ext cx="80475" cy="80475"/>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d101_08"/>
          <p:cNvSpPr/>
          <p:nvPr/>
        </p:nvSpPr>
        <p:spPr>
          <a:xfrm>
            <a:off x="7946451" y="5077065"/>
            <a:ext cx="80475" cy="80475"/>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d101_09"/>
          <p:cNvSpPr/>
          <p:nvPr/>
        </p:nvSpPr>
        <p:spPr>
          <a:xfrm>
            <a:off x="8101669" y="5077065"/>
            <a:ext cx="80475" cy="80475"/>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d101_10"/>
          <p:cNvSpPr/>
          <p:nvPr/>
        </p:nvSpPr>
        <p:spPr>
          <a:xfrm>
            <a:off x="8256887" y="5077065"/>
            <a:ext cx="80475" cy="80475"/>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d101_11"/>
          <p:cNvSpPr/>
          <p:nvPr/>
        </p:nvSpPr>
        <p:spPr>
          <a:xfrm>
            <a:off x="8412106" y="5077065"/>
            <a:ext cx="80475" cy="80475"/>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d102_05"/>
          <p:cNvSpPr/>
          <p:nvPr/>
        </p:nvSpPr>
        <p:spPr>
          <a:xfrm>
            <a:off x="7480796" y="4983489"/>
            <a:ext cx="80475" cy="80475"/>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d102_06"/>
          <p:cNvSpPr/>
          <p:nvPr/>
        </p:nvSpPr>
        <p:spPr>
          <a:xfrm>
            <a:off x="7636014" y="4983489"/>
            <a:ext cx="80475" cy="80475"/>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d102_07"/>
          <p:cNvSpPr/>
          <p:nvPr/>
        </p:nvSpPr>
        <p:spPr>
          <a:xfrm>
            <a:off x="7791232" y="4983489"/>
            <a:ext cx="80475" cy="80475"/>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d102_08"/>
          <p:cNvSpPr/>
          <p:nvPr/>
        </p:nvSpPr>
        <p:spPr>
          <a:xfrm>
            <a:off x="7946451" y="4983489"/>
            <a:ext cx="80475" cy="80475"/>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d102_09"/>
          <p:cNvSpPr/>
          <p:nvPr/>
        </p:nvSpPr>
        <p:spPr>
          <a:xfrm>
            <a:off x="8101669" y="4983489"/>
            <a:ext cx="80475" cy="80475"/>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d102_10"/>
          <p:cNvSpPr/>
          <p:nvPr/>
        </p:nvSpPr>
        <p:spPr>
          <a:xfrm>
            <a:off x="8256887" y="4983489"/>
            <a:ext cx="80475" cy="80475"/>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d102_11"/>
          <p:cNvSpPr/>
          <p:nvPr/>
        </p:nvSpPr>
        <p:spPr>
          <a:xfrm>
            <a:off x="8412106" y="4983489"/>
            <a:ext cx="80475" cy="80475"/>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d102_12"/>
          <p:cNvSpPr/>
          <p:nvPr/>
        </p:nvSpPr>
        <p:spPr>
          <a:xfrm>
            <a:off x="8567324" y="4983489"/>
            <a:ext cx="80475" cy="80475"/>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d103_05"/>
          <p:cNvSpPr/>
          <p:nvPr/>
        </p:nvSpPr>
        <p:spPr>
          <a:xfrm>
            <a:off x="7480796" y="4889912"/>
            <a:ext cx="80475" cy="80475"/>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d103_06"/>
          <p:cNvSpPr/>
          <p:nvPr/>
        </p:nvSpPr>
        <p:spPr>
          <a:xfrm>
            <a:off x="7636014" y="4889912"/>
            <a:ext cx="80475" cy="80475"/>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d103_07"/>
          <p:cNvSpPr/>
          <p:nvPr/>
        </p:nvSpPr>
        <p:spPr>
          <a:xfrm>
            <a:off x="7791232" y="4889912"/>
            <a:ext cx="80475" cy="80475"/>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d103_08"/>
          <p:cNvSpPr/>
          <p:nvPr/>
        </p:nvSpPr>
        <p:spPr>
          <a:xfrm>
            <a:off x="7946451" y="4889912"/>
            <a:ext cx="80475" cy="80475"/>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d103_09"/>
          <p:cNvSpPr/>
          <p:nvPr/>
        </p:nvSpPr>
        <p:spPr>
          <a:xfrm>
            <a:off x="8101669" y="4889912"/>
            <a:ext cx="80475" cy="80475"/>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d103_10"/>
          <p:cNvSpPr/>
          <p:nvPr/>
        </p:nvSpPr>
        <p:spPr>
          <a:xfrm>
            <a:off x="8256887" y="4889912"/>
            <a:ext cx="80475" cy="80475"/>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d103_11"/>
          <p:cNvSpPr/>
          <p:nvPr/>
        </p:nvSpPr>
        <p:spPr>
          <a:xfrm>
            <a:off x="8412106" y="4889912"/>
            <a:ext cx="80475" cy="80475"/>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d103_12"/>
          <p:cNvSpPr/>
          <p:nvPr/>
        </p:nvSpPr>
        <p:spPr>
          <a:xfrm>
            <a:off x="8567324" y="4889912"/>
            <a:ext cx="80475" cy="80475"/>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d104_05"/>
          <p:cNvSpPr/>
          <p:nvPr/>
        </p:nvSpPr>
        <p:spPr>
          <a:xfrm>
            <a:off x="7480796" y="4796335"/>
            <a:ext cx="80475" cy="80475"/>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d104_06"/>
          <p:cNvSpPr/>
          <p:nvPr/>
        </p:nvSpPr>
        <p:spPr>
          <a:xfrm>
            <a:off x="7636014" y="4796335"/>
            <a:ext cx="80475" cy="80475"/>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d104_07"/>
          <p:cNvSpPr/>
          <p:nvPr/>
        </p:nvSpPr>
        <p:spPr>
          <a:xfrm>
            <a:off x="7791232" y="4796335"/>
            <a:ext cx="80475" cy="80475"/>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d104_08"/>
          <p:cNvSpPr/>
          <p:nvPr/>
        </p:nvSpPr>
        <p:spPr>
          <a:xfrm>
            <a:off x="7946451" y="4796335"/>
            <a:ext cx="80475" cy="80475"/>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d104_09"/>
          <p:cNvSpPr/>
          <p:nvPr/>
        </p:nvSpPr>
        <p:spPr>
          <a:xfrm>
            <a:off x="8101669" y="4796335"/>
            <a:ext cx="80475" cy="80475"/>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d104_10"/>
          <p:cNvSpPr/>
          <p:nvPr/>
        </p:nvSpPr>
        <p:spPr>
          <a:xfrm>
            <a:off x="8256887" y="4796335"/>
            <a:ext cx="80475" cy="80475"/>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d104_11"/>
          <p:cNvSpPr/>
          <p:nvPr/>
        </p:nvSpPr>
        <p:spPr>
          <a:xfrm>
            <a:off x="8412106" y="4796335"/>
            <a:ext cx="80475" cy="80475"/>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d104_12"/>
          <p:cNvSpPr/>
          <p:nvPr/>
        </p:nvSpPr>
        <p:spPr>
          <a:xfrm>
            <a:off x="8567324" y="4796335"/>
            <a:ext cx="80475" cy="80475"/>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d105_05"/>
          <p:cNvSpPr/>
          <p:nvPr/>
        </p:nvSpPr>
        <p:spPr>
          <a:xfrm>
            <a:off x="7480796" y="4702759"/>
            <a:ext cx="80475" cy="80475"/>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d105_06"/>
          <p:cNvSpPr/>
          <p:nvPr/>
        </p:nvSpPr>
        <p:spPr>
          <a:xfrm>
            <a:off x="7636014" y="4702759"/>
            <a:ext cx="80475" cy="80475"/>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d105_07"/>
          <p:cNvSpPr/>
          <p:nvPr/>
        </p:nvSpPr>
        <p:spPr>
          <a:xfrm>
            <a:off x="7791232" y="4702759"/>
            <a:ext cx="80475" cy="80475"/>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d105_08"/>
          <p:cNvSpPr/>
          <p:nvPr/>
        </p:nvSpPr>
        <p:spPr>
          <a:xfrm>
            <a:off x="7946451" y="4702759"/>
            <a:ext cx="80475" cy="80475"/>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d105_09"/>
          <p:cNvSpPr/>
          <p:nvPr/>
        </p:nvSpPr>
        <p:spPr>
          <a:xfrm>
            <a:off x="8101669" y="4702759"/>
            <a:ext cx="80475" cy="80475"/>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d105_10"/>
          <p:cNvSpPr/>
          <p:nvPr/>
        </p:nvSpPr>
        <p:spPr>
          <a:xfrm>
            <a:off x="8256887" y="4702759"/>
            <a:ext cx="80475" cy="80475"/>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d105_11"/>
          <p:cNvSpPr/>
          <p:nvPr/>
        </p:nvSpPr>
        <p:spPr>
          <a:xfrm>
            <a:off x="8412106" y="4702759"/>
            <a:ext cx="80475" cy="80475"/>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d105_12"/>
          <p:cNvSpPr/>
          <p:nvPr/>
        </p:nvSpPr>
        <p:spPr>
          <a:xfrm>
            <a:off x="8567324" y="4702759"/>
            <a:ext cx="80475" cy="80475"/>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d106_05"/>
          <p:cNvSpPr/>
          <p:nvPr/>
        </p:nvSpPr>
        <p:spPr>
          <a:xfrm>
            <a:off x="7480796" y="4609182"/>
            <a:ext cx="80475" cy="80475"/>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d106_06"/>
          <p:cNvSpPr/>
          <p:nvPr/>
        </p:nvSpPr>
        <p:spPr>
          <a:xfrm>
            <a:off x="7636014" y="4609182"/>
            <a:ext cx="80475" cy="80475"/>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d106_07"/>
          <p:cNvSpPr/>
          <p:nvPr/>
        </p:nvSpPr>
        <p:spPr>
          <a:xfrm>
            <a:off x="7791232" y="4609182"/>
            <a:ext cx="80475" cy="80475"/>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d106_08"/>
          <p:cNvSpPr/>
          <p:nvPr/>
        </p:nvSpPr>
        <p:spPr>
          <a:xfrm>
            <a:off x="7946451" y="4609182"/>
            <a:ext cx="80475" cy="80475"/>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d106_09"/>
          <p:cNvSpPr/>
          <p:nvPr/>
        </p:nvSpPr>
        <p:spPr>
          <a:xfrm>
            <a:off x="8101669" y="4609182"/>
            <a:ext cx="80475" cy="80475"/>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d106_10"/>
          <p:cNvSpPr/>
          <p:nvPr/>
        </p:nvSpPr>
        <p:spPr>
          <a:xfrm>
            <a:off x="8256887" y="4609182"/>
            <a:ext cx="80475" cy="80475"/>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d106_11"/>
          <p:cNvSpPr/>
          <p:nvPr/>
        </p:nvSpPr>
        <p:spPr>
          <a:xfrm>
            <a:off x="8412106" y="4609182"/>
            <a:ext cx="80475" cy="80475"/>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d106_12"/>
          <p:cNvSpPr/>
          <p:nvPr/>
        </p:nvSpPr>
        <p:spPr>
          <a:xfrm>
            <a:off x="8567324" y="4609182"/>
            <a:ext cx="80475" cy="80475"/>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d107_05"/>
          <p:cNvSpPr/>
          <p:nvPr/>
        </p:nvSpPr>
        <p:spPr>
          <a:xfrm>
            <a:off x="7480796" y="4515606"/>
            <a:ext cx="80475" cy="80475"/>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d107_06"/>
          <p:cNvSpPr/>
          <p:nvPr/>
        </p:nvSpPr>
        <p:spPr>
          <a:xfrm>
            <a:off x="7636014" y="4515606"/>
            <a:ext cx="80475" cy="80475"/>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d107_07"/>
          <p:cNvSpPr/>
          <p:nvPr/>
        </p:nvSpPr>
        <p:spPr>
          <a:xfrm>
            <a:off x="7791232" y="4515606"/>
            <a:ext cx="80475" cy="80475"/>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d107_08"/>
          <p:cNvSpPr/>
          <p:nvPr/>
        </p:nvSpPr>
        <p:spPr>
          <a:xfrm>
            <a:off x="7946451" y="4515606"/>
            <a:ext cx="80475" cy="80475"/>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d107_09"/>
          <p:cNvSpPr/>
          <p:nvPr/>
        </p:nvSpPr>
        <p:spPr>
          <a:xfrm>
            <a:off x="8101669" y="4515606"/>
            <a:ext cx="80475" cy="80475"/>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d107_10"/>
          <p:cNvSpPr/>
          <p:nvPr/>
        </p:nvSpPr>
        <p:spPr>
          <a:xfrm>
            <a:off x="8256887" y="4515606"/>
            <a:ext cx="80475" cy="80475"/>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d107_11"/>
          <p:cNvSpPr/>
          <p:nvPr/>
        </p:nvSpPr>
        <p:spPr>
          <a:xfrm>
            <a:off x="8412106" y="4515606"/>
            <a:ext cx="80475" cy="80475"/>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d107_12"/>
          <p:cNvSpPr/>
          <p:nvPr/>
        </p:nvSpPr>
        <p:spPr>
          <a:xfrm>
            <a:off x="8567324" y="4515606"/>
            <a:ext cx="80475" cy="80475"/>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0" name="!!d108_05"/>
          <p:cNvSpPr/>
          <p:nvPr/>
        </p:nvSpPr>
        <p:spPr>
          <a:xfrm>
            <a:off x="7480796" y="4422029"/>
            <a:ext cx="80475" cy="80475"/>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1" name="!!d108_06"/>
          <p:cNvSpPr/>
          <p:nvPr/>
        </p:nvSpPr>
        <p:spPr>
          <a:xfrm>
            <a:off x="7636014" y="4422029"/>
            <a:ext cx="80475" cy="80475"/>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2" name="!!d108_07"/>
          <p:cNvSpPr/>
          <p:nvPr/>
        </p:nvSpPr>
        <p:spPr>
          <a:xfrm>
            <a:off x="7791232" y="4422029"/>
            <a:ext cx="80475" cy="80475"/>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3" name="!!d108_08"/>
          <p:cNvSpPr/>
          <p:nvPr/>
        </p:nvSpPr>
        <p:spPr>
          <a:xfrm>
            <a:off x="7946451" y="4422029"/>
            <a:ext cx="80475" cy="80475"/>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4" name="!!d108_09"/>
          <p:cNvSpPr/>
          <p:nvPr/>
        </p:nvSpPr>
        <p:spPr>
          <a:xfrm>
            <a:off x="8101669" y="4422029"/>
            <a:ext cx="80475" cy="80475"/>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5" name="!!d108_10"/>
          <p:cNvSpPr/>
          <p:nvPr/>
        </p:nvSpPr>
        <p:spPr>
          <a:xfrm>
            <a:off x="8256887" y="4422029"/>
            <a:ext cx="80475" cy="80475"/>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6" name="!!d108_11"/>
          <p:cNvSpPr/>
          <p:nvPr/>
        </p:nvSpPr>
        <p:spPr>
          <a:xfrm>
            <a:off x="8412106" y="4422029"/>
            <a:ext cx="80475" cy="80475"/>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d108_12"/>
          <p:cNvSpPr/>
          <p:nvPr/>
        </p:nvSpPr>
        <p:spPr>
          <a:xfrm>
            <a:off x="8567324" y="4422029"/>
            <a:ext cx="80475" cy="80475"/>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8" name="!!d109_05"/>
          <p:cNvSpPr/>
          <p:nvPr/>
        </p:nvSpPr>
        <p:spPr>
          <a:xfrm>
            <a:off x="7480796" y="4328452"/>
            <a:ext cx="80475" cy="80475"/>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9" name="!!d109_06"/>
          <p:cNvSpPr/>
          <p:nvPr/>
        </p:nvSpPr>
        <p:spPr>
          <a:xfrm>
            <a:off x="7636014" y="4328452"/>
            <a:ext cx="80475" cy="80475"/>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0" name="!!d109_07"/>
          <p:cNvSpPr/>
          <p:nvPr/>
        </p:nvSpPr>
        <p:spPr>
          <a:xfrm>
            <a:off x="7791232" y="4328452"/>
            <a:ext cx="80475" cy="80475"/>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1" name="!!d109_08"/>
          <p:cNvSpPr/>
          <p:nvPr/>
        </p:nvSpPr>
        <p:spPr>
          <a:xfrm>
            <a:off x="7946451" y="4328452"/>
            <a:ext cx="80475" cy="80475"/>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2" name="!!d109_09"/>
          <p:cNvSpPr/>
          <p:nvPr/>
        </p:nvSpPr>
        <p:spPr>
          <a:xfrm>
            <a:off x="8101669" y="4328452"/>
            <a:ext cx="80475" cy="80475"/>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d109_10"/>
          <p:cNvSpPr/>
          <p:nvPr/>
        </p:nvSpPr>
        <p:spPr>
          <a:xfrm>
            <a:off x="8256887" y="4328452"/>
            <a:ext cx="80475" cy="80475"/>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d109_11"/>
          <p:cNvSpPr/>
          <p:nvPr/>
        </p:nvSpPr>
        <p:spPr>
          <a:xfrm>
            <a:off x="8412106" y="4328452"/>
            <a:ext cx="80475" cy="80475"/>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d109_12"/>
          <p:cNvSpPr/>
          <p:nvPr/>
        </p:nvSpPr>
        <p:spPr>
          <a:xfrm>
            <a:off x="8567324" y="4328452"/>
            <a:ext cx="80475" cy="80475"/>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d110_06"/>
          <p:cNvSpPr/>
          <p:nvPr/>
        </p:nvSpPr>
        <p:spPr>
          <a:xfrm>
            <a:off x="7636014" y="4234876"/>
            <a:ext cx="80475" cy="80475"/>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d110_07"/>
          <p:cNvSpPr/>
          <p:nvPr/>
        </p:nvSpPr>
        <p:spPr>
          <a:xfrm>
            <a:off x="7791232" y="4234876"/>
            <a:ext cx="80475" cy="80475"/>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d110_08"/>
          <p:cNvSpPr/>
          <p:nvPr/>
        </p:nvSpPr>
        <p:spPr>
          <a:xfrm>
            <a:off x="7946451" y="4234876"/>
            <a:ext cx="80475" cy="80475"/>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d110_09"/>
          <p:cNvSpPr/>
          <p:nvPr/>
        </p:nvSpPr>
        <p:spPr>
          <a:xfrm>
            <a:off x="8101669" y="4234876"/>
            <a:ext cx="80475" cy="80475"/>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d110_10"/>
          <p:cNvSpPr/>
          <p:nvPr/>
        </p:nvSpPr>
        <p:spPr>
          <a:xfrm>
            <a:off x="8256887" y="4234876"/>
            <a:ext cx="80475" cy="80475"/>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d110_11"/>
          <p:cNvSpPr/>
          <p:nvPr/>
        </p:nvSpPr>
        <p:spPr>
          <a:xfrm>
            <a:off x="8412106" y="4234876"/>
            <a:ext cx="80475" cy="80475"/>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d110_12"/>
          <p:cNvSpPr/>
          <p:nvPr/>
        </p:nvSpPr>
        <p:spPr>
          <a:xfrm>
            <a:off x="8567324" y="4234876"/>
            <a:ext cx="80475" cy="80475"/>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d111_06"/>
          <p:cNvSpPr/>
          <p:nvPr/>
        </p:nvSpPr>
        <p:spPr>
          <a:xfrm>
            <a:off x="7636014" y="4141299"/>
            <a:ext cx="80475" cy="80475"/>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d111_07"/>
          <p:cNvSpPr/>
          <p:nvPr/>
        </p:nvSpPr>
        <p:spPr>
          <a:xfrm>
            <a:off x="7791232" y="4141299"/>
            <a:ext cx="80475" cy="80475"/>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d111_08"/>
          <p:cNvSpPr/>
          <p:nvPr/>
        </p:nvSpPr>
        <p:spPr>
          <a:xfrm>
            <a:off x="7946451" y="4141299"/>
            <a:ext cx="80475" cy="80475"/>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d111_09"/>
          <p:cNvSpPr/>
          <p:nvPr/>
        </p:nvSpPr>
        <p:spPr>
          <a:xfrm>
            <a:off x="8101669" y="4141299"/>
            <a:ext cx="80475" cy="80475"/>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d111_10"/>
          <p:cNvSpPr/>
          <p:nvPr/>
        </p:nvSpPr>
        <p:spPr>
          <a:xfrm>
            <a:off x="8256887" y="4141299"/>
            <a:ext cx="80475" cy="80475"/>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d111_11"/>
          <p:cNvSpPr/>
          <p:nvPr/>
        </p:nvSpPr>
        <p:spPr>
          <a:xfrm>
            <a:off x="8412106" y="4141299"/>
            <a:ext cx="80475" cy="80475"/>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d111_12"/>
          <p:cNvSpPr/>
          <p:nvPr/>
        </p:nvSpPr>
        <p:spPr>
          <a:xfrm>
            <a:off x="8567324" y="4141299"/>
            <a:ext cx="80475" cy="80475"/>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d112_06"/>
          <p:cNvSpPr/>
          <p:nvPr/>
        </p:nvSpPr>
        <p:spPr>
          <a:xfrm>
            <a:off x="7636014" y="4047723"/>
            <a:ext cx="80475" cy="80475"/>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d112_07"/>
          <p:cNvSpPr/>
          <p:nvPr/>
        </p:nvSpPr>
        <p:spPr>
          <a:xfrm>
            <a:off x="7791232" y="4047723"/>
            <a:ext cx="80475" cy="80475"/>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d112_08"/>
          <p:cNvSpPr/>
          <p:nvPr/>
        </p:nvSpPr>
        <p:spPr>
          <a:xfrm>
            <a:off x="7946451" y="4047723"/>
            <a:ext cx="80475" cy="80475"/>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d112_09"/>
          <p:cNvSpPr/>
          <p:nvPr/>
        </p:nvSpPr>
        <p:spPr>
          <a:xfrm>
            <a:off x="8101669" y="4047723"/>
            <a:ext cx="80475" cy="80475"/>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d112_10"/>
          <p:cNvSpPr/>
          <p:nvPr/>
        </p:nvSpPr>
        <p:spPr>
          <a:xfrm>
            <a:off x="8256887" y="4047723"/>
            <a:ext cx="80475" cy="80475"/>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d112_11"/>
          <p:cNvSpPr/>
          <p:nvPr/>
        </p:nvSpPr>
        <p:spPr>
          <a:xfrm>
            <a:off x="8412106" y="4047723"/>
            <a:ext cx="80475" cy="80475"/>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d112_12"/>
          <p:cNvSpPr/>
          <p:nvPr/>
        </p:nvSpPr>
        <p:spPr>
          <a:xfrm>
            <a:off x="8567324" y="4047723"/>
            <a:ext cx="80475" cy="80475"/>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d113_06"/>
          <p:cNvSpPr/>
          <p:nvPr/>
        </p:nvSpPr>
        <p:spPr>
          <a:xfrm>
            <a:off x="7636014" y="3954146"/>
            <a:ext cx="80475" cy="80475"/>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d113_07"/>
          <p:cNvSpPr/>
          <p:nvPr/>
        </p:nvSpPr>
        <p:spPr>
          <a:xfrm>
            <a:off x="7791232" y="3954146"/>
            <a:ext cx="80475" cy="80475"/>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d113_08"/>
          <p:cNvSpPr/>
          <p:nvPr/>
        </p:nvSpPr>
        <p:spPr>
          <a:xfrm>
            <a:off x="7946451" y="3954146"/>
            <a:ext cx="80475" cy="80475"/>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d113_09"/>
          <p:cNvSpPr/>
          <p:nvPr/>
        </p:nvSpPr>
        <p:spPr>
          <a:xfrm>
            <a:off x="8101669" y="3954146"/>
            <a:ext cx="80475" cy="80475"/>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d113_10"/>
          <p:cNvSpPr/>
          <p:nvPr/>
        </p:nvSpPr>
        <p:spPr>
          <a:xfrm>
            <a:off x="8256887" y="3954146"/>
            <a:ext cx="80475" cy="80475"/>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d113_11"/>
          <p:cNvSpPr/>
          <p:nvPr/>
        </p:nvSpPr>
        <p:spPr>
          <a:xfrm>
            <a:off x="8412106" y="3954146"/>
            <a:ext cx="80475" cy="80475"/>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d113_12"/>
          <p:cNvSpPr/>
          <p:nvPr/>
        </p:nvSpPr>
        <p:spPr>
          <a:xfrm>
            <a:off x="8567324" y="3954146"/>
            <a:ext cx="80475" cy="80475"/>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d114_06"/>
          <p:cNvSpPr/>
          <p:nvPr/>
        </p:nvSpPr>
        <p:spPr>
          <a:xfrm>
            <a:off x="7636014" y="3860569"/>
            <a:ext cx="80475" cy="80475"/>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d114_07"/>
          <p:cNvSpPr/>
          <p:nvPr/>
        </p:nvSpPr>
        <p:spPr>
          <a:xfrm>
            <a:off x="7791232" y="3860569"/>
            <a:ext cx="80475" cy="80475"/>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d114_08"/>
          <p:cNvSpPr/>
          <p:nvPr/>
        </p:nvSpPr>
        <p:spPr>
          <a:xfrm>
            <a:off x="7946451" y="3860569"/>
            <a:ext cx="80475" cy="80475"/>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d114_09"/>
          <p:cNvSpPr/>
          <p:nvPr/>
        </p:nvSpPr>
        <p:spPr>
          <a:xfrm>
            <a:off x="8101669" y="3860569"/>
            <a:ext cx="80475" cy="80475"/>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d114_10"/>
          <p:cNvSpPr/>
          <p:nvPr/>
        </p:nvSpPr>
        <p:spPr>
          <a:xfrm>
            <a:off x="8256887" y="3860569"/>
            <a:ext cx="80475" cy="80475"/>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d114_11"/>
          <p:cNvSpPr/>
          <p:nvPr/>
        </p:nvSpPr>
        <p:spPr>
          <a:xfrm>
            <a:off x="8412106" y="3860569"/>
            <a:ext cx="80475" cy="80475"/>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d114_12"/>
          <p:cNvSpPr/>
          <p:nvPr/>
        </p:nvSpPr>
        <p:spPr>
          <a:xfrm>
            <a:off x="8567324" y="3860569"/>
            <a:ext cx="80475" cy="80475"/>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d115_07"/>
          <p:cNvSpPr/>
          <p:nvPr/>
        </p:nvSpPr>
        <p:spPr>
          <a:xfrm>
            <a:off x="7791232" y="3766993"/>
            <a:ext cx="80475" cy="80475"/>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d115_08"/>
          <p:cNvSpPr/>
          <p:nvPr/>
        </p:nvSpPr>
        <p:spPr>
          <a:xfrm>
            <a:off x="7946451" y="3766993"/>
            <a:ext cx="80475" cy="80475"/>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d115_09"/>
          <p:cNvSpPr/>
          <p:nvPr/>
        </p:nvSpPr>
        <p:spPr>
          <a:xfrm>
            <a:off x="8101669" y="3766993"/>
            <a:ext cx="80475" cy="80475"/>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d115_10"/>
          <p:cNvSpPr/>
          <p:nvPr/>
        </p:nvSpPr>
        <p:spPr>
          <a:xfrm>
            <a:off x="8256887" y="3766993"/>
            <a:ext cx="80475" cy="80475"/>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d115_11"/>
          <p:cNvSpPr/>
          <p:nvPr/>
        </p:nvSpPr>
        <p:spPr>
          <a:xfrm>
            <a:off x="8412106" y="3766993"/>
            <a:ext cx="80475" cy="80475"/>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d115_12"/>
          <p:cNvSpPr/>
          <p:nvPr/>
        </p:nvSpPr>
        <p:spPr>
          <a:xfrm>
            <a:off x="8567324" y="3766993"/>
            <a:ext cx="80475" cy="80475"/>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d115_13"/>
          <p:cNvSpPr/>
          <p:nvPr/>
        </p:nvSpPr>
        <p:spPr>
          <a:xfrm>
            <a:off x="8722542" y="3766993"/>
            <a:ext cx="80475" cy="80475"/>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d116_07"/>
          <p:cNvSpPr/>
          <p:nvPr/>
        </p:nvSpPr>
        <p:spPr>
          <a:xfrm>
            <a:off x="7791232" y="3673416"/>
            <a:ext cx="80475" cy="80475"/>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d116_08"/>
          <p:cNvSpPr/>
          <p:nvPr/>
        </p:nvSpPr>
        <p:spPr>
          <a:xfrm>
            <a:off x="7946451" y="3673416"/>
            <a:ext cx="80475" cy="80475"/>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d116_09"/>
          <p:cNvSpPr/>
          <p:nvPr/>
        </p:nvSpPr>
        <p:spPr>
          <a:xfrm>
            <a:off x="8101669" y="3673416"/>
            <a:ext cx="80475" cy="80475"/>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d116_10"/>
          <p:cNvSpPr/>
          <p:nvPr/>
        </p:nvSpPr>
        <p:spPr>
          <a:xfrm>
            <a:off x="8256887" y="3673416"/>
            <a:ext cx="80475" cy="80475"/>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d116_11"/>
          <p:cNvSpPr/>
          <p:nvPr/>
        </p:nvSpPr>
        <p:spPr>
          <a:xfrm>
            <a:off x="8412106" y="3673416"/>
            <a:ext cx="80475" cy="80475"/>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d116_12"/>
          <p:cNvSpPr/>
          <p:nvPr/>
        </p:nvSpPr>
        <p:spPr>
          <a:xfrm>
            <a:off x="8567324" y="3673416"/>
            <a:ext cx="80475" cy="80475"/>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d116_13"/>
          <p:cNvSpPr/>
          <p:nvPr/>
        </p:nvSpPr>
        <p:spPr>
          <a:xfrm>
            <a:off x="8722542" y="3673416"/>
            <a:ext cx="80475" cy="80475"/>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d117_07"/>
          <p:cNvSpPr/>
          <p:nvPr/>
        </p:nvSpPr>
        <p:spPr>
          <a:xfrm>
            <a:off x="7791232" y="3579839"/>
            <a:ext cx="80475" cy="80475"/>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d117_08"/>
          <p:cNvSpPr/>
          <p:nvPr/>
        </p:nvSpPr>
        <p:spPr>
          <a:xfrm>
            <a:off x="7946451" y="3579839"/>
            <a:ext cx="80475" cy="80475"/>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d117_09"/>
          <p:cNvSpPr/>
          <p:nvPr/>
        </p:nvSpPr>
        <p:spPr>
          <a:xfrm>
            <a:off x="8101669" y="3579839"/>
            <a:ext cx="80475" cy="80475"/>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d117_10"/>
          <p:cNvSpPr/>
          <p:nvPr/>
        </p:nvSpPr>
        <p:spPr>
          <a:xfrm>
            <a:off x="8256887" y="3579839"/>
            <a:ext cx="80475" cy="80475"/>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d117_11"/>
          <p:cNvSpPr/>
          <p:nvPr/>
        </p:nvSpPr>
        <p:spPr>
          <a:xfrm>
            <a:off x="8412106" y="3579839"/>
            <a:ext cx="80475" cy="80475"/>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d117_12"/>
          <p:cNvSpPr/>
          <p:nvPr/>
        </p:nvSpPr>
        <p:spPr>
          <a:xfrm>
            <a:off x="8567324" y="3579839"/>
            <a:ext cx="80475" cy="80475"/>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d117_13"/>
          <p:cNvSpPr/>
          <p:nvPr/>
        </p:nvSpPr>
        <p:spPr>
          <a:xfrm>
            <a:off x="8722542" y="3579839"/>
            <a:ext cx="80475" cy="80475"/>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d118_06"/>
          <p:cNvSpPr/>
          <p:nvPr/>
        </p:nvSpPr>
        <p:spPr>
          <a:xfrm>
            <a:off x="7636014" y="3486263"/>
            <a:ext cx="80475" cy="80475"/>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d118_07"/>
          <p:cNvSpPr/>
          <p:nvPr/>
        </p:nvSpPr>
        <p:spPr>
          <a:xfrm>
            <a:off x="7791232" y="3486263"/>
            <a:ext cx="80475" cy="80475"/>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d118_08"/>
          <p:cNvSpPr/>
          <p:nvPr/>
        </p:nvSpPr>
        <p:spPr>
          <a:xfrm>
            <a:off x="7946451" y="3486263"/>
            <a:ext cx="80475" cy="80475"/>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d118_09"/>
          <p:cNvSpPr/>
          <p:nvPr/>
        </p:nvSpPr>
        <p:spPr>
          <a:xfrm>
            <a:off x="8101669" y="3486263"/>
            <a:ext cx="80475" cy="80475"/>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d118_10"/>
          <p:cNvSpPr/>
          <p:nvPr/>
        </p:nvSpPr>
        <p:spPr>
          <a:xfrm>
            <a:off x="8256887" y="3486263"/>
            <a:ext cx="80475" cy="80475"/>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d118_11"/>
          <p:cNvSpPr/>
          <p:nvPr/>
        </p:nvSpPr>
        <p:spPr>
          <a:xfrm>
            <a:off x="8412106" y="3486263"/>
            <a:ext cx="80475" cy="80475"/>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d118_12"/>
          <p:cNvSpPr/>
          <p:nvPr/>
        </p:nvSpPr>
        <p:spPr>
          <a:xfrm>
            <a:off x="8567324" y="3486263"/>
            <a:ext cx="80475" cy="80475"/>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d118_13"/>
          <p:cNvSpPr/>
          <p:nvPr/>
        </p:nvSpPr>
        <p:spPr>
          <a:xfrm>
            <a:off x="8722542" y="3486263"/>
            <a:ext cx="80475" cy="80475"/>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d119_06"/>
          <p:cNvSpPr/>
          <p:nvPr/>
        </p:nvSpPr>
        <p:spPr>
          <a:xfrm>
            <a:off x="7636014" y="3392686"/>
            <a:ext cx="80475" cy="80475"/>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d119_07"/>
          <p:cNvSpPr/>
          <p:nvPr/>
        </p:nvSpPr>
        <p:spPr>
          <a:xfrm>
            <a:off x="7791232" y="3392686"/>
            <a:ext cx="80475" cy="80475"/>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d119_08"/>
          <p:cNvSpPr/>
          <p:nvPr/>
        </p:nvSpPr>
        <p:spPr>
          <a:xfrm>
            <a:off x="7946451" y="3392686"/>
            <a:ext cx="80475" cy="80475"/>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d119_09"/>
          <p:cNvSpPr/>
          <p:nvPr/>
        </p:nvSpPr>
        <p:spPr>
          <a:xfrm>
            <a:off x="8101669" y="3392686"/>
            <a:ext cx="80475" cy="80475"/>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d119_10"/>
          <p:cNvSpPr/>
          <p:nvPr/>
        </p:nvSpPr>
        <p:spPr>
          <a:xfrm>
            <a:off x="8256887" y="3392686"/>
            <a:ext cx="80475" cy="80475"/>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d119_11"/>
          <p:cNvSpPr/>
          <p:nvPr/>
        </p:nvSpPr>
        <p:spPr>
          <a:xfrm>
            <a:off x="8412106" y="3392686"/>
            <a:ext cx="80475" cy="80475"/>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d119_12"/>
          <p:cNvSpPr/>
          <p:nvPr/>
        </p:nvSpPr>
        <p:spPr>
          <a:xfrm>
            <a:off x="8567324" y="3392686"/>
            <a:ext cx="80475" cy="80475"/>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d119_13"/>
          <p:cNvSpPr/>
          <p:nvPr/>
        </p:nvSpPr>
        <p:spPr>
          <a:xfrm>
            <a:off x="8722542" y="3392686"/>
            <a:ext cx="80475" cy="80475"/>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d120_06"/>
          <p:cNvSpPr/>
          <p:nvPr/>
        </p:nvSpPr>
        <p:spPr>
          <a:xfrm>
            <a:off x="7636014" y="3299110"/>
            <a:ext cx="80475" cy="80475"/>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d120_07"/>
          <p:cNvSpPr/>
          <p:nvPr/>
        </p:nvSpPr>
        <p:spPr>
          <a:xfrm>
            <a:off x="7791232" y="3299110"/>
            <a:ext cx="80475" cy="80475"/>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d120_08"/>
          <p:cNvSpPr/>
          <p:nvPr/>
        </p:nvSpPr>
        <p:spPr>
          <a:xfrm>
            <a:off x="7946451" y="3299110"/>
            <a:ext cx="80475" cy="80475"/>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d120_09"/>
          <p:cNvSpPr/>
          <p:nvPr/>
        </p:nvSpPr>
        <p:spPr>
          <a:xfrm>
            <a:off x="8101669" y="3299110"/>
            <a:ext cx="80475" cy="80475"/>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d120_10"/>
          <p:cNvSpPr/>
          <p:nvPr/>
        </p:nvSpPr>
        <p:spPr>
          <a:xfrm>
            <a:off x="8256887" y="3299110"/>
            <a:ext cx="80475" cy="80475"/>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d120_11"/>
          <p:cNvSpPr/>
          <p:nvPr/>
        </p:nvSpPr>
        <p:spPr>
          <a:xfrm>
            <a:off x="8412106" y="3299110"/>
            <a:ext cx="80475" cy="80475"/>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d120_12"/>
          <p:cNvSpPr/>
          <p:nvPr/>
        </p:nvSpPr>
        <p:spPr>
          <a:xfrm>
            <a:off x="8567324" y="3299110"/>
            <a:ext cx="80475" cy="80475"/>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d120_13"/>
          <p:cNvSpPr/>
          <p:nvPr/>
        </p:nvSpPr>
        <p:spPr>
          <a:xfrm>
            <a:off x="8722542" y="3299110"/>
            <a:ext cx="80475" cy="80475"/>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d121_05"/>
          <p:cNvSpPr/>
          <p:nvPr/>
        </p:nvSpPr>
        <p:spPr>
          <a:xfrm>
            <a:off x="7480796" y="3205533"/>
            <a:ext cx="80475" cy="80475"/>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d121_06"/>
          <p:cNvSpPr/>
          <p:nvPr/>
        </p:nvSpPr>
        <p:spPr>
          <a:xfrm>
            <a:off x="7636014" y="3205533"/>
            <a:ext cx="80475" cy="80475"/>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d121_07"/>
          <p:cNvSpPr/>
          <p:nvPr/>
        </p:nvSpPr>
        <p:spPr>
          <a:xfrm>
            <a:off x="7791232" y="3205533"/>
            <a:ext cx="80475" cy="80475"/>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d121_08"/>
          <p:cNvSpPr/>
          <p:nvPr/>
        </p:nvSpPr>
        <p:spPr>
          <a:xfrm>
            <a:off x="7946451" y="3205533"/>
            <a:ext cx="80475" cy="80475"/>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d121_09"/>
          <p:cNvSpPr/>
          <p:nvPr/>
        </p:nvSpPr>
        <p:spPr>
          <a:xfrm>
            <a:off x="8101669" y="3205533"/>
            <a:ext cx="80475" cy="80475"/>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d121_10"/>
          <p:cNvSpPr/>
          <p:nvPr/>
        </p:nvSpPr>
        <p:spPr>
          <a:xfrm>
            <a:off x="8256887" y="3205533"/>
            <a:ext cx="80475" cy="80475"/>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d121_11"/>
          <p:cNvSpPr/>
          <p:nvPr/>
        </p:nvSpPr>
        <p:spPr>
          <a:xfrm>
            <a:off x="8412106" y="3205533"/>
            <a:ext cx="80475" cy="80475"/>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d121_12"/>
          <p:cNvSpPr/>
          <p:nvPr/>
        </p:nvSpPr>
        <p:spPr>
          <a:xfrm>
            <a:off x="8567324" y="3205533"/>
            <a:ext cx="80475" cy="80475"/>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d121_13"/>
          <p:cNvSpPr/>
          <p:nvPr/>
        </p:nvSpPr>
        <p:spPr>
          <a:xfrm>
            <a:off x="8722542" y="3205533"/>
            <a:ext cx="80475" cy="80475"/>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d122_05"/>
          <p:cNvSpPr/>
          <p:nvPr/>
        </p:nvSpPr>
        <p:spPr>
          <a:xfrm>
            <a:off x="7480796" y="3111956"/>
            <a:ext cx="80475" cy="80475"/>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d122_06"/>
          <p:cNvSpPr/>
          <p:nvPr/>
        </p:nvSpPr>
        <p:spPr>
          <a:xfrm>
            <a:off x="7636014" y="3111956"/>
            <a:ext cx="80475" cy="80475"/>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d122_07"/>
          <p:cNvSpPr/>
          <p:nvPr/>
        </p:nvSpPr>
        <p:spPr>
          <a:xfrm>
            <a:off x="7791232" y="3111956"/>
            <a:ext cx="80475" cy="80475"/>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d122_08"/>
          <p:cNvSpPr/>
          <p:nvPr/>
        </p:nvSpPr>
        <p:spPr>
          <a:xfrm>
            <a:off x="7946451" y="3111956"/>
            <a:ext cx="80475" cy="80475"/>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d122_09"/>
          <p:cNvSpPr/>
          <p:nvPr/>
        </p:nvSpPr>
        <p:spPr>
          <a:xfrm>
            <a:off x="8101669" y="3111956"/>
            <a:ext cx="80475" cy="80475"/>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d122_10"/>
          <p:cNvSpPr/>
          <p:nvPr/>
        </p:nvSpPr>
        <p:spPr>
          <a:xfrm>
            <a:off x="8256887" y="3111956"/>
            <a:ext cx="80475" cy="80475"/>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d122_11"/>
          <p:cNvSpPr/>
          <p:nvPr/>
        </p:nvSpPr>
        <p:spPr>
          <a:xfrm>
            <a:off x="8412106" y="3111956"/>
            <a:ext cx="80475" cy="80475"/>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d122_12"/>
          <p:cNvSpPr/>
          <p:nvPr/>
        </p:nvSpPr>
        <p:spPr>
          <a:xfrm>
            <a:off x="8567324" y="3111956"/>
            <a:ext cx="80475" cy="80475"/>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d122_13"/>
          <p:cNvSpPr/>
          <p:nvPr/>
        </p:nvSpPr>
        <p:spPr>
          <a:xfrm>
            <a:off x="8722542" y="3111956"/>
            <a:ext cx="80475" cy="80475"/>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d123_04"/>
          <p:cNvSpPr/>
          <p:nvPr/>
        </p:nvSpPr>
        <p:spPr>
          <a:xfrm>
            <a:off x="7325577" y="3018380"/>
            <a:ext cx="80475" cy="80475"/>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d123_05"/>
          <p:cNvSpPr/>
          <p:nvPr/>
        </p:nvSpPr>
        <p:spPr>
          <a:xfrm>
            <a:off x="7480796" y="3018380"/>
            <a:ext cx="80475" cy="80475"/>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d123_06"/>
          <p:cNvSpPr/>
          <p:nvPr/>
        </p:nvSpPr>
        <p:spPr>
          <a:xfrm>
            <a:off x="7636014" y="3018380"/>
            <a:ext cx="80475" cy="80475"/>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d123_07"/>
          <p:cNvSpPr/>
          <p:nvPr/>
        </p:nvSpPr>
        <p:spPr>
          <a:xfrm>
            <a:off x="7791232" y="3018380"/>
            <a:ext cx="80475" cy="80475"/>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d123_08"/>
          <p:cNvSpPr/>
          <p:nvPr/>
        </p:nvSpPr>
        <p:spPr>
          <a:xfrm>
            <a:off x="7946451" y="3018380"/>
            <a:ext cx="80475" cy="80475"/>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d123_09"/>
          <p:cNvSpPr/>
          <p:nvPr/>
        </p:nvSpPr>
        <p:spPr>
          <a:xfrm>
            <a:off x="8101669" y="3018380"/>
            <a:ext cx="80475" cy="80475"/>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d123_10"/>
          <p:cNvSpPr/>
          <p:nvPr/>
        </p:nvSpPr>
        <p:spPr>
          <a:xfrm>
            <a:off x="8256887" y="3018380"/>
            <a:ext cx="80475" cy="80475"/>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d123_11"/>
          <p:cNvSpPr/>
          <p:nvPr/>
        </p:nvSpPr>
        <p:spPr>
          <a:xfrm>
            <a:off x="8412106" y="3018380"/>
            <a:ext cx="80475" cy="80475"/>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123_12"/>
          <p:cNvSpPr/>
          <p:nvPr/>
        </p:nvSpPr>
        <p:spPr>
          <a:xfrm>
            <a:off x="8567324" y="3018380"/>
            <a:ext cx="80475" cy="80475"/>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d123_13"/>
          <p:cNvSpPr/>
          <p:nvPr/>
        </p:nvSpPr>
        <p:spPr>
          <a:xfrm>
            <a:off x="8722542" y="3018380"/>
            <a:ext cx="80475" cy="80475"/>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d123_14"/>
          <p:cNvSpPr/>
          <p:nvPr/>
        </p:nvSpPr>
        <p:spPr>
          <a:xfrm>
            <a:off x="8877761" y="3018380"/>
            <a:ext cx="80475" cy="80475"/>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d124_04"/>
          <p:cNvSpPr/>
          <p:nvPr/>
        </p:nvSpPr>
        <p:spPr>
          <a:xfrm>
            <a:off x="7325577" y="2924803"/>
            <a:ext cx="80475" cy="80475"/>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d124_05"/>
          <p:cNvSpPr/>
          <p:nvPr/>
        </p:nvSpPr>
        <p:spPr>
          <a:xfrm>
            <a:off x="7480796" y="2924803"/>
            <a:ext cx="80475" cy="80475"/>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d124_06"/>
          <p:cNvSpPr/>
          <p:nvPr/>
        </p:nvSpPr>
        <p:spPr>
          <a:xfrm>
            <a:off x="7636014" y="2924803"/>
            <a:ext cx="80475" cy="80475"/>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d124_07"/>
          <p:cNvSpPr/>
          <p:nvPr/>
        </p:nvSpPr>
        <p:spPr>
          <a:xfrm>
            <a:off x="7791232" y="2924803"/>
            <a:ext cx="80475" cy="80475"/>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d124_08"/>
          <p:cNvSpPr/>
          <p:nvPr/>
        </p:nvSpPr>
        <p:spPr>
          <a:xfrm>
            <a:off x="7946451" y="2924803"/>
            <a:ext cx="80475" cy="80475"/>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d124_09"/>
          <p:cNvSpPr/>
          <p:nvPr/>
        </p:nvSpPr>
        <p:spPr>
          <a:xfrm>
            <a:off x="8101669" y="2924803"/>
            <a:ext cx="80475" cy="80475"/>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d124_10"/>
          <p:cNvSpPr/>
          <p:nvPr/>
        </p:nvSpPr>
        <p:spPr>
          <a:xfrm>
            <a:off x="8256887" y="2924803"/>
            <a:ext cx="80475" cy="80475"/>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d124_11"/>
          <p:cNvSpPr/>
          <p:nvPr/>
        </p:nvSpPr>
        <p:spPr>
          <a:xfrm>
            <a:off x="8412106" y="2924803"/>
            <a:ext cx="80475" cy="80475"/>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d124_12"/>
          <p:cNvSpPr/>
          <p:nvPr/>
        </p:nvSpPr>
        <p:spPr>
          <a:xfrm>
            <a:off x="8567324" y="2924803"/>
            <a:ext cx="80475" cy="80475"/>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4" name="!!d124_13"/>
          <p:cNvSpPr/>
          <p:nvPr/>
        </p:nvSpPr>
        <p:spPr>
          <a:xfrm>
            <a:off x="8722542" y="2924803"/>
            <a:ext cx="80475" cy="80475"/>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d124_14"/>
          <p:cNvSpPr/>
          <p:nvPr/>
        </p:nvSpPr>
        <p:spPr>
          <a:xfrm>
            <a:off x="8877761" y="2924803"/>
            <a:ext cx="80475" cy="80475"/>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6" name="!!d125_04"/>
          <p:cNvSpPr/>
          <p:nvPr/>
        </p:nvSpPr>
        <p:spPr>
          <a:xfrm>
            <a:off x="7325577" y="2831227"/>
            <a:ext cx="80475" cy="80475"/>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d125_05"/>
          <p:cNvSpPr/>
          <p:nvPr/>
        </p:nvSpPr>
        <p:spPr>
          <a:xfrm>
            <a:off x="7480796" y="2831227"/>
            <a:ext cx="80475" cy="80475"/>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d125_06"/>
          <p:cNvSpPr/>
          <p:nvPr/>
        </p:nvSpPr>
        <p:spPr>
          <a:xfrm>
            <a:off x="7636014" y="2831227"/>
            <a:ext cx="80475" cy="80475"/>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d125_07"/>
          <p:cNvSpPr/>
          <p:nvPr/>
        </p:nvSpPr>
        <p:spPr>
          <a:xfrm>
            <a:off x="7791232" y="2831227"/>
            <a:ext cx="80475" cy="80475"/>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d125_08"/>
          <p:cNvSpPr/>
          <p:nvPr/>
        </p:nvSpPr>
        <p:spPr>
          <a:xfrm>
            <a:off x="7946451" y="2831227"/>
            <a:ext cx="80475" cy="80475"/>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d125_09"/>
          <p:cNvSpPr/>
          <p:nvPr/>
        </p:nvSpPr>
        <p:spPr>
          <a:xfrm>
            <a:off x="8101669" y="2831227"/>
            <a:ext cx="80475" cy="80475"/>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d125_10"/>
          <p:cNvSpPr/>
          <p:nvPr/>
        </p:nvSpPr>
        <p:spPr>
          <a:xfrm>
            <a:off x="8256887" y="2831227"/>
            <a:ext cx="80475" cy="80475"/>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d125_11"/>
          <p:cNvSpPr/>
          <p:nvPr/>
        </p:nvSpPr>
        <p:spPr>
          <a:xfrm>
            <a:off x="8412106" y="2831227"/>
            <a:ext cx="80475" cy="80475"/>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d125_12"/>
          <p:cNvSpPr/>
          <p:nvPr/>
        </p:nvSpPr>
        <p:spPr>
          <a:xfrm>
            <a:off x="8567324" y="2831227"/>
            <a:ext cx="80475" cy="80475"/>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d125_13"/>
          <p:cNvSpPr/>
          <p:nvPr/>
        </p:nvSpPr>
        <p:spPr>
          <a:xfrm>
            <a:off x="8722542" y="2831227"/>
            <a:ext cx="80475" cy="80475"/>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d125_14"/>
          <p:cNvSpPr/>
          <p:nvPr/>
        </p:nvSpPr>
        <p:spPr>
          <a:xfrm>
            <a:off x="8877761" y="2831227"/>
            <a:ext cx="80475" cy="80475"/>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d126_03"/>
          <p:cNvSpPr/>
          <p:nvPr/>
        </p:nvSpPr>
        <p:spPr>
          <a:xfrm>
            <a:off x="7170359" y="2737650"/>
            <a:ext cx="80475" cy="80475"/>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d126_04"/>
          <p:cNvSpPr/>
          <p:nvPr/>
        </p:nvSpPr>
        <p:spPr>
          <a:xfrm>
            <a:off x="7325577" y="2737650"/>
            <a:ext cx="80475" cy="80475"/>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d126_05"/>
          <p:cNvSpPr/>
          <p:nvPr/>
        </p:nvSpPr>
        <p:spPr>
          <a:xfrm>
            <a:off x="7480796" y="2737650"/>
            <a:ext cx="80475" cy="80475"/>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d126_06"/>
          <p:cNvSpPr/>
          <p:nvPr/>
        </p:nvSpPr>
        <p:spPr>
          <a:xfrm>
            <a:off x="7636014" y="2737650"/>
            <a:ext cx="80475" cy="80475"/>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d126_07"/>
          <p:cNvSpPr/>
          <p:nvPr/>
        </p:nvSpPr>
        <p:spPr>
          <a:xfrm>
            <a:off x="7791232" y="2737650"/>
            <a:ext cx="80475" cy="80475"/>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d126_08"/>
          <p:cNvSpPr/>
          <p:nvPr/>
        </p:nvSpPr>
        <p:spPr>
          <a:xfrm>
            <a:off x="7946451" y="2737650"/>
            <a:ext cx="80475" cy="80475"/>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d126_09"/>
          <p:cNvSpPr/>
          <p:nvPr/>
        </p:nvSpPr>
        <p:spPr>
          <a:xfrm>
            <a:off x="8101669" y="2737650"/>
            <a:ext cx="80475" cy="80475"/>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d126_10"/>
          <p:cNvSpPr/>
          <p:nvPr/>
        </p:nvSpPr>
        <p:spPr>
          <a:xfrm>
            <a:off x="8256887" y="2737650"/>
            <a:ext cx="80475" cy="80475"/>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d126_11"/>
          <p:cNvSpPr/>
          <p:nvPr/>
        </p:nvSpPr>
        <p:spPr>
          <a:xfrm>
            <a:off x="8412106" y="2737650"/>
            <a:ext cx="80475" cy="80475"/>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d126_12"/>
          <p:cNvSpPr/>
          <p:nvPr/>
        </p:nvSpPr>
        <p:spPr>
          <a:xfrm>
            <a:off x="8567324" y="2737650"/>
            <a:ext cx="80475" cy="80475"/>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d126_13"/>
          <p:cNvSpPr/>
          <p:nvPr/>
        </p:nvSpPr>
        <p:spPr>
          <a:xfrm>
            <a:off x="8722542" y="2737650"/>
            <a:ext cx="80475" cy="80475"/>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d126_14"/>
          <p:cNvSpPr/>
          <p:nvPr/>
        </p:nvSpPr>
        <p:spPr>
          <a:xfrm>
            <a:off x="8877761" y="2737650"/>
            <a:ext cx="80475" cy="80475"/>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d127_03"/>
          <p:cNvSpPr/>
          <p:nvPr/>
        </p:nvSpPr>
        <p:spPr>
          <a:xfrm>
            <a:off x="7170359" y="2644073"/>
            <a:ext cx="80475" cy="80475"/>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d127_04"/>
          <p:cNvSpPr/>
          <p:nvPr/>
        </p:nvSpPr>
        <p:spPr>
          <a:xfrm>
            <a:off x="7325577" y="2644073"/>
            <a:ext cx="80475" cy="80475"/>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d127_05"/>
          <p:cNvSpPr/>
          <p:nvPr/>
        </p:nvSpPr>
        <p:spPr>
          <a:xfrm>
            <a:off x="7480796" y="2644073"/>
            <a:ext cx="80475" cy="80475"/>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d127_06"/>
          <p:cNvSpPr/>
          <p:nvPr/>
        </p:nvSpPr>
        <p:spPr>
          <a:xfrm>
            <a:off x="7636014" y="2644073"/>
            <a:ext cx="80475" cy="80475"/>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d127_07"/>
          <p:cNvSpPr/>
          <p:nvPr/>
        </p:nvSpPr>
        <p:spPr>
          <a:xfrm>
            <a:off x="7791232" y="2644073"/>
            <a:ext cx="80475" cy="80475"/>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d127_08"/>
          <p:cNvSpPr/>
          <p:nvPr/>
        </p:nvSpPr>
        <p:spPr>
          <a:xfrm>
            <a:off x="7946451" y="2644073"/>
            <a:ext cx="80475" cy="80475"/>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d127_09"/>
          <p:cNvSpPr/>
          <p:nvPr/>
        </p:nvSpPr>
        <p:spPr>
          <a:xfrm>
            <a:off x="8101669" y="2644073"/>
            <a:ext cx="80475" cy="80475"/>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d127_10"/>
          <p:cNvSpPr/>
          <p:nvPr/>
        </p:nvSpPr>
        <p:spPr>
          <a:xfrm>
            <a:off x="8256887" y="2644073"/>
            <a:ext cx="80475" cy="80475"/>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d127_11"/>
          <p:cNvSpPr/>
          <p:nvPr/>
        </p:nvSpPr>
        <p:spPr>
          <a:xfrm>
            <a:off x="8412106" y="2644073"/>
            <a:ext cx="80475" cy="80475"/>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d127_12"/>
          <p:cNvSpPr/>
          <p:nvPr/>
        </p:nvSpPr>
        <p:spPr>
          <a:xfrm>
            <a:off x="8567324" y="2644073"/>
            <a:ext cx="80475" cy="80475"/>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d127_13"/>
          <p:cNvSpPr/>
          <p:nvPr/>
        </p:nvSpPr>
        <p:spPr>
          <a:xfrm>
            <a:off x="8722542" y="2644073"/>
            <a:ext cx="80475" cy="80475"/>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d127_14"/>
          <p:cNvSpPr/>
          <p:nvPr/>
        </p:nvSpPr>
        <p:spPr>
          <a:xfrm>
            <a:off x="8877761" y="2644073"/>
            <a:ext cx="80475" cy="80475"/>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d128_03"/>
          <p:cNvSpPr/>
          <p:nvPr/>
        </p:nvSpPr>
        <p:spPr>
          <a:xfrm>
            <a:off x="7170359" y="2550497"/>
            <a:ext cx="80475" cy="80475"/>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d128_04"/>
          <p:cNvSpPr/>
          <p:nvPr/>
        </p:nvSpPr>
        <p:spPr>
          <a:xfrm>
            <a:off x="7325577" y="2550497"/>
            <a:ext cx="80475" cy="80475"/>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d128_05"/>
          <p:cNvSpPr/>
          <p:nvPr/>
        </p:nvSpPr>
        <p:spPr>
          <a:xfrm>
            <a:off x="7480796" y="2550497"/>
            <a:ext cx="80475" cy="80475"/>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d128_06"/>
          <p:cNvSpPr/>
          <p:nvPr/>
        </p:nvSpPr>
        <p:spPr>
          <a:xfrm>
            <a:off x="7636014" y="2550497"/>
            <a:ext cx="80475" cy="80475"/>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d128_07"/>
          <p:cNvSpPr/>
          <p:nvPr/>
        </p:nvSpPr>
        <p:spPr>
          <a:xfrm>
            <a:off x="7791232" y="2550497"/>
            <a:ext cx="80475" cy="80475"/>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d128_08"/>
          <p:cNvSpPr/>
          <p:nvPr/>
        </p:nvSpPr>
        <p:spPr>
          <a:xfrm>
            <a:off x="7946451" y="2550497"/>
            <a:ext cx="80475" cy="80475"/>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d128_09"/>
          <p:cNvSpPr/>
          <p:nvPr/>
        </p:nvSpPr>
        <p:spPr>
          <a:xfrm>
            <a:off x="8101669" y="2550497"/>
            <a:ext cx="80475" cy="80475"/>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d128_10"/>
          <p:cNvSpPr/>
          <p:nvPr/>
        </p:nvSpPr>
        <p:spPr>
          <a:xfrm>
            <a:off x="8256887" y="2550497"/>
            <a:ext cx="80475" cy="80475"/>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d128_11"/>
          <p:cNvSpPr/>
          <p:nvPr/>
        </p:nvSpPr>
        <p:spPr>
          <a:xfrm>
            <a:off x="8412106" y="2550497"/>
            <a:ext cx="80475" cy="80475"/>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d128_12"/>
          <p:cNvSpPr/>
          <p:nvPr/>
        </p:nvSpPr>
        <p:spPr>
          <a:xfrm>
            <a:off x="8567324" y="2550497"/>
            <a:ext cx="80475" cy="80475"/>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d128_13"/>
          <p:cNvSpPr/>
          <p:nvPr/>
        </p:nvSpPr>
        <p:spPr>
          <a:xfrm>
            <a:off x="8722542" y="2550497"/>
            <a:ext cx="80475" cy="80475"/>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d128_14"/>
          <p:cNvSpPr/>
          <p:nvPr/>
        </p:nvSpPr>
        <p:spPr>
          <a:xfrm>
            <a:off x="8877761" y="2550497"/>
            <a:ext cx="80475" cy="80475"/>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d129_03"/>
          <p:cNvSpPr/>
          <p:nvPr/>
        </p:nvSpPr>
        <p:spPr>
          <a:xfrm>
            <a:off x="7170359" y="2456920"/>
            <a:ext cx="80475" cy="80475"/>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d129_04"/>
          <p:cNvSpPr/>
          <p:nvPr/>
        </p:nvSpPr>
        <p:spPr>
          <a:xfrm>
            <a:off x="7325577" y="2456920"/>
            <a:ext cx="80475" cy="80475"/>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d129_05"/>
          <p:cNvSpPr/>
          <p:nvPr/>
        </p:nvSpPr>
        <p:spPr>
          <a:xfrm>
            <a:off x="7480796" y="2456920"/>
            <a:ext cx="80475" cy="80475"/>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d129_06"/>
          <p:cNvSpPr/>
          <p:nvPr/>
        </p:nvSpPr>
        <p:spPr>
          <a:xfrm>
            <a:off x="7636014" y="2456920"/>
            <a:ext cx="80475" cy="80475"/>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d129_07"/>
          <p:cNvSpPr/>
          <p:nvPr/>
        </p:nvSpPr>
        <p:spPr>
          <a:xfrm>
            <a:off x="7791232" y="2456920"/>
            <a:ext cx="80475" cy="80475"/>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d129_08"/>
          <p:cNvSpPr/>
          <p:nvPr/>
        </p:nvSpPr>
        <p:spPr>
          <a:xfrm>
            <a:off x="7946451" y="2456920"/>
            <a:ext cx="80475" cy="80475"/>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d129_09"/>
          <p:cNvSpPr/>
          <p:nvPr/>
        </p:nvSpPr>
        <p:spPr>
          <a:xfrm>
            <a:off x="8101669" y="2456920"/>
            <a:ext cx="80475" cy="80475"/>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d129_10"/>
          <p:cNvSpPr/>
          <p:nvPr/>
        </p:nvSpPr>
        <p:spPr>
          <a:xfrm>
            <a:off x="8256887" y="2456920"/>
            <a:ext cx="80475" cy="80475"/>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d129_11"/>
          <p:cNvSpPr/>
          <p:nvPr/>
        </p:nvSpPr>
        <p:spPr>
          <a:xfrm>
            <a:off x="8412106" y="2456920"/>
            <a:ext cx="80475" cy="80475"/>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d129_12"/>
          <p:cNvSpPr/>
          <p:nvPr/>
        </p:nvSpPr>
        <p:spPr>
          <a:xfrm>
            <a:off x="8567324" y="2456920"/>
            <a:ext cx="80475" cy="80475"/>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d129_13"/>
          <p:cNvSpPr/>
          <p:nvPr/>
        </p:nvSpPr>
        <p:spPr>
          <a:xfrm>
            <a:off x="8722542" y="2456920"/>
            <a:ext cx="80475" cy="80475"/>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d130_03"/>
          <p:cNvSpPr/>
          <p:nvPr/>
        </p:nvSpPr>
        <p:spPr>
          <a:xfrm>
            <a:off x="7170359" y="2363344"/>
            <a:ext cx="80475" cy="80475"/>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d130_04"/>
          <p:cNvSpPr/>
          <p:nvPr/>
        </p:nvSpPr>
        <p:spPr>
          <a:xfrm>
            <a:off x="7325577" y="2363344"/>
            <a:ext cx="80475" cy="80475"/>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d130_05"/>
          <p:cNvSpPr/>
          <p:nvPr/>
        </p:nvSpPr>
        <p:spPr>
          <a:xfrm>
            <a:off x="7480796" y="2363344"/>
            <a:ext cx="80475" cy="80475"/>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d130_06"/>
          <p:cNvSpPr/>
          <p:nvPr/>
        </p:nvSpPr>
        <p:spPr>
          <a:xfrm>
            <a:off x="7636014" y="2363344"/>
            <a:ext cx="80475" cy="80475"/>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d130_07"/>
          <p:cNvSpPr/>
          <p:nvPr/>
        </p:nvSpPr>
        <p:spPr>
          <a:xfrm>
            <a:off x="7791232" y="2363344"/>
            <a:ext cx="80475" cy="80475"/>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d130_08"/>
          <p:cNvSpPr/>
          <p:nvPr/>
        </p:nvSpPr>
        <p:spPr>
          <a:xfrm>
            <a:off x="7946451" y="2363344"/>
            <a:ext cx="80475" cy="80475"/>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d130_09"/>
          <p:cNvSpPr/>
          <p:nvPr/>
        </p:nvSpPr>
        <p:spPr>
          <a:xfrm>
            <a:off x="8101669" y="2363344"/>
            <a:ext cx="80475" cy="80475"/>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d130_10"/>
          <p:cNvSpPr/>
          <p:nvPr/>
        </p:nvSpPr>
        <p:spPr>
          <a:xfrm>
            <a:off x="8256887" y="2363344"/>
            <a:ext cx="80475" cy="80475"/>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d130_11"/>
          <p:cNvSpPr/>
          <p:nvPr/>
        </p:nvSpPr>
        <p:spPr>
          <a:xfrm>
            <a:off x="8412106" y="2363344"/>
            <a:ext cx="80475" cy="80475"/>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d130_12"/>
          <p:cNvSpPr/>
          <p:nvPr/>
        </p:nvSpPr>
        <p:spPr>
          <a:xfrm>
            <a:off x="8567324" y="2363344"/>
            <a:ext cx="80475" cy="80475"/>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d130_13"/>
          <p:cNvSpPr/>
          <p:nvPr/>
        </p:nvSpPr>
        <p:spPr>
          <a:xfrm>
            <a:off x="8722542" y="2363344"/>
            <a:ext cx="80475" cy="80475"/>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d131_03"/>
          <p:cNvSpPr/>
          <p:nvPr/>
        </p:nvSpPr>
        <p:spPr>
          <a:xfrm>
            <a:off x="7170359" y="2269767"/>
            <a:ext cx="80475" cy="80475"/>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d131_04"/>
          <p:cNvSpPr/>
          <p:nvPr/>
        </p:nvSpPr>
        <p:spPr>
          <a:xfrm>
            <a:off x="7325577" y="2269767"/>
            <a:ext cx="80475" cy="80475"/>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d131_05"/>
          <p:cNvSpPr/>
          <p:nvPr/>
        </p:nvSpPr>
        <p:spPr>
          <a:xfrm>
            <a:off x="7480796" y="2269767"/>
            <a:ext cx="80475" cy="80475"/>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d131_06"/>
          <p:cNvSpPr/>
          <p:nvPr/>
        </p:nvSpPr>
        <p:spPr>
          <a:xfrm>
            <a:off x="7636014" y="2269767"/>
            <a:ext cx="80475" cy="80475"/>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d131_07"/>
          <p:cNvSpPr/>
          <p:nvPr/>
        </p:nvSpPr>
        <p:spPr>
          <a:xfrm>
            <a:off x="7791232" y="2269767"/>
            <a:ext cx="80475" cy="80475"/>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d131_08"/>
          <p:cNvSpPr/>
          <p:nvPr/>
        </p:nvSpPr>
        <p:spPr>
          <a:xfrm>
            <a:off x="7946451" y="2269767"/>
            <a:ext cx="80475" cy="80475"/>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d131_09"/>
          <p:cNvSpPr/>
          <p:nvPr/>
        </p:nvSpPr>
        <p:spPr>
          <a:xfrm>
            <a:off x="8101669" y="2269767"/>
            <a:ext cx="80475" cy="80475"/>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d131_10"/>
          <p:cNvSpPr/>
          <p:nvPr/>
        </p:nvSpPr>
        <p:spPr>
          <a:xfrm>
            <a:off x="8256887" y="2269767"/>
            <a:ext cx="80475" cy="80475"/>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d131_11"/>
          <p:cNvSpPr/>
          <p:nvPr/>
        </p:nvSpPr>
        <p:spPr>
          <a:xfrm>
            <a:off x="8412106" y="2269767"/>
            <a:ext cx="80475" cy="80475"/>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d131_12"/>
          <p:cNvSpPr/>
          <p:nvPr/>
        </p:nvSpPr>
        <p:spPr>
          <a:xfrm>
            <a:off x="8567324" y="2269767"/>
            <a:ext cx="80475" cy="80475"/>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d131_13"/>
          <p:cNvSpPr/>
          <p:nvPr/>
        </p:nvSpPr>
        <p:spPr>
          <a:xfrm>
            <a:off x="8722542" y="2269767"/>
            <a:ext cx="80475" cy="80475"/>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d132_03"/>
          <p:cNvSpPr/>
          <p:nvPr/>
        </p:nvSpPr>
        <p:spPr>
          <a:xfrm>
            <a:off x="7170359" y="2176190"/>
            <a:ext cx="80475" cy="80475"/>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d132_04"/>
          <p:cNvSpPr/>
          <p:nvPr/>
        </p:nvSpPr>
        <p:spPr>
          <a:xfrm>
            <a:off x="7325577" y="2176190"/>
            <a:ext cx="80475" cy="80475"/>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d132_05"/>
          <p:cNvSpPr/>
          <p:nvPr/>
        </p:nvSpPr>
        <p:spPr>
          <a:xfrm>
            <a:off x="7480796" y="2176190"/>
            <a:ext cx="80475" cy="80475"/>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d132_06"/>
          <p:cNvSpPr/>
          <p:nvPr/>
        </p:nvSpPr>
        <p:spPr>
          <a:xfrm>
            <a:off x="7636014" y="2176190"/>
            <a:ext cx="80475" cy="80475"/>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d132_07"/>
          <p:cNvSpPr/>
          <p:nvPr/>
        </p:nvSpPr>
        <p:spPr>
          <a:xfrm>
            <a:off x="7791232" y="2176190"/>
            <a:ext cx="80475" cy="80475"/>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d132_08"/>
          <p:cNvSpPr/>
          <p:nvPr/>
        </p:nvSpPr>
        <p:spPr>
          <a:xfrm>
            <a:off x="7946451" y="2176190"/>
            <a:ext cx="80475" cy="80475"/>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d132_09"/>
          <p:cNvSpPr/>
          <p:nvPr/>
        </p:nvSpPr>
        <p:spPr>
          <a:xfrm>
            <a:off x="8101669" y="2176190"/>
            <a:ext cx="80475" cy="80475"/>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d132_10"/>
          <p:cNvSpPr/>
          <p:nvPr/>
        </p:nvSpPr>
        <p:spPr>
          <a:xfrm>
            <a:off x="8256887" y="2176190"/>
            <a:ext cx="80475" cy="80475"/>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d132_11"/>
          <p:cNvSpPr/>
          <p:nvPr/>
        </p:nvSpPr>
        <p:spPr>
          <a:xfrm>
            <a:off x="8412106" y="2176190"/>
            <a:ext cx="80475" cy="80475"/>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d132_12"/>
          <p:cNvSpPr/>
          <p:nvPr/>
        </p:nvSpPr>
        <p:spPr>
          <a:xfrm>
            <a:off x="8567324" y="2176190"/>
            <a:ext cx="80475" cy="80475"/>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d133_03"/>
          <p:cNvSpPr/>
          <p:nvPr/>
        </p:nvSpPr>
        <p:spPr>
          <a:xfrm>
            <a:off x="7170359" y="2082614"/>
            <a:ext cx="80475" cy="80475"/>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d133_04"/>
          <p:cNvSpPr/>
          <p:nvPr/>
        </p:nvSpPr>
        <p:spPr>
          <a:xfrm>
            <a:off x="7325577" y="2082614"/>
            <a:ext cx="80475" cy="80475"/>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d133_05"/>
          <p:cNvSpPr/>
          <p:nvPr/>
        </p:nvSpPr>
        <p:spPr>
          <a:xfrm>
            <a:off x="7480796" y="2082614"/>
            <a:ext cx="80475" cy="80475"/>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d133_06"/>
          <p:cNvSpPr/>
          <p:nvPr/>
        </p:nvSpPr>
        <p:spPr>
          <a:xfrm>
            <a:off x="7636014" y="2082614"/>
            <a:ext cx="80475" cy="80475"/>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d133_07"/>
          <p:cNvSpPr/>
          <p:nvPr/>
        </p:nvSpPr>
        <p:spPr>
          <a:xfrm>
            <a:off x="7791232" y="2082614"/>
            <a:ext cx="80475" cy="80475"/>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d133_08"/>
          <p:cNvSpPr/>
          <p:nvPr/>
        </p:nvSpPr>
        <p:spPr>
          <a:xfrm>
            <a:off x="7946451" y="2082614"/>
            <a:ext cx="80475" cy="80475"/>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d133_09"/>
          <p:cNvSpPr/>
          <p:nvPr/>
        </p:nvSpPr>
        <p:spPr>
          <a:xfrm>
            <a:off x="8101669" y="2082614"/>
            <a:ext cx="80475" cy="80475"/>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d133_10"/>
          <p:cNvSpPr/>
          <p:nvPr/>
        </p:nvSpPr>
        <p:spPr>
          <a:xfrm>
            <a:off x="8256887" y="2082614"/>
            <a:ext cx="80475" cy="80475"/>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d133_11"/>
          <p:cNvSpPr/>
          <p:nvPr/>
        </p:nvSpPr>
        <p:spPr>
          <a:xfrm>
            <a:off x="8412106" y="2082614"/>
            <a:ext cx="80475" cy="80475"/>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d133_12"/>
          <p:cNvSpPr/>
          <p:nvPr/>
        </p:nvSpPr>
        <p:spPr>
          <a:xfrm>
            <a:off x="8567324" y="2082614"/>
            <a:ext cx="80475" cy="80475"/>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d134_03"/>
          <p:cNvSpPr/>
          <p:nvPr/>
        </p:nvSpPr>
        <p:spPr>
          <a:xfrm>
            <a:off x="7170359" y="1989037"/>
            <a:ext cx="80475" cy="80475"/>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d134_04"/>
          <p:cNvSpPr/>
          <p:nvPr/>
        </p:nvSpPr>
        <p:spPr>
          <a:xfrm>
            <a:off x="7325577" y="1989037"/>
            <a:ext cx="80475" cy="80475"/>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d134_05"/>
          <p:cNvSpPr/>
          <p:nvPr/>
        </p:nvSpPr>
        <p:spPr>
          <a:xfrm>
            <a:off x="7480796" y="1989037"/>
            <a:ext cx="80475" cy="80475"/>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d134_06"/>
          <p:cNvSpPr/>
          <p:nvPr/>
        </p:nvSpPr>
        <p:spPr>
          <a:xfrm>
            <a:off x="7636014" y="1989037"/>
            <a:ext cx="80475" cy="80475"/>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d134_07"/>
          <p:cNvSpPr/>
          <p:nvPr/>
        </p:nvSpPr>
        <p:spPr>
          <a:xfrm>
            <a:off x="7791232" y="1989037"/>
            <a:ext cx="80475" cy="80475"/>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d134_08"/>
          <p:cNvSpPr/>
          <p:nvPr/>
        </p:nvSpPr>
        <p:spPr>
          <a:xfrm>
            <a:off x="7946451" y="1989037"/>
            <a:ext cx="80475" cy="80475"/>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d134_09"/>
          <p:cNvSpPr/>
          <p:nvPr/>
        </p:nvSpPr>
        <p:spPr>
          <a:xfrm>
            <a:off x="8101669" y="1989037"/>
            <a:ext cx="80475" cy="80475"/>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d134_10"/>
          <p:cNvSpPr/>
          <p:nvPr/>
        </p:nvSpPr>
        <p:spPr>
          <a:xfrm>
            <a:off x="8256887" y="1989037"/>
            <a:ext cx="80475" cy="80475"/>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d134_11"/>
          <p:cNvSpPr/>
          <p:nvPr/>
        </p:nvSpPr>
        <p:spPr>
          <a:xfrm>
            <a:off x="8412106" y="1989037"/>
            <a:ext cx="80475" cy="80475"/>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d135_04"/>
          <p:cNvSpPr/>
          <p:nvPr/>
        </p:nvSpPr>
        <p:spPr>
          <a:xfrm>
            <a:off x="7325577" y="1895461"/>
            <a:ext cx="80475" cy="80475"/>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d135_05"/>
          <p:cNvSpPr/>
          <p:nvPr/>
        </p:nvSpPr>
        <p:spPr>
          <a:xfrm>
            <a:off x="7480796" y="1895461"/>
            <a:ext cx="80475" cy="80475"/>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d135_06"/>
          <p:cNvSpPr/>
          <p:nvPr/>
        </p:nvSpPr>
        <p:spPr>
          <a:xfrm>
            <a:off x="7636014" y="1895461"/>
            <a:ext cx="80475" cy="80475"/>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d135_07"/>
          <p:cNvSpPr/>
          <p:nvPr/>
        </p:nvSpPr>
        <p:spPr>
          <a:xfrm>
            <a:off x="7791232" y="1895461"/>
            <a:ext cx="80475" cy="80475"/>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d135_08"/>
          <p:cNvSpPr/>
          <p:nvPr/>
        </p:nvSpPr>
        <p:spPr>
          <a:xfrm>
            <a:off x="7946451" y="1895461"/>
            <a:ext cx="80475" cy="80475"/>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d135_09"/>
          <p:cNvSpPr/>
          <p:nvPr/>
        </p:nvSpPr>
        <p:spPr>
          <a:xfrm>
            <a:off x="8101669" y="1895461"/>
            <a:ext cx="80475" cy="80475"/>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d135_10"/>
          <p:cNvSpPr/>
          <p:nvPr/>
        </p:nvSpPr>
        <p:spPr>
          <a:xfrm>
            <a:off x="8256887" y="1895461"/>
            <a:ext cx="80475" cy="80475"/>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d135_11"/>
          <p:cNvSpPr/>
          <p:nvPr/>
        </p:nvSpPr>
        <p:spPr>
          <a:xfrm>
            <a:off x="8412106" y="1895461"/>
            <a:ext cx="80475" cy="80475"/>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d136_04"/>
          <p:cNvSpPr/>
          <p:nvPr/>
        </p:nvSpPr>
        <p:spPr>
          <a:xfrm>
            <a:off x="7325577" y="1801884"/>
            <a:ext cx="80475" cy="80475"/>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d136_05"/>
          <p:cNvSpPr/>
          <p:nvPr/>
        </p:nvSpPr>
        <p:spPr>
          <a:xfrm>
            <a:off x="7480796" y="1801884"/>
            <a:ext cx="80475" cy="80475"/>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d136_06"/>
          <p:cNvSpPr/>
          <p:nvPr/>
        </p:nvSpPr>
        <p:spPr>
          <a:xfrm>
            <a:off x="7636014" y="1801884"/>
            <a:ext cx="80475" cy="80475"/>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d136_07"/>
          <p:cNvSpPr/>
          <p:nvPr/>
        </p:nvSpPr>
        <p:spPr>
          <a:xfrm>
            <a:off x="7791232" y="1801884"/>
            <a:ext cx="80475" cy="80475"/>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d136_08"/>
          <p:cNvSpPr/>
          <p:nvPr/>
        </p:nvSpPr>
        <p:spPr>
          <a:xfrm>
            <a:off x="7946451" y="1801884"/>
            <a:ext cx="80475" cy="80475"/>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d136_09"/>
          <p:cNvSpPr/>
          <p:nvPr/>
        </p:nvSpPr>
        <p:spPr>
          <a:xfrm>
            <a:off x="8101669" y="1801884"/>
            <a:ext cx="80475" cy="80475"/>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d136_10"/>
          <p:cNvSpPr/>
          <p:nvPr/>
        </p:nvSpPr>
        <p:spPr>
          <a:xfrm>
            <a:off x="8256887" y="1801884"/>
            <a:ext cx="80475" cy="80475"/>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d137_04"/>
          <p:cNvSpPr/>
          <p:nvPr/>
        </p:nvSpPr>
        <p:spPr>
          <a:xfrm>
            <a:off x="7325577" y="1708307"/>
            <a:ext cx="80475" cy="80475"/>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d137_05"/>
          <p:cNvSpPr/>
          <p:nvPr/>
        </p:nvSpPr>
        <p:spPr>
          <a:xfrm>
            <a:off x="7480796" y="1708307"/>
            <a:ext cx="80475" cy="80475"/>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d137_06"/>
          <p:cNvSpPr/>
          <p:nvPr/>
        </p:nvSpPr>
        <p:spPr>
          <a:xfrm>
            <a:off x="7636014" y="1708307"/>
            <a:ext cx="80475" cy="80475"/>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d137_07"/>
          <p:cNvSpPr/>
          <p:nvPr/>
        </p:nvSpPr>
        <p:spPr>
          <a:xfrm>
            <a:off x="7791232" y="1708307"/>
            <a:ext cx="80475" cy="80475"/>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d137_08"/>
          <p:cNvSpPr/>
          <p:nvPr/>
        </p:nvSpPr>
        <p:spPr>
          <a:xfrm>
            <a:off x="7946451" y="1708307"/>
            <a:ext cx="80475" cy="80475"/>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d137_09"/>
          <p:cNvSpPr/>
          <p:nvPr/>
        </p:nvSpPr>
        <p:spPr>
          <a:xfrm>
            <a:off x="8101669" y="1708307"/>
            <a:ext cx="80475" cy="80475"/>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TextBox 655"/>
          <p:cNvSpPr txBox="1"/>
          <p:nvPr/>
        </p:nvSpPr>
        <p:spPr>
          <a:xfrm>
            <a:off x="6476838" y="5359266"/>
            <a:ext cx="3174920" cy="825479"/>
          </a:xfrm>
          <a:prstGeom prst="rect">
            <a:avLst/>
          </a:prstGeom>
          <a:noFill/>
        </p:spPr>
        <p:txBody>
          <a:bodyPr wrap="square" anchor="t" lIns="0" rIns="0" tIns="0" bIns="0">
            <a:spAutoFit/>
          </a:bodyPr>
          <a:lstStyle/>
          <a:p>
            <a:pPr algn="ctr">
              <a:lnSpc>
                <a:spcPct val="100000"/>
              </a:lnSpc>
            </a:pPr>
            <a:r>
              <a:rPr sz="6400" b="1">
                <a:solidFill>
                  <a:srgbClr val="52BDEC"/>
                </a:solidFill>
                <a:latin typeface="Segoe UI"/>
              </a:rPr>
              <a:t>186</a:t>
            </a:r>
          </a:p>
        </p:txBody>
      </p:sp>
      <p:sp>
        <p:nvSpPr>
          <p:cNvPr id="657" name="TextBox 656"/>
          <p:cNvSpPr txBox="1"/>
          <p:nvPr/>
        </p:nvSpPr>
        <p:spPr>
          <a:xfrm>
            <a:off x="6476838" y="6146646"/>
            <a:ext cx="3174920" cy="253993"/>
          </a:xfrm>
          <a:prstGeom prst="rect">
            <a:avLst/>
          </a:prstGeom>
          <a:noFill/>
        </p:spPr>
        <p:txBody>
          <a:bodyPr wrap="square" anchor="t" lIns="0" rIns="0" tIns="0" bIns="0">
            <a:spAutoFit/>
          </a:bodyPr>
          <a:lstStyle/>
          <a:p>
            <a:pPr algn="ctr">
              <a:lnSpc>
                <a:spcPct val="125000"/>
              </a:lnSpc>
            </a:pPr>
            <a:r>
              <a:rPr sz="1400" b="0" spc="140">
                <a:solidFill>
                  <a:srgbClr val="8FB6D0"/>
                </a:solidFill>
                <a:latin typeface="Consolas"/>
              </a:rPr>
              <a:t>KPA  ·  MET PARADISE</a:t>
            </a:r>
          </a:p>
        </p:txBody>
      </p:sp>
      <p:sp>
        <p:nvSpPr>
          <p:cNvPr id="658" name="Rectangle 657"/>
          <p:cNvSpPr/>
          <p:nvPr/>
        </p:nvSpPr>
        <p:spPr>
          <a:xfrm>
            <a:off x="6349841" y="3428914"/>
            <a:ext cx="634984" cy="19049"/>
          </a:xfrm>
          <a:prstGeom prst="rect">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TextBox 658"/>
          <p:cNvSpPr txBox="1"/>
          <p:nvPr/>
        </p:nvSpPr>
        <p:spPr>
          <a:xfrm>
            <a:off x="634984" y="6603834"/>
            <a:ext cx="10921726"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Illustratief voorbeeld van een drukgestuurde aanpassing · Protocolversie 1.0 · 17 mei 2026 · S71769</a:t>
            </a:r>
          </a:p>
        </p:txBody>
      </p:sp>
    </p:spTree>
  </p:cSld>
  <p:clrMapOvr>
    <a:masterClrMapping/>
  </p:clrMapOvr>
  <p:transition xmlns:p14="http://schemas.microsoft.com/office/powerpoint/2010/main" spd="slow" p14:dur="900">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00407A"/>
              </a:gs>
              <a:gs pos="100000">
                <a:srgbClr val="1D8DB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634984" y="2031949"/>
            <a:ext cx="11048723" cy="2158946"/>
          </a:xfrm>
          <a:prstGeom prst="rect">
            <a:avLst/>
          </a:prstGeom>
          <a:noFill/>
        </p:spPr>
        <p:txBody>
          <a:bodyPr wrap="none" anchor="t" lIns="0" rIns="0" tIns="0" bIns="0">
            <a:spAutoFit/>
          </a:bodyPr>
          <a:lstStyle/>
          <a:p>
            <a:pPr algn="l">
              <a:lnSpc>
                <a:spcPct val="86000"/>
              </a:lnSpc>
            </a:pPr>
            <a:r>
              <a:rPr sz="16600" b="1">
                <a:solidFill>
                  <a:srgbClr val="FFFFFF"/>
                </a:solidFill>
                <a:latin typeface="Segoe UI"/>
              </a:rPr>
              <a:t>PARADISE</a:t>
            </a:r>
          </a:p>
        </p:txBody>
      </p:sp>
      <p:sp>
        <p:nvSpPr>
          <p:cNvPr id="5" name="Rectangle 4"/>
          <p:cNvSpPr/>
          <p:nvPr/>
        </p:nvSpPr>
        <p:spPr>
          <a:xfrm>
            <a:off x="673083" y="4038499"/>
            <a:ext cx="6349841" cy="2539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73083" y="4267093"/>
            <a:ext cx="8889777" cy="380990"/>
          </a:xfrm>
          <a:prstGeom prst="rect">
            <a:avLst/>
          </a:prstGeom>
          <a:noFill/>
        </p:spPr>
        <p:txBody>
          <a:bodyPr wrap="square" anchor="t" lIns="0" rIns="0" tIns="0" bIns="0">
            <a:spAutoFit/>
          </a:bodyPr>
          <a:lstStyle/>
          <a:p>
            <a:pPr algn="l">
              <a:lnSpc>
                <a:spcPct val="125000"/>
              </a:lnSpc>
            </a:pPr>
            <a:r>
              <a:rPr sz="3000" b="1">
                <a:solidFill>
                  <a:srgbClr val="FFFFFF"/>
                </a:solidFill>
                <a:latin typeface="Segoe UI"/>
              </a:rPr>
              <a:t>Opleidingssessie voor de zes voetklinieken</a:t>
            </a:r>
          </a:p>
        </p:txBody>
      </p:sp>
      <p:sp>
        <p:nvSpPr>
          <p:cNvPr id="7" name="TextBox 6"/>
          <p:cNvSpPr txBox="1"/>
          <p:nvPr/>
        </p:nvSpPr>
        <p:spPr>
          <a:xfrm>
            <a:off x="673083" y="5206869"/>
            <a:ext cx="1777955" cy="507987"/>
          </a:xfrm>
          <a:prstGeom prst="rect">
            <a:avLst/>
          </a:prstGeom>
          <a:noFill/>
        </p:spPr>
        <p:txBody>
          <a:bodyPr wrap="square" anchor="t" lIns="0" rIns="0" tIns="0" bIns="0">
            <a:spAutoFit/>
          </a:bodyPr>
          <a:lstStyle/>
          <a:p>
            <a:pPr algn="l">
              <a:lnSpc>
                <a:spcPct val="100000"/>
              </a:lnSpc>
            </a:pPr>
            <a:r>
              <a:rPr sz="4000" b="1">
                <a:solidFill>
                  <a:srgbClr val="FFFFFF"/>
                </a:solidFill>
                <a:latin typeface="Segoe UI"/>
              </a:rPr>
              <a:t>6</a:t>
            </a:r>
          </a:p>
        </p:txBody>
      </p:sp>
      <p:sp>
        <p:nvSpPr>
          <p:cNvPr id="8" name="TextBox 7"/>
          <p:cNvSpPr txBox="1"/>
          <p:nvPr/>
        </p:nvSpPr>
        <p:spPr>
          <a:xfrm>
            <a:off x="685782" y="5638659"/>
            <a:ext cx="1777955" cy="253993"/>
          </a:xfrm>
          <a:prstGeom prst="rect">
            <a:avLst/>
          </a:prstGeom>
          <a:noFill/>
        </p:spPr>
        <p:txBody>
          <a:bodyPr wrap="square" anchor="t" lIns="0" rIns="0" tIns="0" bIns="0">
            <a:spAutoFit/>
          </a:bodyPr>
          <a:lstStyle/>
          <a:p>
            <a:pPr algn="l">
              <a:lnSpc>
                <a:spcPct val="125000"/>
              </a:lnSpc>
            </a:pPr>
            <a:r>
              <a:rPr sz="1250" b="0" spc="140">
                <a:solidFill>
                  <a:srgbClr val="FFFFFF"/>
                </a:solidFill>
                <a:latin typeface="Consolas"/>
              </a:rPr>
              <a:t>CENTRA</a:t>
            </a:r>
          </a:p>
        </p:txBody>
      </p:sp>
      <p:sp>
        <p:nvSpPr>
          <p:cNvPr id="9" name="TextBox 8"/>
          <p:cNvSpPr txBox="1"/>
          <p:nvPr/>
        </p:nvSpPr>
        <p:spPr>
          <a:xfrm>
            <a:off x="2578035" y="5206869"/>
            <a:ext cx="1777955" cy="507987"/>
          </a:xfrm>
          <a:prstGeom prst="rect">
            <a:avLst/>
          </a:prstGeom>
          <a:noFill/>
        </p:spPr>
        <p:txBody>
          <a:bodyPr wrap="square" anchor="t" lIns="0" rIns="0" tIns="0" bIns="0">
            <a:spAutoFit/>
          </a:bodyPr>
          <a:lstStyle/>
          <a:p>
            <a:pPr algn="l">
              <a:lnSpc>
                <a:spcPct val="100000"/>
              </a:lnSpc>
            </a:pPr>
            <a:r>
              <a:rPr sz="4000" b="1">
                <a:solidFill>
                  <a:srgbClr val="FFFFFF"/>
                </a:solidFill>
                <a:latin typeface="Segoe UI"/>
              </a:rPr>
              <a:t>144</a:t>
            </a:r>
          </a:p>
        </p:txBody>
      </p:sp>
      <p:sp>
        <p:nvSpPr>
          <p:cNvPr id="10" name="TextBox 9"/>
          <p:cNvSpPr txBox="1"/>
          <p:nvPr/>
        </p:nvSpPr>
        <p:spPr>
          <a:xfrm>
            <a:off x="2590735" y="5638659"/>
            <a:ext cx="1777955" cy="253993"/>
          </a:xfrm>
          <a:prstGeom prst="rect">
            <a:avLst/>
          </a:prstGeom>
          <a:noFill/>
        </p:spPr>
        <p:txBody>
          <a:bodyPr wrap="square" anchor="t" lIns="0" rIns="0" tIns="0" bIns="0">
            <a:spAutoFit/>
          </a:bodyPr>
          <a:lstStyle/>
          <a:p>
            <a:pPr algn="l">
              <a:lnSpc>
                <a:spcPct val="125000"/>
              </a:lnSpc>
            </a:pPr>
            <a:r>
              <a:rPr sz="1250" b="0" spc="140">
                <a:solidFill>
                  <a:srgbClr val="FFFFFF"/>
                </a:solidFill>
                <a:latin typeface="Consolas"/>
              </a:rPr>
              <a:t>DEELNEMERS</a:t>
            </a:r>
          </a:p>
        </p:txBody>
      </p:sp>
      <p:sp>
        <p:nvSpPr>
          <p:cNvPr id="11" name="TextBox 10"/>
          <p:cNvSpPr txBox="1"/>
          <p:nvPr/>
        </p:nvSpPr>
        <p:spPr>
          <a:xfrm>
            <a:off x="4482987" y="5206869"/>
            <a:ext cx="1777955" cy="507987"/>
          </a:xfrm>
          <a:prstGeom prst="rect">
            <a:avLst/>
          </a:prstGeom>
          <a:noFill/>
        </p:spPr>
        <p:txBody>
          <a:bodyPr wrap="square" anchor="t" lIns="0" rIns="0" tIns="0" bIns="0">
            <a:spAutoFit/>
          </a:bodyPr>
          <a:lstStyle/>
          <a:p>
            <a:pPr algn="l">
              <a:lnSpc>
                <a:spcPct val="100000"/>
              </a:lnSpc>
            </a:pPr>
            <a:r>
              <a:rPr sz="4000" b="1">
                <a:solidFill>
                  <a:srgbClr val="FFFFFF"/>
                </a:solidFill>
                <a:latin typeface="Segoe UI"/>
              </a:rPr>
              <a:t>18</a:t>
            </a:r>
          </a:p>
        </p:txBody>
      </p:sp>
      <p:sp>
        <p:nvSpPr>
          <p:cNvPr id="12" name="TextBox 11"/>
          <p:cNvSpPr txBox="1"/>
          <p:nvPr/>
        </p:nvSpPr>
        <p:spPr>
          <a:xfrm>
            <a:off x="4495687" y="5638659"/>
            <a:ext cx="1777955" cy="253993"/>
          </a:xfrm>
          <a:prstGeom prst="rect">
            <a:avLst/>
          </a:prstGeom>
          <a:noFill/>
        </p:spPr>
        <p:txBody>
          <a:bodyPr wrap="square" anchor="t" lIns="0" rIns="0" tIns="0" bIns="0">
            <a:spAutoFit/>
          </a:bodyPr>
          <a:lstStyle/>
          <a:p>
            <a:pPr algn="l">
              <a:lnSpc>
                <a:spcPct val="125000"/>
              </a:lnSpc>
            </a:pPr>
            <a:r>
              <a:rPr sz="1250" b="0" spc="140">
                <a:solidFill>
                  <a:srgbClr val="FFFFFF"/>
                </a:solidFill>
                <a:latin typeface="Consolas"/>
              </a:rPr>
              <a:t>MAANDEN</a:t>
            </a:r>
          </a:p>
        </p:txBody>
      </p:sp>
      <p:sp>
        <p:nvSpPr>
          <p:cNvPr id="13" name="Rectangle 12"/>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kuleuven.png"/>
          <p:cNvPicPr>
            <a:picLocks noChangeAspect="1"/>
          </p:cNvPicPr>
          <p:nvPr/>
        </p:nvPicPr>
        <p:blipFill>
          <a:blip r:embed="rId2"/>
          <a:stretch>
            <a:fillRect/>
          </a:stretch>
        </p:blipFill>
        <p:spPr>
          <a:xfrm>
            <a:off x="787380" y="6152996"/>
            <a:ext cx="1381100" cy="393690"/>
          </a:xfrm>
          <a:prstGeom prst="rect">
            <a:avLst/>
          </a:prstGeom>
        </p:spPr>
      </p:pic>
      <p:sp>
        <p:nvSpPr>
          <p:cNvPr id="16" name="Rounded Rectangle 15"/>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ub.png"/>
          <p:cNvPicPr>
            <a:picLocks noChangeAspect="1"/>
          </p:cNvPicPr>
          <p:nvPr/>
        </p:nvPicPr>
        <p:blipFill>
          <a:blip r:embed="rId3"/>
          <a:stretch>
            <a:fillRect/>
          </a:stretch>
        </p:blipFill>
        <p:spPr>
          <a:xfrm>
            <a:off x="2727267" y="6152996"/>
            <a:ext cx="1116092" cy="393690"/>
          </a:xfrm>
          <a:prstGeom prst="rect">
            <a:avLst/>
          </a:prstGeom>
        </p:spPr>
      </p:pic>
      <p:sp>
        <p:nvSpPr>
          <p:cNvPr id="18" name="TextBox 17"/>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9" name="TextBox 18"/>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20" name="TextBox 19"/>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FFFFFF"/>
                </a:solidFill>
                <a:latin typeface="Consolas"/>
              </a:rPr>
              <a:t>Protocolversie 1.0 · 17 mei 2026 · S71769</a:t>
            </a:r>
          </a:p>
        </p:txBody>
      </p:sp>
      <p:pic>
        <p:nvPicPr>
          <p:cNvPr id="21" name="merk" descr="merk.png"/>
          <p:cNvPicPr>
            <a:picLocks noChangeAspect="1"/>
          </p:cNvPicPr>
          <p:nvPr/>
        </p:nvPicPr>
        <p:blipFill>
          <a:blip r:embed="rId4"/>
          <a:stretch>
            <a:fillRect/>
          </a:stretch>
        </p:blipFill>
        <p:spPr>
          <a:xfrm>
            <a:off x="11094166" y="368290"/>
            <a:ext cx="417101" cy="482587"/>
          </a:xfrm>
          <a:prstGeom prst="rect">
            <a:avLst/>
          </a:prstGeom>
        </p:spPr>
      </p:pic>
    </p:spTree>
  </p:cSld>
  <p:clrMapOvr>
    <a:masterClrMapping/>
  </p:clrMapOvr>
  <p:transition xmlns:p14="http://schemas.microsoft.com/office/powerpoint/2010/main" spd="slow" p14:dur="900">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00_07"/>
          <p:cNvSpPr/>
          <p:nvPr/>
        </p:nvSpPr>
        <p:spPr>
          <a:xfrm>
            <a:off x="8717062" y="7955081"/>
            <a:ext cx="218434" cy="218434"/>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00_08"/>
          <p:cNvSpPr/>
          <p:nvPr/>
        </p:nvSpPr>
        <p:spPr>
          <a:xfrm>
            <a:off x="9055720" y="7955081"/>
            <a:ext cx="218434" cy="218434"/>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00_09"/>
          <p:cNvSpPr/>
          <p:nvPr/>
        </p:nvSpPr>
        <p:spPr>
          <a:xfrm>
            <a:off x="9394378" y="7955081"/>
            <a:ext cx="218434" cy="218434"/>
          </a:xfrm>
          <a:prstGeom prst="roundRect">
            <a:avLst>
              <a:gd name="adj" fmla="val 30000"/>
            </a:avLst>
          </a:prstGeom>
          <a:solidFill>
            <a:srgbClr val="48B4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00_10"/>
          <p:cNvSpPr/>
          <p:nvPr/>
        </p:nvSpPr>
        <p:spPr>
          <a:xfrm>
            <a:off x="9733036" y="7955081"/>
            <a:ext cx="218434" cy="218434"/>
          </a:xfrm>
          <a:prstGeom prst="roundRect">
            <a:avLst>
              <a:gd name="adj" fmla="val 30000"/>
            </a:avLst>
          </a:prstGeom>
          <a:solidFill>
            <a:srgbClr val="2C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01_06"/>
          <p:cNvSpPr/>
          <p:nvPr/>
        </p:nvSpPr>
        <p:spPr>
          <a:xfrm>
            <a:off x="8378403" y="7701087"/>
            <a:ext cx="218434" cy="218434"/>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01_07"/>
          <p:cNvSpPr/>
          <p:nvPr/>
        </p:nvSpPr>
        <p:spPr>
          <a:xfrm>
            <a:off x="8717062" y="7701087"/>
            <a:ext cx="218434" cy="218434"/>
          </a:xfrm>
          <a:prstGeom prst="roundRect">
            <a:avLst>
              <a:gd name="adj" fmla="val 30000"/>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01_08"/>
          <p:cNvSpPr/>
          <p:nvPr/>
        </p:nvSpPr>
        <p:spPr>
          <a:xfrm>
            <a:off x="9055720" y="7701087"/>
            <a:ext cx="218434" cy="218434"/>
          </a:xfrm>
          <a:prstGeom prst="roundRect">
            <a:avLst>
              <a:gd name="adj" fmla="val 30000"/>
            </a:avLst>
          </a:prstGeom>
          <a:solidFill>
            <a:srgbClr val="87C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01_09"/>
          <p:cNvSpPr/>
          <p:nvPr/>
        </p:nvSpPr>
        <p:spPr>
          <a:xfrm>
            <a:off x="9394378" y="7701087"/>
            <a:ext cx="218434" cy="218434"/>
          </a:xfrm>
          <a:prstGeom prst="roundRect">
            <a:avLst>
              <a:gd name="adj" fmla="val 30000"/>
            </a:avLst>
          </a:prstGeom>
          <a:solidFill>
            <a:srgbClr val="86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01_10"/>
          <p:cNvSpPr/>
          <p:nvPr/>
        </p:nvSpPr>
        <p:spPr>
          <a:xfrm>
            <a:off x="9733036" y="7701087"/>
            <a:ext cx="218434" cy="218434"/>
          </a:xfrm>
          <a:prstGeom prst="roundRect">
            <a:avLst>
              <a:gd name="adj" fmla="val 30000"/>
            </a:avLst>
          </a:prstGeom>
          <a:solidFill>
            <a:srgbClr val="3EA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01_11"/>
          <p:cNvSpPr/>
          <p:nvPr/>
        </p:nvSpPr>
        <p:spPr>
          <a:xfrm>
            <a:off x="10071694" y="7701087"/>
            <a:ext cx="218434" cy="218434"/>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02_05"/>
          <p:cNvSpPr/>
          <p:nvPr/>
        </p:nvSpPr>
        <p:spPr>
          <a:xfrm>
            <a:off x="8039745" y="7447093"/>
            <a:ext cx="218434" cy="218434"/>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02_06"/>
          <p:cNvSpPr/>
          <p:nvPr/>
        </p:nvSpPr>
        <p:spPr>
          <a:xfrm>
            <a:off x="8378403" y="7447093"/>
            <a:ext cx="218434" cy="218434"/>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02_07"/>
          <p:cNvSpPr/>
          <p:nvPr/>
        </p:nvSpPr>
        <p:spPr>
          <a:xfrm>
            <a:off x="8717062" y="7447093"/>
            <a:ext cx="218434" cy="218434"/>
          </a:xfrm>
          <a:prstGeom prst="roundRect">
            <a:avLst>
              <a:gd name="adj" fmla="val 30000"/>
            </a:avLst>
          </a:prstGeom>
          <a:solidFill>
            <a:srgbClr val="4E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02_08"/>
          <p:cNvSpPr/>
          <p:nvPr/>
        </p:nvSpPr>
        <p:spPr>
          <a:xfrm>
            <a:off x="9055720" y="7447093"/>
            <a:ext cx="218434" cy="218434"/>
          </a:xfrm>
          <a:prstGeom prst="roundRect">
            <a:avLst>
              <a:gd name="adj" fmla="val 30000"/>
            </a:avLst>
          </a:prstGeom>
          <a:solidFill>
            <a:srgbClr val="CCCC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02_09"/>
          <p:cNvSpPr/>
          <p:nvPr/>
        </p:nvSpPr>
        <p:spPr>
          <a:xfrm>
            <a:off x="9394378" y="7447093"/>
            <a:ext cx="218434" cy="218434"/>
          </a:xfrm>
          <a:prstGeom prst="roundRect">
            <a:avLst>
              <a:gd name="adj" fmla="val 30000"/>
            </a:avLst>
          </a:prstGeom>
          <a:solidFill>
            <a:srgbClr val="CCCC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02_10"/>
          <p:cNvSpPr/>
          <p:nvPr/>
        </p:nvSpPr>
        <p:spPr>
          <a:xfrm>
            <a:off x="9733036" y="7447093"/>
            <a:ext cx="218434" cy="218434"/>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02_11"/>
          <p:cNvSpPr/>
          <p:nvPr/>
        </p:nvSpPr>
        <p:spPr>
          <a:xfrm>
            <a:off x="10071694" y="7447093"/>
            <a:ext cx="218434" cy="218434"/>
          </a:xfrm>
          <a:prstGeom prst="roundRect">
            <a:avLst>
              <a:gd name="adj" fmla="val 30000"/>
            </a:avLst>
          </a:prstGeom>
          <a:solidFill>
            <a:srgbClr val="1D8A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02_12"/>
          <p:cNvSpPr/>
          <p:nvPr/>
        </p:nvSpPr>
        <p:spPr>
          <a:xfrm>
            <a:off x="10410353" y="7447093"/>
            <a:ext cx="218434" cy="218434"/>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03_05"/>
          <p:cNvSpPr/>
          <p:nvPr/>
        </p:nvSpPr>
        <p:spPr>
          <a:xfrm>
            <a:off x="8039745" y="7193100"/>
            <a:ext cx="218434" cy="218434"/>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03_06"/>
          <p:cNvSpPr/>
          <p:nvPr/>
        </p:nvSpPr>
        <p:spPr>
          <a:xfrm>
            <a:off x="8378403" y="7193100"/>
            <a:ext cx="218434" cy="218434"/>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03_07"/>
          <p:cNvSpPr/>
          <p:nvPr/>
        </p:nvSpPr>
        <p:spPr>
          <a:xfrm>
            <a:off x="8717062" y="7193100"/>
            <a:ext cx="218434" cy="218434"/>
          </a:xfrm>
          <a:prstGeom prst="roundRect">
            <a:avLst>
              <a:gd name="adj" fmla="val 30000"/>
            </a:avLst>
          </a:prstGeom>
          <a:solidFill>
            <a:srgbClr val="63B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03_08"/>
          <p:cNvSpPr/>
          <p:nvPr/>
        </p:nvSpPr>
        <p:spPr>
          <a:xfrm>
            <a:off x="9055720" y="7193100"/>
            <a:ext cx="218434" cy="218434"/>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03_09"/>
          <p:cNvSpPr/>
          <p:nvPr/>
        </p:nvSpPr>
        <p:spPr>
          <a:xfrm>
            <a:off x="9394378" y="7193100"/>
            <a:ext cx="218434" cy="218434"/>
          </a:xfrm>
          <a:prstGeom prst="roundRect">
            <a:avLst>
              <a:gd name="adj" fmla="val 30000"/>
            </a:avLst>
          </a:prstGeom>
          <a:solidFill>
            <a:srgbClr val="F4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03_10"/>
          <p:cNvSpPr/>
          <p:nvPr/>
        </p:nvSpPr>
        <p:spPr>
          <a:xfrm>
            <a:off x="9733036" y="7193100"/>
            <a:ext cx="218434" cy="218434"/>
          </a:xfrm>
          <a:prstGeom prst="roundRect">
            <a:avLst>
              <a:gd name="adj" fmla="val 30000"/>
            </a:avLst>
          </a:prstGeom>
          <a:solidFill>
            <a:srgbClr val="61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03_11"/>
          <p:cNvSpPr/>
          <p:nvPr/>
        </p:nvSpPr>
        <p:spPr>
          <a:xfrm>
            <a:off x="10071694" y="7193100"/>
            <a:ext cx="218434" cy="218434"/>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03_12"/>
          <p:cNvSpPr/>
          <p:nvPr/>
        </p:nvSpPr>
        <p:spPr>
          <a:xfrm>
            <a:off x="10410353" y="7193100"/>
            <a:ext cx="218434" cy="218434"/>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04_05"/>
          <p:cNvSpPr/>
          <p:nvPr/>
        </p:nvSpPr>
        <p:spPr>
          <a:xfrm>
            <a:off x="8039745" y="6939106"/>
            <a:ext cx="218434" cy="218434"/>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04_06"/>
          <p:cNvSpPr/>
          <p:nvPr/>
        </p:nvSpPr>
        <p:spPr>
          <a:xfrm>
            <a:off x="8378403" y="6939106"/>
            <a:ext cx="218434" cy="218434"/>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04_07"/>
          <p:cNvSpPr/>
          <p:nvPr/>
        </p:nvSpPr>
        <p:spPr>
          <a:xfrm>
            <a:off x="8717062" y="6939106"/>
            <a:ext cx="218434" cy="218434"/>
          </a:xfrm>
          <a:prstGeom prst="roundRect">
            <a:avLst>
              <a:gd name="adj" fmla="val 30000"/>
            </a:avLst>
          </a:prstGeom>
          <a:solidFill>
            <a:srgbClr val="68C0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04_08"/>
          <p:cNvSpPr/>
          <p:nvPr/>
        </p:nvSpPr>
        <p:spPr>
          <a:xfrm>
            <a:off x="9055720" y="6939106"/>
            <a:ext cx="218434" cy="218434"/>
          </a:xfrm>
          <a:prstGeom prst="roundRect">
            <a:avLst>
              <a:gd name="adj" fmla="val 30000"/>
            </a:avLst>
          </a:prstGeom>
          <a:solidFill>
            <a:srgbClr val="F8D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04_09"/>
          <p:cNvSpPr/>
          <p:nvPr/>
        </p:nvSpPr>
        <p:spPr>
          <a:xfrm>
            <a:off x="9394378" y="6939106"/>
            <a:ext cx="218434" cy="218434"/>
          </a:xfrm>
          <a:prstGeom prst="roundRect">
            <a:avLst>
              <a:gd name="adj" fmla="val 30000"/>
            </a:avLst>
          </a:prstGeom>
          <a:solidFill>
            <a:srgbClr val="F8D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04_10"/>
          <p:cNvSpPr/>
          <p:nvPr/>
        </p:nvSpPr>
        <p:spPr>
          <a:xfrm>
            <a:off x="9733036" y="6939106"/>
            <a:ext cx="218434" cy="218434"/>
          </a:xfrm>
          <a:prstGeom prst="roundRect">
            <a:avLst>
              <a:gd name="adj" fmla="val 30000"/>
            </a:avLst>
          </a:prstGeom>
          <a:solidFill>
            <a:srgbClr val="68C0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04_11"/>
          <p:cNvSpPr/>
          <p:nvPr/>
        </p:nvSpPr>
        <p:spPr>
          <a:xfrm>
            <a:off x="10071694" y="6939106"/>
            <a:ext cx="218434" cy="218434"/>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04_12"/>
          <p:cNvSpPr/>
          <p:nvPr/>
        </p:nvSpPr>
        <p:spPr>
          <a:xfrm>
            <a:off x="10410353" y="6939106"/>
            <a:ext cx="218434" cy="218434"/>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05_05"/>
          <p:cNvSpPr/>
          <p:nvPr/>
        </p:nvSpPr>
        <p:spPr>
          <a:xfrm>
            <a:off x="8039745" y="6685112"/>
            <a:ext cx="218434" cy="218434"/>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05_06"/>
          <p:cNvSpPr/>
          <p:nvPr/>
        </p:nvSpPr>
        <p:spPr>
          <a:xfrm>
            <a:off x="8378403" y="6685112"/>
            <a:ext cx="218434" cy="218434"/>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05_07"/>
          <p:cNvSpPr/>
          <p:nvPr/>
        </p:nvSpPr>
        <p:spPr>
          <a:xfrm>
            <a:off x="8717062" y="6685112"/>
            <a:ext cx="218434" cy="218434"/>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05_08"/>
          <p:cNvSpPr/>
          <p:nvPr/>
        </p:nvSpPr>
        <p:spPr>
          <a:xfrm>
            <a:off x="9055720" y="6685112"/>
            <a:ext cx="218434" cy="218434"/>
          </a:xfrm>
          <a:prstGeom prst="roundRect">
            <a:avLst>
              <a:gd name="adj" fmla="val 30000"/>
            </a:avLst>
          </a:prstGeom>
          <a:solidFill>
            <a:srgbClr val="DA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05_09"/>
          <p:cNvSpPr/>
          <p:nvPr/>
        </p:nvSpPr>
        <p:spPr>
          <a:xfrm>
            <a:off x="9394378" y="6685112"/>
            <a:ext cx="218434" cy="218434"/>
          </a:xfrm>
          <a:prstGeom prst="roundRect">
            <a:avLst>
              <a:gd name="adj" fmla="val 30000"/>
            </a:avLst>
          </a:prstGeom>
          <a:solidFill>
            <a:srgbClr val="DCC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05_10"/>
          <p:cNvSpPr/>
          <p:nvPr/>
        </p:nvSpPr>
        <p:spPr>
          <a:xfrm>
            <a:off x="9733036" y="6685112"/>
            <a:ext cx="218434" cy="218434"/>
          </a:xfrm>
          <a:prstGeom prst="roundRect">
            <a:avLst>
              <a:gd name="adj" fmla="val 30000"/>
            </a:avLst>
          </a:prstGeom>
          <a:solidFill>
            <a:srgbClr val="56BD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05_11"/>
          <p:cNvSpPr/>
          <p:nvPr/>
        </p:nvSpPr>
        <p:spPr>
          <a:xfrm>
            <a:off x="10071694" y="6685112"/>
            <a:ext cx="218434" cy="218434"/>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05_12"/>
          <p:cNvSpPr/>
          <p:nvPr/>
        </p:nvSpPr>
        <p:spPr>
          <a:xfrm>
            <a:off x="10410353" y="6685112"/>
            <a:ext cx="218434" cy="218434"/>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06_05"/>
          <p:cNvSpPr/>
          <p:nvPr/>
        </p:nvSpPr>
        <p:spPr>
          <a:xfrm>
            <a:off x="8039745" y="6431119"/>
            <a:ext cx="218434" cy="218434"/>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06_06"/>
          <p:cNvSpPr/>
          <p:nvPr/>
        </p:nvSpPr>
        <p:spPr>
          <a:xfrm>
            <a:off x="8378403" y="6431119"/>
            <a:ext cx="218434" cy="218434"/>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06_07"/>
          <p:cNvSpPr/>
          <p:nvPr/>
        </p:nvSpPr>
        <p:spPr>
          <a:xfrm>
            <a:off x="8717062" y="6431119"/>
            <a:ext cx="218434" cy="218434"/>
          </a:xfrm>
          <a:prstGeom prst="roundRect">
            <a:avLst>
              <a:gd name="adj" fmla="val 30000"/>
            </a:avLst>
          </a:prstGeom>
          <a:solidFill>
            <a:srgbClr val="47B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06_08"/>
          <p:cNvSpPr/>
          <p:nvPr/>
        </p:nvSpPr>
        <p:spPr>
          <a:xfrm>
            <a:off x="9055720" y="6431119"/>
            <a:ext cx="218434" cy="218434"/>
          </a:xfrm>
          <a:prstGeom prst="roundRect">
            <a:avLst>
              <a:gd name="adj" fmla="val 30000"/>
            </a:avLst>
          </a:prstGeom>
          <a:solidFill>
            <a:srgbClr val="A2C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06_09"/>
          <p:cNvSpPr/>
          <p:nvPr/>
        </p:nvSpPr>
        <p:spPr>
          <a:xfrm>
            <a:off x="9394378" y="6431119"/>
            <a:ext cx="218434" cy="218434"/>
          </a:xfrm>
          <a:prstGeom prst="roundRect">
            <a:avLst>
              <a:gd name="adj" fmla="val 30000"/>
            </a:avLst>
          </a:prstGeom>
          <a:solidFill>
            <a:srgbClr val="A5C7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06_10"/>
          <p:cNvSpPr/>
          <p:nvPr/>
        </p:nvSpPr>
        <p:spPr>
          <a:xfrm>
            <a:off x="9733036" y="6431119"/>
            <a:ext cx="218434" cy="218434"/>
          </a:xfrm>
          <a:prstGeom prst="roundRect">
            <a:avLst>
              <a:gd name="adj" fmla="val 30000"/>
            </a:avLst>
          </a:prstGeom>
          <a:solidFill>
            <a:srgbClr val="49B5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06_11"/>
          <p:cNvSpPr/>
          <p:nvPr/>
        </p:nvSpPr>
        <p:spPr>
          <a:xfrm>
            <a:off x="10071694" y="6431119"/>
            <a:ext cx="218434" cy="218434"/>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06_12"/>
          <p:cNvSpPr/>
          <p:nvPr/>
        </p:nvSpPr>
        <p:spPr>
          <a:xfrm>
            <a:off x="10410353" y="6431119"/>
            <a:ext cx="218434" cy="218434"/>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07_05"/>
          <p:cNvSpPr/>
          <p:nvPr/>
        </p:nvSpPr>
        <p:spPr>
          <a:xfrm>
            <a:off x="8039745" y="6177125"/>
            <a:ext cx="218434" cy="218434"/>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07_06"/>
          <p:cNvSpPr/>
          <p:nvPr/>
        </p:nvSpPr>
        <p:spPr>
          <a:xfrm>
            <a:off x="8378403" y="6177125"/>
            <a:ext cx="218434" cy="218434"/>
          </a:xfrm>
          <a:prstGeom prst="roundRect">
            <a:avLst>
              <a:gd name="adj" fmla="val 30000"/>
            </a:avLst>
          </a:prstGeom>
          <a:solidFill>
            <a:srgbClr val="1B82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07_07"/>
          <p:cNvSpPr/>
          <p:nvPr/>
        </p:nvSpPr>
        <p:spPr>
          <a:xfrm>
            <a:off x="8717062" y="6177125"/>
            <a:ext cx="218434" cy="218434"/>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07_08"/>
          <p:cNvSpPr/>
          <p:nvPr/>
        </p:nvSpPr>
        <p:spPr>
          <a:xfrm>
            <a:off x="9055720" y="6177125"/>
            <a:ext cx="218434" cy="218434"/>
          </a:xfrm>
          <a:prstGeom prst="roundRect">
            <a:avLst>
              <a:gd name="adj" fmla="val 30000"/>
            </a:avLst>
          </a:prstGeom>
          <a:solidFill>
            <a:srgbClr val="5BB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07_09"/>
          <p:cNvSpPr/>
          <p:nvPr/>
        </p:nvSpPr>
        <p:spPr>
          <a:xfrm>
            <a:off x="9394378" y="6177125"/>
            <a:ext cx="218434" cy="218434"/>
          </a:xfrm>
          <a:prstGeom prst="roundRect">
            <a:avLst>
              <a:gd name="adj" fmla="val 30000"/>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07_10"/>
          <p:cNvSpPr/>
          <p:nvPr/>
        </p:nvSpPr>
        <p:spPr>
          <a:xfrm>
            <a:off x="9733036" y="6177125"/>
            <a:ext cx="218434" cy="218434"/>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07_11"/>
          <p:cNvSpPr/>
          <p:nvPr/>
        </p:nvSpPr>
        <p:spPr>
          <a:xfrm>
            <a:off x="10071694" y="6177125"/>
            <a:ext cx="218434" cy="218434"/>
          </a:xfrm>
          <a:prstGeom prst="roundRect">
            <a:avLst>
              <a:gd name="adj" fmla="val 30000"/>
            </a:avLst>
          </a:prstGeom>
          <a:solidFill>
            <a:srgbClr val="1C87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07_12"/>
          <p:cNvSpPr/>
          <p:nvPr/>
        </p:nvSpPr>
        <p:spPr>
          <a:xfrm>
            <a:off x="10410353" y="6177125"/>
            <a:ext cx="218434" cy="218434"/>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08_05"/>
          <p:cNvSpPr/>
          <p:nvPr/>
        </p:nvSpPr>
        <p:spPr>
          <a:xfrm>
            <a:off x="8039745" y="5923131"/>
            <a:ext cx="218434" cy="218434"/>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08_06"/>
          <p:cNvSpPr/>
          <p:nvPr/>
        </p:nvSpPr>
        <p:spPr>
          <a:xfrm>
            <a:off x="8378403" y="5923131"/>
            <a:ext cx="218434" cy="218434"/>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08_07"/>
          <p:cNvSpPr/>
          <p:nvPr/>
        </p:nvSpPr>
        <p:spPr>
          <a:xfrm>
            <a:off x="8717062" y="5923131"/>
            <a:ext cx="218434" cy="218434"/>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08_08"/>
          <p:cNvSpPr/>
          <p:nvPr/>
        </p:nvSpPr>
        <p:spPr>
          <a:xfrm>
            <a:off x="9055720" y="5923131"/>
            <a:ext cx="218434" cy="218434"/>
          </a:xfrm>
          <a:prstGeom prst="roundRect">
            <a:avLst>
              <a:gd name="adj" fmla="val 30000"/>
            </a:avLst>
          </a:prstGeom>
          <a:solidFill>
            <a:srgbClr val="41A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08_09"/>
          <p:cNvSpPr/>
          <p:nvPr/>
        </p:nvSpPr>
        <p:spPr>
          <a:xfrm>
            <a:off x="9394378" y="5923131"/>
            <a:ext cx="218434" cy="218434"/>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08_10"/>
          <p:cNvSpPr/>
          <p:nvPr/>
        </p:nvSpPr>
        <p:spPr>
          <a:xfrm>
            <a:off x="9733036" y="5923131"/>
            <a:ext cx="218434" cy="218434"/>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08_11"/>
          <p:cNvSpPr/>
          <p:nvPr/>
        </p:nvSpPr>
        <p:spPr>
          <a:xfrm>
            <a:off x="10071694" y="5923131"/>
            <a:ext cx="218434" cy="218434"/>
          </a:xfrm>
          <a:prstGeom prst="roundRect">
            <a:avLst>
              <a:gd name="adj" fmla="val 30000"/>
            </a:avLst>
          </a:prstGeom>
          <a:solidFill>
            <a:srgbClr val="1A7E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08_12"/>
          <p:cNvSpPr/>
          <p:nvPr/>
        </p:nvSpPr>
        <p:spPr>
          <a:xfrm>
            <a:off x="10410353" y="5923131"/>
            <a:ext cx="218434" cy="218434"/>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09_05"/>
          <p:cNvSpPr/>
          <p:nvPr/>
        </p:nvSpPr>
        <p:spPr>
          <a:xfrm>
            <a:off x="8039745" y="5669138"/>
            <a:ext cx="218434" cy="218434"/>
          </a:xfrm>
          <a:prstGeom prst="roundRect">
            <a:avLst>
              <a:gd name="adj" fmla="val 30000"/>
            </a:avLst>
          </a:prstGeom>
          <a:solidFill>
            <a:srgbClr val="114F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09_06"/>
          <p:cNvSpPr/>
          <p:nvPr/>
        </p:nvSpPr>
        <p:spPr>
          <a:xfrm>
            <a:off x="8378403" y="5669138"/>
            <a:ext cx="218434" cy="218434"/>
          </a:xfrm>
          <a:prstGeom prst="roundRect">
            <a:avLst>
              <a:gd name="adj" fmla="val 30000"/>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09_07"/>
          <p:cNvSpPr/>
          <p:nvPr/>
        </p:nvSpPr>
        <p:spPr>
          <a:xfrm>
            <a:off x="8717062" y="5669138"/>
            <a:ext cx="218434" cy="218434"/>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09_08"/>
          <p:cNvSpPr/>
          <p:nvPr/>
        </p:nvSpPr>
        <p:spPr>
          <a:xfrm>
            <a:off x="9055720" y="5669138"/>
            <a:ext cx="218434" cy="218434"/>
          </a:xfrm>
          <a:prstGeom prst="roundRect">
            <a:avLst>
              <a:gd name="adj" fmla="val 30000"/>
            </a:avLst>
          </a:prstGeom>
          <a:solidFill>
            <a:srgbClr val="2F9D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09_09"/>
          <p:cNvSpPr/>
          <p:nvPr/>
        </p:nvSpPr>
        <p:spPr>
          <a:xfrm>
            <a:off x="9394378" y="5669138"/>
            <a:ext cx="218434" cy="218434"/>
          </a:xfrm>
          <a:prstGeom prst="roundRect">
            <a:avLst>
              <a:gd name="adj" fmla="val 30000"/>
            </a:avLst>
          </a:prstGeom>
          <a:solidFill>
            <a:srgbClr val="33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09_10"/>
          <p:cNvSpPr/>
          <p:nvPr/>
        </p:nvSpPr>
        <p:spPr>
          <a:xfrm>
            <a:off x="9733036" y="5669138"/>
            <a:ext cx="218434" cy="218434"/>
          </a:xfrm>
          <a:prstGeom prst="roundRect">
            <a:avLst>
              <a:gd name="adj" fmla="val 30000"/>
            </a:avLst>
          </a:prstGeom>
          <a:solidFill>
            <a:srgbClr val="25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09_11"/>
          <p:cNvSpPr/>
          <p:nvPr/>
        </p:nvSpPr>
        <p:spPr>
          <a:xfrm>
            <a:off x="10071694" y="5669138"/>
            <a:ext cx="218434" cy="218434"/>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09_12"/>
          <p:cNvSpPr/>
          <p:nvPr/>
        </p:nvSpPr>
        <p:spPr>
          <a:xfrm>
            <a:off x="10410353" y="5669138"/>
            <a:ext cx="218434" cy="218434"/>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10_06"/>
          <p:cNvSpPr/>
          <p:nvPr/>
        </p:nvSpPr>
        <p:spPr>
          <a:xfrm>
            <a:off x="8378403" y="5415144"/>
            <a:ext cx="218434" cy="218434"/>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10_07"/>
          <p:cNvSpPr/>
          <p:nvPr/>
        </p:nvSpPr>
        <p:spPr>
          <a:xfrm>
            <a:off x="8717062" y="5415144"/>
            <a:ext cx="218434" cy="218434"/>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10_08"/>
          <p:cNvSpPr/>
          <p:nvPr/>
        </p:nvSpPr>
        <p:spPr>
          <a:xfrm>
            <a:off x="9055720" y="5415144"/>
            <a:ext cx="218434" cy="218434"/>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10_09"/>
          <p:cNvSpPr/>
          <p:nvPr/>
        </p:nvSpPr>
        <p:spPr>
          <a:xfrm>
            <a:off x="9394378" y="5415144"/>
            <a:ext cx="218434" cy="218434"/>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10_10"/>
          <p:cNvSpPr/>
          <p:nvPr/>
        </p:nvSpPr>
        <p:spPr>
          <a:xfrm>
            <a:off x="9733036" y="5415144"/>
            <a:ext cx="218434" cy="218434"/>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10_11"/>
          <p:cNvSpPr/>
          <p:nvPr/>
        </p:nvSpPr>
        <p:spPr>
          <a:xfrm>
            <a:off x="10071694" y="5415144"/>
            <a:ext cx="218434" cy="218434"/>
          </a:xfrm>
          <a:prstGeom prst="roundRect">
            <a:avLst>
              <a:gd name="adj" fmla="val 30000"/>
            </a:avLst>
          </a:prstGeom>
          <a:solidFill>
            <a:srgbClr val="19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10_12"/>
          <p:cNvSpPr/>
          <p:nvPr/>
        </p:nvSpPr>
        <p:spPr>
          <a:xfrm>
            <a:off x="10410353" y="5415144"/>
            <a:ext cx="218434" cy="218434"/>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11_06"/>
          <p:cNvSpPr/>
          <p:nvPr/>
        </p:nvSpPr>
        <p:spPr>
          <a:xfrm>
            <a:off x="8378403" y="5161150"/>
            <a:ext cx="218434" cy="218434"/>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11_07"/>
          <p:cNvSpPr/>
          <p:nvPr/>
        </p:nvSpPr>
        <p:spPr>
          <a:xfrm>
            <a:off x="8717062" y="5161150"/>
            <a:ext cx="218434" cy="218434"/>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11_08"/>
          <p:cNvSpPr/>
          <p:nvPr/>
        </p:nvSpPr>
        <p:spPr>
          <a:xfrm>
            <a:off x="9055720" y="5161150"/>
            <a:ext cx="218434" cy="218434"/>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11_09"/>
          <p:cNvSpPr/>
          <p:nvPr/>
        </p:nvSpPr>
        <p:spPr>
          <a:xfrm>
            <a:off x="9394378" y="5161150"/>
            <a:ext cx="218434" cy="218434"/>
          </a:xfrm>
          <a:prstGeom prst="roundRect">
            <a:avLst>
              <a:gd name="adj" fmla="val 30000"/>
            </a:avLst>
          </a:prstGeom>
          <a:solidFill>
            <a:srgbClr val="1E8D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11_10"/>
          <p:cNvSpPr/>
          <p:nvPr/>
        </p:nvSpPr>
        <p:spPr>
          <a:xfrm>
            <a:off x="9733036" y="5161150"/>
            <a:ext cx="218434" cy="218434"/>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11_11"/>
          <p:cNvSpPr/>
          <p:nvPr/>
        </p:nvSpPr>
        <p:spPr>
          <a:xfrm>
            <a:off x="10071694" y="5161150"/>
            <a:ext cx="218434" cy="218434"/>
          </a:xfrm>
          <a:prstGeom prst="roundRect">
            <a:avLst>
              <a:gd name="adj" fmla="val 30000"/>
            </a:avLst>
          </a:prstGeom>
          <a:solidFill>
            <a:srgbClr val="19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11_12"/>
          <p:cNvSpPr/>
          <p:nvPr/>
        </p:nvSpPr>
        <p:spPr>
          <a:xfrm>
            <a:off x="10410353" y="5161150"/>
            <a:ext cx="218434" cy="218434"/>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12_06"/>
          <p:cNvSpPr/>
          <p:nvPr/>
        </p:nvSpPr>
        <p:spPr>
          <a:xfrm>
            <a:off x="8378403" y="4907157"/>
            <a:ext cx="218434" cy="218434"/>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12_07"/>
          <p:cNvSpPr/>
          <p:nvPr/>
        </p:nvSpPr>
        <p:spPr>
          <a:xfrm>
            <a:off x="8717062" y="4907157"/>
            <a:ext cx="218434" cy="218434"/>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12_08"/>
          <p:cNvSpPr/>
          <p:nvPr/>
        </p:nvSpPr>
        <p:spPr>
          <a:xfrm>
            <a:off x="9055720" y="4907157"/>
            <a:ext cx="218434" cy="218434"/>
          </a:xfrm>
          <a:prstGeom prst="roundRect">
            <a:avLst>
              <a:gd name="adj" fmla="val 30000"/>
            </a:avLst>
          </a:prstGeom>
          <a:solidFill>
            <a:srgbClr val="1A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12_09"/>
          <p:cNvSpPr/>
          <p:nvPr/>
        </p:nvSpPr>
        <p:spPr>
          <a:xfrm>
            <a:off x="9394378" y="4907157"/>
            <a:ext cx="218434" cy="218434"/>
          </a:xfrm>
          <a:prstGeom prst="roundRect">
            <a:avLst>
              <a:gd name="adj" fmla="val 30000"/>
            </a:avLst>
          </a:prstGeom>
          <a:solidFill>
            <a:srgbClr val="1C87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12_10"/>
          <p:cNvSpPr/>
          <p:nvPr/>
        </p:nvSpPr>
        <p:spPr>
          <a:xfrm>
            <a:off x="9733036" y="4907157"/>
            <a:ext cx="218434" cy="218434"/>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12_11"/>
          <p:cNvSpPr/>
          <p:nvPr/>
        </p:nvSpPr>
        <p:spPr>
          <a:xfrm>
            <a:off x="10071694" y="4907157"/>
            <a:ext cx="218434" cy="218434"/>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12_12"/>
          <p:cNvSpPr/>
          <p:nvPr/>
        </p:nvSpPr>
        <p:spPr>
          <a:xfrm>
            <a:off x="10410353" y="4907157"/>
            <a:ext cx="218434" cy="218434"/>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13_06"/>
          <p:cNvSpPr/>
          <p:nvPr/>
        </p:nvSpPr>
        <p:spPr>
          <a:xfrm>
            <a:off x="8378403" y="4653163"/>
            <a:ext cx="218434" cy="218434"/>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13_07"/>
          <p:cNvSpPr/>
          <p:nvPr/>
        </p:nvSpPr>
        <p:spPr>
          <a:xfrm>
            <a:off x="8717062" y="4653163"/>
            <a:ext cx="218434" cy="218434"/>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13_08"/>
          <p:cNvSpPr/>
          <p:nvPr/>
        </p:nvSpPr>
        <p:spPr>
          <a:xfrm>
            <a:off x="9055720" y="4653163"/>
            <a:ext cx="218434" cy="218434"/>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13_09"/>
          <p:cNvSpPr/>
          <p:nvPr/>
        </p:nvSpPr>
        <p:spPr>
          <a:xfrm>
            <a:off x="9394378" y="4653163"/>
            <a:ext cx="218434" cy="218434"/>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13_10"/>
          <p:cNvSpPr/>
          <p:nvPr/>
        </p:nvSpPr>
        <p:spPr>
          <a:xfrm>
            <a:off x="9733036" y="4653163"/>
            <a:ext cx="218434" cy="218434"/>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13_11"/>
          <p:cNvSpPr/>
          <p:nvPr/>
        </p:nvSpPr>
        <p:spPr>
          <a:xfrm>
            <a:off x="10071694" y="4653163"/>
            <a:ext cx="218434" cy="218434"/>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13_12"/>
          <p:cNvSpPr/>
          <p:nvPr/>
        </p:nvSpPr>
        <p:spPr>
          <a:xfrm>
            <a:off x="10410353" y="4653163"/>
            <a:ext cx="218434" cy="218434"/>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14_06"/>
          <p:cNvSpPr/>
          <p:nvPr/>
        </p:nvSpPr>
        <p:spPr>
          <a:xfrm>
            <a:off x="8378403" y="4399170"/>
            <a:ext cx="218434" cy="218434"/>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14_07"/>
          <p:cNvSpPr/>
          <p:nvPr/>
        </p:nvSpPr>
        <p:spPr>
          <a:xfrm>
            <a:off x="8717062" y="4399170"/>
            <a:ext cx="218434" cy="218434"/>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14_08"/>
          <p:cNvSpPr/>
          <p:nvPr/>
        </p:nvSpPr>
        <p:spPr>
          <a:xfrm>
            <a:off x="9055720" y="4399170"/>
            <a:ext cx="218434" cy="218434"/>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14_09"/>
          <p:cNvSpPr/>
          <p:nvPr/>
        </p:nvSpPr>
        <p:spPr>
          <a:xfrm>
            <a:off x="9394378" y="4399170"/>
            <a:ext cx="218434" cy="218434"/>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14_10"/>
          <p:cNvSpPr/>
          <p:nvPr/>
        </p:nvSpPr>
        <p:spPr>
          <a:xfrm>
            <a:off x="9733036" y="4399170"/>
            <a:ext cx="218434" cy="218434"/>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14_11"/>
          <p:cNvSpPr/>
          <p:nvPr/>
        </p:nvSpPr>
        <p:spPr>
          <a:xfrm>
            <a:off x="10071694" y="4399170"/>
            <a:ext cx="218434" cy="218434"/>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14_12"/>
          <p:cNvSpPr/>
          <p:nvPr/>
        </p:nvSpPr>
        <p:spPr>
          <a:xfrm>
            <a:off x="10410353" y="4399170"/>
            <a:ext cx="218434" cy="218434"/>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15_07"/>
          <p:cNvSpPr/>
          <p:nvPr/>
        </p:nvSpPr>
        <p:spPr>
          <a:xfrm>
            <a:off x="8717062" y="4145176"/>
            <a:ext cx="218434" cy="218434"/>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15_08"/>
          <p:cNvSpPr/>
          <p:nvPr/>
        </p:nvSpPr>
        <p:spPr>
          <a:xfrm>
            <a:off x="9055720" y="4145176"/>
            <a:ext cx="218434" cy="218434"/>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15_09"/>
          <p:cNvSpPr/>
          <p:nvPr/>
        </p:nvSpPr>
        <p:spPr>
          <a:xfrm>
            <a:off x="9394378" y="4145176"/>
            <a:ext cx="218434" cy="218434"/>
          </a:xfrm>
          <a:prstGeom prst="roundRect">
            <a:avLst>
              <a:gd name="adj" fmla="val 30000"/>
            </a:avLst>
          </a:prstGeom>
          <a:solidFill>
            <a:srgbClr val="1A8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15_10"/>
          <p:cNvSpPr/>
          <p:nvPr/>
        </p:nvSpPr>
        <p:spPr>
          <a:xfrm>
            <a:off x="9733036" y="4145176"/>
            <a:ext cx="218434" cy="218434"/>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15_11"/>
          <p:cNvSpPr/>
          <p:nvPr/>
        </p:nvSpPr>
        <p:spPr>
          <a:xfrm>
            <a:off x="10071694" y="4145176"/>
            <a:ext cx="218434" cy="218434"/>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15_12"/>
          <p:cNvSpPr/>
          <p:nvPr/>
        </p:nvSpPr>
        <p:spPr>
          <a:xfrm>
            <a:off x="10410353" y="4145176"/>
            <a:ext cx="218434" cy="218434"/>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15_13"/>
          <p:cNvSpPr/>
          <p:nvPr/>
        </p:nvSpPr>
        <p:spPr>
          <a:xfrm>
            <a:off x="10749011" y="4145176"/>
            <a:ext cx="218434" cy="218434"/>
          </a:xfrm>
          <a:prstGeom prst="roundRect">
            <a:avLst>
              <a:gd name="adj" fmla="val 30000"/>
            </a:avLst>
          </a:prstGeom>
          <a:solidFill>
            <a:srgbClr val="125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16_07"/>
          <p:cNvSpPr/>
          <p:nvPr/>
        </p:nvSpPr>
        <p:spPr>
          <a:xfrm>
            <a:off x="8717062" y="3891182"/>
            <a:ext cx="218434" cy="218434"/>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16_08"/>
          <p:cNvSpPr/>
          <p:nvPr/>
        </p:nvSpPr>
        <p:spPr>
          <a:xfrm>
            <a:off x="9055720" y="3891182"/>
            <a:ext cx="218434" cy="218434"/>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16_09"/>
          <p:cNvSpPr/>
          <p:nvPr/>
        </p:nvSpPr>
        <p:spPr>
          <a:xfrm>
            <a:off x="9394378" y="3891182"/>
            <a:ext cx="218434" cy="218434"/>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16_10"/>
          <p:cNvSpPr/>
          <p:nvPr/>
        </p:nvSpPr>
        <p:spPr>
          <a:xfrm>
            <a:off x="9733036" y="3891182"/>
            <a:ext cx="218434" cy="218434"/>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16_11"/>
          <p:cNvSpPr/>
          <p:nvPr/>
        </p:nvSpPr>
        <p:spPr>
          <a:xfrm>
            <a:off x="10071694" y="3891182"/>
            <a:ext cx="218434" cy="218434"/>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16_12"/>
          <p:cNvSpPr/>
          <p:nvPr/>
        </p:nvSpPr>
        <p:spPr>
          <a:xfrm>
            <a:off x="10410353" y="3891182"/>
            <a:ext cx="218434" cy="218434"/>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16_13"/>
          <p:cNvSpPr/>
          <p:nvPr/>
        </p:nvSpPr>
        <p:spPr>
          <a:xfrm>
            <a:off x="10749011" y="3891182"/>
            <a:ext cx="218434" cy="218434"/>
          </a:xfrm>
          <a:prstGeom prst="roundRect">
            <a:avLst>
              <a:gd name="adj" fmla="val 30000"/>
            </a:avLst>
          </a:prstGeom>
          <a:solidFill>
            <a:srgbClr val="125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17_07"/>
          <p:cNvSpPr/>
          <p:nvPr/>
        </p:nvSpPr>
        <p:spPr>
          <a:xfrm>
            <a:off x="8717062" y="3637189"/>
            <a:ext cx="218434" cy="218434"/>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17_08"/>
          <p:cNvSpPr/>
          <p:nvPr/>
        </p:nvSpPr>
        <p:spPr>
          <a:xfrm>
            <a:off x="9055720" y="3637189"/>
            <a:ext cx="218434" cy="218434"/>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17_09"/>
          <p:cNvSpPr/>
          <p:nvPr/>
        </p:nvSpPr>
        <p:spPr>
          <a:xfrm>
            <a:off x="9394378" y="3637189"/>
            <a:ext cx="218434" cy="218434"/>
          </a:xfrm>
          <a:prstGeom prst="roundRect">
            <a:avLst>
              <a:gd name="adj" fmla="val 30000"/>
            </a:avLst>
          </a:prstGeom>
          <a:solidFill>
            <a:srgbClr val="1979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17_10"/>
          <p:cNvSpPr/>
          <p:nvPr/>
        </p:nvSpPr>
        <p:spPr>
          <a:xfrm>
            <a:off x="9733036" y="3637189"/>
            <a:ext cx="218434" cy="218434"/>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17_11"/>
          <p:cNvSpPr/>
          <p:nvPr/>
        </p:nvSpPr>
        <p:spPr>
          <a:xfrm>
            <a:off x="10071694" y="3637189"/>
            <a:ext cx="218434" cy="218434"/>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17_12"/>
          <p:cNvSpPr/>
          <p:nvPr/>
        </p:nvSpPr>
        <p:spPr>
          <a:xfrm>
            <a:off x="10410353" y="3637189"/>
            <a:ext cx="218434" cy="218434"/>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17_13"/>
          <p:cNvSpPr/>
          <p:nvPr/>
        </p:nvSpPr>
        <p:spPr>
          <a:xfrm>
            <a:off x="10749011" y="3637189"/>
            <a:ext cx="218434" cy="218434"/>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18_06"/>
          <p:cNvSpPr/>
          <p:nvPr/>
        </p:nvSpPr>
        <p:spPr>
          <a:xfrm>
            <a:off x="8378403" y="3383195"/>
            <a:ext cx="218434" cy="218434"/>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18_07"/>
          <p:cNvSpPr/>
          <p:nvPr/>
        </p:nvSpPr>
        <p:spPr>
          <a:xfrm>
            <a:off x="8717062" y="3383195"/>
            <a:ext cx="218434" cy="218434"/>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18_08"/>
          <p:cNvSpPr/>
          <p:nvPr/>
        </p:nvSpPr>
        <p:spPr>
          <a:xfrm>
            <a:off x="9055720" y="3383195"/>
            <a:ext cx="218434" cy="218434"/>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18_09"/>
          <p:cNvSpPr/>
          <p:nvPr/>
        </p:nvSpPr>
        <p:spPr>
          <a:xfrm>
            <a:off x="9394378" y="3383195"/>
            <a:ext cx="218434" cy="218434"/>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18_10"/>
          <p:cNvSpPr/>
          <p:nvPr/>
        </p:nvSpPr>
        <p:spPr>
          <a:xfrm>
            <a:off x="9733036" y="3383195"/>
            <a:ext cx="218434" cy="218434"/>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18_11"/>
          <p:cNvSpPr/>
          <p:nvPr/>
        </p:nvSpPr>
        <p:spPr>
          <a:xfrm>
            <a:off x="10071694" y="3383195"/>
            <a:ext cx="218434" cy="218434"/>
          </a:xfrm>
          <a:prstGeom prst="roundRect">
            <a:avLst>
              <a:gd name="adj" fmla="val 30000"/>
            </a:avLst>
          </a:prstGeom>
          <a:solidFill>
            <a:srgbClr val="1977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18_12"/>
          <p:cNvSpPr/>
          <p:nvPr/>
        </p:nvSpPr>
        <p:spPr>
          <a:xfrm>
            <a:off x="10410353" y="3383195"/>
            <a:ext cx="218434" cy="218434"/>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18_13"/>
          <p:cNvSpPr/>
          <p:nvPr/>
        </p:nvSpPr>
        <p:spPr>
          <a:xfrm>
            <a:off x="10749011" y="3383195"/>
            <a:ext cx="218434" cy="218434"/>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19_06"/>
          <p:cNvSpPr/>
          <p:nvPr/>
        </p:nvSpPr>
        <p:spPr>
          <a:xfrm>
            <a:off x="8378403" y="3129201"/>
            <a:ext cx="218434" cy="218434"/>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19_07"/>
          <p:cNvSpPr/>
          <p:nvPr/>
        </p:nvSpPr>
        <p:spPr>
          <a:xfrm>
            <a:off x="8717062" y="3129201"/>
            <a:ext cx="218434" cy="218434"/>
          </a:xfrm>
          <a:prstGeom prst="roundRect">
            <a:avLst>
              <a:gd name="adj" fmla="val 30000"/>
            </a:avLst>
          </a:prstGeom>
          <a:solidFill>
            <a:srgbClr val="1873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19_08"/>
          <p:cNvSpPr/>
          <p:nvPr/>
        </p:nvSpPr>
        <p:spPr>
          <a:xfrm>
            <a:off x="9055720" y="3129201"/>
            <a:ext cx="218434" cy="218434"/>
          </a:xfrm>
          <a:prstGeom prst="roundRect">
            <a:avLst>
              <a:gd name="adj" fmla="val 30000"/>
            </a:avLst>
          </a:prstGeom>
          <a:solidFill>
            <a:srgbClr val="19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19_09"/>
          <p:cNvSpPr/>
          <p:nvPr/>
        </p:nvSpPr>
        <p:spPr>
          <a:xfrm>
            <a:off x="9394378" y="3129201"/>
            <a:ext cx="218434" cy="218434"/>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19_10"/>
          <p:cNvSpPr/>
          <p:nvPr/>
        </p:nvSpPr>
        <p:spPr>
          <a:xfrm>
            <a:off x="9733036" y="3129201"/>
            <a:ext cx="218434" cy="218434"/>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19_11"/>
          <p:cNvSpPr/>
          <p:nvPr/>
        </p:nvSpPr>
        <p:spPr>
          <a:xfrm>
            <a:off x="10071694" y="3129201"/>
            <a:ext cx="218434" cy="218434"/>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19_12"/>
          <p:cNvSpPr/>
          <p:nvPr/>
        </p:nvSpPr>
        <p:spPr>
          <a:xfrm>
            <a:off x="10410353" y="3129201"/>
            <a:ext cx="218434" cy="218434"/>
          </a:xfrm>
          <a:prstGeom prst="roundRect">
            <a:avLst>
              <a:gd name="adj" fmla="val 30000"/>
            </a:avLst>
          </a:prstGeom>
          <a:solidFill>
            <a:srgbClr val="1978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19_13"/>
          <p:cNvSpPr/>
          <p:nvPr/>
        </p:nvSpPr>
        <p:spPr>
          <a:xfrm>
            <a:off x="10749011" y="3129201"/>
            <a:ext cx="218434" cy="218434"/>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20_06"/>
          <p:cNvSpPr/>
          <p:nvPr/>
        </p:nvSpPr>
        <p:spPr>
          <a:xfrm>
            <a:off x="8378403" y="2875208"/>
            <a:ext cx="218434" cy="218434"/>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20_07"/>
          <p:cNvSpPr/>
          <p:nvPr/>
        </p:nvSpPr>
        <p:spPr>
          <a:xfrm>
            <a:off x="8717062" y="2875208"/>
            <a:ext cx="218434" cy="218434"/>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20_08"/>
          <p:cNvSpPr/>
          <p:nvPr/>
        </p:nvSpPr>
        <p:spPr>
          <a:xfrm>
            <a:off x="9055720" y="2875208"/>
            <a:ext cx="218434" cy="218434"/>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20_09"/>
          <p:cNvSpPr/>
          <p:nvPr/>
        </p:nvSpPr>
        <p:spPr>
          <a:xfrm>
            <a:off x="9394378" y="2875208"/>
            <a:ext cx="218434" cy="218434"/>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20_10"/>
          <p:cNvSpPr/>
          <p:nvPr/>
        </p:nvSpPr>
        <p:spPr>
          <a:xfrm>
            <a:off x="9733036" y="2875208"/>
            <a:ext cx="218434" cy="218434"/>
          </a:xfrm>
          <a:prstGeom prst="roundRect">
            <a:avLst>
              <a:gd name="adj" fmla="val 30000"/>
            </a:avLst>
          </a:prstGeom>
          <a:solidFill>
            <a:srgbClr val="1875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20_11"/>
          <p:cNvSpPr/>
          <p:nvPr/>
        </p:nvSpPr>
        <p:spPr>
          <a:xfrm>
            <a:off x="10071694" y="2875208"/>
            <a:ext cx="218434" cy="218434"/>
          </a:xfrm>
          <a:prstGeom prst="roundRect">
            <a:avLst>
              <a:gd name="adj" fmla="val 30000"/>
            </a:avLst>
          </a:prstGeom>
          <a:solidFill>
            <a:srgbClr val="1C86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20_12"/>
          <p:cNvSpPr/>
          <p:nvPr/>
        </p:nvSpPr>
        <p:spPr>
          <a:xfrm>
            <a:off x="10410353" y="2875208"/>
            <a:ext cx="218434" cy="218434"/>
          </a:xfrm>
          <a:prstGeom prst="roundRect">
            <a:avLst>
              <a:gd name="adj" fmla="val 30000"/>
            </a:avLst>
          </a:prstGeom>
          <a:solidFill>
            <a:srgbClr val="20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20_13"/>
          <p:cNvSpPr/>
          <p:nvPr/>
        </p:nvSpPr>
        <p:spPr>
          <a:xfrm>
            <a:off x="10749011" y="2875208"/>
            <a:ext cx="218434" cy="218434"/>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21_05"/>
          <p:cNvSpPr/>
          <p:nvPr/>
        </p:nvSpPr>
        <p:spPr>
          <a:xfrm>
            <a:off x="8039745" y="2621214"/>
            <a:ext cx="218434" cy="218434"/>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21_06"/>
          <p:cNvSpPr/>
          <p:nvPr/>
        </p:nvSpPr>
        <p:spPr>
          <a:xfrm>
            <a:off x="8378403" y="2621214"/>
            <a:ext cx="218434" cy="218434"/>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21_07"/>
          <p:cNvSpPr/>
          <p:nvPr/>
        </p:nvSpPr>
        <p:spPr>
          <a:xfrm>
            <a:off x="8717062" y="2621214"/>
            <a:ext cx="218434" cy="218434"/>
          </a:xfrm>
          <a:prstGeom prst="roundRect">
            <a:avLst>
              <a:gd name="adj" fmla="val 30000"/>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21_08"/>
          <p:cNvSpPr/>
          <p:nvPr/>
        </p:nvSpPr>
        <p:spPr>
          <a:xfrm>
            <a:off x="9055720" y="2621214"/>
            <a:ext cx="218434" cy="218434"/>
          </a:xfrm>
          <a:prstGeom prst="roundRect">
            <a:avLst>
              <a:gd name="adj" fmla="val 30000"/>
            </a:avLst>
          </a:prstGeom>
          <a:solidFill>
            <a:srgbClr val="47B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21_09"/>
          <p:cNvSpPr/>
          <p:nvPr/>
        </p:nvSpPr>
        <p:spPr>
          <a:xfrm>
            <a:off x="9394378" y="2621214"/>
            <a:ext cx="218434" cy="218434"/>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21_10"/>
          <p:cNvSpPr/>
          <p:nvPr/>
        </p:nvSpPr>
        <p:spPr>
          <a:xfrm>
            <a:off x="9733036" y="2621214"/>
            <a:ext cx="218434" cy="218434"/>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21_11"/>
          <p:cNvSpPr/>
          <p:nvPr/>
        </p:nvSpPr>
        <p:spPr>
          <a:xfrm>
            <a:off x="10071694" y="2621214"/>
            <a:ext cx="218434" cy="218434"/>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21_12"/>
          <p:cNvSpPr/>
          <p:nvPr/>
        </p:nvSpPr>
        <p:spPr>
          <a:xfrm>
            <a:off x="10410353" y="2621214"/>
            <a:ext cx="218434" cy="218434"/>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21_13"/>
          <p:cNvSpPr/>
          <p:nvPr/>
        </p:nvSpPr>
        <p:spPr>
          <a:xfrm>
            <a:off x="10749011" y="2621214"/>
            <a:ext cx="218434" cy="218434"/>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22_05"/>
          <p:cNvSpPr/>
          <p:nvPr/>
        </p:nvSpPr>
        <p:spPr>
          <a:xfrm>
            <a:off x="8039745" y="2367220"/>
            <a:ext cx="218434" cy="218434"/>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22_06"/>
          <p:cNvSpPr/>
          <p:nvPr/>
        </p:nvSpPr>
        <p:spPr>
          <a:xfrm>
            <a:off x="8378403" y="2367220"/>
            <a:ext cx="218434" cy="218434"/>
          </a:xfrm>
          <a:prstGeom prst="roundRect">
            <a:avLst>
              <a:gd name="adj" fmla="val 30000"/>
            </a:avLst>
          </a:prstGeom>
          <a:solidFill>
            <a:srgbClr val="50B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22_07"/>
          <p:cNvSpPr/>
          <p:nvPr/>
        </p:nvSpPr>
        <p:spPr>
          <a:xfrm>
            <a:off x="8717062" y="2367220"/>
            <a:ext cx="218434" cy="218434"/>
          </a:xfrm>
          <a:prstGeom prst="roundRect">
            <a:avLst>
              <a:gd name="adj" fmla="val 30000"/>
            </a:avLst>
          </a:prstGeom>
          <a:solidFill>
            <a:srgbClr val="FFC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22_08"/>
          <p:cNvSpPr/>
          <p:nvPr/>
        </p:nvSpPr>
        <p:spPr>
          <a:xfrm>
            <a:off x="9055720" y="2367220"/>
            <a:ext cx="218434" cy="218434"/>
          </a:xfrm>
          <a:prstGeom prst="roundRect">
            <a:avLst>
              <a:gd name="adj" fmla="val 30000"/>
            </a:avLst>
          </a:prstGeom>
          <a:solidFill>
            <a:srgbClr val="ECD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22_09"/>
          <p:cNvSpPr/>
          <p:nvPr/>
        </p:nvSpPr>
        <p:spPr>
          <a:xfrm>
            <a:off x="9394378" y="2367220"/>
            <a:ext cx="218434" cy="218434"/>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22_10"/>
          <p:cNvSpPr/>
          <p:nvPr/>
        </p:nvSpPr>
        <p:spPr>
          <a:xfrm>
            <a:off x="9733036" y="2367220"/>
            <a:ext cx="218434" cy="218434"/>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22_11"/>
          <p:cNvSpPr/>
          <p:nvPr/>
        </p:nvSpPr>
        <p:spPr>
          <a:xfrm>
            <a:off x="10071694" y="2367220"/>
            <a:ext cx="218434" cy="218434"/>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22_12"/>
          <p:cNvSpPr/>
          <p:nvPr/>
        </p:nvSpPr>
        <p:spPr>
          <a:xfrm>
            <a:off x="10410353" y="2367220"/>
            <a:ext cx="218434" cy="218434"/>
          </a:xfrm>
          <a:prstGeom prst="roundRect">
            <a:avLst>
              <a:gd name="adj" fmla="val 30000"/>
            </a:avLst>
          </a:prstGeom>
          <a:solidFill>
            <a:srgbClr val="4FBB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22_13"/>
          <p:cNvSpPr/>
          <p:nvPr/>
        </p:nvSpPr>
        <p:spPr>
          <a:xfrm>
            <a:off x="10749011" y="2367220"/>
            <a:ext cx="218434" cy="218434"/>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23_04"/>
          <p:cNvSpPr/>
          <p:nvPr/>
        </p:nvSpPr>
        <p:spPr>
          <a:xfrm>
            <a:off x="7701087" y="2113227"/>
            <a:ext cx="218434" cy="218434"/>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23_05"/>
          <p:cNvSpPr/>
          <p:nvPr/>
        </p:nvSpPr>
        <p:spPr>
          <a:xfrm>
            <a:off x="8039745" y="2113227"/>
            <a:ext cx="218434" cy="218434"/>
          </a:xfrm>
          <a:prstGeom prst="roundRect">
            <a:avLst>
              <a:gd name="adj" fmla="val 30000"/>
            </a:avLst>
          </a:prstGeom>
          <a:solidFill>
            <a:srgbClr val="64B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23_06"/>
          <p:cNvSpPr/>
          <p:nvPr/>
        </p:nvSpPr>
        <p:spPr>
          <a:xfrm>
            <a:off x="8378403" y="2113227"/>
            <a:ext cx="218434" cy="218434"/>
          </a:xfrm>
          <a:prstGeom prst="roundRect">
            <a:avLst>
              <a:gd name="adj" fmla="val 30000"/>
            </a:avLst>
          </a:prstGeom>
          <a:solidFill>
            <a:srgbClr val="FFCF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23_07"/>
          <p:cNvSpPr/>
          <p:nvPr/>
        </p:nvSpPr>
        <p:spPr>
          <a:xfrm>
            <a:off x="8717062" y="2113227"/>
            <a:ext cx="218434" cy="218434"/>
          </a:xfrm>
          <a:prstGeom prst="roundRect">
            <a:avLst>
              <a:gd name="adj" fmla="val 30000"/>
            </a:avLst>
          </a:prstGeom>
          <a:solidFill>
            <a:srgbClr val="FB6D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23_08"/>
          <p:cNvSpPr/>
          <p:nvPr/>
        </p:nvSpPr>
        <p:spPr>
          <a:xfrm>
            <a:off x="9055720" y="2113227"/>
            <a:ext cx="218434" cy="218434"/>
          </a:xfrm>
          <a:prstGeom prst="roundRect">
            <a:avLst>
              <a:gd name="adj" fmla="val 30000"/>
            </a:avLst>
          </a:prstGeom>
          <a:solidFill>
            <a:srgbClr val="FF86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23_09"/>
          <p:cNvSpPr/>
          <p:nvPr/>
        </p:nvSpPr>
        <p:spPr>
          <a:xfrm>
            <a:off x="9394378" y="2113227"/>
            <a:ext cx="218434" cy="218434"/>
          </a:xfrm>
          <a:prstGeom prst="roundRect">
            <a:avLst>
              <a:gd name="adj" fmla="val 30000"/>
            </a:avLst>
          </a:prstGeom>
          <a:solidFill>
            <a:srgbClr val="49B5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23_10"/>
          <p:cNvSpPr/>
          <p:nvPr/>
        </p:nvSpPr>
        <p:spPr>
          <a:xfrm>
            <a:off x="9733036" y="2113227"/>
            <a:ext cx="218434" cy="218434"/>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23_11"/>
          <p:cNvSpPr/>
          <p:nvPr/>
        </p:nvSpPr>
        <p:spPr>
          <a:xfrm>
            <a:off x="10071694" y="2113227"/>
            <a:ext cx="218434" cy="218434"/>
          </a:xfrm>
          <a:prstGeom prst="roundRect">
            <a:avLst>
              <a:gd name="adj" fmla="val 30000"/>
            </a:avLst>
          </a:prstGeom>
          <a:solidFill>
            <a:srgbClr val="39A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23_12"/>
          <p:cNvSpPr/>
          <p:nvPr/>
        </p:nvSpPr>
        <p:spPr>
          <a:xfrm>
            <a:off x="10410353" y="2113227"/>
            <a:ext cx="218434" cy="218434"/>
          </a:xfrm>
          <a:prstGeom prst="roundRect">
            <a:avLst>
              <a:gd name="adj" fmla="val 30000"/>
            </a:avLst>
          </a:prstGeom>
          <a:solidFill>
            <a:srgbClr val="7DC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23_13"/>
          <p:cNvSpPr/>
          <p:nvPr/>
        </p:nvSpPr>
        <p:spPr>
          <a:xfrm>
            <a:off x="10749011" y="2113227"/>
            <a:ext cx="218434" cy="218434"/>
          </a:xfrm>
          <a:prstGeom prst="roundRect">
            <a:avLst>
              <a:gd name="adj" fmla="val 30000"/>
            </a:avLst>
          </a:prstGeom>
          <a:solidFill>
            <a:srgbClr val="39A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t23_14"/>
          <p:cNvSpPr/>
          <p:nvPr/>
        </p:nvSpPr>
        <p:spPr>
          <a:xfrm>
            <a:off x="11087669" y="2113227"/>
            <a:ext cx="218434" cy="218434"/>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24_04"/>
          <p:cNvSpPr/>
          <p:nvPr/>
        </p:nvSpPr>
        <p:spPr>
          <a:xfrm>
            <a:off x="7701087" y="1859233"/>
            <a:ext cx="218434" cy="218434"/>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24_05"/>
          <p:cNvSpPr/>
          <p:nvPr/>
        </p:nvSpPr>
        <p:spPr>
          <a:xfrm>
            <a:off x="8039745" y="1859233"/>
            <a:ext cx="218434" cy="218434"/>
          </a:xfrm>
          <a:prstGeom prst="roundRect">
            <a:avLst>
              <a:gd name="adj" fmla="val 30000"/>
            </a:avLst>
          </a:prstGeom>
          <a:solidFill>
            <a:srgbClr val="FFD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t24_06"/>
          <p:cNvSpPr/>
          <p:nvPr/>
        </p:nvSpPr>
        <p:spPr>
          <a:xfrm>
            <a:off x="8378403" y="1859233"/>
            <a:ext cx="218434" cy="218434"/>
          </a:xfrm>
          <a:prstGeom prst="roundRect">
            <a:avLst>
              <a:gd name="adj" fmla="val 30000"/>
            </a:avLst>
          </a:prstGeom>
          <a:solidFill>
            <a:srgbClr val="FF93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24_07"/>
          <p:cNvSpPr/>
          <p:nvPr/>
        </p:nvSpPr>
        <p:spPr>
          <a:xfrm>
            <a:off x="8717062" y="1859233"/>
            <a:ext cx="218434" cy="218434"/>
          </a:xfrm>
          <a:prstGeom prst="roundRect">
            <a:avLst>
              <a:gd name="adj" fmla="val 30000"/>
            </a:avLst>
          </a:prstGeom>
          <a:solidFill>
            <a:srgbClr val="EB3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t24_08"/>
          <p:cNvSpPr/>
          <p:nvPr/>
        </p:nvSpPr>
        <p:spPr>
          <a:xfrm>
            <a:off x="9055720" y="1859233"/>
            <a:ext cx="218434" cy="218434"/>
          </a:xfrm>
          <a:prstGeom prst="roundRect">
            <a:avLst>
              <a:gd name="adj" fmla="val 30000"/>
            </a:avLst>
          </a:prstGeom>
          <a:solidFill>
            <a:srgbClr val="F55A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24_09"/>
          <p:cNvSpPr/>
          <p:nvPr/>
        </p:nvSpPr>
        <p:spPr>
          <a:xfrm>
            <a:off x="9394378" y="1859233"/>
            <a:ext cx="218434" cy="218434"/>
          </a:xfrm>
          <a:prstGeom prst="roundRect">
            <a:avLst>
              <a:gd name="adj" fmla="val 30000"/>
            </a:avLst>
          </a:prstGeom>
          <a:solidFill>
            <a:srgbClr val="63B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24_10"/>
          <p:cNvSpPr/>
          <p:nvPr/>
        </p:nvSpPr>
        <p:spPr>
          <a:xfrm>
            <a:off x="9733036" y="1859233"/>
            <a:ext cx="218434" cy="218434"/>
          </a:xfrm>
          <a:prstGeom prst="roundRect">
            <a:avLst>
              <a:gd name="adj" fmla="val 30000"/>
            </a:avLst>
          </a:prstGeom>
          <a:solidFill>
            <a:srgbClr val="1B85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24_11"/>
          <p:cNvSpPr/>
          <p:nvPr/>
        </p:nvSpPr>
        <p:spPr>
          <a:xfrm>
            <a:off x="10071694" y="1859233"/>
            <a:ext cx="218434" cy="218434"/>
          </a:xfrm>
          <a:prstGeom prst="roundRect">
            <a:avLst>
              <a:gd name="adj" fmla="val 30000"/>
            </a:avLst>
          </a:prstGeom>
          <a:solidFill>
            <a:srgbClr val="35A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24_12"/>
          <p:cNvSpPr/>
          <p:nvPr/>
        </p:nvSpPr>
        <p:spPr>
          <a:xfrm>
            <a:off x="10410353" y="1859233"/>
            <a:ext cx="218434" cy="218434"/>
          </a:xfrm>
          <a:prstGeom prst="roundRect">
            <a:avLst>
              <a:gd name="adj" fmla="val 30000"/>
            </a:avLst>
          </a:prstGeom>
          <a:solidFill>
            <a:srgbClr val="6EC0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t24_13"/>
          <p:cNvSpPr/>
          <p:nvPr/>
        </p:nvSpPr>
        <p:spPr>
          <a:xfrm>
            <a:off x="10749011" y="1859233"/>
            <a:ext cx="218434" cy="218434"/>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24_14"/>
          <p:cNvSpPr/>
          <p:nvPr/>
        </p:nvSpPr>
        <p:spPr>
          <a:xfrm>
            <a:off x="11087669" y="1859233"/>
            <a:ext cx="218434" cy="218434"/>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25_04"/>
          <p:cNvSpPr/>
          <p:nvPr/>
        </p:nvSpPr>
        <p:spPr>
          <a:xfrm>
            <a:off x="7701087" y="1605239"/>
            <a:ext cx="218434" cy="218434"/>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25_05"/>
          <p:cNvSpPr/>
          <p:nvPr/>
        </p:nvSpPr>
        <p:spPr>
          <a:xfrm>
            <a:off x="8039745" y="1605239"/>
            <a:ext cx="218434" cy="218434"/>
          </a:xfrm>
          <a:prstGeom prst="roundRect">
            <a:avLst>
              <a:gd name="adj" fmla="val 30000"/>
            </a:avLst>
          </a:prstGeom>
          <a:solidFill>
            <a:srgbClr val="FFB2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t25_06"/>
          <p:cNvSpPr/>
          <p:nvPr/>
        </p:nvSpPr>
        <p:spPr>
          <a:xfrm>
            <a:off x="8378403" y="1605239"/>
            <a:ext cx="218434" cy="218434"/>
          </a:xfrm>
          <a:prstGeom prst="roundRect">
            <a:avLst>
              <a:gd name="adj" fmla="val 30000"/>
            </a:avLst>
          </a:prstGeom>
          <a:solidFill>
            <a:srgbClr val="FF7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25_07"/>
          <p:cNvSpPr/>
          <p:nvPr/>
        </p:nvSpPr>
        <p:spPr>
          <a:xfrm>
            <a:off x="8717062" y="1605239"/>
            <a:ext cx="218434" cy="218434"/>
          </a:xfrm>
          <a:prstGeom prst="roundRect">
            <a:avLst>
              <a:gd name="adj" fmla="val 30000"/>
            </a:avLst>
          </a:prstGeom>
          <a:solidFill>
            <a:srgbClr val="E937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25_08"/>
          <p:cNvSpPr/>
          <p:nvPr/>
        </p:nvSpPr>
        <p:spPr>
          <a:xfrm>
            <a:off x="9055720" y="1605239"/>
            <a:ext cx="218434" cy="218434"/>
          </a:xfrm>
          <a:prstGeom prst="roundRect">
            <a:avLst>
              <a:gd name="adj" fmla="val 30000"/>
            </a:avLst>
          </a:prstGeom>
          <a:solidFill>
            <a:srgbClr val="F459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25_09"/>
          <p:cNvSpPr/>
          <p:nvPr/>
        </p:nvSpPr>
        <p:spPr>
          <a:xfrm>
            <a:off x="9394378" y="1605239"/>
            <a:ext cx="218434" cy="218434"/>
          </a:xfrm>
          <a:prstGeom prst="roundRect">
            <a:avLst>
              <a:gd name="adj" fmla="val 30000"/>
            </a:avLst>
          </a:prstGeom>
          <a:solidFill>
            <a:srgbClr val="5CB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t25_10"/>
          <p:cNvSpPr/>
          <p:nvPr/>
        </p:nvSpPr>
        <p:spPr>
          <a:xfrm>
            <a:off x="9733036" y="1605239"/>
            <a:ext cx="218434" cy="218434"/>
          </a:xfrm>
          <a:prstGeom prst="roundRect">
            <a:avLst>
              <a:gd name="adj" fmla="val 30000"/>
            </a:avLst>
          </a:prstGeom>
          <a:solidFill>
            <a:srgbClr val="1A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t25_11"/>
          <p:cNvSpPr/>
          <p:nvPr/>
        </p:nvSpPr>
        <p:spPr>
          <a:xfrm>
            <a:off x="10071694" y="1605239"/>
            <a:ext cx="218434" cy="218434"/>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t25_12"/>
          <p:cNvSpPr/>
          <p:nvPr/>
        </p:nvSpPr>
        <p:spPr>
          <a:xfrm>
            <a:off x="10410353" y="1605239"/>
            <a:ext cx="218434" cy="218434"/>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25_13"/>
          <p:cNvSpPr/>
          <p:nvPr/>
        </p:nvSpPr>
        <p:spPr>
          <a:xfrm>
            <a:off x="10749011" y="1605239"/>
            <a:ext cx="218434" cy="218434"/>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25_14"/>
          <p:cNvSpPr/>
          <p:nvPr/>
        </p:nvSpPr>
        <p:spPr>
          <a:xfrm>
            <a:off x="11087669" y="1605239"/>
            <a:ext cx="218434" cy="218434"/>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t26_03"/>
          <p:cNvSpPr/>
          <p:nvPr/>
        </p:nvSpPr>
        <p:spPr>
          <a:xfrm>
            <a:off x="7362429" y="1351246"/>
            <a:ext cx="218434" cy="218434"/>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t26_04"/>
          <p:cNvSpPr/>
          <p:nvPr/>
        </p:nvSpPr>
        <p:spPr>
          <a:xfrm>
            <a:off x="7701087" y="1351246"/>
            <a:ext cx="218434" cy="218434"/>
          </a:xfrm>
          <a:prstGeom prst="roundRect">
            <a:avLst>
              <a:gd name="adj" fmla="val 30000"/>
            </a:avLst>
          </a:prstGeom>
          <a:solidFill>
            <a:srgbClr val="49B5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26_05"/>
          <p:cNvSpPr/>
          <p:nvPr/>
        </p:nvSpPr>
        <p:spPr>
          <a:xfrm>
            <a:off x="8039745" y="1351246"/>
            <a:ext cx="218434" cy="218434"/>
          </a:xfrm>
          <a:prstGeom prst="roundRect">
            <a:avLst>
              <a:gd name="adj" fmla="val 30000"/>
            </a:avLst>
          </a:prstGeom>
          <a:solidFill>
            <a:srgbClr val="FFC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26_06"/>
          <p:cNvSpPr/>
          <p:nvPr/>
        </p:nvSpPr>
        <p:spPr>
          <a:xfrm>
            <a:off x="8378403" y="1351246"/>
            <a:ext cx="218434" cy="218434"/>
          </a:xfrm>
          <a:prstGeom prst="roundRect">
            <a:avLst>
              <a:gd name="adj" fmla="val 30000"/>
            </a:avLst>
          </a:prstGeom>
          <a:solidFill>
            <a:srgbClr val="FFA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26_07"/>
          <p:cNvSpPr/>
          <p:nvPr/>
        </p:nvSpPr>
        <p:spPr>
          <a:xfrm>
            <a:off x="8717062" y="1351246"/>
            <a:ext cx="218434" cy="218434"/>
          </a:xfrm>
          <a:prstGeom prst="roundRect">
            <a:avLst>
              <a:gd name="adj" fmla="val 30000"/>
            </a:avLst>
          </a:prstGeom>
          <a:solidFill>
            <a:srgbClr val="F762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t26_08"/>
          <p:cNvSpPr/>
          <p:nvPr/>
        </p:nvSpPr>
        <p:spPr>
          <a:xfrm>
            <a:off x="9055720" y="1351246"/>
            <a:ext cx="218434" cy="218434"/>
          </a:xfrm>
          <a:prstGeom prst="roundRect">
            <a:avLst>
              <a:gd name="adj" fmla="val 30000"/>
            </a:avLst>
          </a:prstGeom>
          <a:solidFill>
            <a:srgbClr val="FF8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t26_09"/>
          <p:cNvSpPr/>
          <p:nvPr/>
        </p:nvSpPr>
        <p:spPr>
          <a:xfrm>
            <a:off x="9394378" y="1351246"/>
            <a:ext cx="218434" cy="218434"/>
          </a:xfrm>
          <a:prstGeom prst="roundRect">
            <a:avLst>
              <a:gd name="adj" fmla="val 30000"/>
            </a:avLst>
          </a:prstGeom>
          <a:solidFill>
            <a:srgbClr val="42A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t26_10"/>
          <p:cNvSpPr/>
          <p:nvPr/>
        </p:nvSpPr>
        <p:spPr>
          <a:xfrm>
            <a:off x="9733036" y="1351246"/>
            <a:ext cx="218434" cy="218434"/>
          </a:xfrm>
          <a:prstGeom prst="roundRect">
            <a:avLst>
              <a:gd name="adj" fmla="val 30000"/>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26_11"/>
          <p:cNvSpPr/>
          <p:nvPr/>
        </p:nvSpPr>
        <p:spPr>
          <a:xfrm>
            <a:off x="10071694" y="1351246"/>
            <a:ext cx="218434" cy="218434"/>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t26_12"/>
          <p:cNvSpPr/>
          <p:nvPr/>
        </p:nvSpPr>
        <p:spPr>
          <a:xfrm>
            <a:off x="10410353" y="1351246"/>
            <a:ext cx="218434" cy="218434"/>
          </a:xfrm>
          <a:prstGeom prst="roundRect">
            <a:avLst>
              <a:gd name="adj" fmla="val 30000"/>
            </a:avLst>
          </a:prstGeom>
          <a:solidFill>
            <a:srgbClr val="2595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t26_13"/>
          <p:cNvSpPr/>
          <p:nvPr/>
        </p:nvSpPr>
        <p:spPr>
          <a:xfrm>
            <a:off x="10749011" y="1351246"/>
            <a:ext cx="218434" cy="218434"/>
          </a:xfrm>
          <a:prstGeom prst="roundRect">
            <a:avLst>
              <a:gd name="adj" fmla="val 30000"/>
            </a:avLst>
          </a:prstGeom>
          <a:solidFill>
            <a:srgbClr val="1978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t26_14"/>
          <p:cNvSpPr/>
          <p:nvPr/>
        </p:nvSpPr>
        <p:spPr>
          <a:xfrm>
            <a:off x="11087669" y="1351246"/>
            <a:ext cx="218434" cy="218434"/>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t27_03"/>
          <p:cNvSpPr/>
          <p:nvPr/>
        </p:nvSpPr>
        <p:spPr>
          <a:xfrm>
            <a:off x="7362429" y="1097252"/>
            <a:ext cx="218434" cy="218434"/>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t27_04"/>
          <p:cNvSpPr/>
          <p:nvPr/>
        </p:nvSpPr>
        <p:spPr>
          <a:xfrm>
            <a:off x="7701087" y="1097252"/>
            <a:ext cx="218434" cy="218434"/>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t27_05"/>
          <p:cNvSpPr/>
          <p:nvPr/>
        </p:nvSpPr>
        <p:spPr>
          <a:xfrm>
            <a:off x="8039745" y="1097252"/>
            <a:ext cx="218434" cy="218434"/>
          </a:xfrm>
          <a:prstGeom prst="roundRect">
            <a:avLst>
              <a:gd name="adj" fmla="val 30000"/>
            </a:avLst>
          </a:prstGeom>
          <a:solidFill>
            <a:srgbClr val="9AC6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t27_06"/>
          <p:cNvSpPr/>
          <p:nvPr/>
        </p:nvSpPr>
        <p:spPr>
          <a:xfrm>
            <a:off x="8378403" y="1097252"/>
            <a:ext cx="218434" cy="218434"/>
          </a:xfrm>
          <a:prstGeom prst="roundRect">
            <a:avLst>
              <a:gd name="adj" fmla="val 30000"/>
            </a:avLst>
          </a:prstGeom>
          <a:solidFill>
            <a:srgbClr val="C4C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t27_07"/>
          <p:cNvSpPr/>
          <p:nvPr/>
        </p:nvSpPr>
        <p:spPr>
          <a:xfrm>
            <a:off x="8717062" y="1097252"/>
            <a:ext cx="218434" cy="218434"/>
          </a:xfrm>
          <a:prstGeom prst="roundRect">
            <a:avLst>
              <a:gd name="adj" fmla="val 30000"/>
            </a:avLst>
          </a:prstGeom>
          <a:solidFill>
            <a:srgbClr val="FFB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t27_08"/>
          <p:cNvSpPr/>
          <p:nvPr/>
        </p:nvSpPr>
        <p:spPr>
          <a:xfrm>
            <a:off x="9055720" y="1097252"/>
            <a:ext cx="218434" cy="218434"/>
          </a:xfrm>
          <a:prstGeom prst="roundRect">
            <a:avLst>
              <a:gd name="adj" fmla="val 30000"/>
            </a:avLst>
          </a:prstGeom>
          <a:solidFill>
            <a:srgbClr val="E1C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t27_09"/>
          <p:cNvSpPr/>
          <p:nvPr/>
        </p:nvSpPr>
        <p:spPr>
          <a:xfrm>
            <a:off x="9394378" y="1097252"/>
            <a:ext cx="218434" cy="218434"/>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t27_10"/>
          <p:cNvSpPr/>
          <p:nvPr/>
        </p:nvSpPr>
        <p:spPr>
          <a:xfrm>
            <a:off x="9733036" y="1097252"/>
            <a:ext cx="218434" cy="218434"/>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t27_11"/>
          <p:cNvSpPr/>
          <p:nvPr/>
        </p:nvSpPr>
        <p:spPr>
          <a:xfrm>
            <a:off x="10071694" y="1097252"/>
            <a:ext cx="218434" cy="218434"/>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27_12"/>
          <p:cNvSpPr/>
          <p:nvPr/>
        </p:nvSpPr>
        <p:spPr>
          <a:xfrm>
            <a:off x="10410353" y="1097252"/>
            <a:ext cx="218434" cy="218434"/>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t27_13"/>
          <p:cNvSpPr/>
          <p:nvPr/>
        </p:nvSpPr>
        <p:spPr>
          <a:xfrm>
            <a:off x="10749011" y="1097252"/>
            <a:ext cx="218434" cy="218434"/>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t27_14"/>
          <p:cNvSpPr/>
          <p:nvPr/>
        </p:nvSpPr>
        <p:spPr>
          <a:xfrm>
            <a:off x="11087669" y="1097252"/>
            <a:ext cx="218434" cy="218434"/>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t28_03"/>
          <p:cNvSpPr/>
          <p:nvPr/>
        </p:nvSpPr>
        <p:spPr>
          <a:xfrm>
            <a:off x="7362429" y="843258"/>
            <a:ext cx="218434" cy="218434"/>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28_04"/>
          <p:cNvSpPr/>
          <p:nvPr/>
        </p:nvSpPr>
        <p:spPr>
          <a:xfrm>
            <a:off x="7701087" y="843258"/>
            <a:ext cx="218434" cy="218434"/>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t28_05"/>
          <p:cNvSpPr/>
          <p:nvPr/>
        </p:nvSpPr>
        <p:spPr>
          <a:xfrm>
            <a:off x="8039745" y="843258"/>
            <a:ext cx="218434" cy="218434"/>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t28_06"/>
          <p:cNvSpPr/>
          <p:nvPr/>
        </p:nvSpPr>
        <p:spPr>
          <a:xfrm>
            <a:off x="8378403" y="843258"/>
            <a:ext cx="218434" cy="218434"/>
          </a:xfrm>
          <a:prstGeom prst="roundRect">
            <a:avLst>
              <a:gd name="adj" fmla="val 30000"/>
            </a:avLst>
          </a:prstGeom>
          <a:solidFill>
            <a:srgbClr val="3AA8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t28_07"/>
          <p:cNvSpPr/>
          <p:nvPr/>
        </p:nvSpPr>
        <p:spPr>
          <a:xfrm>
            <a:off x="8717062" y="843258"/>
            <a:ext cx="218434" cy="218434"/>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t28_08"/>
          <p:cNvSpPr/>
          <p:nvPr/>
        </p:nvSpPr>
        <p:spPr>
          <a:xfrm>
            <a:off x="9055720" y="843258"/>
            <a:ext cx="218434" cy="218434"/>
          </a:xfrm>
          <a:prstGeom prst="roundRect">
            <a:avLst>
              <a:gd name="adj" fmla="val 30000"/>
            </a:avLst>
          </a:prstGeom>
          <a:solidFill>
            <a:srgbClr val="3CA9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t28_09"/>
          <p:cNvSpPr/>
          <p:nvPr/>
        </p:nvSpPr>
        <p:spPr>
          <a:xfrm>
            <a:off x="9394378" y="843258"/>
            <a:ext cx="218434" cy="218434"/>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t28_10"/>
          <p:cNvSpPr/>
          <p:nvPr/>
        </p:nvSpPr>
        <p:spPr>
          <a:xfrm>
            <a:off x="9733036" y="843258"/>
            <a:ext cx="218434" cy="218434"/>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28_11"/>
          <p:cNvSpPr/>
          <p:nvPr/>
        </p:nvSpPr>
        <p:spPr>
          <a:xfrm>
            <a:off x="10071694" y="843258"/>
            <a:ext cx="218434" cy="218434"/>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t28_12"/>
          <p:cNvSpPr/>
          <p:nvPr/>
        </p:nvSpPr>
        <p:spPr>
          <a:xfrm>
            <a:off x="10410353" y="843258"/>
            <a:ext cx="218434" cy="218434"/>
          </a:xfrm>
          <a:prstGeom prst="roundRect">
            <a:avLst>
              <a:gd name="adj" fmla="val 30000"/>
            </a:avLst>
          </a:prstGeom>
          <a:solidFill>
            <a:srgbClr val="104C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t28_13"/>
          <p:cNvSpPr/>
          <p:nvPr/>
        </p:nvSpPr>
        <p:spPr>
          <a:xfrm>
            <a:off x="10749011" y="843258"/>
            <a:ext cx="218434" cy="218434"/>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28_14"/>
          <p:cNvSpPr/>
          <p:nvPr/>
        </p:nvSpPr>
        <p:spPr>
          <a:xfrm>
            <a:off x="11087669" y="843258"/>
            <a:ext cx="218434" cy="218434"/>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t29_03"/>
          <p:cNvSpPr/>
          <p:nvPr/>
        </p:nvSpPr>
        <p:spPr>
          <a:xfrm>
            <a:off x="7362429" y="589265"/>
            <a:ext cx="218434" cy="218434"/>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29_04"/>
          <p:cNvSpPr/>
          <p:nvPr/>
        </p:nvSpPr>
        <p:spPr>
          <a:xfrm>
            <a:off x="7701087" y="589265"/>
            <a:ext cx="218434" cy="218434"/>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t29_05"/>
          <p:cNvSpPr/>
          <p:nvPr/>
        </p:nvSpPr>
        <p:spPr>
          <a:xfrm>
            <a:off x="8039745" y="589265"/>
            <a:ext cx="218434" cy="218434"/>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t29_06"/>
          <p:cNvSpPr/>
          <p:nvPr/>
        </p:nvSpPr>
        <p:spPr>
          <a:xfrm>
            <a:off x="8378403" y="589265"/>
            <a:ext cx="218434" cy="218434"/>
          </a:xfrm>
          <a:prstGeom prst="roundRect">
            <a:avLst>
              <a:gd name="adj" fmla="val 30000"/>
            </a:avLst>
          </a:prstGeom>
          <a:solidFill>
            <a:srgbClr val="1979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t29_07"/>
          <p:cNvSpPr/>
          <p:nvPr/>
        </p:nvSpPr>
        <p:spPr>
          <a:xfrm>
            <a:off x="8717062" y="589265"/>
            <a:ext cx="218434" cy="218434"/>
          </a:xfrm>
          <a:prstGeom prst="roundRect">
            <a:avLst>
              <a:gd name="adj" fmla="val 30000"/>
            </a:avLst>
          </a:prstGeom>
          <a:solidFill>
            <a:srgbClr val="1B83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t29_08"/>
          <p:cNvSpPr/>
          <p:nvPr/>
        </p:nvSpPr>
        <p:spPr>
          <a:xfrm>
            <a:off x="9055720" y="589265"/>
            <a:ext cx="218434" cy="218434"/>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t29_09"/>
          <p:cNvSpPr/>
          <p:nvPr/>
        </p:nvSpPr>
        <p:spPr>
          <a:xfrm>
            <a:off x="9394378" y="589265"/>
            <a:ext cx="218434" cy="218434"/>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t29_10"/>
          <p:cNvSpPr/>
          <p:nvPr/>
        </p:nvSpPr>
        <p:spPr>
          <a:xfrm>
            <a:off x="9733036" y="589265"/>
            <a:ext cx="218434" cy="218434"/>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t29_11"/>
          <p:cNvSpPr/>
          <p:nvPr/>
        </p:nvSpPr>
        <p:spPr>
          <a:xfrm>
            <a:off x="10071694" y="589265"/>
            <a:ext cx="218434" cy="218434"/>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t29_12"/>
          <p:cNvSpPr/>
          <p:nvPr/>
        </p:nvSpPr>
        <p:spPr>
          <a:xfrm>
            <a:off x="10410353" y="589265"/>
            <a:ext cx="218434" cy="218434"/>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t29_13"/>
          <p:cNvSpPr/>
          <p:nvPr/>
        </p:nvSpPr>
        <p:spPr>
          <a:xfrm>
            <a:off x="10749011" y="589265"/>
            <a:ext cx="218434" cy="218434"/>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t30_03"/>
          <p:cNvSpPr/>
          <p:nvPr/>
        </p:nvSpPr>
        <p:spPr>
          <a:xfrm>
            <a:off x="7362429" y="335271"/>
            <a:ext cx="218434" cy="218434"/>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t30_04"/>
          <p:cNvSpPr/>
          <p:nvPr/>
        </p:nvSpPr>
        <p:spPr>
          <a:xfrm>
            <a:off x="7701087" y="335271"/>
            <a:ext cx="218434" cy="218434"/>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30_05"/>
          <p:cNvSpPr/>
          <p:nvPr/>
        </p:nvSpPr>
        <p:spPr>
          <a:xfrm>
            <a:off x="8039745" y="335271"/>
            <a:ext cx="218434" cy="218434"/>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t30_06"/>
          <p:cNvSpPr/>
          <p:nvPr/>
        </p:nvSpPr>
        <p:spPr>
          <a:xfrm>
            <a:off x="8378403" y="335271"/>
            <a:ext cx="218434" cy="218434"/>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t30_07"/>
          <p:cNvSpPr/>
          <p:nvPr/>
        </p:nvSpPr>
        <p:spPr>
          <a:xfrm>
            <a:off x="8717062" y="335271"/>
            <a:ext cx="218434" cy="218434"/>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t30_08"/>
          <p:cNvSpPr/>
          <p:nvPr/>
        </p:nvSpPr>
        <p:spPr>
          <a:xfrm>
            <a:off x="9055720" y="335271"/>
            <a:ext cx="218434" cy="218434"/>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t30_09"/>
          <p:cNvSpPr/>
          <p:nvPr/>
        </p:nvSpPr>
        <p:spPr>
          <a:xfrm>
            <a:off x="9394378" y="335271"/>
            <a:ext cx="218434" cy="218434"/>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t30_10"/>
          <p:cNvSpPr/>
          <p:nvPr/>
        </p:nvSpPr>
        <p:spPr>
          <a:xfrm>
            <a:off x="9733036" y="335271"/>
            <a:ext cx="218434" cy="218434"/>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t30_11"/>
          <p:cNvSpPr/>
          <p:nvPr/>
        </p:nvSpPr>
        <p:spPr>
          <a:xfrm>
            <a:off x="10071694" y="335271"/>
            <a:ext cx="218434" cy="218434"/>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t30_12"/>
          <p:cNvSpPr/>
          <p:nvPr/>
        </p:nvSpPr>
        <p:spPr>
          <a:xfrm>
            <a:off x="10410353" y="335271"/>
            <a:ext cx="218434" cy="218434"/>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t30_13"/>
          <p:cNvSpPr/>
          <p:nvPr/>
        </p:nvSpPr>
        <p:spPr>
          <a:xfrm>
            <a:off x="10749011" y="335271"/>
            <a:ext cx="218434" cy="218434"/>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31_03"/>
          <p:cNvSpPr/>
          <p:nvPr/>
        </p:nvSpPr>
        <p:spPr>
          <a:xfrm>
            <a:off x="7362429" y="81277"/>
            <a:ext cx="218434" cy="218434"/>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t31_04"/>
          <p:cNvSpPr/>
          <p:nvPr/>
        </p:nvSpPr>
        <p:spPr>
          <a:xfrm>
            <a:off x="7701087" y="81277"/>
            <a:ext cx="218434" cy="218434"/>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t31_05"/>
          <p:cNvSpPr/>
          <p:nvPr/>
        </p:nvSpPr>
        <p:spPr>
          <a:xfrm>
            <a:off x="8039745" y="81277"/>
            <a:ext cx="218434" cy="218434"/>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t31_06"/>
          <p:cNvSpPr/>
          <p:nvPr/>
        </p:nvSpPr>
        <p:spPr>
          <a:xfrm>
            <a:off x="8378403" y="81277"/>
            <a:ext cx="218434" cy="218434"/>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31_07"/>
          <p:cNvSpPr/>
          <p:nvPr/>
        </p:nvSpPr>
        <p:spPr>
          <a:xfrm>
            <a:off x="8717062" y="81277"/>
            <a:ext cx="218434" cy="218434"/>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t31_08"/>
          <p:cNvSpPr/>
          <p:nvPr/>
        </p:nvSpPr>
        <p:spPr>
          <a:xfrm>
            <a:off x="9055720" y="81277"/>
            <a:ext cx="218434" cy="218434"/>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t31_09"/>
          <p:cNvSpPr/>
          <p:nvPr/>
        </p:nvSpPr>
        <p:spPr>
          <a:xfrm>
            <a:off x="9394378" y="81277"/>
            <a:ext cx="218434" cy="218434"/>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31_10"/>
          <p:cNvSpPr/>
          <p:nvPr/>
        </p:nvSpPr>
        <p:spPr>
          <a:xfrm>
            <a:off x="9733036" y="81277"/>
            <a:ext cx="218434" cy="218434"/>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t31_11"/>
          <p:cNvSpPr/>
          <p:nvPr/>
        </p:nvSpPr>
        <p:spPr>
          <a:xfrm>
            <a:off x="10071694" y="81277"/>
            <a:ext cx="218434" cy="218434"/>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t31_12"/>
          <p:cNvSpPr/>
          <p:nvPr/>
        </p:nvSpPr>
        <p:spPr>
          <a:xfrm>
            <a:off x="10410353" y="81277"/>
            <a:ext cx="218434" cy="218434"/>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t31_13"/>
          <p:cNvSpPr/>
          <p:nvPr/>
        </p:nvSpPr>
        <p:spPr>
          <a:xfrm>
            <a:off x="10749011" y="81277"/>
            <a:ext cx="218434" cy="218434"/>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t32_03"/>
          <p:cNvSpPr/>
          <p:nvPr/>
        </p:nvSpPr>
        <p:spPr>
          <a:xfrm>
            <a:off x="7362429" y="-172715"/>
            <a:ext cx="218434" cy="218434"/>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32_04"/>
          <p:cNvSpPr/>
          <p:nvPr/>
        </p:nvSpPr>
        <p:spPr>
          <a:xfrm>
            <a:off x="7701087" y="-172715"/>
            <a:ext cx="218434" cy="218434"/>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t32_05"/>
          <p:cNvSpPr/>
          <p:nvPr/>
        </p:nvSpPr>
        <p:spPr>
          <a:xfrm>
            <a:off x="8039745" y="-172715"/>
            <a:ext cx="218434" cy="218434"/>
          </a:xfrm>
          <a:prstGeom prst="roundRect">
            <a:avLst>
              <a:gd name="adj" fmla="val 30000"/>
            </a:avLst>
          </a:prstGeom>
          <a:solidFill>
            <a:srgbClr val="209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t32_06"/>
          <p:cNvSpPr/>
          <p:nvPr/>
        </p:nvSpPr>
        <p:spPr>
          <a:xfrm>
            <a:off x="8378403" y="-172715"/>
            <a:ext cx="218434" cy="218434"/>
          </a:xfrm>
          <a:prstGeom prst="roundRect">
            <a:avLst>
              <a:gd name="adj" fmla="val 30000"/>
            </a:avLst>
          </a:prstGeom>
          <a:solidFill>
            <a:srgbClr val="125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t32_07"/>
          <p:cNvSpPr/>
          <p:nvPr/>
        </p:nvSpPr>
        <p:spPr>
          <a:xfrm>
            <a:off x="8717062" y="-172715"/>
            <a:ext cx="218434" cy="218434"/>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t32_08"/>
          <p:cNvSpPr/>
          <p:nvPr/>
        </p:nvSpPr>
        <p:spPr>
          <a:xfrm>
            <a:off x="9055720" y="-172715"/>
            <a:ext cx="218434" cy="218434"/>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t32_09"/>
          <p:cNvSpPr/>
          <p:nvPr/>
        </p:nvSpPr>
        <p:spPr>
          <a:xfrm>
            <a:off x="9394378" y="-172715"/>
            <a:ext cx="218434" cy="218434"/>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t32_10"/>
          <p:cNvSpPr/>
          <p:nvPr/>
        </p:nvSpPr>
        <p:spPr>
          <a:xfrm>
            <a:off x="9733036" y="-172715"/>
            <a:ext cx="218434" cy="218434"/>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t32_11"/>
          <p:cNvSpPr/>
          <p:nvPr/>
        </p:nvSpPr>
        <p:spPr>
          <a:xfrm>
            <a:off x="10071694" y="-172715"/>
            <a:ext cx="218434" cy="218434"/>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t32_12"/>
          <p:cNvSpPr/>
          <p:nvPr/>
        </p:nvSpPr>
        <p:spPr>
          <a:xfrm>
            <a:off x="10410353" y="-172715"/>
            <a:ext cx="218434" cy="218434"/>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t33_03"/>
          <p:cNvSpPr/>
          <p:nvPr/>
        </p:nvSpPr>
        <p:spPr>
          <a:xfrm>
            <a:off x="7362429" y="-426709"/>
            <a:ext cx="218434" cy="218434"/>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t33_04"/>
          <p:cNvSpPr/>
          <p:nvPr/>
        </p:nvSpPr>
        <p:spPr>
          <a:xfrm>
            <a:off x="7701087" y="-426709"/>
            <a:ext cx="218434" cy="218434"/>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t33_05"/>
          <p:cNvSpPr/>
          <p:nvPr/>
        </p:nvSpPr>
        <p:spPr>
          <a:xfrm>
            <a:off x="8039745" y="-426709"/>
            <a:ext cx="218434" cy="218434"/>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t33_06"/>
          <p:cNvSpPr/>
          <p:nvPr/>
        </p:nvSpPr>
        <p:spPr>
          <a:xfrm>
            <a:off x="8378403" y="-426709"/>
            <a:ext cx="218434" cy="218434"/>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t33_07"/>
          <p:cNvSpPr/>
          <p:nvPr/>
        </p:nvSpPr>
        <p:spPr>
          <a:xfrm>
            <a:off x="8717062" y="-426709"/>
            <a:ext cx="218434" cy="218434"/>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33_08"/>
          <p:cNvSpPr/>
          <p:nvPr/>
        </p:nvSpPr>
        <p:spPr>
          <a:xfrm>
            <a:off x="9055720" y="-426709"/>
            <a:ext cx="218434" cy="218434"/>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t33_09"/>
          <p:cNvSpPr/>
          <p:nvPr/>
        </p:nvSpPr>
        <p:spPr>
          <a:xfrm>
            <a:off x="9394378" y="-426709"/>
            <a:ext cx="218434" cy="218434"/>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t33_10"/>
          <p:cNvSpPr/>
          <p:nvPr/>
        </p:nvSpPr>
        <p:spPr>
          <a:xfrm>
            <a:off x="9733036" y="-426709"/>
            <a:ext cx="218434" cy="218434"/>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t33_11"/>
          <p:cNvSpPr/>
          <p:nvPr/>
        </p:nvSpPr>
        <p:spPr>
          <a:xfrm>
            <a:off x="10071694" y="-426709"/>
            <a:ext cx="218434" cy="218434"/>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t33_12"/>
          <p:cNvSpPr/>
          <p:nvPr/>
        </p:nvSpPr>
        <p:spPr>
          <a:xfrm>
            <a:off x="10410353" y="-426709"/>
            <a:ext cx="218434" cy="218434"/>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t34_03"/>
          <p:cNvSpPr/>
          <p:nvPr/>
        </p:nvSpPr>
        <p:spPr>
          <a:xfrm>
            <a:off x="7362429" y="-680702"/>
            <a:ext cx="218434" cy="218434"/>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34_04"/>
          <p:cNvSpPr/>
          <p:nvPr/>
        </p:nvSpPr>
        <p:spPr>
          <a:xfrm>
            <a:off x="7701087" y="-680702"/>
            <a:ext cx="218434" cy="218434"/>
          </a:xfrm>
          <a:prstGeom prst="roundRect">
            <a:avLst>
              <a:gd name="adj" fmla="val 30000"/>
            </a:avLst>
          </a:prstGeom>
          <a:solidFill>
            <a:srgbClr val="3EA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t34_05"/>
          <p:cNvSpPr/>
          <p:nvPr/>
        </p:nvSpPr>
        <p:spPr>
          <a:xfrm>
            <a:off x="8039745" y="-680702"/>
            <a:ext cx="218434" cy="218434"/>
          </a:xfrm>
          <a:prstGeom prst="roundRect">
            <a:avLst>
              <a:gd name="adj" fmla="val 30000"/>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t34_06"/>
          <p:cNvSpPr/>
          <p:nvPr/>
        </p:nvSpPr>
        <p:spPr>
          <a:xfrm>
            <a:off x="8378403" y="-680702"/>
            <a:ext cx="218434" cy="218434"/>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t34_07"/>
          <p:cNvSpPr/>
          <p:nvPr/>
        </p:nvSpPr>
        <p:spPr>
          <a:xfrm>
            <a:off x="8717062" y="-680702"/>
            <a:ext cx="218434" cy="218434"/>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t34_08"/>
          <p:cNvSpPr/>
          <p:nvPr/>
        </p:nvSpPr>
        <p:spPr>
          <a:xfrm>
            <a:off x="9055720" y="-680702"/>
            <a:ext cx="218434" cy="218434"/>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t34_09"/>
          <p:cNvSpPr/>
          <p:nvPr/>
        </p:nvSpPr>
        <p:spPr>
          <a:xfrm>
            <a:off x="9394378" y="-680702"/>
            <a:ext cx="218434" cy="218434"/>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t34_10"/>
          <p:cNvSpPr/>
          <p:nvPr/>
        </p:nvSpPr>
        <p:spPr>
          <a:xfrm>
            <a:off x="9733036" y="-680702"/>
            <a:ext cx="218434" cy="218434"/>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t34_11"/>
          <p:cNvSpPr/>
          <p:nvPr/>
        </p:nvSpPr>
        <p:spPr>
          <a:xfrm>
            <a:off x="10071694" y="-680702"/>
            <a:ext cx="218434" cy="218434"/>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t35_04"/>
          <p:cNvSpPr/>
          <p:nvPr/>
        </p:nvSpPr>
        <p:spPr>
          <a:xfrm>
            <a:off x="7701087" y="-934696"/>
            <a:ext cx="218434" cy="218434"/>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t35_05"/>
          <p:cNvSpPr/>
          <p:nvPr/>
        </p:nvSpPr>
        <p:spPr>
          <a:xfrm>
            <a:off x="8039745" y="-934696"/>
            <a:ext cx="218434" cy="218434"/>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t35_06"/>
          <p:cNvSpPr/>
          <p:nvPr/>
        </p:nvSpPr>
        <p:spPr>
          <a:xfrm>
            <a:off x="8378403" y="-934696"/>
            <a:ext cx="218434" cy="218434"/>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t35_07"/>
          <p:cNvSpPr/>
          <p:nvPr/>
        </p:nvSpPr>
        <p:spPr>
          <a:xfrm>
            <a:off x="8717062" y="-934696"/>
            <a:ext cx="218434" cy="218434"/>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t35_08"/>
          <p:cNvSpPr/>
          <p:nvPr/>
        </p:nvSpPr>
        <p:spPr>
          <a:xfrm>
            <a:off x="9055720" y="-934696"/>
            <a:ext cx="218434" cy="218434"/>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t35_09"/>
          <p:cNvSpPr/>
          <p:nvPr/>
        </p:nvSpPr>
        <p:spPr>
          <a:xfrm>
            <a:off x="9394378" y="-934696"/>
            <a:ext cx="218434" cy="218434"/>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t35_10"/>
          <p:cNvSpPr/>
          <p:nvPr/>
        </p:nvSpPr>
        <p:spPr>
          <a:xfrm>
            <a:off x="9733036" y="-934696"/>
            <a:ext cx="218434" cy="218434"/>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t35_11"/>
          <p:cNvSpPr/>
          <p:nvPr/>
        </p:nvSpPr>
        <p:spPr>
          <a:xfrm>
            <a:off x="10071694" y="-934696"/>
            <a:ext cx="218434" cy="218434"/>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t36_04"/>
          <p:cNvSpPr/>
          <p:nvPr/>
        </p:nvSpPr>
        <p:spPr>
          <a:xfrm>
            <a:off x="7701087" y="-1188690"/>
            <a:ext cx="218434" cy="218434"/>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t36_05"/>
          <p:cNvSpPr/>
          <p:nvPr/>
        </p:nvSpPr>
        <p:spPr>
          <a:xfrm>
            <a:off x="8039745" y="-1188690"/>
            <a:ext cx="218434" cy="218434"/>
          </a:xfrm>
          <a:prstGeom prst="roundRect">
            <a:avLst>
              <a:gd name="adj" fmla="val 30000"/>
            </a:avLst>
          </a:prstGeom>
          <a:solidFill>
            <a:srgbClr val="1C8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t36_06"/>
          <p:cNvSpPr/>
          <p:nvPr/>
        </p:nvSpPr>
        <p:spPr>
          <a:xfrm>
            <a:off x="8378403" y="-1188690"/>
            <a:ext cx="218434" cy="218434"/>
          </a:xfrm>
          <a:prstGeom prst="roundRect">
            <a:avLst>
              <a:gd name="adj" fmla="val 30000"/>
            </a:avLst>
          </a:prstGeom>
          <a:solidFill>
            <a:srgbClr val="0F42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t36_07"/>
          <p:cNvSpPr/>
          <p:nvPr/>
        </p:nvSpPr>
        <p:spPr>
          <a:xfrm>
            <a:off x="8717062" y="-1188690"/>
            <a:ext cx="218434" cy="218434"/>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t36_08"/>
          <p:cNvSpPr/>
          <p:nvPr/>
        </p:nvSpPr>
        <p:spPr>
          <a:xfrm>
            <a:off x="9055720" y="-1188690"/>
            <a:ext cx="218434" cy="218434"/>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t36_09"/>
          <p:cNvSpPr/>
          <p:nvPr/>
        </p:nvSpPr>
        <p:spPr>
          <a:xfrm>
            <a:off x="9394378" y="-1188690"/>
            <a:ext cx="218434" cy="218434"/>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t36_10"/>
          <p:cNvSpPr/>
          <p:nvPr/>
        </p:nvSpPr>
        <p:spPr>
          <a:xfrm>
            <a:off x="9733036" y="-1188690"/>
            <a:ext cx="218434" cy="218434"/>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t37_04"/>
          <p:cNvSpPr/>
          <p:nvPr/>
        </p:nvSpPr>
        <p:spPr>
          <a:xfrm>
            <a:off x="7701087" y="-1442683"/>
            <a:ext cx="218434" cy="218434"/>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t37_05"/>
          <p:cNvSpPr/>
          <p:nvPr/>
        </p:nvSpPr>
        <p:spPr>
          <a:xfrm>
            <a:off x="8039745" y="-1442683"/>
            <a:ext cx="218434" cy="218434"/>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t37_06"/>
          <p:cNvSpPr/>
          <p:nvPr/>
        </p:nvSpPr>
        <p:spPr>
          <a:xfrm>
            <a:off x="8378403" y="-1442683"/>
            <a:ext cx="218434" cy="218434"/>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t37_07"/>
          <p:cNvSpPr/>
          <p:nvPr/>
        </p:nvSpPr>
        <p:spPr>
          <a:xfrm>
            <a:off x="8717062" y="-1442683"/>
            <a:ext cx="218434" cy="218434"/>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t37_08"/>
          <p:cNvSpPr/>
          <p:nvPr/>
        </p:nvSpPr>
        <p:spPr>
          <a:xfrm>
            <a:off x="9055720" y="-1442683"/>
            <a:ext cx="218434" cy="218434"/>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t37_09"/>
          <p:cNvSpPr/>
          <p:nvPr/>
        </p:nvSpPr>
        <p:spPr>
          <a:xfrm>
            <a:off x="9394378" y="-1442683"/>
            <a:ext cx="218434" cy="218434"/>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Rectangle 326"/>
          <p:cNvSpPr/>
          <p:nvPr/>
        </p:nvSpPr>
        <p:spPr>
          <a:xfrm>
            <a:off x="0" y="0"/>
            <a:ext cx="12191695" cy="6857828"/>
          </a:xfrm>
          <a:prstGeom prst="rect">
            <a:avLst/>
          </a:prstGeom>
          <a:gradFill rotWithShape="1">
            <a:gsLst>
              <a:gs pos="0">
                <a:srgbClr val="04182A">
                  <a:alpha val="100000"/>
                </a:srgbClr>
              </a:gs>
              <a:gs pos="78000">
                <a:srgbClr val="04182A">
                  <a:alpha val="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8" name="merk" descr="merk.png"/>
          <p:cNvPicPr>
            <a:picLocks noChangeAspect="1"/>
          </p:cNvPicPr>
          <p:nvPr/>
        </p:nvPicPr>
        <p:blipFill>
          <a:blip r:embed="rId2"/>
          <a:stretch>
            <a:fillRect/>
          </a:stretch>
        </p:blipFill>
        <p:spPr>
          <a:xfrm>
            <a:off x="650215" y="761980"/>
            <a:ext cx="922012" cy="1066773"/>
          </a:xfrm>
          <a:prstGeom prst="rect">
            <a:avLst/>
          </a:prstGeom>
        </p:spPr>
      </p:pic>
      <p:sp>
        <p:nvSpPr>
          <p:cNvPr id="329" name="hero"/>
          <p:cNvSpPr txBox="1"/>
          <p:nvPr/>
        </p:nvSpPr>
        <p:spPr>
          <a:xfrm>
            <a:off x="634984" y="2133546"/>
            <a:ext cx="8254793" cy="1904952"/>
          </a:xfrm>
          <a:prstGeom prst="rect">
            <a:avLst/>
          </a:prstGeom>
          <a:noFill/>
        </p:spPr>
        <p:txBody>
          <a:bodyPr wrap="none" anchor="t" lIns="0" rIns="0" tIns="0" bIns="0">
            <a:spAutoFit/>
          </a:bodyPr>
          <a:lstStyle/>
          <a:p>
            <a:pPr algn="l">
              <a:lnSpc>
                <a:spcPct val="90000"/>
              </a:lnSpc>
            </a:pPr>
            <a:r>
              <a:rPr sz="13200" b="1">
                <a:solidFill>
                  <a:srgbClr val="F2F8FC"/>
                </a:solidFill>
                <a:latin typeface="Segoe UI"/>
              </a:rPr>
              <a:t>PARADISE</a:t>
            </a:r>
          </a:p>
        </p:txBody>
      </p:sp>
      <p:sp>
        <p:nvSpPr>
          <p:cNvPr id="330" name="TextBox 329"/>
          <p:cNvSpPr txBox="1"/>
          <p:nvPr/>
        </p:nvSpPr>
        <p:spPr>
          <a:xfrm>
            <a:off x="673083" y="3746406"/>
            <a:ext cx="6984825" cy="571485"/>
          </a:xfrm>
          <a:prstGeom prst="rect">
            <a:avLst/>
          </a:prstGeom>
          <a:noFill/>
        </p:spPr>
        <p:txBody>
          <a:bodyPr wrap="square" anchor="t" lIns="0" rIns="0" tIns="0" bIns="0">
            <a:spAutoFit/>
          </a:bodyPr>
          <a:lstStyle/>
          <a:p>
            <a:pPr algn="l">
              <a:lnSpc>
                <a:spcPct val="125000"/>
              </a:lnSpc>
            </a:pPr>
            <a:r>
              <a:rPr sz="4000" b="1">
                <a:solidFill>
                  <a:srgbClr val="52BDEC"/>
                </a:solidFill>
                <a:latin typeface="Segoe UI"/>
              </a:rPr>
              <a:t>Opleidingssessie</a:t>
            </a:r>
          </a:p>
        </p:txBody>
      </p:sp>
      <p:sp>
        <p:nvSpPr>
          <p:cNvPr id="331" name="TextBox 330"/>
          <p:cNvSpPr txBox="1"/>
          <p:nvPr/>
        </p:nvSpPr>
        <p:spPr>
          <a:xfrm>
            <a:off x="685782" y="4330591"/>
            <a:ext cx="6349841" cy="444488"/>
          </a:xfrm>
          <a:prstGeom prst="rect">
            <a:avLst/>
          </a:prstGeom>
          <a:noFill/>
        </p:spPr>
        <p:txBody>
          <a:bodyPr wrap="square" anchor="t" lIns="0" rIns="0" tIns="0" bIns="0">
            <a:spAutoFit/>
          </a:bodyPr>
          <a:lstStyle/>
          <a:p>
            <a:pPr algn="l">
              <a:lnSpc>
                <a:spcPct val="125000"/>
              </a:lnSpc>
            </a:pPr>
            <a:r>
              <a:rPr sz="1800" b="0">
                <a:solidFill>
                  <a:srgbClr val="8FB6D0"/>
                </a:solidFill>
                <a:latin typeface="Segoe UI Light"/>
              </a:rPr>
              <a:t>Zo voert u het protocol uit, bezoek per bezoek</a:t>
            </a:r>
          </a:p>
        </p:txBody>
      </p:sp>
      <p:sp>
        <p:nvSpPr>
          <p:cNvPr id="332" name="Rectangle 331"/>
          <p:cNvSpPr/>
          <p:nvPr/>
        </p:nvSpPr>
        <p:spPr>
          <a:xfrm>
            <a:off x="634984" y="4914777"/>
            <a:ext cx="6349841"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 y="5067173"/>
            <a:ext cx="1904952" cy="571485"/>
          </a:xfrm>
          <a:prstGeom prst="rect">
            <a:avLst/>
          </a:prstGeom>
          <a:noFill/>
        </p:spPr>
        <p:txBody>
          <a:bodyPr wrap="square" anchor="t" lIns="0" rIns="0" tIns="0" bIns="0">
            <a:spAutoFit/>
          </a:bodyPr>
          <a:lstStyle/>
          <a:p>
            <a:pPr algn="l">
              <a:lnSpc>
                <a:spcPct val="100000"/>
              </a:lnSpc>
            </a:pPr>
            <a:r>
              <a:rPr sz="4400" b="1">
                <a:solidFill>
                  <a:srgbClr val="52BDEC"/>
                </a:solidFill>
                <a:latin typeface="Segoe UI"/>
              </a:rPr>
              <a:t>6</a:t>
            </a:r>
          </a:p>
        </p:txBody>
      </p:sp>
      <p:sp>
        <p:nvSpPr>
          <p:cNvPr id="334" name="TextBox 333"/>
          <p:cNvSpPr txBox="1"/>
          <p:nvPr/>
        </p:nvSpPr>
        <p:spPr>
          <a:xfrm>
            <a:off x="647683" y="5575160"/>
            <a:ext cx="1904952" cy="253993"/>
          </a:xfrm>
          <a:prstGeom prst="rect">
            <a:avLst/>
          </a:prstGeom>
          <a:noFill/>
        </p:spPr>
        <p:txBody>
          <a:bodyPr wrap="square" anchor="t" lIns="0" rIns="0" tIns="0" bIns="0">
            <a:spAutoFit/>
          </a:bodyPr>
          <a:lstStyle/>
          <a:p>
            <a:pPr algn="l">
              <a:lnSpc>
                <a:spcPct val="125000"/>
              </a:lnSpc>
            </a:pPr>
            <a:r>
              <a:rPr sz="1250" b="0" spc="140">
                <a:solidFill>
                  <a:srgbClr val="8FB6D0"/>
                </a:solidFill>
                <a:latin typeface="Consolas"/>
              </a:rPr>
              <a:t>VOETKLINIEKEN</a:t>
            </a:r>
          </a:p>
        </p:txBody>
      </p:sp>
      <p:sp>
        <p:nvSpPr>
          <p:cNvPr id="335" name="TextBox 334"/>
          <p:cNvSpPr txBox="1"/>
          <p:nvPr/>
        </p:nvSpPr>
        <p:spPr>
          <a:xfrm>
            <a:off x="2730431" y="5067173"/>
            <a:ext cx="1904952" cy="571485"/>
          </a:xfrm>
          <a:prstGeom prst="rect">
            <a:avLst/>
          </a:prstGeom>
          <a:noFill/>
        </p:spPr>
        <p:txBody>
          <a:bodyPr wrap="square" anchor="t" lIns="0" rIns="0" tIns="0" bIns="0">
            <a:spAutoFit/>
          </a:bodyPr>
          <a:lstStyle/>
          <a:p>
            <a:pPr algn="l">
              <a:lnSpc>
                <a:spcPct val="100000"/>
              </a:lnSpc>
            </a:pPr>
            <a:r>
              <a:rPr sz="4400" b="1">
                <a:solidFill>
                  <a:srgbClr val="52BDEC"/>
                </a:solidFill>
                <a:latin typeface="Segoe UI"/>
              </a:rPr>
              <a:t>144</a:t>
            </a:r>
          </a:p>
        </p:txBody>
      </p:sp>
      <p:sp>
        <p:nvSpPr>
          <p:cNvPr id="336" name="TextBox 335"/>
          <p:cNvSpPr txBox="1"/>
          <p:nvPr/>
        </p:nvSpPr>
        <p:spPr>
          <a:xfrm>
            <a:off x="2743131" y="5575160"/>
            <a:ext cx="1904952" cy="253993"/>
          </a:xfrm>
          <a:prstGeom prst="rect">
            <a:avLst/>
          </a:prstGeom>
          <a:noFill/>
        </p:spPr>
        <p:txBody>
          <a:bodyPr wrap="square" anchor="t" lIns="0" rIns="0" tIns="0" bIns="0">
            <a:spAutoFit/>
          </a:bodyPr>
          <a:lstStyle/>
          <a:p>
            <a:pPr algn="l">
              <a:lnSpc>
                <a:spcPct val="125000"/>
              </a:lnSpc>
            </a:pPr>
            <a:r>
              <a:rPr sz="1250" b="0" spc="140">
                <a:solidFill>
                  <a:srgbClr val="8FB6D0"/>
                </a:solidFill>
                <a:latin typeface="Consolas"/>
              </a:rPr>
              <a:t>DEELNEMERS</a:t>
            </a:r>
          </a:p>
        </p:txBody>
      </p:sp>
      <p:sp>
        <p:nvSpPr>
          <p:cNvPr id="337" name="TextBox 336"/>
          <p:cNvSpPr txBox="1"/>
          <p:nvPr/>
        </p:nvSpPr>
        <p:spPr>
          <a:xfrm>
            <a:off x="4825879" y="5067173"/>
            <a:ext cx="1904952" cy="571485"/>
          </a:xfrm>
          <a:prstGeom prst="rect">
            <a:avLst/>
          </a:prstGeom>
          <a:noFill/>
        </p:spPr>
        <p:txBody>
          <a:bodyPr wrap="square" anchor="t" lIns="0" rIns="0" tIns="0" bIns="0">
            <a:spAutoFit/>
          </a:bodyPr>
          <a:lstStyle/>
          <a:p>
            <a:pPr algn="l">
              <a:lnSpc>
                <a:spcPct val="100000"/>
              </a:lnSpc>
            </a:pPr>
            <a:r>
              <a:rPr sz="4400" b="1">
                <a:solidFill>
                  <a:srgbClr val="52BDEC"/>
                </a:solidFill>
                <a:latin typeface="Segoe UI"/>
              </a:rPr>
              <a:t>18</a:t>
            </a:r>
          </a:p>
        </p:txBody>
      </p:sp>
      <p:sp>
        <p:nvSpPr>
          <p:cNvPr id="338" name="TextBox 337"/>
          <p:cNvSpPr txBox="1"/>
          <p:nvPr/>
        </p:nvSpPr>
        <p:spPr>
          <a:xfrm>
            <a:off x="4838579" y="5575160"/>
            <a:ext cx="1904952" cy="253993"/>
          </a:xfrm>
          <a:prstGeom prst="rect">
            <a:avLst/>
          </a:prstGeom>
          <a:noFill/>
        </p:spPr>
        <p:txBody>
          <a:bodyPr wrap="square" anchor="t" lIns="0" rIns="0" tIns="0" bIns="0">
            <a:spAutoFit/>
          </a:bodyPr>
          <a:lstStyle/>
          <a:p>
            <a:pPr algn="l">
              <a:lnSpc>
                <a:spcPct val="125000"/>
              </a:lnSpc>
            </a:pPr>
            <a:r>
              <a:rPr sz="1250" b="0" spc="140">
                <a:solidFill>
                  <a:srgbClr val="8FB6D0"/>
                </a:solidFill>
                <a:latin typeface="Consolas"/>
              </a:rPr>
              <a:t>MAANDEN</a:t>
            </a:r>
          </a:p>
        </p:txBody>
      </p:sp>
      <p:sp>
        <p:nvSpPr>
          <p:cNvPr id="339" name="Rectangle 338"/>
          <p:cNvSpPr/>
          <p:nvPr/>
        </p:nvSpPr>
        <p:spPr>
          <a:xfrm>
            <a:off x="0" y="5651358"/>
            <a:ext cx="12191695" cy="1206469"/>
          </a:xfrm>
          <a:prstGeom prst="rect">
            <a:avLst/>
          </a:prstGeom>
          <a:gradFill rotWithShape="1">
            <a:gsLst>
              <a:gs pos="0">
                <a:srgbClr val="04182A">
                  <a:alpha val="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ounded Rectangle 340"/>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2" name="Picture 341" descr="kuleuven.png"/>
          <p:cNvPicPr>
            <a:picLocks noChangeAspect="1"/>
          </p:cNvPicPr>
          <p:nvPr/>
        </p:nvPicPr>
        <p:blipFill>
          <a:blip r:embed="rId3"/>
          <a:stretch>
            <a:fillRect/>
          </a:stretch>
        </p:blipFill>
        <p:spPr>
          <a:xfrm>
            <a:off x="787380" y="6152996"/>
            <a:ext cx="1381100" cy="393690"/>
          </a:xfrm>
          <a:prstGeom prst="rect">
            <a:avLst/>
          </a:prstGeom>
        </p:spPr>
      </p:pic>
      <p:sp>
        <p:nvSpPr>
          <p:cNvPr id="343" name="Rounded Rectangle 342"/>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4" name="Picture 343" descr="vub.png"/>
          <p:cNvPicPr>
            <a:picLocks noChangeAspect="1"/>
          </p:cNvPicPr>
          <p:nvPr/>
        </p:nvPicPr>
        <p:blipFill>
          <a:blip r:embed="rId4"/>
          <a:stretch>
            <a:fillRect/>
          </a:stretch>
        </p:blipFill>
        <p:spPr>
          <a:xfrm>
            <a:off x="2727267" y="6152996"/>
            <a:ext cx="1116092" cy="393690"/>
          </a:xfrm>
          <a:prstGeom prst="rect">
            <a:avLst/>
          </a:prstGeom>
        </p:spPr>
      </p:pic>
      <p:sp>
        <p:nvSpPr>
          <p:cNvPr id="345" name="TextBox 344"/>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346" name="TextBox 345"/>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347" name="TextBox 346"/>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U HIER ZIT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 vandaag kunt u dit zelf</a:t>
            </a:r>
          </a:p>
        </p:txBody>
      </p:sp>
      <p:sp>
        <p:nvSpPr>
          <p:cNvPr id="5" name="Rectangle 4"/>
          <p:cNvSpPr/>
          <p:nvPr/>
        </p:nvSpPr>
        <p:spPr>
          <a:xfrm>
            <a:off x="634984"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34984"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8" name="TextBox 7"/>
          <p:cNvSpPr txBox="1"/>
          <p:nvPr/>
        </p:nvSpPr>
        <p:spPr>
          <a:xfrm>
            <a:off x="1003274"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Screenen</a:t>
            </a:r>
          </a:p>
        </p:txBody>
      </p:sp>
      <p:sp>
        <p:nvSpPr>
          <p:cNvPr id="9" name="TextBox 8"/>
          <p:cNvSpPr txBox="1"/>
          <p:nvPr/>
        </p:nvSpPr>
        <p:spPr>
          <a:xfrm>
            <a:off x="1003274"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beoordelen of een patiënt in aanmerking komt, en de screening vastleggen vóór de toestemming</a:t>
            </a:r>
          </a:p>
        </p:txBody>
      </p:sp>
      <p:sp>
        <p:nvSpPr>
          <p:cNvPr id="10" name="Rectangle 9"/>
          <p:cNvSpPr/>
          <p:nvPr/>
        </p:nvSpPr>
        <p:spPr>
          <a:xfrm>
            <a:off x="6349841"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9841"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1"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13" name="TextBox 12"/>
          <p:cNvSpPr txBox="1"/>
          <p:nvPr/>
        </p:nvSpPr>
        <p:spPr>
          <a:xfrm>
            <a:off x="6718132"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Meten</a:t>
            </a:r>
          </a:p>
        </p:txBody>
      </p:sp>
      <p:sp>
        <p:nvSpPr>
          <p:cNvPr id="14" name="TextBox 13"/>
          <p:cNvSpPr txBox="1"/>
          <p:nvPr/>
        </p:nvSpPr>
        <p:spPr>
          <a:xfrm>
            <a:off x="6718132"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drukmeting uitvoeren die aan het protocol voldoet, en de drie doelregio's bepalen</a:t>
            </a:r>
          </a:p>
        </p:txBody>
      </p:sp>
      <p:sp>
        <p:nvSpPr>
          <p:cNvPr id="15" name="Rectangle 14"/>
          <p:cNvSpPr/>
          <p:nvPr/>
        </p:nvSpPr>
        <p:spPr>
          <a:xfrm>
            <a:off x="634984"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4984"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18" name="TextBox 17"/>
          <p:cNvSpPr txBox="1"/>
          <p:nvPr/>
        </p:nvSpPr>
        <p:spPr>
          <a:xfrm>
            <a:off x="1003274"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Optimaliseren</a:t>
            </a:r>
          </a:p>
        </p:txBody>
      </p:sp>
      <p:sp>
        <p:nvSpPr>
          <p:cNvPr id="19" name="TextBox 18"/>
          <p:cNvSpPr txBox="1"/>
          <p:nvPr/>
        </p:nvSpPr>
        <p:spPr>
          <a:xfrm>
            <a:off x="1003274"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zool aanpassen tot de norm gehaald is, en vastleggen wat u aangepast hebt</a:t>
            </a:r>
          </a:p>
        </p:txBody>
      </p:sp>
      <p:sp>
        <p:nvSpPr>
          <p:cNvPr id="20" name="Rectangle 19"/>
          <p:cNvSpPr/>
          <p:nvPr/>
        </p:nvSpPr>
        <p:spPr>
          <a:xfrm>
            <a:off x="6349841"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49841"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1"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23" name="TextBox 22"/>
          <p:cNvSpPr txBox="1"/>
          <p:nvPr/>
        </p:nvSpPr>
        <p:spPr>
          <a:xfrm>
            <a:off x="6718132"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Uitlezen</a:t>
            </a:r>
          </a:p>
        </p:txBody>
      </p:sp>
      <p:sp>
        <p:nvSpPr>
          <p:cNvPr id="24" name="TextBox 23"/>
          <p:cNvSpPr txBox="1"/>
          <p:nvPr/>
        </p:nvSpPr>
        <p:spPr>
          <a:xfrm>
            <a:off x="6718132"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Orthotimer en de MoveMonitor correct instellen, uitlezen en terugkoppelen</a:t>
            </a:r>
          </a:p>
        </p:txBody>
      </p:sp>
      <p:sp>
        <p:nvSpPr>
          <p:cNvPr id="25" name="Rectangle 24"/>
          <p:cNvSpPr/>
          <p:nvPr/>
        </p:nvSpPr>
        <p:spPr>
          <a:xfrm>
            <a:off x="634984"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4984"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28" name="TextBox 27"/>
          <p:cNvSpPr txBox="1"/>
          <p:nvPr/>
        </p:nvSpPr>
        <p:spPr>
          <a:xfrm>
            <a:off x="1003274"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Begeleiden</a:t>
            </a:r>
          </a:p>
        </p:txBody>
      </p:sp>
      <p:sp>
        <p:nvSpPr>
          <p:cNvPr id="29" name="TextBox 28"/>
          <p:cNvSpPr txBox="1"/>
          <p:nvPr/>
        </p:nvSpPr>
        <p:spPr>
          <a:xfrm>
            <a:off x="1003274"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SEBIA-gesprek voeren, inclusief teach-back</a:t>
            </a:r>
          </a:p>
        </p:txBody>
      </p:sp>
      <p:sp>
        <p:nvSpPr>
          <p:cNvPr id="30" name="Rectangle 29"/>
          <p:cNvSpPr/>
          <p:nvPr/>
        </p:nvSpPr>
        <p:spPr>
          <a:xfrm>
            <a:off x="6349841"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9841"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6</a:t>
            </a:r>
          </a:p>
        </p:txBody>
      </p:sp>
      <p:sp>
        <p:nvSpPr>
          <p:cNvPr id="33" name="TextBox 32"/>
          <p:cNvSpPr txBox="1"/>
          <p:nvPr/>
        </p:nvSpPr>
        <p:spPr>
          <a:xfrm>
            <a:off x="6718132"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Vastleggen</a:t>
            </a:r>
          </a:p>
        </p:txBody>
      </p:sp>
      <p:sp>
        <p:nvSpPr>
          <p:cNvPr id="34" name="TextBox 33"/>
          <p:cNvSpPr txBox="1"/>
          <p:nvPr/>
        </p:nvSpPr>
        <p:spPr>
          <a:xfrm>
            <a:off x="6718132"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formulieren volledig invullen, en weten wat u meldt als er iets afwijkt</a:t>
            </a:r>
          </a:p>
        </p:txBody>
      </p:sp>
      <p:sp>
        <p:nvSpPr>
          <p:cNvPr id="35" name="Rounded Rectangle 34"/>
          <p:cNvSpPr/>
          <p:nvPr/>
        </p:nvSpPr>
        <p:spPr>
          <a:xfrm>
            <a:off x="634984" y="4851278"/>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2476" y="5029074"/>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Wie een van deze zes niet aandurft na vandaag, moet dat zeggen. Daar is deze sessie voor.</a:t>
            </a:r>
          </a:p>
        </p:txBody>
      </p:sp>
      <p:sp>
        <p:nvSpPr>
          <p:cNvPr id="37" name="TextBox 3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72</a:t>
            </a:r>
          </a:p>
        </p:txBody>
      </p:sp>
      <p:pic>
        <p:nvPicPr>
          <p:cNvPr id="3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PROGRAMMA VAN VANDAAG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blokken</a:t>
            </a:r>
          </a:p>
        </p:txBody>
      </p:sp>
      <p:sp>
        <p:nvSpPr>
          <p:cNvPr id="5" name="Rounded Rectangle 4"/>
          <p:cNvSpPr/>
          <p:nvPr/>
        </p:nvSpPr>
        <p:spPr>
          <a:xfrm>
            <a:off x="634984"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01</a:t>
            </a:r>
          </a:p>
        </p:txBody>
      </p:sp>
      <p:sp>
        <p:nvSpPr>
          <p:cNvPr id="7" name="TextBox 6"/>
          <p:cNvSpPr txBox="1"/>
          <p:nvPr/>
        </p:nvSpPr>
        <p:spPr>
          <a:xfrm>
            <a:off x="825479"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Waarom zo</a:t>
            </a:r>
          </a:p>
        </p:txBody>
      </p:sp>
      <p:sp>
        <p:nvSpPr>
          <p:cNvPr id="8" name="TextBox 7"/>
          <p:cNvSpPr txBox="1"/>
          <p:nvPr/>
        </p:nvSpPr>
        <p:spPr>
          <a:xfrm>
            <a:off x="825479"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De vier cijfers achter de twee normen</a:t>
            </a:r>
          </a:p>
        </p:txBody>
      </p:sp>
      <p:sp>
        <p:nvSpPr>
          <p:cNvPr id="9" name="Rounded Rectangle 8"/>
          <p:cNvSpPr/>
          <p:nvPr/>
        </p:nvSpPr>
        <p:spPr>
          <a:xfrm>
            <a:off x="3403451"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946"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02</a:t>
            </a:r>
          </a:p>
        </p:txBody>
      </p:sp>
      <p:sp>
        <p:nvSpPr>
          <p:cNvPr id="11" name="TextBox 10"/>
          <p:cNvSpPr txBox="1"/>
          <p:nvPr/>
        </p:nvSpPr>
        <p:spPr>
          <a:xfrm>
            <a:off x="3593946"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De meting</a:t>
            </a:r>
          </a:p>
        </p:txBody>
      </p:sp>
      <p:sp>
        <p:nvSpPr>
          <p:cNvPr id="12" name="TextBox 11"/>
          <p:cNvSpPr txBox="1"/>
          <p:nvPr/>
        </p:nvSpPr>
        <p:spPr>
          <a:xfrm>
            <a:off x="3593946"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Drukmeting, doelregio's en de norm</a:t>
            </a:r>
          </a:p>
        </p:txBody>
      </p:sp>
      <p:sp>
        <p:nvSpPr>
          <p:cNvPr id="13" name="Rounded Rectangle 12"/>
          <p:cNvSpPr/>
          <p:nvPr/>
        </p:nvSpPr>
        <p:spPr>
          <a:xfrm>
            <a:off x="6171918"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2413"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03</a:t>
            </a:r>
          </a:p>
        </p:txBody>
      </p:sp>
      <p:sp>
        <p:nvSpPr>
          <p:cNvPr id="15" name="TextBox 14"/>
          <p:cNvSpPr txBox="1"/>
          <p:nvPr/>
        </p:nvSpPr>
        <p:spPr>
          <a:xfrm>
            <a:off x="6362413"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Het traject</a:t>
            </a:r>
          </a:p>
        </p:txBody>
      </p:sp>
      <p:sp>
        <p:nvSpPr>
          <p:cNvPr id="16" name="TextBox 15"/>
          <p:cNvSpPr txBox="1"/>
          <p:nvPr/>
        </p:nvSpPr>
        <p:spPr>
          <a:xfrm>
            <a:off x="6362413"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Bezoek per bezoek, met de formulieren</a:t>
            </a:r>
          </a:p>
        </p:txBody>
      </p:sp>
      <p:sp>
        <p:nvSpPr>
          <p:cNvPr id="17" name="Rounded Rectangle 16"/>
          <p:cNvSpPr/>
          <p:nvPr/>
        </p:nvSpPr>
        <p:spPr>
          <a:xfrm>
            <a:off x="8940385"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0881"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04</a:t>
            </a:r>
          </a:p>
        </p:txBody>
      </p:sp>
      <p:sp>
        <p:nvSpPr>
          <p:cNvPr id="19" name="TextBox 18"/>
          <p:cNvSpPr txBox="1"/>
          <p:nvPr/>
        </p:nvSpPr>
        <p:spPr>
          <a:xfrm>
            <a:off x="9130881"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Toestellen en regels</a:t>
            </a:r>
          </a:p>
        </p:txBody>
      </p:sp>
      <p:sp>
        <p:nvSpPr>
          <p:cNvPr id="20" name="TextBox 19"/>
          <p:cNvSpPr txBox="1"/>
          <p:nvPr/>
        </p:nvSpPr>
        <p:spPr>
          <a:xfrm>
            <a:off x="9130881"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SOP's, SEBIA, blindering, melden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72</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én draagtijd, beide op 18 maanden</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72</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 zo</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72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60%</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DRIE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72</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72</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72</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72</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De meting</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72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72</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00_07"/>
          <p:cNvSpPr/>
          <p:nvPr/>
        </p:nvSpPr>
        <p:spPr>
          <a:xfrm>
            <a:off x="2426905" y="12636782"/>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00_08"/>
          <p:cNvSpPr/>
          <p:nvPr/>
        </p:nvSpPr>
        <p:spPr>
          <a:xfrm>
            <a:off x="283964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00_09"/>
          <p:cNvSpPr/>
          <p:nvPr/>
        </p:nvSpPr>
        <p:spPr>
          <a:xfrm>
            <a:off x="325238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10"/>
          <p:cNvSpPr/>
          <p:nvPr/>
        </p:nvSpPr>
        <p:spPr>
          <a:xfrm>
            <a:off x="3665125" y="12636782"/>
            <a:ext cx="257810" cy="257810"/>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1_06"/>
          <p:cNvSpPr/>
          <p:nvPr/>
        </p:nvSpPr>
        <p:spPr>
          <a:xfrm>
            <a:off x="2014166" y="1233700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1_07"/>
          <p:cNvSpPr/>
          <p:nvPr/>
        </p:nvSpPr>
        <p:spPr>
          <a:xfrm>
            <a:off x="2426905" y="12337002"/>
            <a:ext cx="257810" cy="257810"/>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8"/>
          <p:cNvSpPr/>
          <p:nvPr/>
        </p:nvSpPr>
        <p:spPr>
          <a:xfrm>
            <a:off x="2839645" y="12337002"/>
            <a:ext cx="257810" cy="257810"/>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9"/>
          <p:cNvSpPr/>
          <p:nvPr/>
        </p:nvSpPr>
        <p:spPr>
          <a:xfrm>
            <a:off x="3252385" y="12337002"/>
            <a:ext cx="257810" cy="257810"/>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10"/>
          <p:cNvSpPr/>
          <p:nvPr/>
        </p:nvSpPr>
        <p:spPr>
          <a:xfrm>
            <a:off x="3665125" y="12337002"/>
            <a:ext cx="257810" cy="257810"/>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11"/>
          <p:cNvSpPr/>
          <p:nvPr/>
        </p:nvSpPr>
        <p:spPr>
          <a:xfrm>
            <a:off x="4077864" y="1233700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2_05"/>
          <p:cNvSpPr/>
          <p:nvPr/>
        </p:nvSpPr>
        <p:spPr>
          <a:xfrm>
            <a:off x="1601426" y="12037223"/>
            <a:ext cx="257810" cy="257810"/>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2_06"/>
          <p:cNvSpPr/>
          <p:nvPr/>
        </p:nvSpPr>
        <p:spPr>
          <a:xfrm>
            <a:off x="2014166" y="12037223"/>
            <a:ext cx="257810" cy="257810"/>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7"/>
          <p:cNvSpPr/>
          <p:nvPr/>
        </p:nvSpPr>
        <p:spPr>
          <a:xfrm>
            <a:off x="2426905" y="12037223"/>
            <a:ext cx="257810" cy="257810"/>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8"/>
          <p:cNvSpPr/>
          <p:nvPr/>
        </p:nvSpPr>
        <p:spPr>
          <a:xfrm>
            <a:off x="283964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9"/>
          <p:cNvSpPr/>
          <p:nvPr/>
        </p:nvSpPr>
        <p:spPr>
          <a:xfrm>
            <a:off x="325238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10"/>
          <p:cNvSpPr/>
          <p:nvPr/>
        </p:nvSpPr>
        <p:spPr>
          <a:xfrm>
            <a:off x="3665125" y="12037223"/>
            <a:ext cx="257810" cy="257810"/>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11"/>
          <p:cNvSpPr/>
          <p:nvPr/>
        </p:nvSpPr>
        <p:spPr>
          <a:xfrm>
            <a:off x="4077864" y="12037223"/>
            <a:ext cx="257810" cy="257810"/>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2"/>
          <p:cNvSpPr/>
          <p:nvPr/>
        </p:nvSpPr>
        <p:spPr>
          <a:xfrm>
            <a:off x="4490604" y="12037223"/>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3_05"/>
          <p:cNvSpPr/>
          <p:nvPr/>
        </p:nvSpPr>
        <p:spPr>
          <a:xfrm>
            <a:off x="1601426" y="11737444"/>
            <a:ext cx="257810" cy="257810"/>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3_06"/>
          <p:cNvSpPr/>
          <p:nvPr/>
        </p:nvSpPr>
        <p:spPr>
          <a:xfrm>
            <a:off x="2014166" y="11737444"/>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7"/>
          <p:cNvSpPr/>
          <p:nvPr/>
        </p:nvSpPr>
        <p:spPr>
          <a:xfrm>
            <a:off x="2426905" y="11737444"/>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8"/>
          <p:cNvSpPr/>
          <p:nvPr/>
        </p:nvSpPr>
        <p:spPr>
          <a:xfrm>
            <a:off x="2839645" y="11737444"/>
            <a:ext cx="257810" cy="257810"/>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9"/>
          <p:cNvSpPr/>
          <p:nvPr/>
        </p:nvSpPr>
        <p:spPr>
          <a:xfrm>
            <a:off x="3252385" y="11737444"/>
            <a:ext cx="257810" cy="257810"/>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10"/>
          <p:cNvSpPr/>
          <p:nvPr/>
        </p:nvSpPr>
        <p:spPr>
          <a:xfrm>
            <a:off x="3665125" y="11737444"/>
            <a:ext cx="257810" cy="257810"/>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11"/>
          <p:cNvSpPr/>
          <p:nvPr/>
        </p:nvSpPr>
        <p:spPr>
          <a:xfrm>
            <a:off x="4077864" y="11737444"/>
            <a:ext cx="257810" cy="257810"/>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2"/>
          <p:cNvSpPr/>
          <p:nvPr/>
        </p:nvSpPr>
        <p:spPr>
          <a:xfrm>
            <a:off x="4490604" y="11737444"/>
            <a:ext cx="257810" cy="257810"/>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4_05"/>
          <p:cNvSpPr/>
          <p:nvPr/>
        </p:nvSpPr>
        <p:spPr>
          <a:xfrm>
            <a:off x="1601426" y="11437664"/>
            <a:ext cx="257810" cy="257810"/>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4_06"/>
          <p:cNvSpPr/>
          <p:nvPr/>
        </p:nvSpPr>
        <p:spPr>
          <a:xfrm>
            <a:off x="2014166" y="11437664"/>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7"/>
          <p:cNvSpPr/>
          <p:nvPr/>
        </p:nvSpPr>
        <p:spPr>
          <a:xfrm>
            <a:off x="242690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8"/>
          <p:cNvSpPr/>
          <p:nvPr/>
        </p:nvSpPr>
        <p:spPr>
          <a:xfrm>
            <a:off x="283964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9"/>
          <p:cNvSpPr/>
          <p:nvPr/>
        </p:nvSpPr>
        <p:spPr>
          <a:xfrm>
            <a:off x="325238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10"/>
          <p:cNvSpPr/>
          <p:nvPr/>
        </p:nvSpPr>
        <p:spPr>
          <a:xfrm>
            <a:off x="366512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11"/>
          <p:cNvSpPr/>
          <p:nvPr/>
        </p:nvSpPr>
        <p:spPr>
          <a:xfrm>
            <a:off x="4077864" y="11437664"/>
            <a:ext cx="257810" cy="257810"/>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2"/>
          <p:cNvSpPr/>
          <p:nvPr/>
        </p:nvSpPr>
        <p:spPr>
          <a:xfrm>
            <a:off x="4490604" y="11437664"/>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5_05"/>
          <p:cNvSpPr/>
          <p:nvPr/>
        </p:nvSpPr>
        <p:spPr>
          <a:xfrm>
            <a:off x="1601426" y="11137885"/>
            <a:ext cx="257810" cy="257810"/>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5_06"/>
          <p:cNvSpPr/>
          <p:nvPr/>
        </p:nvSpPr>
        <p:spPr>
          <a:xfrm>
            <a:off x="2014166"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7"/>
          <p:cNvSpPr/>
          <p:nvPr/>
        </p:nvSpPr>
        <p:spPr>
          <a:xfrm>
            <a:off x="2426905" y="11137885"/>
            <a:ext cx="257810" cy="257810"/>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8"/>
          <p:cNvSpPr/>
          <p:nvPr/>
        </p:nvSpPr>
        <p:spPr>
          <a:xfrm>
            <a:off x="2839645" y="11137885"/>
            <a:ext cx="257810" cy="257810"/>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9"/>
          <p:cNvSpPr/>
          <p:nvPr/>
        </p:nvSpPr>
        <p:spPr>
          <a:xfrm>
            <a:off x="3252385" y="11137885"/>
            <a:ext cx="257810" cy="257810"/>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10"/>
          <p:cNvSpPr/>
          <p:nvPr/>
        </p:nvSpPr>
        <p:spPr>
          <a:xfrm>
            <a:off x="3665125" y="11137885"/>
            <a:ext cx="257810" cy="257810"/>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11"/>
          <p:cNvSpPr/>
          <p:nvPr/>
        </p:nvSpPr>
        <p:spPr>
          <a:xfrm>
            <a:off x="4077864"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2"/>
          <p:cNvSpPr/>
          <p:nvPr/>
        </p:nvSpPr>
        <p:spPr>
          <a:xfrm>
            <a:off x="4490604" y="11137885"/>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6_05"/>
          <p:cNvSpPr/>
          <p:nvPr/>
        </p:nvSpPr>
        <p:spPr>
          <a:xfrm>
            <a:off x="1601426" y="1083810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6_06"/>
          <p:cNvSpPr/>
          <p:nvPr/>
        </p:nvSpPr>
        <p:spPr>
          <a:xfrm>
            <a:off x="2014166" y="1083810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7"/>
          <p:cNvSpPr/>
          <p:nvPr/>
        </p:nvSpPr>
        <p:spPr>
          <a:xfrm>
            <a:off x="2426905" y="1083810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8"/>
          <p:cNvSpPr/>
          <p:nvPr/>
        </p:nvSpPr>
        <p:spPr>
          <a:xfrm>
            <a:off x="2839645" y="10838106"/>
            <a:ext cx="257810" cy="257810"/>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9"/>
          <p:cNvSpPr/>
          <p:nvPr/>
        </p:nvSpPr>
        <p:spPr>
          <a:xfrm>
            <a:off x="3252385" y="10838106"/>
            <a:ext cx="257810" cy="257810"/>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10"/>
          <p:cNvSpPr/>
          <p:nvPr/>
        </p:nvSpPr>
        <p:spPr>
          <a:xfrm>
            <a:off x="3665125" y="10838106"/>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11"/>
          <p:cNvSpPr/>
          <p:nvPr/>
        </p:nvSpPr>
        <p:spPr>
          <a:xfrm>
            <a:off x="4077864" y="10838106"/>
            <a:ext cx="257810" cy="257810"/>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2"/>
          <p:cNvSpPr/>
          <p:nvPr/>
        </p:nvSpPr>
        <p:spPr>
          <a:xfrm>
            <a:off x="4490604" y="10838106"/>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7_05"/>
          <p:cNvSpPr/>
          <p:nvPr/>
        </p:nvSpPr>
        <p:spPr>
          <a:xfrm>
            <a:off x="1601426" y="10538326"/>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7_06"/>
          <p:cNvSpPr/>
          <p:nvPr/>
        </p:nvSpPr>
        <p:spPr>
          <a:xfrm>
            <a:off x="2014166" y="10538326"/>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7"/>
          <p:cNvSpPr/>
          <p:nvPr/>
        </p:nvSpPr>
        <p:spPr>
          <a:xfrm>
            <a:off x="2426905" y="10538326"/>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8"/>
          <p:cNvSpPr/>
          <p:nvPr/>
        </p:nvSpPr>
        <p:spPr>
          <a:xfrm>
            <a:off x="2839645" y="10538326"/>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9"/>
          <p:cNvSpPr/>
          <p:nvPr/>
        </p:nvSpPr>
        <p:spPr>
          <a:xfrm>
            <a:off x="3252385" y="10538326"/>
            <a:ext cx="257810" cy="257810"/>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10"/>
          <p:cNvSpPr/>
          <p:nvPr/>
        </p:nvSpPr>
        <p:spPr>
          <a:xfrm>
            <a:off x="3665125" y="10538326"/>
            <a:ext cx="257810" cy="257810"/>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11"/>
          <p:cNvSpPr/>
          <p:nvPr/>
        </p:nvSpPr>
        <p:spPr>
          <a:xfrm>
            <a:off x="4077864" y="10538326"/>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2"/>
          <p:cNvSpPr/>
          <p:nvPr/>
        </p:nvSpPr>
        <p:spPr>
          <a:xfrm>
            <a:off x="4490604" y="1053832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8_05"/>
          <p:cNvSpPr/>
          <p:nvPr/>
        </p:nvSpPr>
        <p:spPr>
          <a:xfrm>
            <a:off x="1601426" y="10238547"/>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8_06"/>
          <p:cNvSpPr/>
          <p:nvPr/>
        </p:nvSpPr>
        <p:spPr>
          <a:xfrm>
            <a:off x="2014166" y="10238547"/>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7"/>
          <p:cNvSpPr/>
          <p:nvPr/>
        </p:nvSpPr>
        <p:spPr>
          <a:xfrm>
            <a:off x="2426905" y="10238547"/>
            <a:ext cx="257810" cy="257810"/>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8"/>
          <p:cNvSpPr/>
          <p:nvPr/>
        </p:nvSpPr>
        <p:spPr>
          <a:xfrm>
            <a:off x="2839645" y="10238547"/>
            <a:ext cx="257810" cy="257810"/>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9"/>
          <p:cNvSpPr/>
          <p:nvPr/>
        </p:nvSpPr>
        <p:spPr>
          <a:xfrm>
            <a:off x="3252385" y="10238547"/>
            <a:ext cx="257810" cy="257810"/>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10"/>
          <p:cNvSpPr/>
          <p:nvPr/>
        </p:nvSpPr>
        <p:spPr>
          <a:xfrm>
            <a:off x="3665125" y="10238547"/>
            <a:ext cx="257810" cy="257810"/>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11"/>
          <p:cNvSpPr/>
          <p:nvPr/>
        </p:nvSpPr>
        <p:spPr>
          <a:xfrm>
            <a:off x="4077864" y="10238547"/>
            <a:ext cx="257810" cy="257810"/>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2"/>
          <p:cNvSpPr/>
          <p:nvPr/>
        </p:nvSpPr>
        <p:spPr>
          <a:xfrm>
            <a:off x="4490604" y="10238547"/>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9_05"/>
          <p:cNvSpPr/>
          <p:nvPr/>
        </p:nvSpPr>
        <p:spPr>
          <a:xfrm>
            <a:off x="1601426" y="9938768"/>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9_06"/>
          <p:cNvSpPr/>
          <p:nvPr/>
        </p:nvSpPr>
        <p:spPr>
          <a:xfrm>
            <a:off x="2014166" y="9938768"/>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7"/>
          <p:cNvSpPr/>
          <p:nvPr/>
        </p:nvSpPr>
        <p:spPr>
          <a:xfrm>
            <a:off x="2426905" y="9938768"/>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8"/>
          <p:cNvSpPr/>
          <p:nvPr/>
        </p:nvSpPr>
        <p:spPr>
          <a:xfrm>
            <a:off x="2839645" y="9938768"/>
            <a:ext cx="257810" cy="257810"/>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9"/>
          <p:cNvSpPr/>
          <p:nvPr/>
        </p:nvSpPr>
        <p:spPr>
          <a:xfrm>
            <a:off x="3252385" y="9938768"/>
            <a:ext cx="257810" cy="257810"/>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10"/>
          <p:cNvSpPr/>
          <p:nvPr/>
        </p:nvSpPr>
        <p:spPr>
          <a:xfrm>
            <a:off x="3665125" y="9938768"/>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11"/>
          <p:cNvSpPr/>
          <p:nvPr/>
        </p:nvSpPr>
        <p:spPr>
          <a:xfrm>
            <a:off x="4077864" y="9938768"/>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2"/>
          <p:cNvSpPr/>
          <p:nvPr/>
        </p:nvSpPr>
        <p:spPr>
          <a:xfrm>
            <a:off x="4490604" y="9938768"/>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10_06"/>
          <p:cNvSpPr/>
          <p:nvPr/>
        </p:nvSpPr>
        <p:spPr>
          <a:xfrm>
            <a:off x="2014166" y="9638988"/>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10_07"/>
          <p:cNvSpPr/>
          <p:nvPr/>
        </p:nvSpPr>
        <p:spPr>
          <a:xfrm>
            <a:off x="2426905" y="9638988"/>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8"/>
          <p:cNvSpPr/>
          <p:nvPr/>
        </p:nvSpPr>
        <p:spPr>
          <a:xfrm>
            <a:off x="2839645" y="9638988"/>
            <a:ext cx="257810" cy="257810"/>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9"/>
          <p:cNvSpPr/>
          <p:nvPr/>
        </p:nvSpPr>
        <p:spPr>
          <a:xfrm>
            <a:off x="3252385" y="963898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10"/>
          <p:cNvSpPr/>
          <p:nvPr/>
        </p:nvSpPr>
        <p:spPr>
          <a:xfrm>
            <a:off x="3665125" y="9638988"/>
            <a:ext cx="257810" cy="257810"/>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11"/>
          <p:cNvSpPr/>
          <p:nvPr/>
        </p:nvSpPr>
        <p:spPr>
          <a:xfrm>
            <a:off x="4077864" y="9638988"/>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2"/>
          <p:cNvSpPr/>
          <p:nvPr/>
        </p:nvSpPr>
        <p:spPr>
          <a:xfrm>
            <a:off x="4490604" y="9638988"/>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1_06"/>
          <p:cNvSpPr/>
          <p:nvPr/>
        </p:nvSpPr>
        <p:spPr>
          <a:xfrm>
            <a:off x="2014166" y="9339209"/>
            <a:ext cx="257810" cy="257810"/>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1_07"/>
          <p:cNvSpPr/>
          <p:nvPr/>
        </p:nvSpPr>
        <p:spPr>
          <a:xfrm>
            <a:off x="2426905" y="9339209"/>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8"/>
          <p:cNvSpPr/>
          <p:nvPr/>
        </p:nvSpPr>
        <p:spPr>
          <a:xfrm>
            <a:off x="2839645" y="9339209"/>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9"/>
          <p:cNvSpPr/>
          <p:nvPr/>
        </p:nvSpPr>
        <p:spPr>
          <a:xfrm>
            <a:off x="3252385" y="9339209"/>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10"/>
          <p:cNvSpPr/>
          <p:nvPr/>
        </p:nvSpPr>
        <p:spPr>
          <a:xfrm>
            <a:off x="3665125" y="9339209"/>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11"/>
          <p:cNvSpPr/>
          <p:nvPr/>
        </p:nvSpPr>
        <p:spPr>
          <a:xfrm>
            <a:off x="4077864" y="9339209"/>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2"/>
          <p:cNvSpPr/>
          <p:nvPr/>
        </p:nvSpPr>
        <p:spPr>
          <a:xfrm>
            <a:off x="4490604" y="933920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2_06"/>
          <p:cNvSpPr/>
          <p:nvPr/>
        </p:nvSpPr>
        <p:spPr>
          <a:xfrm>
            <a:off x="2014166" y="9039430"/>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2_07"/>
          <p:cNvSpPr/>
          <p:nvPr/>
        </p:nvSpPr>
        <p:spPr>
          <a:xfrm>
            <a:off x="2426905" y="9039430"/>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8"/>
          <p:cNvSpPr/>
          <p:nvPr/>
        </p:nvSpPr>
        <p:spPr>
          <a:xfrm>
            <a:off x="2839645" y="9039430"/>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9"/>
          <p:cNvSpPr/>
          <p:nvPr/>
        </p:nvSpPr>
        <p:spPr>
          <a:xfrm>
            <a:off x="3252385" y="9039430"/>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10"/>
          <p:cNvSpPr/>
          <p:nvPr/>
        </p:nvSpPr>
        <p:spPr>
          <a:xfrm>
            <a:off x="3665125" y="903943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11"/>
          <p:cNvSpPr/>
          <p:nvPr/>
        </p:nvSpPr>
        <p:spPr>
          <a:xfrm>
            <a:off x="4077864" y="9039430"/>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2"/>
          <p:cNvSpPr/>
          <p:nvPr/>
        </p:nvSpPr>
        <p:spPr>
          <a:xfrm>
            <a:off x="4490604" y="9039430"/>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3_06"/>
          <p:cNvSpPr/>
          <p:nvPr/>
        </p:nvSpPr>
        <p:spPr>
          <a:xfrm>
            <a:off x="2014166" y="8739650"/>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3_07"/>
          <p:cNvSpPr/>
          <p:nvPr/>
        </p:nvSpPr>
        <p:spPr>
          <a:xfrm>
            <a:off x="2426905" y="8739650"/>
            <a:ext cx="257810" cy="257810"/>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8"/>
          <p:cNvSpPr/>
          <p:nvPr/>
        </p:nvSpPr>
        <p:spPr>
          <a:xfrm>
            <a:off x="2839645" y="8739650"/>
            <a:ext cx="257810" cy="257810"/>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9"/>
          <p:cNvSpPr/>
          <p:nvPr/>
        </p:nvSpPr>
        <p:spPr>
          <a:xfrm>
            <a:off x="3252385" y="8739650"/>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10"/>
          <p:cNvSpPr/>
          <p:nvPr/>
        </p:nvSpPr>
        <p:spPr>
          <a:xfrm>
            <a:off x="3665125" y="873965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11"/>
          <p:cNvSpPr/>
          <p:nvPr/>
        </p:nvSpPr>
        <p:spPr>
          <a:xfrm>
            <a:off x="4077864" y="8739650"/>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2"/>
          <p:cNvSpPr/>
          <p:nvPr/>
        </p:nvSpPr>
        <p:spPr>
          <a:xfrm>
            <a:off x="4490604" y="8739650"/>
            <a:ext cx="257810" cy="257810"/>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4_06"/>
          <p:cNvSpPr/>
          <p:nvPr/>
        </p:nvSpPr>
        <p:spPr>
          <a:xfrm>
            <a:off x="2014166" y="843987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4_07"/>
          <p:cNvSpPr/>
          <p:nvPr/>
        </p:nvSpPr>
        <p:spPr>
          <a:xfrm>
            <a:off x="2426905" y="8439871"/>
            <a:ext cx="257810" cy="257810"/>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8"/>
          <p:cNvSpPr/>
          <p:nvPr/>
        </p:nvSpPr>
        <p:spPr>
          <a:xfrm>
            <a:off x="2839645" y="8439871"/>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9"/>
          <p:cNvSpPr/>
          <p:nvPr/>
        </p:nvSpPr>
        <p:spPr>
          <a:xfrm>
            <a:off x="3252385" y="8439871"/>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10"/>
          <p:cNvSpPr/>
          <p:nvPr/>
        </p:nvSpPr>
        <p:spPr>
          <a:xfrm>
            <a:off x="3665125" y="8439871"/>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11"/>
          <p:cNvSpPr/>
          <p:nvPr/>
        </p:nvSpPr>
        <p:spPr>
          <a:xfrm>
            <a:off x="4077864" y="8439871"/>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2"/>
          <p:cNvSpPr/>
          <p:nvPr/>
        </p:nvSpPr>
        <p:spPr>
          <a:xfrm>
            <a:off x="4490604" y="8439871"/>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5_07"/>
          <p:cNvSpPr/>
          <p:nvPr/>
        </p:nvSpPr>
        <p:spPr>
          <a:xfrm>
            <a:off x="2426905" y="814009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5_08"/>
          <p:cNvSpPr/>
          <p:nvPr/>
        </p:nvSpPr>
        <p:spPr>
          <a:xfrm>
            <a:off x="2839645" y="8140092"/>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9"/>
          <p:cNvSpPr/>
          <p:nvPr/>
        </p:nvSpPr>
        <p:spPr>
          <a:xfrm>
            <a:off x="3252385" y="8140092"/>
            <a:ext cx="257810" cy="257810"/>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10"/>
          <p:cNvSpPr/>
          <p:nvPr/>
        </p:nvSpPr>
        <p:spPr>
          <a:xfrm>
            <a:off x="3665125" y="8140092"/>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11"/>
          <p:cNvSpPr/>
          <p:nvPr/>
        </p:nvSpPr>
        <p:spPr>
          <a:xfrm>
            <a:off x="4077864" y="814009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2"/>
          <p:cNvSpPr/>
          <p:nvPr/>
        </p:nvSpPr>
        <p:spPr>
          <a:xfrm>
            <a:off x="4490604" y="8140092"/>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3"/>
          <p:cNvSpPr/>
          <p:nvPr/>
        </p:nvSpPr>
        <p:spPr>
          <a:xfrm>
            <a:off x="4903344" y="8140092"/>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6_07"/>
          <p:cNvSpPr/>
          <p:nvPr/>
        </p:nvSpPr>
        <p:spPr>
          <a:xfrm>
            <a:off x="2426905" y="7840312"/>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6_08"/>
          <p:cNvSpPr/>
          <p:nvPr/>
        </p:nvSpPr>
        <p:spPr>
          <a:xfrm>
            <a:off x="2839645" y="7840312"/>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9"/>
          <p:cNvSpPr/>
          <p:nvPr/>
        </p:nvSpPr>
        <p:spPr>
          <a:xfrm>
            <a:off x="3252385" y="7840312"/>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10"/>
          <p:cNvSpPr/>
          <p:nvPr/>
        </p:nvSpPr>
        <p:spPr>
          <a:xfrm>
            <a:off x="3665125" y="7840312"/>
            <a:ext cx="257810" cy="257810"/>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11"/>
          <p:cNvSpPr/>
          <p:nvPr/>
        </p:nvSpPr>
        <p:spPr>
          <a:xfrm>
            <a:off x="4077864" y="784031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2"/>
          <p:cNvSpPr/>
          <p:nvPr/>
        </p:nvSpPr>
        <p:spPr>
          <a:xfrm>
            <a:off x="4490604" y="7840312"/>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3"/>
          <p:cNvSpPr/>
          <p:nvPr/>
        </p:nvSpPr>
        <p:spPr>
          <a:xfrm>
            <a:off x="4903344" y="7840312"/>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7_07"/>
          <p:cNvSpPr/>
          <p:nvPr/>
        </p:nvSpPr>
        <p:spPr>
          <a:xfrm>
            <a:off x="2426905" y="7540533"/>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7_08"/>
          <p:cNvSpPr/>
          <p:nvPr/>
        </p:nvSpPr>
        <p:spPr>
          <a:xfrm>
            <a:off x="2839645" y="7540533"/>
            <a:ext cx="257810" cy="257810"/>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9"/>
          <p:cNvSpPr/>
          <p:nvPr/>
        </p:nvSpPr>
        <p:spPr>
          <a:xfrm>
            <a:off x="3252385" y="7540533"/>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10"/>
          <p:cNvSpPr/>
          <p:nvPr/>
        </p:nvSpPr>
        <p:spPr>
          <a:xfrm>
            <a:off x="3665125" y="7540533"/>
            <a:ext cx="257810" cy="257810"/>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11"/>
          <p:cNvSpPr/>
          <p:nvPr/>
        </p:nvSpPr>
        <p:spPr>
          <a:xfrm>
            <a:off x="4077864" y="7540533"/>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2"/>
          <p:cNvSpPr/>
          <p:nvPr/>
        </p:nvSpPr>
        <p:spPr>
          <a:xfrm>
            <a:off x="4490604" y="7540533"/>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3"/>
          <p:cNvSpPr/>
          <p:nvPr/>
        </p:nvSpPr>
        <p:spPr>
          <a:xfrm>
            <a:off x="4903344" y="7540533"/>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8_06"/>
          <p:cNvSpPr/>
          <p:nvPr/>
        </p:nvSpPr>
        <p:spPr>
          <a:xfrm>
            <a:off x="2014166" y="7240754"/>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8_07"/>
          <p:cNvSpPr/>
          <p:nvPr/>
        </p:nvSpPr>
        <p:spPr>
          <a:xfrm>
            <a:off x="2426905" y="7240754"/>
            <a:ext cx="257810" cy="257810"/>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8"/>
          <p:cNvSpPr/>
          <p:nvPr/>
        </p:nvSpPr>
        <p:spPr>
          <a:xfrm>
            <a:off x="2839645" y="7240754"/>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9"/>
          <p:cNvSpPr/>
          <p:nvPr/>
        </p:nvSpPr>
        <p:spPr>
          <a:xfrm>
            <a:off x="3252385" y="724075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10"/>
          <p:cNvSpPr/>
          <p:nvPr/>
        </p:nvSpPr>
        <p:spPr>
          <a:xfrm>
            <a:off x="3665125" y="7240754"/>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11"/>
          <p:cNvSpPr/>
          <p:nvPr/>
        </p:nvSpPr>
        <p:spPr>
          <a:xfrm>
            <a:off x="4077864" y="7240754"/>
            <a:ext cx="257810" cy="257810"/>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2"/>
          <p:cNvSpPr/>
          <p:nvPr/>
        </p:nvSpPr>
        <p:spPr>
          <a:xfrm>
            <a:off x="4490604" y="7240754"/>
            <a:ext cx="257810" cy="257810"/>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3"/>
          <p:cNvSpPr/>
          <p:nvPr/>
        </p:nvSpPr>
        <p:spPr>
          <a:xfrm>
            <a:off x="4903344" y="7240754"/>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9_06"/>
          <p:cNvSpPr/>
          <p:nvPr/>
        </p:nvSpPr>
        <p:spPr>
          <a:xfrm>
            <a:off x="2014166"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9_07"/>
          <p:cNvSpPr/>
          <p:nvPr/>
        </p:nvSpPr>
        <p:spPr>
          <a:xfrm>
            <a:off x="2426905" y="6940974"/>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8"/>
          <p:cNvSpPr/>
          <p:nvPr/>
        </p:nvSpPr>
        <p:spPr>
          <a:xfrm>
            <a:off x="2839645" y="6940974"/>
            <a:ext cx="257810" cy="257810"/>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9"/>
          <p:cNvSpPr/>
          <p:nvPr/>
        </p:nvSpPr>
        <p:spPr>
          <a:xfrm>
            <a:off x="325238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10"/>
          <p:cNvSpPr/>
          <p:nvPr/>
        </p:nvSpPr>
        <p:spPr>
          <a:xfrm>
            <a:off x="366512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11"/>
          <p:cNvSpPr/>
          <p:nvPr/>
        </p:nvSpPr>
        <p:spPr>
          <a:xfrm>
            <a:off x="4077864" y="6940974"/>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2"/>
          <p:cNvSpPr/>
          <p:nvPr/>
        </p:nvSpPr>
        <p:spPr>
          <a:xfrm>
            <a:off x="4490604" y="6940974"/>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3"/>
          <p:cNvSpPr/>
          <p:nvPr/>
        </p:nvSpPr>
        <p:spPr>
          <a:xfrm>
            <a:off x="4903344"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20_06"/>
          <p:cNvSpPr/>
          <p:nvPr/>
        </p:nvSpPr>
        <p:spPr>
          <a:xfrm>
            <a:off x="2014166" y="6641195"/>
            <a:ext cx="257810" cy="257810"/>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20_07"/>
          <p:cNvSpPr/>
          <p:nvPr/>
        </p:nvSpPr>
        <p:spPr>
          <a:xfrm>
            <a:off x="2426905" y="664119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8"/>
          <p:cNvSpPr/>
          <p:nvPr/>
        </p:nvSpPr>
        <p:spPr>
          <a:xfrm>
            <a:off x="2839645" y="6641195"/>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9"/>
          <p:cNvSpPr/>
          <p:nvPr/>
        </p:nvSpPr>
        <p:spPr>
          <a:xfrm>
            <a:off x="3252385" y="6641195"/>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10"/>
          <p:cNvSpPr/>
          <p:nvPr/>
        </p:nvSpPr>
        <p:spPr>
          <a:xfrm>
            <a:off x="3665125" y="6641195"/>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11"/>
          <p:cNvSpPr/>
          <p:nvPr/>
        </p:nvSpPr>
        <p:spPr>
          <a:xfrm>
            <a:off x="4077864" y="6641195"/>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2"/>
          <p:cNvSpPr/>
          <p:nvPr/>
        </p:nvSpPr>
        <p:spPr>
          <a:xfrm>
            <a:off x="4490604" y="6641195"/>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3"/>
          <p:cNvSpPr/>
          <p:nvPr/>
        </p:nvSpPr>
        <p:spPr>
          <a:xfrm>
            <a:off x="4903344" y="6641195"/>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1_05"/>
          <p:cNvSpPr/>
          <p:nvPr/>
        </p:nvSpPr>
        <p:spPr>
          <a:xfrm>
            <a:off x="1601426" y="6341416"/>
            <a:ext cx="257810" cy="257810"/>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1_06"/>
          <p:cNvSpPr/>
          <p:nvPr/>
        </p:nvSpPr>
        <p:spPr>
          <a:xfrm>
            <a:off x="2014166" y="6341416"/>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7"/>
          <p:cNvSpPr/>
          <p:nvPr/>
        </p:nvSpPr>
        <p:spPr>
          <a:xfrm>
            <a:off x="2426905" y="6341416"/>
            <a:ext cx="257810" cy="257810"/>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8"/>
          <p:cNvSpPr/>
          <p:nvPr/>
        </p:nvSpPr>
        <p:spPr>
          <a:xfrm>
            <a:off x="2839645" y="634141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9"/>
          <p:cNvSpPr/>
          <p:nvPr/>
        </p:nvSpPr>
        <p:spPr>
          <a:xfrm>
            <a:off x="3252385" y="6341416"/>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10"/>
          <p:cNvSpPr/>
          <p:nvPr/>
        </p:nvSpPr>
        <p:spPr>
          <a:xfrm>
            <a:off x="3665125" y="6341416"/>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11"/>
          <p:cNvSpPr/>
          <p:nvPr/>
        </p:nvSpPr>
        <p:spPr>
          <a:xfrm>
            <a:off x="4077864" y="6341416"/>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2"/>
          <p:cNvSpPr/>
          <p:nvPr/>
        </p:nvSpPr>
        <p:spPr>
          <a:xfrm>
            <a:off x="4490604" y="6341416"/>
            <a:ext cx="257810" cy="257810"/>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3"/>
          <p:cNvSpPr/>
          <p:nvPr/>
        </p:nvSpPr>
        <p:spPr>
          <a:xfrm>
            <a:off x="4903344" y="634141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2_05"/>
          <p:cNvSpPr/>
          <p:nvPr/>
        </p:nvSpPr>
        <p:spPr>
          <a:xfrm>
            <a:off x="1601426" y="6041636"/>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2_06"/>
          <p:cNvSpPr/>
          <p:nvPr/>
        </p:nvSpPr>
        <p:spPr>
          <a:xfrm>
            <a:off x="2014166" y="6041636"/>
            <a:ext cx="257810" cy="257810"/>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7"/>
          <p:cNvSpPr/>
          <p:nvPr/>
        </p:nvSpPr>
        <p:spPr>
          <a:xfrm>
            <a:off x="2426905" y="6041636"/>
            <a:ext cx="257810" cy="257810"/>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8"/>
          <p:cNvSpPr/>
          <p:nvPr/>
        </p:nvSpPr>
        <p:spPr>
          <a:xfrm>
            <a:off x="2839645" y="6041636"/>
            <a:ext cx="257810" cy="257810"/>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9"/>
          <p:cNvSpPr/>
          <p:nvPr/>
        </p:nvSpPr>
        <p:spPr>
          <a:xfrm>
            <a:off x="3252385" y="6041636"/>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10"/>
          <p:cNvSpPr/>
          <p:nvPr/>
        </p:nvSpPr>
        <p:spPr>
          <a:xfrm>
            <a:off x="3665125" y="6041636"/>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11"/>
          <p:cNvSpPr/>
          <p:nvPr/>
        </p:nvSpPr>
        <p:spPr>
          <a:xfrm>
            <a:off x="4077864" y="6041636"/>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2"/>
          <p:cNvSpPr/>
          <p:nvPr/>
        </p:nvSpPr>
        <p:spPr>
          <a:xfrm>
            <a:off x="4490604" y="6041636"/>
            <a:ext cx="257810" cy="257810"/>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3"/>
          <p:cNvSpPr/>
          <p:nvPr/>
        </p:nvSpPr>
        <p:spPr>
          <a:xfrm>
            <a:off x="4903344" y="6041636"/>
            <a:ext cx="257810" cy="257810"/>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3_04"/>
          <p:cNvSpPr/>
          <p:nvPr/>
        </p:nvSpPr>
        <p:spPr>
          <a:xfrm>
            <a:off x="1188686" y="5741857"/>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3_05"/>
          <p:cNvSpPr/>
          <p:nvPr/>
        </p:nvSpPr>
        <p:spPr>
          <a:xfrm>
            <a:off x="1601426" y="574185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6"/>
          <p:cNvSpPr/>
          <p:nvPr/>
        </p:nvSpPr>
        <p:spPr>
          <a:xfrm>
            <a:off x="2014166" y="5741857"/>
            <a:ext cx="257810" cy="257810"/>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7"/>
          <p:cNvSpPr/>
          <p:nvPr/>
        </p:nvSpPr>
        <p:spPr>
          <a:xfrm>
            <a:off x="2426905" y="5741857"/>
            <a:ext cx="257810" cy="257810"/>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8"/>
          <p:cNvSpPr/>
          <p:nvPr/>
        </p:nvSpPr>
        <p:spPr>
          <a:xfrm>
            <a:off x="2839645" y="5741857"/>
            <a:ext cx="257810" cy="257810"/>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9"/>
          <p:cNvSpPr/>
          <p:nvPr/>
        </p:nvSpPr>
        <p:spPr>
          <a:xfrm>
            <a:off x="3252385" y="5741857"/>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10"/>
          <p:cNvSpPr/>
          <p:nvPr/>
        </p:nvSpPr>
        <p:spPr>
          <a:xfrm>
            <a:off x="3665125" y="5741857"/>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11"/>
          <p:cNvSpPr/>
          <p:nvPr/>
        </p:nvSpPr>
        <p:spPr>
          <a:xfrm>
            <a:off x="4077864" y="5741857"/>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2"/>
          <p:cNvSpPr/>
          <p:nvPr/>
        </p:nvSpPr>
        <p:spPr>
          <a:xfrm>
            <a:off x="4490604" y="5741857"/>
            <a:ext cx="257810" cy="257810"/>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3"/>
          <p:cNvSpPr/>
          <p:nvPr/>
        </p:nvSpPr>
        <p:spPr>
          <a:xfrm>
            <a:off x="4903344" y="5741857"/>
            <a:ext cx="257810" cy="257810"/>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4"/>
          <p:cNvSpPr/>
          <p:nvPr/>
        </p:nvSpPr>
        <p:spPr>
          <a:xfrm>
            <a:off x="5316083" y="5741857"/>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4_04"/>
          <p:cNvSpPr/>
          <p:nvPr/>
        </p:nvSpPr>
        <p:spPr>
          <a:xfrm>
            <a:off x="1188686" y="5442077"/>
            <a:ext cx="257810" cy="257810"/>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4_05"/>
          <p:cNvSpPr/>
          <p:nvPr/>
        </p:nvSpPr>
        <p:spPr>
          <a:xfrm>
            <a:off x="1601426" y="5442077"/>
            <a:ext cx="257810" cy="257810"/>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6"/>
          <p:cNvSpPr/>
          <p:nvPr/>
        </p:nvSpPr>
        <p:spPr>
          <a:xfrm>
            <a:off x="2014166" y="5442077"/>
            <a:ext cx="257810" cy="257810"/>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7"/>
          <p:cNvSpPr/>
          <p:nvPr/>
        </p:nvSpPr>
        <p:spPr>
          <a:xfrm>
            <a:off x="2426905" y="5442077"/>
            <a:ext cx="257810" cy="257810"/>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8"/>
          <p:cNvSpPr/>
          <p:nvPr/>
        </p:nvSpPr>
        <p:spPr>
          <a:xfrm>
            <a:off x="2839645" y="5442077"/>
            <a:ext cx="257810" cy="257810"/>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9"/>
          <p:cNvSpPr/>
          <p:nvPr/>
        </p:nvSpPr>
        <p:spPr>
          <a:xfrm>
            <a:off x="3252385" y="544207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10"/>
          <p:cNvSpPr/>
          <p:nvPr/>
        </p:nvSpPr>
        <p:spPr>
          <a:xfrm>
            <a:off x="3665125" y="5442077"/>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11"/>
          <p:cNvSpPr/>
          <p:nvPr/>
        </p:nvSpPr>
        <p:spPr>
          <a:xfrm>
            <a:off x="4077864" y="5442077"/>
            <a:ext cx="257810" cy="257810"/>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2"/>
          <p:cNvSpPr/>
          <p:nvPr/>
        </p:nvSpPr>
        <p:spPr>
          <a:xfrm>
            <a:off x="4490604" y="5442077"/>
            <a:ext cx="257810" cy="257810"/>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3"/>
          <p:cNvSpPr/>
          <p:nvPr/>
        </p:nvSpPr>
        <p:spPr>
          <a:xfrm>
            <a:off x="4903344" y="5442077"/>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4"/>
          <p:cNvSpPr/>
          <p:nvPr/>
        </p:nvSpPr>
        <p:spPr>
          <a:xfrm>
            <a:off x="5316083" y="5442077"/>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5_04"/>
          <p:cNvSpPr/>
          <p:nvPr/>
        </p:nvSpPr>
        <p:spPr>
          <a:xfrm>
            <a:off x="1188686" y="5142298"/>
            <a:ext cx="257810" cy="257810"/>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5_05"/>
          <p:cNvSpPr/>
          <p:nvPr/>
        </p:nvSpPr>
        <p:spPr>
          <a:xfrm>
            <a:off x="1601426" y="5142298"/>
            <a:ext cx="257810" cy="257810"/>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6"/>
          <p:cNvSpPr/>
          <p:nvPr/>
        </p:nvSpPr>
        <p:spPr>
          <a:xfrm>
            <a:off x="2014166" y="5142298"/>
            <a:ext cx="257810" cy="257810"/>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7"/>
          <p:cNvSpPr/>
          <p:nvPr/>
        </p:nvSpPr>
        <p:spPr>
          <a:xfrm>
            <a:off x="2426905" y="5142298"/>
            <a:ext cx="257810" cy="257810"/>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8"/>
          <p:cNvSpPr/>
          <p:nvPr/>
        </p:nvSpPr>
        <p:spPr>
          <a:xfrm>
            <a:off x="2839645" y="5142298"/>
            <a:ext cx="257810" cy="257810"/>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9"/>
          <p:cNvSpPr/>
          <p:nvPr/>
        </p:nvSpPr>
        <p:spPr>
          <a:xfrm>
            <a:off x="3252385" y="5142298"/>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10"/>
          <p:cNvSpPr/>
          <p:nvPr/>
        </p:nvSpPr>
        <p:spPr>
          <a:xfrm>
            <a:off x="3665125" y="5142298"/>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11"/>
          <p:cNvSpPr/>
          <p:nvPr/>
        </p:nvSpPr>
        <p:spPr>
          <a:xfrm>
            <a:off x="4077864" y="5142298"/>
            <a:ext cx="257810" cy="257810"/>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2"/>
          <p:cNvSpPr/>
          <p:nvPr/>
        </p:nvSpPr>
        <p:spPr>
          <a:xfrm>
            <a:off x="4490604" y="5142298"/>
            <a:ext cx="257810" cy="257810"/>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3"/>
          <p:cNvSpPr/>
          <p:nvPr/>
        </p:nvSpPr>
        <p:spPr>
          <a:xfrm>
            <a:off x="4903344" y="514229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4"/>
          <p:cNvSpPr/>
          <p:nvPr/>
        </p:nvSpPr>
        <p:spPr>
          <a:xfrm>
            <a:off x="5316083" y="5142298"/>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6_03"/>
          <p:cNvSpPr/>
          <p:nvPr/>
        </p:nvSpPr>
        <p:spPr>
          <a:xfrm>
            <a:off x="775947" y="4842519"/>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6_04"/>
          <p:cNvSpPr/>
          <p:nvPr/>
        </p:nvSpPr>
        <p:spPr>
          <a:xfrm>
            <a:off x="1188686" y="4842519"/>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5"/>
          <p:cNvSpPr/>
          <p:nvPr/>
        </p:nvSpPr>
        <p:spPr>
          <a:xfrm>
            <a:off x="1601426" y="4842519"/>
            <a:ext cx="257810" cy="257810"/>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6"/>
          <p:cNvSpPr/>
          <p:nvPr/>
        </p:nvSpPr>
        <p:spPr>
          <a:xfrm>
            <a:off x="2014166" y="4842519"/>
            <a:ext cx="257810" cy="257810"/>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7"/>
          <p:cNvSpPr/>
          <p:nvPr/>
        </p:nvSpPr>
        <p:spPr>
          <a:xfrm>
            <a:off x="2426905" y="4842519"/>
            <a:ext cx="257810" cy="257810"/>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8"/>
          <p:cNvSpPr/>
          <p:nvPr/>
        </p:nvSpPr>
        <p:spPr>
          <a:xfrm>
            <a:off x="2839645" y="4842519"/>
            <a:ext cx="257810" cy="257810"/>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9"/>
          <p:cNvSpPr/>
          <p:nvPr/>
        </p:nvSpPr>
        <p:spPr>
          <a:xfrm>
            <a:off x="3252385" y="4842519"/>
            <a:ext cx="257810" cy="257810"/>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10"/>
          <p:cNvSpPr/>
          <p:nvPr/>
        </p:nvSpPr>
        <p:spPr>
          <a:xfrm>
            <a:off x="3665125" y="4842519"/>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11"/>
          <p:cNvSpPr/>
          <p:nvPr/>
        </p:nvSpPr>
        <p:spPr>
          <a:xfrm>
            <a:off x="4077864" y="4842519"/>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2"/>
          <p:cNvSpPr/>
          <p:nvPr/>
        </p:nvSpPr>
        <p:spPr>
          <a:xfrm>
            <a:off x="4490604" y="4842519"/>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3"/>
          <p:cNvSpPr/>
          <p:nvPr/>
        </p:nvSpPr>
        <p:spPr>
          <a:xfrm>
            <a:off x="4903344" y="4842519"/>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4"/>
          <p:cNvSpPr/>
          <p:nvPr/>
        </p:nvSpPr>
        <p:spPr>
          <a:xfrm>
            <a:off x="5316083" y="4842519"/>
            <a:ext cx="257810" cy="257810"/>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7_03"/>
          <p:cNvSpPr/>
          <p:nvPr/>
        </p:nvSpPr>
        <p:spPr>
          <a:xfrm>
            <a:off x="775947" y="4542739"/>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7_04"/>
          <p:cNvSpPr/>
          <p:nvPr/>
        </p:nvSpPr>
        <p:spPr>
          <a:xfrm>
            <a:off x="1188686" y="4542739"/>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5"/>
          <p:cNvSpPr/>
          <p:nvPr/>
        </p:nvSpPr>
        <p:spPr>
          <a:xfrm>
            <a:off x="1601426" y="4542739"/>
            <a:ext cx="257810" cy="257810"/>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6"/>
          <p:cNvSpPr/>
          <p:nvPr/>
        </p:nvSpPr>
        <p:spPr>
          <a:xfrm>
            <a:off x="2014166" y="4542739"/>
            <a:ext cx="257810" cy="257810"/>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7"/>
          <p:cNvSpPr/>
          <p:nvPr/>
        </p:nvSpPr>
        <p:spPr>
          <a:xfrm>
            <a:off x="2426905" y="4542739"/>
            <a:ext cx="257810" cy="257810"/>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8"/>
          <p:cNvSpPr/>
          <p:nvPr/>
        </p:nvSpPr>
        <p:spPr>
          <a:xfrm>
            <a:off x="2839645" y="4542739"/>
            <a:ext cx="257810" cy="257810"/>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9"/>
          <p:cNvSpPr/>
          <p:nvPr/>
        </p:nvSpPr>
        <p:spPr>
          <a:xfrm>
            <a:off x="3252385" y="4542739"/>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10"/>
          <p:cNvSpPr/>
          <p:nvPr/>
        </p:nvSpPr>
        <p:spPr>
          <a:xfrm>
            <a:off x="3665125" y="4542739"/>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11"/>
          <p:cNvSpPr/>
          <p:nvPr/>
        </p:nvSpPr>
        <p:spPr>
          <a:xfrm>
            <a:off x="4077864" y="454273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2"/>
          <p:cNvSpPr/>
          <p:nvPr/>
        </p:nvSpPr>
        <p:spPr>
          <a:xfrm>
            <a:off x="4490604" y="4542739"/>
            <a:ext cx="257810" cy="257810"/>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3"/>
          <p:cNvSpPr/>
          <p:nvPr/>
        </p:nvSpPr>
        <p:spPr>
          <a:xfrm>
            <a:off x="4903344" y="4542739"/>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4"/>
          <p:cNvSpPr/>
          <p:nvPr/>
        </p:nvSpPr>
        <p:spPr>
          <a:xfrm>
            <a:off x="5316083" y="4542739"/>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8_03"/>
          <p:cNvSpPr/>
          <p:nvPr/>
        </p:nvSpPr>
        <p:spPr>
          <a:xfrm>
            <a:off x="775947"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8_04"/>
          <p:cNvSpPr/>
          <p:nvPr/>
        </p:nvSpPr>
        <p:spPr>
          <a:xfrm>
            <a:off x="1188686" y="4242960"/>
            <a:ext cx="257810" cy="257810"/>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5"/>
          <p:cNvSpPr/>
          <p:nvPr/>
        </p:nvSpPr>
        <p:spPr>
          <a:xfrm>
            <a:off x="1601426" y="4242960"/>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6"/>
          <p:cNvSpPr/>
          <p:nvPr/>
        </p:nvSpPr>
        <p:spPr>
          <a:xfrm>
            <a:off x="2014166" y="4242960"/>
            <a:ext cx="257810" cy="257810"/>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7"/>
          <p:cNvSpPr/>
          <p:nvPr/>
        </p:nvSpPr>
        <p:spPr>
          <a:xfrm>
            <a:off x="2426905" y="4242960"/>
            <a:ext cx="257810" cy="257810"/>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8"/>
          <p:cNvSpPr/>
          <p:nvPr/>
        </p:nvSpPr>
        <p:spPr>
          <a:xfrm>
            <a:off x="2839645" y="4242960"/>
            <a:ext cx="257810" cy="257810"/>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9"/>
          <p:cNvSpPr/>
          <p:nvPr/>
        </p:nvSpPr>
        <p:spPr>
          <a:xfrm>
            <a:off x="3252385" y="4242960"/>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10"/>
          <p:cNvSpPr/>
          <p:nvPr/>
        </p:nvSpPr>
        <p:spPr>
          <a:xfrm>
            <a:off x="3665125" y="4242960"/>
            <a:ext cx="257810" cy="257810"/>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11"/>
          <p:cNvSpPr/>
          <p:nvPr/>
        </p:nvSpPr>
        <p:spPr>
          <a:xfrm>
            <a:off x="4077864" y="4242960"/>
            <a:ext cx="257810" cy="257810"/>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2"/>
          <p:cNvSpPr/>
          <p:nvPr/>
        </p:nvSpPr>
        <p:spPr>
          <a:xfrm>
            <a:off x="4490604" y="4242960"/>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3"/>
          <p:cNvSpPr/>
          <p:nvPr/>
        </p:nvSpPr>
        <p:spPr>
          <a:xfrm>
            <a:off x="4903344"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4"/>
          <p:cNvSpPr/>
          <p:nvPr/>
        </p:nvSpPr>
        <p:spPr>
          <a:xfrm>
            <a:off x="5316083" y="4242960"/>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9_03"/>
          <p:cNvSpPr/>
          <p:nvPr/>
        </p:nvSpPr>
        <p:spPr>
          <a:xfrm>
            <a:off x="775947" y="394318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9_04"/>
          <p:cNvSpPr/>
          <p:nvPr/>
        </p:nvSpPr>
        <p:spPr>
          <a:xfrm>
            <a:off x="1188686" y="3943181"/>
            <a:ext cx="257810" cy="257810"/>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5"/>
          <p:cNvSpPr/>
          <p:nvPr/>
        </p:nvSpPr>
        <p:spPr>
          <a:xfrm>
            <a:off x="1601426" y="3943181"/>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6"/>
          <p:cNvSpPr/>
          <p:nvPr/>
        </p:nvSpPr>
        <p:spPr>
          <a:xfrm>
            <a:off x="2014166" y="3943181"/>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7"/>
          <p:cNvSpPr/>
          <p:nvPr/>
        </p:nvSpPr>
        <p:spPr>
          <a:xfrm>
            <a:off x="2426905" y="3943181"/>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8"/>
          <p:cNvSpPr/>
          <p:nvPr/>
        </p:nvSpPr>
        <p:spPr>
          <a:xfrm>
            <a:off x="2839645" y="3943181"/>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9"/>
          <p:cNvSpPr/>
          <p:nvPr/>
        </p:nvSpPr>
        <p:spPr>
          <a:xfrm>
            <a:off x="3252385" y="394318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10"/>
          <p:cNvSpPr/>
          <p:nvPr/>
        </p:nvSpPr>
        <p:spPr>
          <a:xfrm>
            <a:off x="3665125" y="3943181"/>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11"/>
          <p:cNvSpPr/>
          <p:nvPr/>
        </p:nvSpPr>
        <p:spPr>
          <a:xfrm>
            <a:off x="407786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2"/>
          <p:cNvSpPr/>
          <p:nvPr/>
        </p:nvSpPr>
        <p:spPr>
          <a:xfrm>
            <a:off x="449060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3"/>
          <p:cNvSpPr/>
          <p:nvPr/>
        </p:nvSpPr>
        <p:spPr>
          <a:xfrm>
            <a:off x="4903344" y="3943181"/>
            <a:ext cx="257810" cy="257810"/>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30_03"/>
          <p:cNvSpPr/>
          <p:nvPr/>
        </p:nvSpPr>
        <p:spPr>
          <a:xfrm>
            <a:off x="775947"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30_04"/>
          <p:cNvSpPr/>
          <p:nvPr/>
        </p:nvSpPr>
        <p:spPr>
          <a:xfrm>
            <a:off x="1188686" y="364340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5"/>
          <p:cNvSpPr/>
          <p:nvPr/>
        </p:nvSpPr>
        <p:spPr>
          <a:xfrm>
            <a:off x="1601426" y="3643401"/>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6"/>
          <p:cNvSpPr/>
          <p:nvPr/>
        </p:nvSpPr>
        <p:spPr>
          <a:xfrm>
            <a:off x="2014166" y="364340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7"/>
          <p:cNvSpPr/>
          <p:nvPr/>
        </p:nvSpPr>
        <p:spPr>
          <a:xfrm>
            <a:off x="2426905" y="3643401"/>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8"/>
          <p:cNvSpPr/>
          <p:nvPr/>
        </p:nvSpPr>
        <p:spPr>
          <a:xfrm>
            <a:off x="2839645" y="3643401"/>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9"/>
          <p:cNvSpPr/>
          <p:nvPr/>
        </p:nvSpPr>
        <p:spPr>
          <a:xfrm>
            <a:off x="3252385" y="3643401"/>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10"/>
          <p:cNvSpPr/>
          <p:nvPr/>
        </p:nvSpPr>
        <p:spPr>
          <a:xfrm>
            <a:off x="3665125" y="364340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11"/>
          <p:cNvSpPr/>
          <p:nvPr/>
        </p:nvSpPr>
        <p:spPr>
          <a:xfrm>
            <a:off x="4077864"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2"/>
          <p:cNvSpPr/>
          <p:nvPr/>
        </p:nvSpPr>
        <p:spPr>
          <a:xfrm>
            <a:off x="4490604" y="3643401"/>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3"/>
          <p:cNvSpPr/>
          <p:nvPr/>
        </p:nvSpPr>
        <p:spPr>
          <a:xfrm>
            <a:off x="4903344" y="3643401"/>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1_03"/>
          <p:cNvSpPr/>
          <p:nvPr/>
        </p:nvSpPr>
        <p:spPr>
          <a:xfrm>
            <a:off x="775947" y="3343622"/>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1_04"/>
          <p:cNvSpPr/>
          <p:nvPr/>
        </p:nvSpPr>
        <p:spPr>
          <a:xfrm>
            <a:off x="1188686" y="334362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5"/>
          <p:cNvSpPr/>
          <p:nvPr/>
        </p:nvSpPr>
        <p:spPr>
          <a:xfrm>
            <a:off x="1601426" y="3343622"/>
            <a:ext cx="257810" cy="257810"/>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6"/>
          <p:cNvSpPr/>
          <p:nvPr/>
        </p:nvSpPr>
        <p:spPr>
          <a:xfrm>
            <a:off x="2014166" y="3343622"/>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7"/>
          <p:cNvSpPr/>
          <p:nvPr/>
        </p:nvSpPr>
        <p:spPr>
          <a:xfrm>
            <a:off x="2426905" y="3343622"/>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8"/>
          <p:cNvSpPr/>
          <p:nvPr/>
        </p:nvSpPr>
        <p:spPr>
          <a:xfrm>
            <a:off x="2839645" y="3343622"/>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9"/>
          <p:cNvSpPr/>
          <p:nvPr/>
        </p:nvSpPr>
        <p:spPr>
          <a:xfrm>
            <a:off x="3252385" y="3343622"/>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10"/>
          <p:cNvSpPr/>
          <p:nvPr/>
        </p:nvSpPr>
        <p:spPr>
          <a:xfrm>
            <a:off x="3665125" y="3343622"/>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11"/>
          <p:cNvSpPr/>
          <p:nvPr/>
        </p:nvSpPr>
        <p:spPr>
          <a:xfrm>
            <a:off x="4077864" y="3343622"/>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2"/>
          <p:cNvSpPr/>
          <p:nvPr/>
        </p:nvSpPr>
        <p:spPr>
          <a:xfrm>
            <a:off x="4490604" y="3343622"/>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3"/>
          <p:cNvSpPr/>
          <p:nvPr/>
        </p:nvSpPr>
        <p:spPr>
          <a:xfrm>
            <a:off x="4903344" y="3343622"/>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2_03"/>
          <p:cNvSpPr/>
          <p:nvPr/>
        </p:nvSpPr>
        <p:spPr>
          <a:xfrm>
            <a:off x="775947" y="3043843"/>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2_04"/>
          <p:cNvSpPr/>
          <p:nvPr/>
        </p:nvSpPr>
        <p:spPr>
          <a:xfrm>
            <a:off x="1188686" y="3043843"/>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5"/>
          <p:cNvSpPr/>
          <p:nvPr/>
        </p:nvSpPr>
        <p:spPr>
          <a:xfrm>
            <a:off x="1601426" y="3043843"/>
            <a:ext cx="257810" cy="257810"/>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6"/>
          <p:cNvSpPr/>
          <p:nvPr/>
        </p:nvSpPr>
        <p:spPr>
          <a:xfrm>
            <a:off x="2014166" y="3043843"/>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7"/>
          <p:cNvSpPr/>
          <p:nvPr/>
        </p:nvSpPr>
        <p:spPr>
          <a:xfrm>
            <a:off x="2426905" y="3043843"/>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8"/>
          <p:cNvSpPr/>
          <p:nvPr/>
        </p:nvSpPr>
        <p:spPr>
          <a:xfrm>
            <a:off x="2839645" y="3043843"/>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9"/>
          <p:cNvSpPr/>
          <p:nvPr/>
        </p:nvSpPr>
        <p:spPr>
          <a:xfrm>
            <a:off x="3252385" y="3043843"/>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10"/>
          <p:cNvSpPr/>
          <p:nvPr/>
        </p:nvSpPr>
        <p:spPr>
          <a:xfrm>
            <a:off x="3665125" y="3043843"/>
            <a:ext cx="257810" cy="257810"/>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11"/>
          <p:cNvSpPr/>
          <p:nvPr/>
        </p:nvSpPr>
        <p:spPr>
          <a:xfrm>
            <a:off x="4077864" y="304384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2"/>
          <p:cNvSpPr/>
          <p:nvPr/>
        </p:nvSpPr>
        <p:spPr>
          <a:xfrm>
            <a:off x="4490604" y="304384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3_03"/>
          <p:cNvSpPr/>
          <p:nvPr/>
        </p:nvSpPr>
        <p:spPr>
          <a:xfrm>
            <a:off x="775947" y="2744063"/>
            <a:ext cx="257810" cy="257810"/>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3_04"/>
          <p:cNvSpPr/>
          <p:nvPr/>
        </p:nvSpPr>
        <p:spPr>
          <a:xfrm>
            <a:off x="1188686" y="2744063"/>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5"/>
          <p:cNvSpPr/>
          <p:nvPr/>
        </p:nvSpPr>
        <p:spPr>
          <a:xfrm>
            <a:off x="1601426" y="2744063"/>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6"/>
          <p:cNvSpPr/>
          <p:nvPr/>
        </p:nvSpPr>
        <p:spPr>
          <a:xfrm>
            <a:off x="2014166" y="2744063"/>
            <a:ext cx="257810" cy="257810"/>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7"/>
          <p:cNvSpPr/>
          <p:nvPr/>
        </p:nvSpPr>
        <p:spPr>
          <a:xfrm>
            <a:off x="2426905" y="2744063"/>
            <a:ext cx="257810" cy="257810"/>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8"/>
          <p:cNvSpPr/>
          <p:nvPr/>
        </p:nvSpPr>
        <p:spPr>
          <a:xfrm>
            <a:off x="2839645" y="2744063"/>
            <a:ext cx="257810" cy="257810"/>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9"/>
          <p:cNvSpPr/>
          <p:nvPr/>
        </p:nvSpPr>
        <p:spPr>
          <a:xfrm>
            <a:off x="3252385" y="274406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10"/>
          <p:cNvSpPr/>
          <p:nvPr/>
        </p:nvSpPr>
        <p:spPr>
          <a:xfrm>
            <a:off x="3665125" y="2744063"/>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11"/>
          <p:cNvSpPr/>
          <p:nvPr/>
        </p:nvSpPr>
        <p:spPr>
          <a:xfrm>
            <a:off x="4077864" y="274406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2"/>
          <p:cNvSpPr/>
          <p:nvPr/>
        </p:nvSpPr>
        <p:spPr>
          <a:xfrm>
            <a:off x="4490604" y="2744063"/>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4_03"/>
          <p:cNvSpPr/>
          <p:nvPr/>
        </p:nvSpPr>
        <p:spPr>
          <a:xfrm>
            <a:off x="775947" y="2444284"/>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4_04"/>
          <p:cNvSpPr/>
          <p:nvPr/>
        </p:nvSpPr>
        <p:spPr>
          <a:xfrm>
            <a:off x="1188686" y="2444284"/>
            <a:ext cx="257810" cy="257810"/>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5"/>
          <p:cNvSpPr/>
          <p:nvPr/>
        </p:nvSpPr>
        <p:spPr>
          <a:xfrm>
            <a:off x="1601426" y="2444284"/>
            <a:ext cx="257810" cy="257810"/>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6"/>
          <p:cNvSpPr/>
          <p:nvPr/>
        </p:nvSpPr>
        <p:spPr>
          <a:xfrm>
            <a:off x="2014166" y="2444284"/>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7"/>
          <p:cNvSpPr/>
          <p:nvPr/>
        </p:nvSpPr>
        <p:spPr>
          <a:xfrm>
            <a:off x="2426905" y="2444284"/>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8"/>
          <p:cNvSpPr/>
          <p:nvPr/>
        </p:nvSpPr>
        <p:spPr>
          <a:xfrm>
            <a:off x="2839645" y="2444284"/>
            <a:ext cx="257810" cy="257810"/>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9"/>
          <p:cNvSpPr/>
          <p:nvPr/>
        </p:nvSpPr>
        <p:spPr>
          <a:xfrm>
            <a:off x="3252385" y="2444284"/>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10"/>
          <p:cNvSpPr/>
          <p:nvPr/>
        </p:nvSpPr>
        <p:spPr>
          <a:xfrm>
            <a:off x="3665125" y="2444284"/>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11"/>
          <p:cNvSpPr/>
          <p:nvPr/>
        </p:nvSpPr>
        <p:spPr>
          <a:xfrm>
            <a:off x="4077864" y="2444284"/>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5_04"/>
          <p:cNvSpPr/>
          <p:nvPr/>
        </p:nvSpPr>
        <p:spPr>
          <a:xfrm>
            <a:off x="1188686" y="2144505"/>
            <a:ext cx="257810" cy="257810"/>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5_05"/>
          <p:cNvSpPr/>
          <p:nvPr/>
        </p:nvSpPr>
        <p:spPr>
          <a:xfrm>
            <a:off x="1601426" y="2144505"/>
            <a:ext cx="257810" cy="257810"/>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6"/>
          <p:cNvSpPr/>
          <p:nvPr/>
        </p:nvSpPr>
        <p:spPr>
          <a:xfrm>
            <a:off x="2014166" y="2144505"/>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7"/>
          <p:cNvSpPr/>
          <p:nvPr/>
        </p:nvSpPr>
        <p:spPr>
          <a:xfrm>
            <a:off x="2426905" y="2144505"/>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8"/>
          <p:cNvSpPr/>
          <p:nvPr/>
        </p:nvSpPr>
        <p:spPr>
          <a:xfrm>
            <a:off x="283964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9"/>
          <p:cNvSpPr/>
          <p:nvPr/>
        </p:nvSpPr>
        <p:spPr>
          <a:xfrm>
            <a:off x="325238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10"/>
          <p:cNvSpPr/>
          <p:nvPr/>
        </p:nvSpPr>
        <p:spPr>
          <a:xfrm>
            <a:off x="3665125" y="2144505"/>
            <a:ext cx="257810" cy="257810"/>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11"/>
          <p:cNvSpPr/>
          <p:nvPr/>
        </p:nvSpPr>
        <p:spPr>
          <a:xfrm>
            <a:off x="4077864" y="214450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6_04"/>
          <p:cNvSpPr/>
          <p:nvPr/>
        </p:nvSpPr>
        <p:spPr>
          <a:xfrm>
            <a:off x="1188686" y="1844725"/>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6_05"/>
          <p:cNvSpPr/>
          <p:nvPr/>
        </p:nvSpPr>
        <p:spPr>
          <a:xfrm>
            <a:off x="1601426" y="1844725"/>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6"/>
          <p:cNvSpPr/>
          <p:nvPr/>
        </p:nvSpPr>
        <p:spPr>
          <a:xfrm>
            <a:off x="2014166" y="1844725"/>
            <a:ext cx="257810" cy="257810"/>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7"/>
          <p:cNvSpPr/>
          <p:nvPr/>
        </p:nvSpPr>
        <p:spPr>
          <a:xfrm>
            <a:off x="2426905" y="184472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8"/>
          <p:cNvSpPr/>
          <p:nvPr/>
        </p:nvSpPr>
        <p:spPr>
          <a:xfrm>
            <a:off x="283964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9"/>
          <p:cNvSpPr/>
          <p:nvPr/>
        </p:nvSpPr>
        <p:spPr>
          <a:xfrm>
            <a:off x="325238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10"/>
          <p:cNvSpPr/>
          <p:nvPr/>
        </p:nvSpPr>
        <p:spPr>
          <a:xfrm>
            <a:off x="3665125" y="1844725"/>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7_04"/>
          <p:cNvSpPr/>
          <p:nvPr/>
        </p:nvSpPr>
        <p:spPr>
          <a:xfrm>
            <a:off x="1188686" y="1544946"/>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7_05"/>
          <p:cNvSpPr/>
          <p:nvPr/>
        </p:nvSpPr>
        <p:spPr>
          <a:xfrm>
            <a:off x="1601426" y="1544946"/>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6"/>
          <p:cNvSpPr/>
          <p:nvPr/>
        </p:nvSpPr>
        <p:spPr>
          <a:xfrm>
            <a:off x="2014166" y="1544946"/>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7"/>
          <p:cNvSpPr/>
          <p:nvPr/>
        </p:nvSpPr>
        <p:spPr>
          <a:xfrm>
            <a:off x="2426905" y="1544946"/>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8"/>
          <p:cNvSpPr/>
          <p:nvPr/>
        </p:nvSpPr>
        <p:spPr>
          <a:xfrm>
            <a:off x="2839645" y="1544946"/>
            <a:ext cx="257810" cy="257810"/>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9"/>
          <p:cNvSpPr/>
          <p:nvPr/>
        </p:nvSpPr>
        <p:spPr>
          <a:xfrm>
            <a:off x="3252385" y="1544946"/>
            <a:ext cx="257810" cy="257810"/>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TextBox 326"/>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INZOOMEN OP DE VOORVOET</a:t>
            </a:r>
          </a:p>
        </p:txBody>
      </p:sp>
      <p:sp>
        <p:nvSpPr>
          <p:cNvPr id="328"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Acht regio's, drie doelregio's</a:t>
            </a:r>
          </a:p>
        </p:txBody>
      </p:sp>
      <p:sp>
        <p:nvSpPr>
          <p:cNvPr id="329" name="Oval 328"/>
          <p:cNvSpPr/>
          <p:nvPr/>
        </p:nvSpPr>
        <p:spPr>
          <a:xfrm>
            <a:off x="1549361" y="5029582"/>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549361" y="5029582"/>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1</a:t>
            </a:r>
          </a:p>
        </p:txBody>
      </p:sp>
      <p:sp>
        <p:nvSpPr>
          <p:cNvPr id="331" name="Rectangle 330"/>
          <p:cNvSpPr/>
          <p:nvPr/>
        </p:nvSpPr>
        <p:spPr>
          <a:xfrm>
            <a:off x="6349841" y="190495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6349841" y="2070048"/>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1" y="2070048"/>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334" name="TextBox 333"/>
          <p:cNvSpPr txBox="1"/>
          <p:nvPr/>
        </p:nvSpPr>
        <p:spPr>
          <a:xfrm>
            <a:off x="6756231" y="2044648"/>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1</a:t>
            </a:r>
          </a:p>
        </p:txBody>
      </p:sp>
      <p:sp>
        <p:nvSpPr>
          <p:cNvPr id="335" name="TextBox 334"/>
          <p:cNvSpPr txBox="1"/>
          <p:nvPr/>
        </p:nvSpPr>
        <p:spPr>
          <a:xfrm>
            <a:off x="6768930" y="2311342"/>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onder de grote teen — tweede meest getroffen plek</a:t>
            </a:r>
          </a:p>
        </p:txBody>
      </p:sp>
      <p:sp>
        <p:nvSpPr>
          <p:cNvPr id="336" name="Oval 335"/>
          <p:cNvSpPr/>
          <p:nvPr/>
        </p:nvSpPr>
        <p:spPr>
          <a:xfrm>
            <a:off x="2589465" y="5257414"/>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TextBox 336"/>
          <p:cNvSpPr txBox="1"/>
          <p:nvPr/>
        </p:nvSpPr>
        <p:spPr>
          <a:xfrm>
            <a:off x="2589465" y="5257414"/>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2</a:t>
            </a:r>
          </a:p>
        </p:txBody>
      </p:sp>
      <p:sp>
        <p:nvSpPr>
          <p:cNvPr id="338" name="Rectangle 337"/>
          <p:cNvSpPr/>
          <p:nvPr/>
        </p:nvSpPr>
        <p:spPr>
          <a:xfrm>
            <a:off x="6349841" y="264153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6349841" y="2806629"/>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6349841" y="2806629"/>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341" name="TextBox 340"/>
          <p:cNvSpPr txBox="1"/>
          <p:nvPr/>
        </p:nvSpPr>
        <p:spPr>
          <a:xfrm>
            <a:off x="6756231" y="2781230"/>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2-3</a:t>
            </a:r>
          </a:p>
        </p:txBody>
      </p:sp>
      <p:sp>
        <p:nvSpPr>
          <p:cNvPr id="342" name="TextBox 341"/>
          <p:cNvSpPr txBox="1"/>
          <p:nvPr/>
        </p:nvSpPr>
        <p:spPr>
          <a:xfrm>
            <a:off x="6768930" y="3047923"/>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de hete plek op deze meting, en de klassieke ulcusplek</a:t>
            </a:r>
          </a:p>
        </p:txBody>
      </p:sp>
      <p:sp>
        <p:nvSpPr>
          <p:cNvPr id="343" name="Oval 342"/>
          <p:cNvSpPr/>
          <p:nvPr/>
        </p:nvSpPr>
        <p:spPr>
          <a:xfrm>
            <a:off x="4521086" y="5599163"/>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4521086" y="5599163"/>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3</a:t>
            </a:r>
          </a:p>
        </p:txBody>
      </p:sp>
      <p:sp>
        <p:nvSpPr>
          <p:cNvPr id="345" name="Rectangle 344"/>
          <p:cNvSpPr/>
          <p:nvPr/>
        </p:nvSpPr>
        <p:spPr>
          <a:xfrm>
            <a:off x="6349841" y="3378115"/>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6349841" y="3543211"/>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TextBox 346"/>
          <p:cNvSpPr txBox="1"/>
          <p:nvPr/>
        </p:nvSpPr>
        <p:spPr>
          <a:xfrm>
            <a:off x="6349841" y="3543211"/>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348" name="TextBox 347"/>
          <p:cNvSpPr txBox="1"/>
          <p:nvPr/>
        </p:nvSpPr>
        <p:spPr>
          <a:xfrm>
            <a:off x="6756231" y="3517812"/>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4-5</a:t>
            </a:r>
          </a:p>
        </p:txBody>
      </p:sp>
      <p:sp>
        <p:nvSpPr>
          <p:cNvPr id="349" name="TextBox 348"/>
          <p:cNvSpPr txBox="1"/>
          <p:nvPr/>
        </p:nvSpPr>
        <p:spPr>
          <a:xfrm>
            <a:off x="6768930" y="3784505"/>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laterale voorvoet, meestal lagere druk</a:t>
            </a:r>
          </a:p>
        </p:txBody>
      </p:sp>
      <p:sp>
        <p:nvSpPr>
          <p:cNvPr id="350" name="Oval 349"/>
          <p:cNvSpPr/>
          <p:nvPr/>
        </p:nvSpPr>
        <p:spPr>
          <a:xfrm>
            <a:off x="1400774" y="2409510"/>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400774" y="2409510"/>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4</a:t>
            </a:r>
          </a:p>
        </p:txBody>
      </p:sp>
      <p:sp>
        <p:nvSpPr>
          <p:cNvPr id="352" name="Rectangle 351"/>
          <p:cNvSpPr/>
          <p:nvPr/>
        </p:nvSpPr>
        <p:spPr>
          <a:xfrm>
            <a:off x="6349841" y="4114697"/>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6349841" y="4279793"/>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6349841" y="4279793"/>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355" name="TextBox 354"/>
          <p:cNvSpPr txBox="1"/>
          <p:nvPr/>
        </p:nvSpPr>
        <p:spPr>
          <a:xfrm>
            <a:off x="6756231" y="4254393"/>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Hallux</a:t>
            </a:r>
          </a:p>
        </p:txBody>
      </p:sp>
      <p:sp>
        <p:nvSpPr>
          <p:cNvPr id="356" name="TextBox 355"/>
          <p:cNvSpPr txBox="1"/>
          <p:nvPr/>
        </p:nvSpPr>
        <p:spPr>
          <a:xfrm>
            <a:off x="6768930" y="4521086"/>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apart bekeken, niet meer samengeteld met de tenen</a:t>
            </a:r>
          </a:p>
        </p:txBody>
      </p:sp>
      <p:sp>
        <p:nvSpPr>
          <p:cNvPr id="357" name="Oval 356"/>
          <p:cNvSpPr/>
          <p:nvPr/>
        </p:nvSpPr>
        <p:spPr>
          <a:xfrm>
            <a:off x="3406689" y="2523426"/>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3406689" y="2523426"/>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5</a:t>
            </a:r>
          </a:p>
        </p:txBody>
      </p:sp>
      <p:sp>
        <p:nvSpPr>
          <p:cNvPr id="359" name="Rectangle 358"/>
          <p:cNvSpPr/>
          <p:nvPr/>
        </p:nvSpPr>
        <p:spPr>
          <a:xfrm>
            <a:off x="6349841" y="4851278"/>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6349841" y="5016374"/>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TextBox 360"/>
          <p:cNvSpPr txBox="1"/>
          <p:nvPr/>
        </p:nvSpPr>
        <p:spPr>
          <a:xfrm>
            <a:off x="6349841" y="5016374"/>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362" name="TextBox 361"/>
          <p:cNvSpPr txBox="1"/>
          <p:nvPr/>
        </p:nvSpPr>
        <p:spPr>
          <a:xfrm>
            <a:off x="6756231" y="4990975"/>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Tenen 2-5</a:t>
            </a:r>
          </a:p>
        </p:txBody>
      </p:sp>
      <p:sp>
        <p:nvSpPr>
          <p:cNvPr id="363" name="TextBox 362"/>
          <p:cNvSpPr txBox="1"/>
          <p:nvPr/>
        </p:nvSpPr>
        <p:spPr>
          <a:xfrm>
            <a:off x="6768930" y="5257668"/>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eigen regio sinds de laatste maskerversie</a:t>
            </a:r>
          </a:p>
        </p:txBody>
      </p:sp>
      <p:sp>
        <p:nvSpPr>
          <p:cNvPr id="364" name="TextBox 363"/>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Acht regio's via Multimask · hiel en mediale en laterale middenvoet vallen buiten beeld</a:t>
            </a:r>
          </a:p>
        </p:txBody>
      </p:sp>
      <p:sp>
        <p:nvSpPr>
          <p:cNvPr id="365" name="TextBox 36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72</a:t>
            </a:r>
          </a:p>
        </p:txBody>
      </p:sp>
      <p:pic>
        <p:nvPicPr>
          <p:cNvPr id="36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72</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MEETPROTOCOL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condities bij de aflevering</a:t>
            </a:r>
          </a:p>
        </p:txBody>
      </p:sp>
      <p:sp>
        <p:nvSpPr>
          <p:cNvPr id="5" name="Rounded Rectangle 4"/>
          <p:cNvSpPr/>
          <p:nvPr/>
        </p:nvSpPr>
        <p:spPr>
          <a:xfrm>
            <a:off x="634984" y="1854153"/>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776" y="2070048"/>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01</a:t>
            </a:r>
          </a:p>
        </p:txBody>
      </p:sp>
      <p:sp>
        <p:nvSpPr>
          <p:cNvPr id="7" name="TextBox 6"/>
          <p:cNvSpPr txBox="1"/>
          <p:nvPr/>
        </p:nvSpPr>
        <p:spPr>
          <a:xfrm>
            <a:off x="1904952" y="2044648"/>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Blootsvoets</a:t>
            </a:r>
          </a:p>
        </p:txBody>
      </p:sp>
      <p:sp>
        <p:nvSpPr>
          <p:cNvPr id="8" name="TextBox 7"/>
          <p:cNvSpPr txBox="1"/>
          <p:nvPr/>
        </p:nvSpPr>
        <p:spPr>
          <a:xfrm>
            <a:off x="6095847" y="2044648"/>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Sensoren met dubbelzijdige tape op de voet, standaardkous erover. Dit is het referentiebeeld.</a:t>
            </a:r>
          </a:p>
        </p:txBody>
      </p:sp>
      <p:sp>
        <p:nvSpPr>
          <p:cNvPr id="9" name="Rounded Rectangle 8"/>
          <p:cNvSpPr/>
          <p:nvPr/>
        </p:nvSpPr>
        <p:spPr>
          <a:xfrm>
            <a:off x="634984" y="2971725"/>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776" y="3187620"/>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02</a:t>
            </a:r>
          </a:p>
        </p:txBody>
      </p:sp>
      <p:sp>
        <p:nvSpPr>
          <p:cNvPr id="11" name="TextBox 10"/>
          <p:cNvSpPr txBox="1"/>
          <p:nvPr/>
        </p:nvSpPr>
        <p:spPr>
          <a:xfrm>
            <a:off x="1904952" y="3162220"/>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zónder de zool</a:t>
            </a:r>
          </a:p>
        </p:txBody>
      </p:sp>
      <p:sp>
        <p:nvSpPr>
          <p:cNvPr id="12" name="TextBox 11"/>
          <p:cNvSpPr txBox="1"/>
          <p:nvPr/>
        </p:nvSpPr>
        <p:spPr>
          <a:xfrm>
            <a:off x="6095847" y="3162220"/>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Toont wat het schoeisel alleen doet. Dit is de vergelijking die laat zien of de zool iets toevoegt.</a:t>
            </a:r>
          </a:p>
        </p:txBody>
      </p:sp>
      <p:sp>
        <p:nvSpPr>
          <p:cNvPr id="13" name="Rounded Rectangle 12"/>
          <p:cNvSpPr/>
          <p:nvPr/>
        </p:nvSpPr>
        <p:spPr>
          <a:xfrm>
            <a:off x="634984" y="4089297"/>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9776" y="4305192"/>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03</a:t>
            </a:r>
          </a:p>
        </p:txBody>
      </p:sp>
      <p:sp>
        <p:nvSpPr>
          <p:cNvPr id="15" name="TextBox 14"/>
          <p:cNvSpPr txBox="1"/>
          <p:nvPr/>
        </p:nvSpPr>
        <p:spPr>
          <a:xfrm>
            <a:off x="1904952" y="4279793"/>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mét de zool</a:t>
            </a:r>
          </a:p>
        </p:txBody>
      </p:sp>
      <p:sp>
        <p:nvSpPr>
          <p:cNvPr id="16" name="TextBox 15"/>
          <p:cNvSpPr txBox="1"/>
          <p:nvPr/>
        </p:nvSpPr>
        <p:spPr>
          <a:xfrm>
            <a:off x="6095847" y="4279793"/>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De meting waarop de norm getoetst wordt, per doelregio.</a:t>
            </a:r>
          </a:p>
        </p:txBody>
      </p:sp>
      <p:sp>
        <p:nvSpPr>
          <p:cNvPr id="17" name="TextBox 16"/>
          <p:cNvSpPr txBox="1"/>
          <p:nvPr/>
        </p:nvSpPr>
        <p:spPr>
          <a:xfrm>
            <a:off x="634984" y="5384665"/>
            <a:ext cx="10921726" cy="571485"/>
          </a:xfrm>
          <a:prstGeom prst="rect">
            <a:avLst/>
          </a:prstGeom>
          <a:noFill/>
        </p:spPr>
        <p:txBody>
          <a:bodyPr wrap="square" anchor="t" lIns="0" rIns="0" tIns="0" bIns="0">
            <a:spAutoFit/>
          </a:bodyPr>
          <a:lstStyle/>
          <a:p>
            <a:pPr algn="l">
              <a:lnSpc>
                <a:spcPct val="140000"/>
              </a:lnSpc>
            </a:pPr>
            <a:r>
              <a:rPr sz="1900" b="1">
                <a:solidFill>
                  <a:srgbClr val="FF7A00"/>
                </a:solidFill>
                <a:latin typeface="Segoe UI"/>
              </a:rPr>
              <a:t>Alle drie de condities staan op hetzelfde formulier. Slaat u er één over, dan is de vergelijking onbruikbaar.</a:t>
            </a:r>
          </a:p>
        </p:txBody>
      </p:sp>
      <p:sp>
        <p:nvSpPr>
          <p:cNvPr id="18" name="TextBox 17"/>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de norm wordt per doelregio getoetst, niet over de hele voet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72</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72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72</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Geschiktheid, toestemming, loting</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Kort · in het gewone consult</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5</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4</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Arts bevestigt geschiktheid · PI loot · podoloog vult in</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72</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Screening vóór de toestemming: beoordeel de in- en exclusiecriteria en noteer de patiënt op de identificatielijst.</a:t>
            </a:r>
          </a:p>
        </p:txBody>
      </p:sp>
      <p:sp>
        <p:nvSpPr>
          <p:cNvPr id="6" name="!!rail0"/>
          <p:cNvSpPr/>
          <p:nvPr/>
        </p:nvSpPr>
        <p:spPr>
          <a:xfrm>
            <a:off x="660383"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72</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Is de patiënt geschikt, overloop dan de informatie- en toestemmingsformulieren en laat tekenen.</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72</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Visite 0: bevestig de geschiktheid met het baselineformulier.</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72</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De PI opent de volgende verzegelde envelop en deelt de patiënt in. Pas dan is bekend in welke arm hij zit.</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72</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Niet geschikt? Noteer de reden. Ook dat is studiedata.</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00</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Identificatielijst</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01</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Screening</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02</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Toestemming</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06</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Geschiktheid</a:t>
            </a:r>
          </a:p>
        </p:txBody>
      </p:sp>
      <p:sp>
        <p:nvSpPr>
          <p:cNvPr id="19" name="Rectangle 18"/>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21" name="TextBox 20"/>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volgorde ligt vast: screenen, tekenen, geschiktheid bevestigen, dan pas loten. Vul geen enkel ander formulier in voordat de patiënt getekend heeft.</a:t>
            </a:r>
          </a:p>
        </p:txBody>
      </p:sp>
      <p:sp>
        <p:nvSpPr>
          <p:cNvPr id="22"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ail4"/>
          <p:cNvSpPr/>
          <p:nvPr/>
        </p:nvSpPr>
        <p:spPr>
          <a:xfrm>
            <a:off x="9397765"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72</a:t>
            </a:r>
          </a:p>
        </p:txBody>
      </p:sp>
      <p:pic>
        <p:nvPicPr>
          <p:cNvPr id="2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komt in aanmerking</a:t>
            </a:r>
          </a:p>
        </p:txBody>
      </p:sp>
      <p:sp>
        <p:nvSpPr>
          <p:cNvPr id="5" name="Rounded Rectangle 4"/>
          <p:cNvSpPr/>
          <p:nvPr/>
        </p:nvSpPr>
        <p:spPr>
          <a:xfrm>
            <a:off x="634984"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09744"/>
            <a:ext cx="761980" cy="292092"/>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977"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WÉL</a:t>
            </a:r>
          </a:p>
        </p:txBody>
      </p:sp>
      <p:sp>
        <p:nvSpPr>
          <p:cNvPr id="8" name="TextBox 7"/>
          <p:cNvSpPr txBox="1"/>
          <p:nvPr/>
        </p:nvSpPr>
        <p:spPr>
          <a:xfrm>
            <a:off x="888977"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Volwassen, begrijpt Nederlands</a:t>
            </a:r>
          </a:p>
          <a:p>
            <a:pPr algn="l">
              <a:lnSpc>
                <a:spcPct val="130000"/>
              </a:lnSpc>
              <a:spcBef>
                <a:spcPts val="1200"/>
              </a:spcBef>
            </a:pPr>
            <a:r>
              <a:rPr sz="1400" b="0">
                <a:solidFill>
                  <a:srgbClr val="8FB6D0"/>
                </a:solidFill>
                <a:latin typeface="Segoe UI"/>
              </a:rPr>
              <a:t>Diabetes type 1 of 2</a:t>
            </a:r>
          </a:p>
          <a:p>
            <a:pPr algn="l">
              <a:lnSpc>
                <a:spcPct val="130000"/>
              </a:lnSpc>
              <a:spcBef>
                <a:spcPts val="1200"/>
              </a:spcBef>
            </a:pPr>
            <a:r>
              <a:rPr sz="1400" b="0">
                <a:solidFill>
                  <a:srgbClr val="8FB6D0"/>
                </a:solidFill>
                <a:latin typeface="Segoe UI"/>
              </a:rPr>
              <a:t>Risicocategorie 3 met genezen plantair ulcus, partiële amputatie of resectie van een metatarsaalkop — niet de eerste — tussen 18 maanden en 2 weken geleden</a:t>
            </a:r>
          </a:p>
          <a:p>
            <a:pPr algn="l">
              <a:lnSpc>
                <a:spcPct val="130000"/>
              </a:lnSpc>
              <a:spcBef>
                <a:spcPts val="1200"/>
              </a:spcBef>
            </a:pPr>
            <a:r>
              <a:rPr sz="1400" b="0">
                <a:solidFill>
                  <a:srgbClr val="8FB6D0"/>
                </a:solidFill>
                <a:latin typeface="Segoe UI"/>
              </a:rPr>
              <a:t>Stapt zelfstandig blootsvoets, zonder hulpmiddelen</a:t>
            </a:r>
          </a:p>
          <a:p>
            <a:pPr algn="l">
              <a:lnSpc>
                <a:spcPct val="130000"/>
              </a:lnSpc>
              <a:spcBef>
                <a:spcPts val="1200"/>
              </a:spcBef>
            </a:pPr>
            <a:r>
              <a:rPr sz="1400" b="0">
                <a:solidFill>
                  <a:srgbClr val="8FB6D0"/>
                </a:solidFill>
                <a:latin typeface="Segoe UI"/>
              </a:rPr>
              <a:t>Heeft beschermend schoeisel, of aanvaardt het: volledig maatwerk, of maatzolen in semi-orthopedisch of extra-diep confectieschoeisel</a:t>
            </a:r>
          </a:p>
        </p:txBody>
      </p:sp>
      <p:sp>
        <p:nvSpPr>
          <p:cNvPr id="9" name="Rounded Rectangle 8"/>
          <p:cNvSpPr/>
          <p:nvPr/>
        </p:nvSpPr>
        <p:spPr>
          <a:xfrm>
            <a:off x="6171918"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25912" y="2209744"/>
            <a:ext cx="761980" cy="292092"/>
          </a:xfrm>
          <a:prstGeom prst="roundRect">
            <a:avLst>
              <a:gd name="adj" fmla="val 45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5912"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NIET</a:t>
            </a:r>
          </a:p>
        </p:txBody>
      </p:sp>
      <p:sp>
        <p:nvSpPr>
          <p:cNvPr id="12" name="TextBox 11"/>
          <p:cNvSpPr txBox="1"/>
          <p:nvPr/>
        </p:nvSpPr>
        <p:spPr>
          <a:xfrm>
            <a:off x="6425912"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Amputatie proximaal van de MTP-gewrichten</a:t>
            </a:r>
          </a:p>
          <a:p>
            <a:pPr algn="l">
              <a:lnSpc>
                <a:spcPct val="130000"/>
              </a:lnSpc>
              <a:spcBef>
                <a:spcPts val="1200"/>
              </a:spcBef>
            </a:pPr>
            <a:r>
              <a:rPr sz="1400" b="0">
                <a:solidFill>
                  <a:srgbClr val="8FB6D0"/>
                </a:solidFill>
                <a:latin typeface="Segoe UI"/>
              </a:rPr>
              <a:t>Actief ulcus of Charcot-deformiteit</a:t>
            </a:r>
          </a:p>
          <a:p>
            <a:pPr algn="l">
              <a:lnSpc>
                <a:spcPct val="130000"/>
              </a:lnSpc>
              <a:spcBef>
                <a:spcPts val="1200"/>
              </a:spcBef>
            </a:pPr>
            <a:r>
              <a:rPr sz="1400" b="0">
                <a:solidFill>
                  <a:srgbClr val="8FB6D0"/>
                </a:solidFill>
                <a:latin typeface="Segoe UI"/>
              </a:rPr>
              <a:t>Kritische ischemie — PEDIS graad 3</a:t>
            </a:r>
          </a:p>
          <a:p>
            <a:pPr algn="l">
              <a:lnSpc>
                <a:spcPct val="130000"/>
              </a:lnSpc>
              <a:spcBef>
                <a:spcPts val="1200"/>
              </a:spcBef>
            </a:pPr>
            <a:r>
              <a:rPr sz="1400" b="0">
                <a:solidFill>
                  <a:srgbClr val="8FB6D0"/>
                </a:solidFill>
                <a:latin typeface="Segoe UI"/>
              </a:rPr>
              <a:t>Immunosuppressieve therapie</a:t>
            </a:r>
          </a:p>
          <a:p>
            <a:pPr algn="l">
              <a:lnSpc>
                <a:spcPct val="130000"/>
              </a:lnSpc>
              <a:spcBef>
                <a:spcPts val="1200"/>
              </a:spcBef>
            </a:pPr>
            <a:r>
              <a:rPr sz="1400" b="0">
                <a:solidFill>
                  <a:srgbClr val="8FB6D0"/>
                </a:solidFill>
                <a:latin typeface="Segoe UI"/>
              </a:rPr>
              <a:t>Nierfunctievervangende therapie</a:t>
            </a:r>
          </a:p>
          <a:p>
            <a:pPr algn="l">
              <a:lnSpc>
                <a:spcPct val="130000"/>
              </a:lnSpc>
              <a:spcBef>
                <a:spcPts val="1200"/>
              </a:spcBef>
            </a:pPr>
            <a:r>
              <a:rPr sz="1400" b="0">
                <a:solidFill>
                  <a:srgbClr val="8FB6D0"/>
                </a:solidFill>
                <a:latin typeface="Segoe UI"/>
              </a:rPr>
              <a:t>Overleving &lt; 18 maanden, beoordeeld door de arts</a:t>
            </a:r>
          </a:p>
          <a:p>
            <a:pPr algn="l">
              <a:lnSpc>
                <a:spcPct val="130000"/>
              </a:lnSpc>
              <a:spcBef>
                <a:spcPts val="1200"/>
              </a:spcBef>
            </a:pPr>
            <a:r>
              <a:rPr sz="1400" b="0">
                <a:solidFill>
                  <a:srgbClr val="8FB6D0"/>
                </a:solidFill>
                <a:latin typeface="Segoe UI"/>
              </a:rPr>
              <a:t>Kan geen toestemming geven of instructies volgen</a:t>
            </a:r>
          </a:p>
          <a:p>
            <a:pPr algn="l">
              <a:lnSpc>
                <a:spcPct val="130000"/>
              </a:lnSpc>
              <a:spcBef>
                <a:spcPts val="1200"/>
              </a:spcBef>
            </a:pPr>
            <a:r>
              <a:rPr sz="1400" b="0">
                <a:solidFill>
                  <a:srgbClr val="8FB6D0"/>
                </a:solidFill>
                <a:latin typeface="Segoe UI"/>
              </a:rPr>
              <a:t>Hulpmiddel dat druksensoren belemmert, bv. een EVO</a:t>
            </a:r>
          </a:p>
          <a:p>
            <a:pPr algn="l">
              <a:lnSpc>
                <a:spcPct val="130000"/>
              </a:lnSpc>
              <a:spcBef>
                <a:spcPts val="1200"/>
              </a:spcBef>
            </a:pPr>
            <a:r>
              <a:rPr sz="1400" b="0">
                <a:solidFill>
                  <a:srgbClr val="8FB6D0"/>
                </a:solidFill>
                <a:latin typeface="Segoe UI"/>
              </a:rPr>
              <a:t>Weigert het voorgeschreven schoeisel te dragen</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72</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Baseline — meten en voorschrijven</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Het langste bezoek van de studie</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7</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14</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meet · arts schrijft voor · het onderzoeksteam verwerkt</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29 / 72</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Demografie en voorgeschiedenis, inclusief nierfunctie, eGFR, hartaandoening en diabetesmedicatie.</a:t>
            </a:r>
          </a:p>
        </p:txBody>
      </p:sp>
      <p:sp>
        <p:nvSpPr>
          <p:cNvPr id="6" name="!!rail0"/>
          <p:cNvSpPr/>
          <p:nvPr/>
        </p:nvSpPr>
        <p:spPr>
          <a:xfrm>
            <a:off x="66038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30 / 72</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Voet- en schoeiselscreening, en klasseer een eventueel ulcus.</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31 / 72</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Sensoren met dubbelzijdige tape op de blote voet, kous erover</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Drukmeting blootsvoets: drie metingen per voet.</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32 / 72</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Schermafdruk van de multimask met de drie regio's aangeduid</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Bepaal de drie doelregio's en schrijf de zool voor, mét die regio's op het voorschrift.</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33 / 72</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Vragenlijsten vóór het educatiegesprek: NAFF en HLS-EU-6. Daarna tevredenheid, schoeiselgebruik en EQ-5D-5L.</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34 / 72</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SEBIA stap 1: educatie op maat, voordoen, en de patiënt het zelf laten uitvoeren. Leg dat vast in het logboek.</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35 / 72</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07</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Toestel om het middel, ter hoogte van L5</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Geef de MoveMonitor mee voor zeven dagen en registreer het toestelnummer.</a:t>
            </a:r>
          </a:p>
        </p:txBody>
      </p:sp>
      <p:sp>
        <p:nvSpPr>
          <p:cNvPr id="8" name="TextBox 7"/>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9" name="Rounded Rectangle 8"/>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07</a:t>
            </a:r>
          </a:p>
        </p:txBody>
      </p:sp>
      <p:sp>
        <p:nvSpPr>
          <p:cNvPr id="11" name="TextBox 10"/>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Demografie</a:t>
            </a:r>
          </a:p>
        </p:txBody>
      </p:sp>
      <p:sp>
        <p:nvSpPr>
          <p:cNvPr id="12" name="Rounded Rectangle 11"/>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08</a:t>
            </a:r>
          </a:p>
        </p:txBody>
      </p:sp>
      <p:sp>
        <p:nvSpPr>
          <p:cNvPr id="14" name="TextBox 13"/>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 en schoeisel</a:t>
            </a:r>
          </a:p>
        </p:txBody>
      </p:sp>
      <p:sp>
        <p:nvSpPr>
          <p:cNvPr id="15" name="Rounded Rectangle 14"/>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09</a:t>
            </a:r>
          </a:p>
        </p:txBody>
      </p:sp>
      <p:sp>
        <p:nvSpPr>
          <p:cNvPr id="17" name="TextBox 16"/>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Drukmeting</a:t>
            </a:r>
          </a:p>
        </p:txBody>
      </p:sp>
      <p:sp>
        <p:nvSpPr>
          <p:cNvPr id="18" name="Rounded Rectangle 17"/>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10</a:t>
            </a:r>
          </a:p>
        </p:txBody>
      </p:sp>
      <p:sp>
        <p:nvSpPr>
          <p:cNvPr id="20" name="TextBox 19"/>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Voorschrift CMFO</a:t>
            </a:r>
          </a:p>
        </p:txBody>
      </p:sp>
      <p:sp>
        <p:nvSpPr>
          <p:cNvPr id="21" name="Rounded Rectangle 20"/>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12</a:t>
            </a:r>
          </a:p>
        </p:txBody>
      </p:sp>
      <p:sp>
        <p:nvSpPr>
          <p:cNvPr id="23" name="TextBox 22"/>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Tevredenheid</a:t>
            </a:r>
          </a:p>
        </p:txBody>
      </p:sp>
      <p:sp>
        <p:nvSpPr>
          <p:cNvPr id="24" name="Rounded Rectangle 23"/>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13</a:t>
            </a:r>
          </a:p>
        </p:txBody>
      </p:sp>
      <p:sp>
        <p:nvSpPr>
          <p:cNvPr id="26" name="TextBox 25"/>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Schoeiselgebruik</a:t>
            </a:r>
          </a:p>
        </p:txBody>
      </p:sp>
      <p:sp>
        <p:nvSpPr>
          <p:cNvPr id="27" name="Rounded Rectangle 26"/>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14</a:t>
            </a:r>
          </a:p>
        </p:txBody>
      </p:sp>
      <p:sp>
        <p:nvSpPr>
          <p:cNvPr id="29" name="TextBox 28"/>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NAFF</a:t>
            </a:r>
          </a:p>
        </p:txBody>
      </p:sp>
      <p:sp>
        <p:nvSpPr>
          <p:cNvPr id="30" name="Rounded Rectangle 29"/>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15</a:t>
            </a:r>
          </a:p>
        </p:txBody>
      </p:sp>
      <p:sp>
        <p:nvSpPr>
          <p:cNvPr id="32" name="TextBox 31"/>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HLS-EU-6</a:t>
            </a:r>
          </a:p>
        </p:txBody>
      </p:sp>
      <p:sp>
        <p:nvSpPr>
          <p:cNvPr id="33" name="Rounded Rectangle 32"/>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16</a:t>
            </a:r>
          </a:p>
        </p:txBody>
      </p:sp>
      <p:sp>
        <p:nvSpPr>
          <p:cNvPr id="35" name="TextBox 34"/>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Educatieboekje</a:t>
            </a:r>
          </a:p>
        </p:txBody>
      </p:sp>
      <p:sp>
        <p:nvSpPr>
          <p:cNvPr id="36" name="Rounded Rectangle 35"/>
          <p:cNvSpPr/>
          <p:nvPr/>
        </p:nvSpPr>
        <p:spPr>
          <a:xfrm>
            <a:off x="989305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6925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18</a:t>
            </a:r>
          </a:p>
        </p:txBody>
      </p:sp>
      <p:sp>
        <p:nvSpPr>
          <p:cNvPr id="38" name="TextBox 37"/>
          <p:cNvSpPr txBox="1"/>
          <p:nvPr/>
        </p:nvSpPr>
        <p:spPr>
          <a:xfrm>
            <a:off x="10312142"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Logboek educatie</a:t>
            </a:r>
          </a:p>
        </p:txBody>
      </p:sp>
      <p:sp>
        <p:nvSpPr>
          <p:cNvPr id="39" name="Rounded Rectangle 38"/>
          <p:cNvSpPr/>
          <p:nvPr/>
        </p:nvSpPr>
        <p:spPr>
          <a:xfrm>
            <a:off x="2984425"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60623"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19</a:t>
            </a:r>
          </a:p>
        </p:txBody>
      </p:sp>
      <p:sp>
        <p:nvSpPr>
          <p:cNvPr id="41" name="TextBox 40"/>
          <p:cNvSpPr txBox="1"/>
          <p:nvPr/>
        </p:nvSpPr>
        <p:spPr>
          <a:xfrm>
            <a:off x="3403514"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MoveMonitor</a:t>
            </a:r>
          </a:p>
        </p:txBody>
      </p:sp>
      <p:sp>
        <p:nvSpPr>
          <p:cNvPr id="42" name="Rounded Rectangle 41"/>
          <p:cNvSpPr/>
          <p:nvPr/>
        </p:nvSpPr>
        <p:spPr>
          <a:xfrm>
            <a:off x="4711582"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87780"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20</a:t>
            </a:r>
          </a:p>
        </p:txBody>
      </p:sp>
      <p:sp>
        <p:nvSpPr>
          <p:cNvPr id="44" name="TextBox 43"/>
          <p:cNvSpPr txBox="1"/>
          <p:nvPr/>
        </p:nvSpPr>
        <p:spPr>
          <a:xfrm>
            <a:off x="5130671"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UDI MoveMonitor</a:t>
            </a:r>
          </a:p>
        </p:txBody>
      </p:sp>
      <p:sp>
        <p:nvSpPr>
          <p:cNvPr id="45" name="Rounded Rectangle 44"/>
          <p:cNvSpPr/>
          <p:nvPr/>
        </p:nvSpPr>
        <p:spPr>
          <a:xfrm>
            <a:off x="6438739"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14937"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21</a:t>
            </a:r>
          </a:p>
        </p:txBody>
      </p:sp>
      <p:sp>
        <p:nvSpPr>
          <p:cNvPr id="47" name="TextBox 46"/>
          <p:cNvSpPr txBox="1"/>
          <p:nvPr/>
        </p:nvSpPr>
        <p:spPr>
          <a:xfrm>
            <a:off x="6857828"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EQ-5D-5L</a:t>
            </a:r>
          </a:p>
        </p:txBody>
      </p:sp>
      <p:sp>
        <p:nvSpPr>
          <p:cNvPr id="48" name="Rounded Rectangle 47"/>
          <p:cNvSpPr/>
          <p:nvPr/>
        </p:nvSpPr>
        <p:spPr>
          <a:xfrm>
            <a:off x="8165895"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242093"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48</a:t>
            </a:r>
          </a:p>
        </p:txBody>
      </p:sp>
      <p:sp>
        <p:nvSpPr>
          <p:cNvPr id="50" name="TextBox 49"/>
          <p:cNvSpPr txBox="1"/>
          <p:nvPr/>
        </p:nvSpPr>
        <p:spPr>
          <a:xfrm>
            <a:off x="8584985"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Voetzorgfolder</a:t>
            </a:r>
          </a:p>
        </p:txBody>
      </p:sp>
      <p:sp>
        <p:nvSpPr>
          <p:cNvPr id="51" name="Rectangle 50"/>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53" name="TextBox 52"/>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Het voorschrift van de zool gebeurt hier, op de baseline — niet later. En NAFF en HLS-EU-6 gaan vóór de educatie, anders meet u uw eigen uitleg in plaats van de voorkennis van de patiënt.</a:t>
            </a:r>
          </a:p>
        </p:txBody>
      </p:sp>
      <p:sp>
        <p:nvSpPr>
          <p:cNvPr id="54"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ail6"/>
          <p:cNvSpPr/>
          <p:nvPr/>
        </p:nvSpPr>
        <p:spPr>
          <a:xfrm>
            <a:off x="1002186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36 / 72</a:t>
            </a:r>
          </a:p>
        </p:txBody>
      </p:sp>
      <p:pic>
        <p:nvPicPr>
          <p:cNvPr id="6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Aflevering, optimalisatie en sensor</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Het technisch zwaarste bezoek</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7</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9</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Pedorthist past aan · podoloog meet, plaatst de sensor en begeleidt</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37 / 72</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zool in de schoen, boven- en onderaanzicht</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Lever de zool af. Controleer de pasvorm in het bínnenschoeisel én het búitenschoeisel, en neem de foto's.</a:t>
            </a:r>
          </a:p>
        </p:txBody>
      </p:sp>
      <p:sp>
        <p:nvSpPr>
          <p:cNvPr id="8" name="!!rail0"/>
          <p:cNvSpPr/>
          <p:nvPr/>
        </p:nvSpPr>
        <p:spPr>
          <a:xfrm>
            <a:off x="66038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38 / 72</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Meet de drukherverdeling en toets de norm per doelregio.</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39 / 72</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Niet gehaald? Pas aan en meet opnieuw. Is ze gehaald, laat dan een tweede, identiek paar maken.</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40 / 72</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uitsparing in de zool met de sensor erin</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Plaats en activeer de Orthotimer in de zool en registreer het toestelnummer.</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41 / 72</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Neem de MoveMonitor terug en registreer de teruggave.</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42 / 72</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SEBIA stap 2: bespreek het activiteitenprofiel, doe de teach-back en geef de sensorfolder mee.</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43 / 72</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07</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Bevraag de overtuigingen en gewoontes rond schoeisel.</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23</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Aanpassing</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Drukherverdeling</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24b</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Opvolgtool</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25</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UDI Orthotimer</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26</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Overtuigingen</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27</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Teruggave MoveMon.</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28</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Activiteitsprofiel</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29</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Teach-back</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30</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Sensorfolder</a:t>
            </a:r>
          </a:p>
        </p:txBody>
      </p:sp>
      <p:sp>
        <p:nvSpPr>
          <p:cNvPr id="34" name="Rectangle 3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6" name="TextBox 35"/>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gaat pas in de zool nadat de norm gehaald is. En de uren per dag die u instelt komen uit het activiteitenprofiel van díe patiënt — daarom moet de MoveMonitor eerst terug zijn.</a:t>
            </a:r>
          </a:p>
        </p:txBody>
      </p:sp>
      <p:sp>
        <p:nvSpPr>
          <p:cNvPr id="37"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ail6"/>
          <p:cNvSpPr/>
          <p:nvPr/>
        </p:nvSpPr>
        <p:spPr>
          <a:xfrm>
            <a:off x="1002186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44 / 72</a:t>
            </a:r>
          </a:p>
        </p:txBody>
      </p:sp>
      <p:pic>
        <p:nvPicPr>
          <p:cNvPr id="4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Driemaandelijkse opvolging</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In het gewone consult</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6</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9</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leest uit en begeleidt · arts beoordeelt laesies</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45 / 72</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Voet- en schoeiselscreening, zoals bij de baseline.</a:t>
            </a:r>
          </a:p>
        </p:txBody>
      </p:sp>
      <p:sp>
        <p:nvSpPr>
          <p:cNvPr id="6" name="!!rail0"/>
          <p:cNvSpPr/>
          <p:nvPr/>
        </p:nvSpPr>
        <p:spPr>
          <a:xfrm>
            <a:off x="660383"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46 / 72</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pen op de sensor, of de uitdraai op het scherm</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Bevraag de therapietrouw, lees de Orthotimer uit en bespreek de uitdraai niet-veroordelend.</a:t>
            </a:r>
          </a:p>
        </p:txBody>
      </p:sp>
      <p:sp>
        <p:nvSpPr>
          <p:cNvPr id="8"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480671"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47 / 72</a:t>
            </a:r>
          </a:p>
        </p:txBody>
      </p:sp>
      <p:pic>
        <p:nvPicPr>
          <p:cNvPr id="15"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Twee paren naast elkaar, versleten en nieuw</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Beoordeel beide paren zolen. Het paar dat onderhoud nodig heeft gaat naar de pedorthist, deklaag inbegrepen.</a:t>
            </a:r>
          </a:p>
        </p:txBody>
      </p:sp>
      <p:sp>
        <p:nvSpPr>
          <p:cNvPr id="8"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4300959"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48 / 72</a:t>
            </a:r>
          </a:p>
        </p:txBody>
      </p:sp>
      <p:pic>
        <p:nvPicPr>
          <p:cNvPr id="15"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Vervang zool of sensor als dat nodig is en leg dat vast.</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49 / 72</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Neem de vragenlijsten af: levenskwaliteit, medische consumptie en productiviteit.</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50 / 72</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Op maand 6 een tweede week MoveMonitor.</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08</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 en schoeisel</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31</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Therapietrouw</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25</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Uitlezing sensor</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32</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Feedback</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33</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Vervanging</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21</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EQ-5D-5L</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34</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iMCQ</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35</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iPCQ</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45b</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Kostendagboek</a:t>
            </a:r>
          </a:p>
        </p:txBody>
      </p:sp>
      <p:sp>
        <p:nvSpPr>
          <p:cNvPr id="34" name="Rectangle 3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6" name="TextBox 35"/>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Uitlezen kan alleen ter plaatse. Koppel het aan een bezoek dat toch al gepland is — een gemiste uitlezing verzwakt de draagtijd van die patiënt over de hele periode.</a:t>
            </a:r>
          </a:p>
        </p:txBody>
      </p:sp>
      <p:sp>
        <p:nvSpPr>
          <p:cNvPr id="37"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ail5"/>
          <p:cNvSpPr/>
          <p:nvPr/>
        </p:nvSpPr>
        <p:spPr>
          <a:xfrm>
            <a:off x="9761822"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51 / 72</a:t>
            </a:r>
          </a:p>
        </p:txBody>
      </p:sp>
      <p:pic>
        <p:nvPicPr>
          <p:cNvPr id="4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Wat er drie keer extra bij komt</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Bovenop de driemaandelijkse opvolging</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3</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3</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meet · pedorthist past aan</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52 / 72</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drie condities naast elkaar op het scherm</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Herhaal de drukmeting in de drie condities en toets opnieuw per doelregio.</a:t>
            </a:r>
          </a:p>
        </p:txBody>
      </p:sp>
      <p:sp>
        <p:nvSpPr>
          <p:cNvPr id="8" name="!!rail0"/>
          <p:cNvSpPr/>
          <p:nvPr/>
        </p:nvSpPr>
        <p:spPr>
          <a:xfrm>
            <a:off x="660383"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4300959"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7941534"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53 / 72</a:t>
            </a:r>
          </a:p>
        </p:txBody>
      </p:sp>
      <p:pic>
        <p:nvPicPr>
          <p:cNvPr id="1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Ligt de piekdruk boven 200 kPa, of is er nog winst haalbaar, pas dan opnieuw aan volgens dezelfde procedure.</a:t>
            </a:r>
          </a:p>
        </p:txBody>
      </p:sp>
      <p:sp>
        <p:nvSpPr>
          <p:cNvPr id="6" name="!!rail0"/>
          <p:cNvSpPr/>
          <p:nvPr/>
        </p:nvSpPr>
        <p:spPr>
          <a:xfrm>
            <a:off x="660383"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4300959"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7941534"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54 / 72</a:t>
            </a:r>
          </a:p>
        </p:txBody>
      </p:sp>
      <p:pic>
        <p:nvPicPr>
          <p:cNvPr id="1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Op maand 18 ook de tevredenheidsschaal opnieuw afnemen, zodat de verandering tegenover baseline gemeten kan worden.</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Drukherverdeling</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24b</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Opvolgtool</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12</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Tevredenheid — maand 18</a:t>
            </a:r>
          </a:p>
        </p:txBody>
      </p:sp>
      <p:sp>
        <p:nvSpPr>
          <p:cNvPr id="16" name="Rectangle 15"/>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18" name="TextBox 17"/>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Drie extra meetmomenten, niet twee. Maand 18 telt mee: beide co-primaire uitkomsten worden op achttien maanden geëvalueerd.</a:t>
            </a:r>
          </a:p>
        </p:txBody>
      </p:sp>
      <p:sp>
        <p:nvSpPr>
          <p:cNvPr id="19" name="!!rail0"/>
          <p:cNvSpPr/>
          <p:nvPr/>
        </p:nvSpPr>
        <p:spPr>
          <a:xfrm>
            <a:off x="660383"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ail1"/>
          <p:cNvSpPr/>
          <p:nvPr/>
        </p:nvSpPr>
        <p:spPr>
          <a:xfrm>
            <a:off x="4300959"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ail2"/>
          <p:cNvSpPr/>
          <p:nvPr/>
        </p:nvSpPr>
        <p:spPr>
          <a:xfrm>
            <a:off x="7941534"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55 / 72</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56 / 72</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57 / 72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58 / 72</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59 / 72</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ZOOL · PROTOCOL 5.4.2 EN ECRF 23</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Hoe de CMFO is opgebouwd</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maatschoen</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5 mm microkurk (55) + 5 mm EVA</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confectie</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 mm EVA — géén kurk</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Deklaag, in beide</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3 mm gesloten + 3 mm open cel</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Metatarsaalbalk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9-10 mm hoog, shore ~55</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Positie van de balk</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6-11 mm proximaal</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Of lokale pad</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als maar één regio hoog ligt</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Controleer de pasvorm in het bínnenschoeisel én het búitenschoeisel. Beide staan als apart deel op het formulier.</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Neem de foto's: orthese van boven, onder en opzij, in beide schoenen, plus de schoenen zelf.</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Pas aan zolang de norm niet gehaald is, of zolang podoloog en pedorthist samen oordelen dat er nog winst te halen is.</a:t>
            </a:r>
          </a:p>
        </p:txBody>
      </p:sp>
      <p:sp>
        <p:nvSpPr>
          <p:cNvPr id="34" name="Oval 33"/>
          <p:cNvSpPr/>
          <p:nvPr/>
        </p:nvSpPr>
        <p:spPr>
          <a:xfrm>
            <a:off x="6349841" y="435408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35408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341386"/>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Is de norm gehaald, maak dan een tweede, identiek paar.</a:t>
            </a:r>
          </a:p>
        </p:txBody>
      </p:sp>
      <p:sp>
        <p:nvSpPr>
          <p:cNvPr id="37" name="Rounded Rectangle 36"/>
          <p:cNvSpPr/>
          <p:nvPr/>
        </p:nvSpPr>
        <p:spPr>
          <a:xfrm>
            <a:off x="634984" y="4990975"/>
            <a:ext cx="10921726" cy="1381090"/>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898502"/>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opbouw hangt af van de schoen. In een volledig op maat gemaakte schoen is de basis 5 mm microkurk plus 5 mm EVA; in een confectieschoen is het 6 mm EVA zonder kurk. Wisselt de patiënt van schoentype, dan klopt de zool niet meer.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60 / 72</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25B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Orthotimer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Insole</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Interval</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900 seconden — 15 minuten</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Eenheid</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Celsius</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Temperatuurbereik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25 tot 38,5 °C</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Min. aaneengesloten uren</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Uren per dag</a:t>
            </a:r>
          </a:p>
        </p:txBody>
      </p:sp>
      <p:sp>
        <p:nvSpPr>
          <p:cNvPr id="23" name="TextBox 22"/>
          <p:cNvSpPr txBox="1"/>
          <p:nvPr/>
        </p:nvSpPr>
        <p:spPr>
          <a:xfrm>
            <a:off x="2793930" y="4489337"/>
            <a:ext cx="3047923" cy="507987"/>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per patiënt · 80% van het actieve profiel</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Maak de patiënt aan: naam = het deelnemersnummer, geboortedatum 1/1/1999, geslacht vrouwelijk. Noteer in de opmerking dat die twee geclassificeerd zijn.</a:t>
            </a:r>
          </a:p>
        </p:txBody>
      </p:sp>
      <p:sp>
        <p:nvSpPr>
          <p:cNvPr id="28" name="Oval 27"/>
          <p:cNvSpPr/>
          <p:nvPr/>
        </p:nvSpPr>
        <p:spPr>
          <a:xfrm>
            <a:off x="6349841" y="308157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308157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3068878"/>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Wijs de groep toe: Usual care of Optimal care.</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Houd de pen op de O van het Orthotimer-logo tot de balk groen wordt.</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Activeer, en laat de sensor één testmeting doen: haal hem iets langer dan het interval van de lezer af.</a:t>
            </a:r>
          </a:p>
        </p:txBody>
      </p:sp>
      <p:sp>
        <p:nvSpPr>
          <p:cNvPr id="37" name="Rounded Rectangle 36"/>
          <p:cNvSpPr/>
          <p:nvPr/>
        </p:nvSpPr>
        <p:spPr>
          <a:xfrm>
            <a:off x="634984" y="5213219"/>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352916"/>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606909"/>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uren per dag zijn géén vast getal. Ze komen uit het activiteitenprofiel van díé patiënt — 80% van zijn gemiddelde actieve tijd. Zet u er een standaardwaarde in, dan meet u de verkeerde norm.</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61 / 72</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19B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MoveMonitor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Testtype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MoviMonitor</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Start</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de dag nadien om 7 uur</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Duur</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7 dagen</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Deelnemerscode</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 + deelnemersnummer</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Geboortejaar</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1900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Dragen</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om het middel, op de onderrug</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Laad volledig op: circa drie uur. Knipperend groen is laden, groen is vol.</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het toestel aan, kies het in de portaalsite en stel de meting in.</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Geef mee en spreek af wanneer het terugkomt: één visite na zeven dagen.</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bij teruggave aan op de pc; de data uploadt vanzelf via DynaPort Manager.</a:t>
            </a:r>
          </a:p>
        </p:txBody>
      </p:sp>
      <p:sp>
        <p:nvSpPr>
          <p:cNvPr id="37" name="Rounded Rectangle 36"/>
          <p:cNvSpPr/>
          <p:nvPr/>
        </p:nvSpPr>
        <p:spPr>
          <a:xfrm>
            <a:off x="634984" y="4990975"/>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Niet waterdicht. Zeg dat expliciet tegen de patiënt: uit tijdens het douchen. Een toestel dat een week in de badkamer lag levert geen activiteitenprofiel, en dus ook geen norm voor de Orthotimer.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62 / 72</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gespreksmomenten</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Vragenlijsten eerst, dan educatie op maat, met voordoen.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mnd</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Nadruk op bínnenshuis dragen.</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mnd</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Zelfinschatting, dan samen de data bekijken.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mnd</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Voordoen. Uitdraai vergelijken met vorige keer.</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mnd</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Afsluiten en resultaten delen.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63 / 72</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 anders kunnen we de groepen niet vergelijken. Maar die getallen blijven dicht.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64 / 72</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MELDT, EN HOE SNEL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Voorvallen en afwijkingen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Nieuw ulcus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Ulcus-vervolgformulier plus PEDIS- en WIfI-classificatie. Dit is de primaire uitkomst — meld het altijd.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47 · 36 · 38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Ongewenst voorval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AE-SAE-formulier. Ernstige voorvallen binnen 24 uur na kennisname.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46</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Protocolafwijking</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Melden zoals ze gebeurd is. Wordt geregistreerd, niet afgestraft.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 defect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Vervangingsformulier, met het oude en het nieuwe toestelnummer.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33</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Een afwijking die u meldt is een gegeven. Een afwijking die u niet meldt is een fout in de data van de hele studie.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65 / 72</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66 / 72</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67 / 72</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GAAT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Vooruitlopend</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Patiënt wil de sensor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niet geschikt. Draagtijd ís een hoofduitkomst.</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Zool haalt de norm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Twee extra tests, dan noteert u wat wél bereikt is.</a:t>
            </a:r>
          </a:p>
        </p:txBody>
      </p:sp>
      <p:sp>
        <p:nvSpPr>
          <p:cNvPr id="13" name="Rectangle 12"/>
          <p:cNvSpPr/>
          <p:nvPr/>
        </p:nvSpPr>
        <p:spPr>
          <a:xfrm>
            <a:off x="634984"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Mag ik nog adviseren?</a:t>
            </a:r>
          </a:p>
        </p:txBody>
      </p:sp>
      <p:sp>
        <p:nvSpPr>
          <p:cNvPr id="15" name="TextBox 14"/>
          <p:cNvSpPr txBox="1"/>
          <p:nvPr/>
        </p:nvSpPr>
        <p:spPr>
          <a:xfrm>
            <a:off x="634984"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Alles wat u vandaag doet, blijft u doen.</a:t>
            </a:r>
          </a:p>
        </p:txBody>
      </p:sp>
      <p:sp>
        <p:nvSpPr>
          <p:cNvPr id="17" name="Rectangle 16"/>
          <p:cNvSpPr/>
          <p:nvPr/>
        </p:nvSpPr>
        <p:spPr>
          <a:xfrm>
            <a:off x="6171918"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En de ingevulde formulieren?</a:t>
            </a:r>
          </a:p>
        </p:txBody>
      </p:sp>
      <p:sp>
        <p:nvSpPr>
          <p:cNvPr id="19" name="TextBox 18"/>
          <p:cNvSpPr txBox="1"/>
          <p:nvPr/>
        </p:nvSpPr>
        <p:spPr>
          <a:xfrm>
            <a:off x="6171918"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Daar volgt bericht over. Invoeren doet het onderzoeksteam.</a:t>
            </a:r>
          </a:p>
        </p:txBody>
      </p:sp>
      <p:sp>
        <p:nvSpPr>
          <p:cNvPr id="21" name="Rectangle 20"/>
          <p:cNvSpPr/>
          <p:nvPr/>
        </p:nvSpPr>
        <p:spPr>
          <a:xfrm>
            <a:off x="634984"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Onze data?</a:t>
            </a:r>
          </a:p>
        </p:txBody>
      </p:sp>
      <p:sp>
        <p:nvSpPr>
          <p:cNvPr id="23" name="TextBox 22"/>
          <p:cNvSpPr txBox="1"/>
          <p:nvPr/>
        </p:nvSpPr>
        <p:spPr>
          <a:xfrm>
            <a:off x="634984"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4" name="TextBox 23"/>
          <p:cNvSpPr txBox="1"/>
          <p:nvPr/>
        </p:nvSpPr>
        <p:spPr>
          <a:xfrm>
            <a:off x="888977"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Gepseudonimiseerd, tien jaar, binnen de toestemming.</a:t>
            </a:r>
          </a:p>
        </p:txBody>
      </p:sp>
      <p:sp>
        <p:nvSpPr>
          <p:cNvPr id="25" name="Rectangle 24"/>
          <p:cNvSpPr/>
          <p:nvPr/>
        </p:nvSpPr>
        <p:spPr>
          <a:xfrm>
            <a:off x="6171918"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1918"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Zien wij resultaten?</a:t>
            </a:r>
          </a:p>
        </p:txBody>
      </p:sp>
      <p:sp>
        <p:nvSpPr>
          <p:cNvPr id="27" name="TextBox 26"/>
          <p:cNvSpPr txBox="1"/>
          <p:nvPr/>
        </p:nvSpPr>
        <p:spPr>
          <a:xfrm>
            <a:off x="6171918"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8" name="TextBox 27"/>
          <p:cNvSpPr txBox="1"/>
          <p:nvPr/>
        </p:nvSpPr>
        <p:spPr>
          <a:xfrm>
            <a:off x="6425912"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Eén publicatie, ongeacht de uitkomst.</a:t>
            </a:r>
          </a:p>
        </p:txBody>
      </p:sp>
      <p:sp>
        <p:nvSpPr>
          <p:cNvPr id="29" name="TextBox 2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68 / 72</a:t>
            </a:r>
          </a:p>
        </p:txBody>
      </p:sp>
      <p:pic>
        <p:nvPicPr>
          <p:cNvPr id="3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52BDEC"/>
              </a:gs>
              <a:gs pos="100000">
                <a:srgbClr val="1D8DB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Vanaf de eerste patiënt</a:t>
            </a:r>
          </a:p>
          <a:p>
            <a:pPr algn="l">
              <a:lnSpc>
                <a:spcPct val="106000"/>
              </a:lnSpc>
              <a:spcBef>
                <a:spcPts val="500"/>
              </a:spcBef>
            </a:pPr>
            <a:r>
              <a:rPr sz="7200" b="1">
                <a:solidFill>
                  <a:srgbClr val="04182A"/>
                </a:solidFill>
                <a:latin typeface="Segoe UI"/>
              </a:rPr>
              <a:t>doet u dit zelf.</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Wij leiden op, wij voeren in. De handelingen zijn van u.</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BEKWAAMHEIDSCHECK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Kunt u dit nu zelf?</a:t>
            </a:r>
          </a:p>
        </p:txBody>
      </p:sp>
      <p:sp>
        <p:nvSpPr>
          <p:cNvPr id="5" name="Rounded Rectangle 4"/>
          <p:cNvSpPr/>
          <p:nvPr/>
        </p:nvSpPr>
        <p:spPr>
          <a:xfrm>
            <a:off x="634984"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3274"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Beoordelen of een patiënt geschikt is, en dat vastleggen vóór de toestemming</a:t>
            </a:r>
          </a:p>
        </p:txBody>
      </p:sp>
      <p:sp>
        <p:nvSpPr>
          <p:cNvPr id="7" name="Rounded Rectangle 6"/>
          <p:cNvSpPr/>
          <p:nvPr/>
        </p:nvSpPr>
        <p:spPr>
          <a:xfrm>
            <a:off x="6349841"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18132"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drukmeting uitvoeren in de drie condities, drie metingen per voet</a:t>
            </a:r>
          </a:p>
        </p:txBody>
      </p:sp>
      <p:sp>
        <p:nvSpPr>
          <p:cNvPr id="9" name="Rounded Rectangle 8"/>
          <p:cNvSpPr/>
          <p:nvPr/>
        </p:nvSpPr>
        <p:spPr>
          <a:xfrm>
            <a:off x="634984"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3274"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drie doelregio's bepalen en op het voorschrift zetten</a:t>
            </a:r>
          </a:p>
        </p:txBody>
      </p:sp>
      <p:sp>
        <p:nvSpPr>
          <p:cNvPr id="11" name="Rounded Rectangle 10"/>
          <p:cNvSpPr/>
          <p:nvPr/>
        </p:nvSpPr>
        <p:spPr>
          <a:xfrm>
            <a:off x="6349841"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18132"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norm toetsen per regio en aanpassen tot ze gehaald is</a:t>
            </a:r>
          </a:p>
        </p:txBody>
      </p:sp>
      <p:sp>
        <p:nvSpPr>
          <p:cNvPr id="13" name="Rounded Rectangle 12"/>
          <p:cNvSpPr/>
          <p:nvPr/>
        </p:nvSpPr>
        <p:spPr>
          <a:xfrm>
            <a:off x="634984"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3274"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instellen met de juiste uren per dag voor díé patiënt</a:t>
            </a:r>
          </a:p>
        </p:txBody>
      </p:sp>
      <p:sp>
        <p:nvSpPr>
          <p:cNvPr id="15" name="Rounded Rectangle 14"/>
          <p:cNvSpPr/>
          <p:nvPr/>
        </p:nvSpPr>
        <p:spPr>
          <a:xfrm>
            <a:off x="6349841"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18132"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MoveMonitor instellen, meegeven en uitlezen</a:t>
            </a:r>
          </a:p>
        </p:txBody>
      </p:sp>
      <p:sp>
        <p:nvSpPr>
          <p:cNvPr id="17" name="Rounded Rectangle 16"/>
          <p:cNvSpPr/>
          <p:nvPr/>
        </p:nvSpPr>
        <p:spPr>
          <a:xfrm>
            <a:off x="634984"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3274"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SEBIA-gesprek voeren met teach-back</a:t>
            </a:r>
          </a:p>
        </p:txBody>
      </p:sp>
      <p:sp>
        <p:nvSpPr>
          <p:cNvPr id="19" name="Rounded Rectangle 18"/>
          <p:cNvSpPr/>
          <p:nvPr/>
        </p:nvSpPr>
        <p:spPr>
          <a:xfrm>
            <a:off x="6349841"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18132"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formulieren volledig invullen en weten wat u meldt, aan wie en binnen welke termijn</a:t>
            </a:r>
          </a:p>
        </p:txBody>
      </p:sp>
      <p:sp>
        <p:nvSpPr>
          <p:cNvPr id="21" name="Rounded Rectangle 20"/>
          <p:cNvSpPr/>
          <p:nvPr/>
        </p:nvSpPr>
        <p:spPr>
          <a:xfrm>
            <a:off x="634984" y="5041773"/>
            <a:ext cx="10921726" cy="952476"/>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219569"/>
            <a:ext cx="10286742" cy="698482"/>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Acht handelingen. Wie er één niet aandurft, meldt dat nu — dan plannen we een tweede sessie. Dat is geen zwakte, dat is hoe u fouten in de data voorkomt.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70 / 72</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71 / 72</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72 / 72</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