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Opleidingssessie · zes voetklinieken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melden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68</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68</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het onderzoeksteam verwerkt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Sensoren met dubbelzijdige tape op de blote voet, kous erover</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Schermafdruk van de multimask met de drie regio's aangeduid</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Bepaal de drie doelregio's en schrijf de zool voor, mét die regio's op het voorschrift.</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Toestel om het middel, ter hoogte van L5</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Geef de MoveMonitor mee voor zeven dagen en registreer het toestelnummer.</a:t>
            </a:r>
          </a:p>
        </p:txBody>
      </p:sp>
      <p:sp>
        <p:nvSpPr>
          <p:cNvPr id="8" name="TextBox 7"/>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9" name="Rounded Rectangle 8"/>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11" name="TextBox 10"/>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2" name="Rounded Rectangle 11"/>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4" name="TextBox 13"/>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5" name="Rounded Rectangle 14"/>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7" name="TextBox 16"/>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8" name="Rounded Rectangle 17"/>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20" name="TextBox 19"/>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21" name="Rounded Rectangle 20"/>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3" name="TextBox 22"/>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4" name="Rounded Rectangle 23"/>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6" name="TextBox 25"/>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7" name="Rounded Rectangle 26"/>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9" name="TextBox 28"/>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30" name="Rounded Rectangle 29"/>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2" name="TextBox 31"/>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3" name="Rounded Rectangle 32"/>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5" name="TextBox 34"/>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6" name="Rounded Rectangle 35"/>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8" name="TextBox 37"/>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9" name="Rounded Rectangle 38"/>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41" name="TextBox 40"/>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2" name="Rounded Rectangle 41"/>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4" name="TextBox 43"/>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5" name="Rounded Rectangle 44"/>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7" name="TextBox 46"/>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8" name="Rounded Rectangle 47"/>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50" name="TextBox 49"/>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51" name="Rectangle 50"/>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4"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68</a:t>
            </a:r>
          </a:p>
        </p:txBody>
      </p:sp>
      <p:pic>
        <p:nvPicPr>
          <p:cNvPr id="6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zool in de schoen, boven- en onderaanzicht</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Lever de zool af. Controleer de pasvorm in het bínnenschoeisel én het búitenschoeisel, en neem de foto's.</a:t>
            </a:r>
          </a:p>
        </p:txBody>
      </p:sp>
      <p:sp>
        <p:nvSpPr>
          <p:cNvPr id="8"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uitsparing in de zool met de sensor erin</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Plaats en activeer de Orthotimer in de zool en registreer het toestelnummer.</a:t>
            </a:r>
          </a:p>
        </p:txBody>
      </p:sp>
      <p:sp>
        <p:nvSpPr>
          <p:cNvPr id="8"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68</a:t>
            </a:r>
          </a:p>
        </p:txBody>
      </p:sp>
      <p:pic>
        <p:nvPicPr>
          <p:cNvPr id="16"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68</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pen op de sensor, of de uitdraai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Bevraag de therapietrouw, lees de Orthotimer uit en bespreek de uitdraai niet-veroordelend.</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Twee paren naast elkaar, versleten en nieuw</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Beoordeel beide paren zolen. Het paar dat onderhoud nodig heeft gaat naar de pedorthist, deklaag inbegrepen.</a:t>
            </a:r>
          </a:p>
        </p:txBody>
      </p:sp>
      <p:sp>
        <p:nvSpPr>
          <p:cNvPr id="8"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68</a:t>
            </a:r>
          </a:p>
        </p:txBody>
      </p:sp>
      <p:pic>
        <p:nvPicPr>
          <p:cNvPr id="15"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68</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68</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pic>
        <p:nvPicPr>
          <p:cNvPr id="5" name="fotokader" descr="plaatshouder.png"/>
          <p:cNvPicPr>
            <a:picLocks noChangeAspect="1"/>
          </p:cNvPicPr>
          <p:nvPr/>
        </p:nvPicPr>
        <p:blipFill>
          <a:blip r:embed="rId2"/>
          <a:stretch>
            <a:fillRect/>
          </a:stretch>
        </p:blipFill>
        <p:spPr>
          <a:xfrm>
            <a:off x="7111822" y="1595397"/>
            <a:ext cx="4444888" cy="2778055"/>
          </a:xfrm>
          <a:prstGeom prst="rect">
            <a:avLst/>
          </a:prstGeom>
        </p:spPr>
      </p:pic>
      <p:sp>
        <p:nvSpPr>
          <p:cNvPr id="6" name="TextBox 5"/>
          <p:cNvSpPr txBox="1"/>
          <p:nvPr/>
        </p:nvSpPr>
        <p:spPr>
          <a:xfrm>
            <a:off x="7111822" y="4482987"/>
            <a:ext cx="4444888" cy="380990"/>
          </a:xfrm>
          <a:prstGeom prst="rect">
            <a:avLst/>
          </a:prstGeom>
          <a:noFill/>
        </p:spPr>
        <p:txBody>
          <a:bodyPr wrap="square" anchor="t" lIns="0" rIns="0" tIns="0" bIns="0">
            <a:spAutoFit/>
          </a:bodyPr>
          <a:lstStyle/>
          <a:p>
            <a:pPr algn="l">
              <a:lnSpc>
                <a:spcPct val="125000"/>
              </a:lnSpc>
            </a:pPr>
            <a:r>
              <a:rPr sz="1350" b="0">
                <a:solidFill>
                  <a:srgbClr val="8FB6D0"/>
                </a:solidFill>
                <a:latin typeface="Consolas"/>
              </a:rPr>
              <a:t>De drie condities naast elkaar op het scherm</a:t>
            </a:r>
          </a:p>
        </p:txBody>
      </p:sp>
      <p:sp>
        <p:nvSpPr>
          <p:cNvPr id="7" name="!!staptekst"/>
          <p:cNvSpPr txBox="1"/>
          <p:nvPr/>
        </p:nvSpPr>
        <p:spPr>
          <a:xfrm>
            <a:off x="3174920" y="1587460"/>
            <a:ext cx="3936901" cy="3174920"/>
          </a:xfrm>
          <a:prstGeom prst="rect">
            <a:avLst/>
          </a:prstGeom>
          <a:noFill/>
        </p:spPr>
        <p:txBody>
          <a:bodyPr wrap="square" anchor="t" lIns="0" rIns="0" tIns="0" bIns="0">
            <a:spAutoFit/>
          </a:bodyPr>
          <a:lstStyle/>
          <a:p>
            <a:pPr algn="l">
              <a:lnSpc>
                <a:spcPct val="125000"/>
              </a:lnSpc>
            </a:pPr>
            <a:r>
              <a:rPr sz="3600" b="1">
                <a:solidFill>
                  <a:srgbClr val="F2F8FC"/>
                </a:solidFill>
                <a:latin typeface="Segoe UI"/>
              </a:rPr>
              <a:t>Herhaal de drukmeting in de drie condities en toets opnieuw per doelregio.</a:t>
            </a:r>
          </a:p>
        </p:txBody>
      </p:sp>
      <p:sp>
        <p:nvSpPr>
          <p:cNvPr id="8"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68</a:t>
            </a:r>
          </a:p>
        </p:txBody>
      </p:sp>
      <p:pic>
        <p:nvPicPr>
          <p:cNvPr id="1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68</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formulieren volledig invullen en 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67 / 68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68 / 68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