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blokken. Eerst waarom de studie zo is opgezet, dan de meting, dan het traject bezoek per bezoek, en tot slot de toestellen en de regels. Ik hou tijd vrij na elk blok.</a:t>
            </a:r>
          </a:p>
          <a:p/>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software verdeelt de voet in acht regio's. Daarvan kiest u er drie als doelregio. Die drie zet u op het voorschrift. En alleen dáár wordt de norm getoetst, niet over de hele voet.</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condities, altijd in deze volgorde. Blootsvoets is uw referentie. In de schoen zonder zool toont wat het schoeisel alleen doet. In de schoen mét zool is de meting waarop de norm getoetst wordt — slaat u er één over, dan is de vergelijking onbruikbaar.</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5. Zeg de handeling in uw eigen woorden en wijs aan waar ze op het formulier terechtkomt.</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5.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5,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Categorie drie volgens IWGDF: een genezen plantair ulcus, of een kleine amputatie. Links wat toelaat, rechts wat uitsluit. De rode draad: offloading moet de juiste behandeling zijn, dus kritieke ischemie en actieve Charcot vallen af.</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7. Zeg de handeling in uw eigen woorden en wijs aan waar ze op het formulier terechtkomt.</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7.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7 van 7,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6. Zeg de handeling in uw eigen woorden en wijs aan waar ze op het formulier terechtkomt.</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4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5 van 6.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6 van 6,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1 van 3. Zeg de handeling in uw eigen woorden en wijs aan waar ze op het formulier terechtkomt.</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2 van 3. Zeg de handeling in uw eigen woorden en wijs aan waar ze op het formulier terechtkomt.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Stap 3 van 3, de laatste van dit bezoek. Loop de formulieren af en herhaal de let-op in uw eigen woorden.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opbouw hangt af van het schoentype. In een volledig maatgemaakte schoen vijf millimeter kurk met vijf millimeter EVA; in een confectieschoen zes millimeter EVA, zonder kurk. De rest is gelijk. Dit staat op het voorschrift — u moet het herkennen, niet onthouden.</a:t>
            </a:r>
          </a:p>
          <a:p/>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Interval vijftien minuten, batterij ongeveer honderd dagen. Daarom leest u elke drie maanden uit én vervangt u. Registreer het toestelnummer bij elke wissel, anders is de draagtijd niet toewijsbaar.</a:t>
            </a:r>
          </a:p>
          <a:p/>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 volle week, op de onderrug. Op de baseline, en opnieuw op maand zes. Zeg expliciet dat hij niet waterdicht is. Uit deze week komt de tachtig-procentnorm van díe patiënt.</a:t>
            </a:r>
          </a:p>
          <a:p/>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Loop deze lijst met uzelf af. Bij elk punt: kunt u het nu zelf, of hebt u er nog een keer oefening voor nodig? Wie twijfelt, zegt het nu. Dat is geen probleem — het niet zeggen wel.</a:t>
            </a:r>
          </a:p>
          <a:p/>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70</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70</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70</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70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70</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70</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70</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70</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70</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70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70</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70</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70</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70</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70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70</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70</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70</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70</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70</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70</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70</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70</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70</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70</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70</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70</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70</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70</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70</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70</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70</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70</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70</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70</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70</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70</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70</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70</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70</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70</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het recidief wordt over de volle achttien maanden geteld.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70</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70</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70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70</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70</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70</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70</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70</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70</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70</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70</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70</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70</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70</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70</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69 / 70</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70 / 70</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