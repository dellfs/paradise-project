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66</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66</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66</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Waarom zo</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66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66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De meting</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66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66</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66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66</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Het traject</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66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66</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Bepaal de drie doelregio's en schrijf de zool voor, mét die regio's op het voorschrift.</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Geef de MoveMonitor mee voor zeven dagen en registreer het toestelnummer.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4" name="Rounded Rectangle 33"/>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6" name="TextBox 35"/>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7" name="Rounded Rectangle 36"/>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39" name="TextBox 38"/>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0" name="Rounded Rectangle 39"/>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2" name="TextBox 41"/>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3" name="Rounded Rectangle 42"/>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5" name="TextBox 44"/>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6" name="Rounded Rectangle 45"/>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48" name="TextBox 47"/>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49" name="Rectangle 4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1" name="TextBox 5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2"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66</a:t>
            </a:r>
          </a:p>
        </p:txBody>
      </p:sp>
      <p:pic>
        <p:nvPicPr>
          <p:cNvPr id="6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Lever de zool af. Controleer de pasvorm in het bínnenschoeisel én het búitenschoeisel, en neem de foto's.</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Plaats en activeer de Orthotimer in de zool en registreer het toestelnummer.</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66</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therapietrouw, lees de Orthotimer uit en bespreek de uitdraai niet-veroordelend.</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Beoordeel beide paren zolen. Het paar dat onderhoud nodig heeft gaat naar de pedorthist, deklaag inbegrepen.</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66</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Herhaal de drukmeting in de drie condities en toets opnieuw per doelregio.</a:t>
            </a:r>
          </a:p>
        </p:txBody>
      </p:sp>
      <p:sp>
        <p:nvSpPr>
          <p:cNvPr id="6"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66</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66</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beide co-primaire uitkomsten worden op achttien maanden geëvalueerd.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66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66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Toestellen en regels</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66</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66</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66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66</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66</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66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66</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65 / 66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66</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