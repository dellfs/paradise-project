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Het beeld draagt deze dia, dus de foto moet raak zijn. Zet hem in beeld\stock\, draai verwerk_stock.py, en vervang het kader met rechtsklik en Afbeelding wijzigen. Liggend, koele tonen, en rustig onderaan — daar staat de titel.</a:t>
            </a:r>
          </a:p>
          <a:p/>
          <a:p>
            <a:r>
              <a:t>INTERACTIE</a:t>
            </a:r>
          </a:p>
          <a:p>
            <a:r>
              <a:t>Laat de dia staan terwijl de zaal binnenkomt. Zeg pas iets als iedereen zit.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Wijs hun eigen centrum aan: 24 van die 144 stippen zijn van hen. Zes keer 24 is 144 — als één centrum achterblijft, haalt de studie het niet.</a:t>
            </a:r>
          </a:p>
          <a:p/>
          <a:p>
            <a:r>
              <a:t>INTERACTIE</a:t>
            </a:r>
          </a:p>
          <a:p>
            <a:r>
              <a:t>Vraag of ze de andere vijf centra kennen. Het maakt van zes losse klinieken één netwerk.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/>
          <a:p/>
          <a:p>
            <a:r>
              <a:t>INTERACTIE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het probleem waar de hele studie op staat. Eén dia, dan door.</a:t>
            </a:r>
          </a:p>
          <a:p/>
          <a:p>
            <a:r>
              <a:t>INTERACTIE</a:t>
            </a:r>
          </a:p>
          <a:p>
            <a:r>
              <a:t>Geen. Dit is context, geen discussie.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het scharnier van blok 1. Wie dit snapt, snapt waarom de meting én de sensor allebei moeten kloppen.</a:t>
            </a:r>
          </a:p>
          <a:p/>
          <a:p>
            <a:r>
              <a:t>INTERACTIE</a:t>
            </a:r>
          </a:p>
          <a:p>
            <a:r>
              <a:t>Morph: de drie tegels komen samen uit één punt.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De meest gemaakte fout is één meting per voet. Het protocol vraagt er drie, en het gemiddelde telt.</a:t>
            </a:r>
          </a:p>
          <a:p/>
          <a:p>
            <a:r>
              <a:t>INTERACTIE</a:t>
            </a:r>
          </a:p>
          <a:p>
            <a:r>
              <a:t>Vraag wie al blootsvoets gemeten heeft met sensoren op de voet.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Zeg expliciet: "óf". Twee wegen naar dezelfde norm, geen dubbele eis. En de vergelijking gebeurt per regio, niet over de hele voet.</a:t>
            </a:r>
          </a:p>
          <a:p/>
          <a:p>
            <a:r>
              <a:t>INTERACTIE</a:t>
            </a:r>
          </a:p>
          <a:p>
            <a:r>
              <a:t>Vraag de pedorthisten hoeveel aanpassingsrondes realistisch zijn.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Zeg deze twee zinnen en zwijg dan. Laat de dia staan tot iemand ongemakkelijk wordt. Dit is het enige moment in blok 2 waarop de zaal niets te lezen heeft.</a:t>
            </a:r>
          </a:p>
          <a:p/>
          <a:p>
            <a:r>
              <a:t>INTERACTIE</a:t>
            </a:r>
          </a:p>
          <a:p>
            <a:r>
              <a:t>Geen. Bewust geen.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Geef eerst het overzicht. De volgende dia's lopen elk moment af.</a:t>
            </a:r>
          </a:p>
          <a:p/>
          <a:p>
            <a:r>
              <a:t>INTERACTIE</a:t>
            </a:r>
          </a:p>
          <a:p>
            <a:r>
              <a:t>Geen. De detaildia's komen hierna.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/>
          <a:p/>
          <a:p>
            <a:r>
              <a:t>INTERACTIE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Benoem dat de Orthotimer géén GPS, microfoon of camera heeft. Die vraag komt gegarandeerd.</a:t>
            </a:r>
          </a:p>
          <a:p/>
          <a:p>
            <a:r>
              <a:t>INTERACTIE</a:t>
            </a:r>
          </a:p>
          <a:p>
            <a:r>
              <a:t>Laat de toestellen rondgaan. Fysiek werkt beter dan een dia.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Laat deze dia even staan zonder te praten. De sensor is fysiek zo klein dat het beeld het argument al maakt.</a:t>
            </a:r>
          </a:p>
          <a:p/>
          <a:p>
            <a:r>
              <a:t>INTERACTIE</a:t>
            </a:r>
          </a:p>
          <a:p>
            <a:r>
              <a:t>Geef er een door de zaal terwijl u praat.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Laat deze dia staan tijdens het napraten. Zeg erbij dat kleine dingen ook mogen — een sensor die niet uitleest is geen domme vraag.</a:t>
            </a:r>
          </a:p>
          <a:p/>
          <a:p>
            <a:r>
              <a:t>INTERACTIE</a:t>
            </a:r>
          </a:p>
          <a:p>
            <a:r>
              <a:t>Loop rond terwijl de dia staat. Wie een vraag heeft, komt naar het gezicht dat op het scherm staat.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2.png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fotokader" descr="plaatshou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80990"/>
            <a:ext cx="12191695" cy="761980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4182A">
                  <a:alpha val="10000"/>
                </a:srgbClr>
              </a:gs>
              <a:gs pos="62000">
                <a:srgbClr val="04182A">
                  <a:alpha val="96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087" y="609584"/>
            <a:ext cx="801273" cy="927076"/>
          </a:xfrm>
          <a:prstGeom prst="rect">
            <a:avLst/>
          </a:prstGeom>
        </p:spPr>
      </p:pic>
      <p:sp>
        <p:nvSpPr>
          <p:cNvPr id="6" name="hero"/>
          <p:cNvSpPr txBox="1"/>
          <p:nvPr/>
        </p:nvSpPr>
        <p:spPr>
          <a:xfrm>
            <a:off x="634984" y="3848003"/>
            <a:ext cx="8889777" cy="165095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400" b="1">
                <a:solidFill>
                  <a:srgbClr val="F2F8FC"/>
                </a:solidFill>
                <a:latin typeface="Segoe UI"/>
              </a:rPr>
              <a:t>PARADISE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083" y="5397365"/>
            <a:ext cx="8889777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52BDEC"/>
                </a:solidFill>
                <a:latin typeface="Segoe UI"/>
              </a:rPr>
              <a:t>Waarom deze studie er is</a:t>
            </a:r>
          </a:p>
        </p:txBody>
      </p:sp>
      <p:sp>
        <p:nvSpPr>
          <p:cNvPr id="8" name="Rectangle 7"/>
          <p:cNvSpPr/>
          <p:nvPr/>
        </p:nvSpPr>
        <p:spPr>
          <a:xfrm>
            <a:off x="634984" y="5879952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4984" y="6045048"/>
            <a:ext cx="1685893" cy="60958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kuleuv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380" y="6152996"/>
            <a:ext cx="1381100" cy="39369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2574870" y="6045048"/>
            <a:ext cx="1420884" cy="60958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vu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27267" y="6152996"/>
            <a:ext cx="1116092" cy="39369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49749" y="6095847"/>
            <a:ext cx="2158946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FWO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62449" y="6349841"/>
            <a:ext cx="2666933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FB6D0"/>
                </a:solidFill>
                <a:latin typeface="Consolas"/>
              </a:rPr>
              <a:t>TBM T000226N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11822" y="6565735"/>
            <a:ext cx="4571885" cy="19049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Protocolversie 1.0 · 17 mei 2026 · S71769</a:t>
            </a:r>
          </a:p>
        </p:txBody>
      </p:sp>
    </p:spTree>
  </p:cSld>
  <p:clrMapOvr>
    <a:masterClrMapping/>
  </p:clrMapOvr>
  <p:transition xmlns:p14="http://schemas.microsoft.com/office/powerpoint/2010/main" spd="slow" p14:dur="900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WAAR WE STAAN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144 patiënten, 24 per centrum</a:t>
            </a:r>
          </a:p>
        </p:txBody>
      </p:sp>
      <p:sp>
        <p:nvSpPr>
          <p:cNvPr id="5" name="Oval 4"/>
          <p:cNvSpPr/>
          <p:nvPr/>
        </p:nvSpPr>
        <p:spPr>
          <a:xfrm>
            <a:off x="634984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76278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7572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58866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0015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84145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08274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32404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56533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80662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04792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28921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3051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77180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01309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25439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49568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73698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97827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21956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46086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70215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94345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18474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4984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76278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17572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358866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60015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84145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08274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32404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56533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80662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04792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28921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53051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77180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01309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25439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49568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73698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497827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21956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46086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70215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94345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18474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34984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876278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17572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358866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60015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84145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208274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232404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256533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280662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304792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328921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353051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377180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401309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25439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49568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73698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97827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21956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46086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70215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94345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618474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634984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876278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117572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358866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60015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84145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208274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232404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256533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280662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04792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328921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53051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77180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401309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425439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449568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473698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497827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521956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546086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570215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594345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18474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34984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876278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117572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358866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60015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84145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208274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232404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256533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280662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304792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328921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353051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377180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401309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425439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449568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473698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497827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521956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546086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570215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594345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618474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634984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76278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117572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1358866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60015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84145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208274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232404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256533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280662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304792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328921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353051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377180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401309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425439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449568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473698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497827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521956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546086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570215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594345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618474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34984" y="3301917"/>
            <a:ext cx="2539936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40">
                <a:solidFill>
                  <a:srgbClr val="52BDEC"/>
                </a:solidFill>
                <a:latin typeface="Consolas"/>
              </a:rPr>
              <a:t>72 PARADISE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412939" y="3301917"/>
            <a:ext cx="2539936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40">
                <a:solidFill>
                  <a:srgbClr val="FF7A00"/>
                </a:solidFill>
                <a:latin typeface="Consolas"/>
              </a:rPr>
              <a:t>72 GEBRUIKELIJKE ZORG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857828" y="1816054"/>
            <a:ext cx="4698882" cy="1587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Elke stip is een patiënt die u zelf includeert.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3000" b="1">
                <a:solidFill>
                  <a:srgbClr val="F2F8FC"/>
                </a:solidFill>
                <a:latin typeface="Segoe UI"/>
              </a:rPr>
              <a:t>24 per kliniek.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634984" y="3733706"/>
            <a:ext cx="5384538" cy="69848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25479" y="3848003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PER CENTRUM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5479" y="4089297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24 deelnemers — 12 PARADISE en 12 gebruikelijke zorg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171918" y="3733706"/>
            <a:ext cx="5384538" cy="69848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362413" y="3848003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CONTROLEGROEP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362413" y="4089297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Gebruikelijke zorg, onveranderd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634984" y="4533786"/>
            <a:ext cx="5384538" cy="69848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25479" y="4648083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CO-PRIMAIR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5479" y="4889377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Recidief én draagtijd, beide op 18 maanden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6171918" y="4533786"/>
            <a:ext cx="5384538" cy="69848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6362413" y="4648083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POSITIEF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6362413" y="4889377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Alleen als béíde eindpunten halen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34984" y="5448163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634984" y="5575160"/>
            <a:ext cx="571485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8FB6D0"/>
                </a:solidFill>
                <a:latin typeface="Consolas"/>
              </a:rPr>
              <a:t>DE ZES DEELNEMENDE VOETKLINIEKEN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634984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634984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AZORG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2463738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2463738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AZ Sint-Jan Brugge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4292492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4292492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AZ Groeninge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6121246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6121246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UZ Gent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7950001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7950001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UZ Leuven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9778755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9778755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UZ Antwerpen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02 / 13</a:t>
            </a:r>
          </a:p>
        </p:txBody>
      </p:sp>
      <p:pic>
        <p:nvPicPr>
          <p:cNvPr id="179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merkgroot" descr="merk.png"/>
          <p:cNvPicPr>
            <a:picLocks noChangeAspect="1"/>
          </p:cNvPicPr>
          <p:nvPr/>
        </p:nvPicPr>
        <p:blipFill>
          <a:blip r:embed="rId2">
            <a:alphaModFix amt="14000"/>
          </a:blip>
          <a:stretch>
            <a:fillRect/>
          </a:stretch>
        </p:blipFill>
        <p:spPr>
          <a:xfrm>
            <a:off x="6603834" y="-1126099"/>
            <a:ext cx="7873803" cy="9110028"/>
          </a:xfrm>
          <a:prstGeom prst="rect">
            <a:avLst/>
          </a:prstGeom>
        </p:spPr>
      </p:pic>
      <p:sp>
        <p:nvSpPr>
          <p:cNvPr id="4" name="hero"/>
          <p:cNvSpPr txBox="1"/>
          <p:nvPr/>
        </p:nvSpPr>
        <p:spPr>
          <a:xfrm>
            <a:off x="571485" y="-444488"/>
            <a:ext cx="5714857" cy="292092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82000"/>
              </a:lnSpc>
            </a:pPr>
            <a:r>
              <a:rPr sz="26000" b="1">
                <a:gradFill>
                  <a:gsLst>
                    <a:gs pos="0">
                      <a:srgbClr val="52BDEC"/>
                    </a:gs>
                    <a:gs pos="100000">
                      <a:srgbClr val="FF7A00"/>
                    </a:gs>
                  </a:gsLst>
                  <a:lin ang="2700000" scaled="0"/>
                </a:gradFill>
                <a:latin typeface="Segoe UI"/>
              </a:rPr>
              <a:t>01</a:t>
            </a:r>
          </a:p>
        </p:txBody>
      </p:sp>
      <p:sp>
        <p:nvSpPr>
          <p:cNvPr id="5" name="sectietitel"/>
          <p:cNvSpPr txBox="1"/>
          <p:nvPr/>
        </p:nvSpPr>
        <p:spPr>
          <a:xfrm>
            <a:off x="634984" y="3555911"/>
            <a:ext cx="8889777" cy="10159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1">
                <a:solidFill>
                  <a:srgbClr val="F2F8FC"/>
                </a:solidFill>
                <a:latin typeface="Segoe UI"/>
              </a:rPr>
              <a:t>Waarom zo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4825879"/>
            <a:ext cx="8254793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b="0">
                <a:solidFill>
                  <a:srgbClr val="8FB6D0"/>
                </a:solidFill>
                <a:latin typeface="Segoe UI Light"/>
              </a:rPr>
              <a:t>Vier cijfers verklaren waarom er twee normen zijn.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03 / 13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15974" y="253993"/>
            <a:ext cx="5206869" cy="5206869"/>
          </a:xfrm>
          <a:prstGeom prst="ellipse">
            <a:avLst/>
          </a:prstGeom>
          <a:solidFill>
            <a:srgbClr val="FF7A00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ro"/>
          <p:cNvSpPr txBox="1"/>
          <p:nvPr/>
        </p:nvSpPr>
        <p:spPr>
          <a:xfrm>
            <a:off x="380990" y="761980"/>
            <a:ext cx="7619809" cy="33019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2000"/>
              </a:lnSpc>
            </a:pPr>
            <a:r>
              <a:rPr sz="25000" b="1">
                <a:solidFill>
                  <a:srgbClr val="FF7A00"/>
                </a:solidFill>
                <a:latin typeface="Segoe UI"/>
              </a:rPr>
              <a:t>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44888" y="1320766"/>
            <a:ext cx="1523961" cy="10159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1">
                <a:solidFill>
                  <a:srgbClr val="FF7A00"/>
                </a:solidFill>
                <a:latin typeface="Segoe UI Light"/>
              </a:rPr>
              <a:t>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3975000"/>
            <a:ext cx="5460863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F2F8FC"/>
                </a:solidFill>
                <a:latin typeface="Segoe UI"/>
              </a:rPr>
              <a:t>krijgt binnen een jaar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3200" b="1">
                <a:solidFill>
                  <a:srgbClr val="F2F8FC"/>
                </a:solidFill>
                <a:latin typeface="Segoe UI"/>
              </a:rPr>
              <a:t>een nieuw ulcus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7563" y="1142971"/>
            <a:ext cx="3538893" cy="120646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0758" y="1320766"/>
            <a:ext cx="3157903" cy="609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2F8FC"/>
                </a:solidFill>
                <a:latin typeface="Segoe UI"/>
              </a:rPr>
              <a:t>60%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33458" y="1930351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spc="130">
                <a:solidFill>
                  <a:srgbClr val="8FB6D0"/>
                </a:solidFill>
                <a:latin typeface="Consolas"/>
              </a:rPr>
              <a:t>NA DRIE JAAR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7563" y="2514537"/>
            <a:ext cx="3538893" cy="120646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0758" y="2692332"/>
            <a:ext cx="3157903" cy="609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2F8FC"/>
                </a:solidFill>
                <a:latin typeface="Segoe UI"/>
              </a:rPr>
              <a:t>65%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33458" y="3301917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spc="130">
                <a:solidFill>
                  <a:srgbClr val="8FB6D0"/>
                </a:solidFill>
                <a:latin typeface="Consolas"/>
              </a:rPr>
              <a:t>NA VIJF JAAR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7563" y="3886102"/>
            <a:ext cx="3538893" cy="120646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0758" y="4063898"/>
            <a:ext cx="3157903" cy="609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2F8FC"/>
                </a:solidFill>
                <a:latin typeface="Segoe UI"/>
              </a:rPr>
              <a:t>2,5×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33458" y="4673483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spc="130">
                <a:solidFill>
                  <a:srgbClr val="8FB6D0"/>
                </a:solidFill>
                <a:latin typeface="Consolas"/>
              </a:rPr>
              <a:t>HOGERE STERFTE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Armstrong, Boulton &amp; Bus · N Engl J Med 2017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04 / 13</a:t>
            </a:r>
          </a:p>
        </p:txBody>
      </p:sp>
      <p:pic>
        <p:nvPicPr>
          <p:cNvPr id="18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HET MECHANISME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Belasting is een product,</a:t>
            </a:r>
          </a:p>
          <a:p>
            <a:pPr algn="l">
              <a:lnSpc>
                <a:spcPct val="110000"/>
              </a:lnSpc>
              <a:spcBef>
                <a:spcPts val="500"/>
              </a:spcBef>
            </a:pPr>
            <a:r>
              <a:rPr sz="4000" b="1">
                <a:solidFill>
                  <a:srgbClr val="F2F8FC"/>
                </a:solidFill>
                <a:latin typeface="Segoe UI"/>
              </a:rPr>
              <a:t>geen optelsom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2539936"/>
            <a:ext cx="3284899" cy="196845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5479" y="2768530"/>
            <a:ext cx="2903909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Piekdruk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479" y="3200319"/>
            <a:ext cx="2903909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per stap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5479" y="3797205"/>
            <a:ext cx="1015974" cy="279393"/>
          </a:xfrm>
          <a:prstGeom prst="roundRect">
            <a:avLst>
              <a:gd name="adj" fmla="val 45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5479" y="3873403"/>
            <a:ext cx="1015974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spc="120">
                <a:solidFill>
                  <a:srgbClr val="04182A"/>
                </a:solidFill>
                <a:latin typeface="Consolas"/>
              </a:rPr>
              <a:t>BIJGESTUURD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69085" y="3251118"/>
            <a:ext cx="406389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0">
                <a:solidFill>
                  <a:srgbClr val="8FB6D0"/>
                </a:solidFill>
                <a:latin typeface="Segoe UI Light"/>
              </a:rPr>
              <a:t>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6273" y="2539936"/>
            <a:ext cx="3284899" cy="196845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16769" y="2768530"/>
            <a:ext cx="2903909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Activiteit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6769" y="3200319"/>
            <a:ext cx="2903909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stappen per dag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16769" y="3797205"/>
            <a:ext cx="1015974" cy="279393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6769" y="3873403"/>
            <a:ext cx="1015974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spc="120">
                <a:solidFill>
                  <a:srgbClr val="8FB6D0"/>
                </a:solidFill>
                <a:latin typeface="Consolas"/>
              </a:rPr>
              <a:t>GEMETEN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60374" y="3251118"/>
            <a:ext cx="406389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0">
                <a:solidFill>
                  <a:srgbClr val="8FB6D0"/>
                </a:solidFill>
                <a:latin typeface="Segoe UI Light"/>
              </a:rPr>
              <a:t>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17563" y="2539936"/>
            <a:ext cx="3284899" cy="196845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08058" y="2768530"/>
            <a:ext cx="2903909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Draagtijd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8058" y="3200319"/>
            <a:ext cx="2903909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wérd hij gedragen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08058" y="3797205"/>
            <a:ext cx="1015974" cy="279393"/>
          </a:xfrm>
          <a:prstGeom prst="roundRect">
            <a:avLst>
              <a:gd name="adj" fmla="val 45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08058" y="3873403"/>
            <a:ext cx="1015974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spc="120">
                <a:solidFill>
                  <a:srgbClr val="04182A"/>
                </a:solidFill>
                <a:latin typeface="Consolas"/>
              </a:rPr>
              <a:t>BIJGESTUURD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984" y="4889377"/>
            <a:ext cx="10921726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>
                <a:solidFill>
                  <a:srgbClr val="8FB6D0"/>
                </a:solidFill>
                <a:latin typeface="Segoe UI"/>
              </a:rPr>
              <a:t>Eén factor op nul maakt het product nul. Daarom heeft PARADISE twee normen: een druknorm én een draagtijdnorm.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05 / 13</a:t>
            </a:r>
          </a:p>
        </p:txBody>
      </p:sp>
      <p:pic>
        <p:nvPicPr>
          <p:cNvPr id="24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BASELINE · BLOOTSVOETS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Elke sensor een cijfer</a:t>
            </a:r>
          </a:p>
        </p:txBody>
      </p:sp>
      <p:sp>
        <p:nvSpPr>
          <p:cNvPr id="5" name="!!p00_07"/>
          <p:cNvSpPr/>
          <p:nvPr/>
        </p:nvSpPr>
        <p:spPr>
          <a:xfrm>
            <a:off x="1585505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p00_08"/>
          <p:cNvSpPr/>
          <p:nvPr/>
        </p:nvSpPr>
        <p:spPr>
          <a:xfrm>
            <a:off x="1744251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p00_09"/>
          <p:cNvSpPr/>
          <p:nvPr/>
        </p:nvSpPr>
        <p:spPr>
          <a:xfrm>
            <a:off x="1902997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p00_10"/>
          <p:cNvSpPr/>
          <p:nvPr/>
        </p:nvSpPr>
        <p:spPr>
          <a:xfrm>
            <a:off x="2061743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p01_06"/>
          <p:cNvSpPr/>
          <p:nvPr/>
        </p:nvSpPr>
        <p:spPr>
          <a:xfrm>
            <a:off x="142675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p01_07"/>
          <p:cNvSpPr/>
          <p:nvPr/>
        </p:nvSpPr>
        <p:spPr>
          <a:xfrm>
            <a:off x="1585505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01_08"/>
          <p:cNvSpPr/>
          <p:nvPr/>
        </p:nvSpPr>
        <p:spPr>
          <a:xfrm>
            <a:off x="1744251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3BA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01_09"/>
          <p:cNvSpPr/>
          <p:nvPr/>
        </p:nvSpPr>
        <p:spPr>
          <a:xfrm>
            <a:off x="1902997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3BA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01_10"/>
          <p:cNvSpPr/>
          <p:nvPr/>
        </p:nvSpPr>
        <p:spPr>
          <a:xfrm>
            <a:off x="2061743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1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01_11"/>
          <p:cNvSpPr/>
          <p:nvPr/>
        </p:nvSpPr>
        <p:spPr>
          <a:xfrm>
            <a:off x="222048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02_05"/>
          <p:cNvSpPr/>
          <p:nvPr/>
        </p:nvSpPr>
        <p:spPr>
          <a:xfrm>
            <a:off x="126801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02_06"/>
          <p:cNvSpPr/>
          <p:nvPr/>
        </p:nvSpPr>
        <p:spPr>
          <a:xfrm>
            <a:off x="142675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02_07"/>
          <p:cNvSpPr/>
          <p:nvPr/>
        </p:nvSpPr>
        <p:spPr>
          <a:xfrm>
            <a:off x="158550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02_08"/>
          <p:cNvSpPr/>
          <p:nvPr/>
        </p:nvSpPr>
        <p:spPr>
          <a:xfrm>
            <a:off x="1744251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02_09"/>
          <p:cNvSpPr/>
          <p:nvPr/>
        </p:nvSpPr>
        <p:spPr>
          <a:xfrm>
            <a:off x="1902997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02_10"/>
          <p:cNvSpPr/>
          <p:nvPr/>
        </p:nvSpPr>
        <p:spPr>
          <a:xfrm>
            <a:off x="206174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02_11"/>
          <p:cNvSpPr/>
          <p:nvPr/>
        </p:nvSpPr>
        <p:spPr>
          <a:xfrm>
            <a:off x="222048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02_12"/>
          <p:cNvSpPr/>
          <p:nvPr/>
        </p:nvSpPr>
        <p:spPr>
          <a:xfrm>
            <a:off x="237923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03_05"/>
          <p:cNvSpPr/>
          <p:nvPr/>
        </p:nvSpPr>
        <p:spPr>
          <a:xfrm>
            <a:off x="126801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03_06"/>
          <p:cNvSpPr/>
          <p:nvPr/>
        </p:nvSpPr>
        <p:spPr>
          <a:xfrm>
            <a:off x="142675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03_07"/>
          <p:cNvSpPr/>
          <p:nvPr/>
        </p:nvSpPr>
        <p:spPr>
          <a:xfrm>
            <a:off x="158550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03_08"/>
          <p:cNvSpPr/>
          <p:nvPr/>
        </p:nvSpPr>
        <p:spPr>
          <a:xfrm>
            <a:off x="1744251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4B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03_09"/>
          <p:cNvSpPr/>
          <p:nvPr/>
        </p:nvSpPr>
        <p:spPr>
          <a:xfrm>
            <a:off x="1902997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4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03_10"/>
          <p:cNvSpPr/>
          <p:nvPr/>
        </p:nvSpPr>
        <p:spPr>
          <a:xfrm>
            <a:off x="206174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03_11"/>
          <p:cNvSpPr/>
          <p:nvPr/>
        </p:nvSpPr>
        <p:spPr>
          <a:xfrm>
            <a:off x="222048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03_12"/>
          <p:cNvSpPr/>
          <p:nvPr/>
        </p:nvSpPr>
        <p:spPr>
          <a:xfrm>
            <a:off x="237923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D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p04_05"/>
          <p:cNvSpPr/>
          <p:nvPr/>
        </p:nvSpPr>
        <p:spPr>
          <a:xfrm>
            <a:off x="126801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p04_06"/>
          <p:cNvSpPr/>
          <p:nvPr/>
        </p:nvSpPr>
        <p:spPr>
          <a:xfrm>
            <a:off x="142675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p04_07"/>
          <p:cNvSpPr/>
          <p:nvPr/>
        </p:nvSpPr>
        <p:spPr>
          <a:xfrm>
            <a:off x="158550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p04_08"/>
          <p:cNvSpPr/>
          <p:nvPr/>
        </p:nvSpPr>
        <p:spPr>
          <a:xfrm>
            <a:off x="1744251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p04_09"/>
          <p:cNvSpPr/>
          <p:nvPr/>
        </p:nvSpPr>
        <p:spPr>
          <a:xfrm>
            <a:off x="1902997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p04_10"/>
          <p:cNvSpPr/>
          <p:nvPr/>
        </p:nvSpPr>
        <p:spPr>
          <a:xfrm>
            <a:off x="206174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p04_11"/>
          <p:cNvSpPr/>
          <p:nvPr/>
        </p:nvSpPr>
        <p:spPr>
          <a:xfrm>
            <a:off x="222048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p04_12"/>
          <p:cNvSpPr/>
          <p:nvPr/>
        </p:nvSpPr>
        <p:spPr>
          <a:xfrm>
            <a:off x="237923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p05_05"/>
          <p:cNvSpPr/>
          <p:nvPr/>
        </p:nvSpPr>
        <p:spPr>
          <a:xfrm>
            <a:off x="126801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p05_06"/>
          <p:cNvSpPr/>
          <p:nvPr/>
        </p:nvSpPr>
        <p:spPr>
          <a:xfrm>
            <a:off x="142675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p05_07"/>
          <p:cNvSpPr/>
          <p:nvPr/>
        </p:nvSpPr>
        <p:spPr>
          <a:xfrm>
            <a:off x="158550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p05_08"/>
          <p:cNvSpPr/>
          <p:nvPr/>
        </p:nvSpPr>
        <p:spPr>
          <a:xfrm>
            <a:off x="1744251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DB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p05_09"/>
          <p:cNvSpPr/>
          <p:nvPr/>
        </p:nvSpPr>
        <p:spPr>
          <a:xfrm>
            <a:off x="1902997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DB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p05_10"/>
          <p:cNvSpPr/>
          <p:nvPr/>
        </p:nvSpPr>
        <p:spPr>
          <a:xfrm>
            <a:off x="206174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p05_11"/>
          <p:cNvSpPr/>
          <p:nvPr/>
        </p:nvSpPr>
        <p:spPr>
          <a:xfrm>
            <a:off x="222048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p05_12"/>
          <p:cNvSpPr/>
          <p:nvPr/>
        </p:nvSpPr>
        <p:spPr>
          <a:xfrm>
            <a:off x="237923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p06_05"/>
          <p:cNvSpPr/>
          <p:nvPr/>
        </p:nvSpPr>
        <p:spPr>
          <a:xfrm>
            <a:off x="126801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p06_06"/>
          <p:cNvSpPr/>
          <p:nvPr/>
        </p:nvSpPr>
        <p:spPr>
          <a:xfrm>
            <a:off x="142675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p06_07"/>
          <p:cNvSpPr/>
          <p:nvPr/>
        </p:nvSpPr>
        <p:spPr>
          <a:xfrm>
            <a:off x="158550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p06_08"/>
          <p:cNvSpPr/>
          <p:nvPr/>
        </p:nvSpPr>
        <p:spPr>
          <a:xfrm>
            <a:off x="1744251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p06_09"/>
          <p:cNvSpPr/>
          <p:nvPr/>
        </p:nvSpPr>
        <p:spPr>
          <a:xfrm>
            <a:off x="1902997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2A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p06_10"/>
          <p:cNvSpPr/>
          <p:nvPr/>
        </p:nvSpPr>
        <p:spPr>
          <a:xfrm>
            <a:off x="206174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p06_11"/>
          <p:cNvSpPr/>
          <p:nvPr/>
        </p:nvSpPr>
        <p:spPr>
          <a:xfrm>
            <a:off x="222048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p06_12"/>
          <p:cNvSpPr/>
          <p:nvPr/>
        </p:nvSpPr>
        <p:spPr>
          <a:xfrm>
            <a:off x="237923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p07_05"/>
          <p:cNvSpPr/>
          <p:nvPr/>
        </p:nvSpPr>
        <p:spPr>
          <a:xfrm>
            <a:off x="126801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p07_06"/>
          <p:cNvSpPr/>
          <p:nvPr/>
        </p:nvSpPr>
        <p:spPr>
          <a:xfrm>
            <a:off x="142675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p07_07"/>
          <p:cNvSpPr/>
          <p:nvPr/>
        </p:nvSpPr>
        <p:spPr>
          <a:xfrm>
            <a:off x="158550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p07_08"/>
          <p:cNvSpPr/>
          <p:nvPr/>
        </p:nvSpPr>
        <p:spPr>
          <a:xfrm>
            <a:off x="1744251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p07_09"/>
          <p:cNvSpPr/>
          <p:nvPr/>
        </p:nvSpPr>
        <p:spPr>
          <a:xfrm>
            <a:off x="1902997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3A1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p07_10"/>
          <p:cNvSpPr/>
          <p:nvPr/>
        </p:nvSpPr>
        <p:spPr>
          <a:xfrm>
            <a:off x="206174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p07_11"/>
          <p:cNvSpPr/>
          <p:nvPr/>
        </p:nvSpPr>
        <p:spPr>
          <a:xfrm>
            <a:off x="222048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p07_12"/>
          <p:cNvSpPr/>
          <p:nvPr/>
        </p:nvSpPr>
        <p:spPr>
          <a:xfrm>
            <a:off x="237923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p08_05"/>
          <p:cNvSpPr/>
          <p:nvPr/>
        </p:nvSpPr>
        <p:spPr>
          <a:xfrm>
            <a:off x="126801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p08_06"/>
          <p:cNvSpPr/>
          <p:nvPr/>
        </p:nvSpPr>
        <p:spPr>
          <a:xfrm>
            <a:off x="142675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p08_07"/>
          <p:cNvSpPr/>
          <p:nvPr/>
        </p:nvSpPr>
        <p:spPr>
          <a:xfrm>
            <a:off x="158550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p08_08"/>
          <p:cNvSpPr/>
          <p:nvPr/>
        </p:nvSpPr>
        <p:spPr>
          <a:xfrm>
            <a:off x="1744251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p08_09"/>
          <p:cNvSpPr/>
          <p:nvPr/>
        </p:nvSpPr>
        <p:spPr>
          <a:xfrm>
            <a:off x="1902997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p08_10"/>
          <p:cNvSpPr/>
          <p:nvPr/>
        </p:nvSpPr>
        <p:spPr>
          <a:xfrm>
            <a:off x="206174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p08_11"/>
          <p:cNvSpPr/>
          <p:nvPr/>
        </p:nvSpPr>
        <p:spPr>
          <a:xfrm>
            <a:off x="222048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p08_12"/>
          <p:cNvSpPr/>
          <p:nvPr/>
        </p:nvSpPr>
        <p:spPr>
          <a:xfrm>
            <a:off x="237923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p09_05"/>
          <p:cNvSpPr/>
          <p:nvPr/>
        </p:nvSpPr>
        <p:spPr>
          <a:xfrm>
            <a:off x="126801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p09_06"/>
          <p:cNvSpPr/>
          <p:nvPr/>
        </p:nvSpPr>
        <p:spPr>
          <a:xfrm>
            <a:off x="142675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p09_07"/>
          <p:cNvSpPr/>
          <p:nvPr/>
        </p:nvSpPr>
        <p:spPr>
          <a:xfrm>
            <a:off x="158550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p09_08"/>
          <p:cNvSpPr/>
          <p:nvPr/>
        </p:nvSpPr>
        <p:spPr>
          <a:xfrm>
            <a:off x="1744251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p09_09"/>
          <p:cNvSpPr/>
          <p:nvPr/>
        </p:nvSpPr>
        <p:spPr>
          <a:xfrm>
            <a:off x="1902997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p09_10"/>
          <p:cNvSpPr/>
          <p:nvPr/>
        </p:nvSpPr>
        <p:spPr>
          <a:xfrm>
            <a:off x="206174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p09_11"/>
          <p:cNvSpPr/>
          <p:nvPr/>
        </p:nvSpPr>
        <p:spPr>
          <a:xfrm>
            <a:off x="222048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p09_12"/>
          <p:cNvSpPr/>
          <p:nvPr/>
        </p:nvSpPr>
        <p:spPr>
          <a:xfrm>
            <a:off x="237923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p10_06"/>
          <p:cNvSpPr/>
          <p:nvPr/>
        </p:nvSpPr>
        <p:spPr>
          <a:xfrm>
            <a:off x="142675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p10_07"/>
          <p:cNvSpPr/>
          <p:nvPr/>
        </p:nvSpPr>
        <p:spPr>
          <a:xfrm>
            <a:off x="158550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p10_08"/>
          <p:cNvSpPr/>
          <p:nvPr/>
        </p:nvSpPr>
        <p:spPr>
          <a:xfrm>
            <a:off x="1744251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p10_09"/>
          <p:cNvSpPr/>
          <p:nvPr/>
        </p:nvSpPr>
        <p:spPr>
          <a:xfrm>
            <a:off x="1902997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p10_10"/>
          <p:cNvSpPr/>
          <p:nvPr/>
        </p:nvSpPr>
        <p:spPr>
          <a:xfrm>
            <a:off x="2061743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p10_11"/>
          <p:cNvSpPr/>
          <p:nvPr/>
        </p:nvSpPr>
        <p:spPr>
          <a:xfrm>
            <a:off x="222048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p10_12"/>
          <p:cNvSpPr/>
          <p:nvPr/>
        </p:nvSpPr>
        <p:spPr>
          <a:xfrm>
            <a:off x="237923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p11_06"/>
          <p:cNvSpPr/>
          <p:nvPr/>
        </p:nvSpPr>
        <p:spPr>
          <a:xfrm>
            <a:off x="142675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p11_07"/>
          <p:cNvSpPr/>
          <p:nvPr/>
        </p:nvSpPr>
        <p:spPr>
          <a:xfrm>
            <a:off x="158550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p11_08"/>
          <p:cNvSpPr/>
          <p:nvPr/>
        </p:nvSpPr>
        <p:spPr>
          <a:xfrm>
            <a:off x="1744251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p11_09"/>
          <p:cNvSpPr/>
          <p:nvPr/>
        </p:nvSpPr>
        <p:spPr>
          <a:xfrm>
            <a:off x="1902997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p11_10"/>
          <p:cNvSpPr/>
          <p:nvPr/>
        </p:nvSpPr>
        <p:spPr>
          <a:xfrm>
            <a:off x="2061743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p11_11"/>
          <p:cNvSpPr/>
          <p:nvPr/>
        </p:nvSpPr>
        <p:spPr>
          <a:xfrm>
            <a:off x="222048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p11_12"/>
          <p:cNvSpPr/>
          <p:nvPr/>
        </p:nvSpPr>
        <p:spPr>
          <a:xfrm>
            <a:off x="237923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p12_06"/>
          <p:cNvSpPr/>
          <p:nvPr/>
        </p:nvSpPr>
        <p:spPr>
          <a:xfrm>
            <a:off x="142675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p12_07"/>
          <p:cNvSpPr/>
          <p:nvPr/>
        </p:nvSpPr>
        <p:spPr>
          <a:xfrm>
            <a:off x="158550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p12_08"/>
          <p:cNvSpPr/>
          <p:nvPr/>
        </p:nvSpPr>
        <p:spPr>
          <a:xfrm>
            <a:off x="1744251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p12_09"/>
          <p:cNvSpPr/>
          <p:nvPr/>
        </p:nvSpPr>
        <p:spPr>
          <a:xfrm>
            <a:off x="1902997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p12_10"/>
          <p:cNvSpPr/>
          <p:nvPr/>
        </p:nvSpPr>
        <p:spPr>
          <a:xfrm>
            <a:off x="2061743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p12_11"/>
          <p:cNvSpPr/>
          <p:nvPr/>
        </p:nvSpPr>
        <p:spPr>
          <a:xfrm>
            <a:off x="222048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p12_12"/>
          <p:cNvSpPr/>
          <p:nvPr/>
        </p:nvSpPr>
        <p:spPr>
          <a:xfrm>
            <a:off x="237923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p13_06"/>
          <p:cNvSpPr/>
          <p:nvPr/>
        </p:nvSpPr>
        <p:spPr>
          <a:xfrm>
            <a:off x="142675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p13_07"/>
          <p:cNvSpPr/>
          <p:nvPr/>
        </p:nvSpPr>
        <p:spPr>
          <a:xfrm>
            <a:off x="158550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p13_08"/>
          <p:cNvSpPr/>
          <p:nvPr/>
        </p:nvSpPr>
        <p:spPr>
          <a:xfrm>
            <a:off x="1744251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p13_09"/>
          <p:cNvSpPr/>
          <p:nvPr/>
        </p:nvSpPr>
        <p:spPr>
          <a:xfrm>
            <a:off x="1902997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p13_10"/>
          <p:cNvSpPr/>
          <p:nvPr/>
        </p:nvSpPr>
        <p:spPr>
          <a:xfrm>
            <a:off x="2061743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p13_11"/>
          <p:cNvSpPr/>
          <p:nvPr/>
        </p:nvSpPr>
        <p:spPr>
          <a:xfrm>
            <a:off x="222048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p13_12"/>
          <p:cNvSpPr/>
          <p:nvPr/>
        </p:nvSpPr>
        <p:spPr>
          <a:xfrm>
            <a:off x="237923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p14_06"/>
          <p:cNvSpPr/>
          <p:nvPr/>
        </p:nvSpPr>
        <p:spPr>
          <a:xfrm>
            <a:off x="142675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p14_07"/>
          <p:cNvSpPr/>
          <p:nvPr/>
        </p:nvSpPr>
        <p:spPr>
          <a:xfrm>
            <a:off x="158550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p14_08"/>
          <p:cNvSpPr/>
          <p:nvPr/>
        </p:nvSpPr>
        <p:spPr>
          <a:xfrm>
            <a:off x="1744251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p14_09"/>
          <p:cNvSpPr/>
          <p:nvPr/>
        </p:nvSpPr>
        <p:spPr>
          <a:xfrm>
            <a:off x="1902997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p14_10"/>
          <p:cNvSpPr/>
          <p:nvPr/>
        </p:nvSpPr>
        <p:spPr>
          <a:xfrm>
            <a:off x="2061743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p14_11"/>
          <p:cNvSpPr/>
          <p:nvPr/>
        </p:nvSpPr>
        <p:spPr>
          <a:xfrm>
            <a:off x="222048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p14_12"/>
          <p:cNvSpPr/>
          <p:nvPr/>
        </p:nvSpPr>
        <p:spPr>
          <a:xfrm>
            <a:off x="237923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p15_07"/>
          <p:cNvSpPr/>
          <p:nvPr/>
        </p:nvSpPr>
        <p:spPr>
          <a:xfrm>
            <a:off x="158550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p15_08"/>
          <p:cNvSpPr/>
          <p:nvPr/>
        </p:nvSpPr>
        <p:spPr>
          <a:xfrm>
            <a:off x="174425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p15_09"/>
          <p:cNvSpPr/>
          <p:nvPr/>
        </p:nvSpPr>
        <p:spPr>
          <a:xfrm>
            <a:off x="1902997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p15_10"/>
          <p:cNvSpPr/>
          <p:nvPr/>
        </p:nvSpPr>
        <p:spPr>
          <a:xfrm>
            <a:off x="2061743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p15_11"/>
          <p:cNvSpPr/>
          <p:nvPr/>
        </p:nvSpPr>
        <p:spPr>
          <a:xfrm>
            <a:off x="2220489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p15_12"/>
          <p:cNvSpPr/>
          <p:nvPr/>
        </p:nvSpPr>
        <p:spPr>
          <a:xfrm>
            <a:off x="237923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p15_13"/>
          <p:cNvSpPr/>
          <p:nvPr/>
        </p:nvSpPr>
        <p:spPr>
          <a:xfrm>
            <a:off x="253798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p16_07"/>
          <p:cNvSpPr/>
          <p:nvPr/>
        </p:nvSpPr>
        <p:spPr>
          <a:xfrm>
            <a:off x="158550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p16_08"/>
          <p:cNvSpPr/>
          <p:nvPr/>
        </p:nvSpPr>
        <p:spPr>
          <a:xfrm>
            <a:off x="174425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p16_09"/>
          <p:cNvSpPr/>
          <p:nvPr/>
        </p:nvSpPr>
        <p:spPr>
          <a:xfrm>
            <a:off x="1902997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p16_10"/>
          <p:cNvSpPr/>
          <p:nvPr/>
        </p:nvSpPr>
        <p:spPr>
          <a:xfrm>
            <a:off x="2061743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p16_11"/>
          <p:cNvSpPr/>
          <p:nvPr/>
        </p:nvSpPr>
        <p:spPr>
          <a:xfrm>
            <a:off x="2220489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p16_12"/>
          <p:cNvSpPr/>
          <p:nvPr/>
        </p:nvSpPr>
        <p:spPr>
          <a:xfrm>
            <a:off x="237923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p16_13"/>
          <p:cNvSpPr/>
          <p:nvPr/>
        </p:nvSpPr>
        <p:spPr>
          <a:xfrm>
            <a:off x="253798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p17_07"/>
          <p:cNvSpPr/>
          <p:nvPr/>
        </p:nvSpPr>
        <p:spPr>
          <a:xfrm>
            <a:off x="158550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p17_08"/>
          <p:cNvSpPr/>
          <p:nvPr/>
        </p:nvSpPr>
        <p:spPr>
          <a:xfrm>
            <a:off x="174425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1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p17_09"/>
          <p:cNvSpPr/>
          <p:nvPr/>
        </p:nvSpPr>
        <p:spPr>
          <a:xfrm>
            <a:off x="1902997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p17_10"/>
          <p:cNvSpPr/>
          <p:nvPr/>
        </p:nvSpPr>
        <p:spPr>
          <a:xfrm>
            <a:off x="2061743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p17_11"/>
          <p:cNvSpPr/>
          <p:nvPr/>
        </p:nvSpPr>
        <p:spPr>
          <a:xfrm>
            <a:off x="2220489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p17_12"/>
          <p:cNvSpPr/>
          <p:nvPr/>
        </p:nvSpPr>
        <p:spPr>
          <a:xfrm>
            <a:off x="237923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p17_13"/>
          <p:cNvSpPr/>
          <p:nvPr/>
        </p:nvSpPr>
        <p:spPr>
          <a:xfrm>
            <a:off x="253798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p18_06"/>
          <p:cNvSpPr/>
          <p:nvPr/>
        </p:nvSpPr>
        <p:spPr>
          <a:xfrm>
            <a:off x="142675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p18_07"/>
          <p:cNvSpPr/>
          <p:nvPr/>
        </p:nvSpPr>
        <p:spPr>
          <a:xfrm>
            <a:off x="158550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p18_08"/>
          <p:cNvSpPr/>
          <p:nvPr/>
        </p:nvSpPr>
        <p:spPr>
          <a:xfrm>
            <a:off x="174425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p18_09"/>
          <p:cNvSpPr/>
          <p:nvPr/>
        </p:nvSpPr>
        <p:spPr>
          <a:xfrm>
            <a:off x="1902997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p18_10"/>
          <p:cNvSpPr/>
          <p:nvPr/>
        </p:nvSpPr>
        <p:spPr>
          <a:xfrm>
            <a:off x="2061743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p18_11"/>
          <p:cNvSpPr/>
          <p:nvPr/>
        </p:nvSpPr>
        <p:spPr>
          <a:xfrm>
            <a:off x="222048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p18_12"/>
          <p:cNvSpPr/>
          <p:nvPr/>
        </p:nvSpPr>
        <p:spPr>
          <a:xfrm>
            <a:off x="237923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p18_13"/>
          <p:cNvSpPr/>
          <p:nvPr/>
        </p:nvSpPr>
        <p:spPr>
          <a:xfrm>
            <a:off x="253798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p19_06"/>
          <p:cNvSpPr/>
          <p:nvPr/>
        </p:nvSpPr>
        <p:spPr>
          <a:xfrm>
            <a:off x="142675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p19_07"/>
          <p:cNvSpPr/>
          <p:nvPr/>
        </p:nvSpPr>
        <p:spPr>
          <a:xfrm>
            <a:off x="158550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p19_08"/>
          <p:cNvSpPr/>
          <p:nvPr/>
        </p:nvSpPr>
        <p:spPr>
          <a:xfrm>
            <a:off x="174425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p19_09"/>
          <p:cNvSpPr/>
          <p:nvPr/>
        </p:nvSpPr>
        <p:spPr>
          <a:xfrm>
            <a:off x="1902997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p19_10"/>
          <p:cNvSpPr/>
          <p:nvPr/>
        </p:nvSpPr>
        <p:spPr>
          <a:xfrm>
            <a:off x="2061743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p19_11"/>
          <p:cNvSpPr/>
          <p:nvPr/>
        </p:nvSpPr>
        <p:spPr>
          <a:xfrm>
            <a:off x="222048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p19_12"/>
          <p:cNvSpPr/>
          <p:nvPr/>
        </p:nvSpPr>
        <p:spPr>
          <a:xfrm>
            <a:off x="237923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p19_13"/>
          <p:cNvSpPr/>
          <p:nvPr/>
        </p:nvSpPr>
        <p:spPr>
          <a:xfrm>
            <a:off x="253798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p20_06"/>
          <p:cNvSpPr/>
          <p:nvPr/>
        </p:nvSpPr>
        <p:spPr>
          <a:xfrm>
            <a:off x="142675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p20_07"/>
          <p:cNvSpPr/>
          <p:nvPr/>
        </p:nvSpPr>
        <p:spPr>
          <a:xfrm>
            <a:off x="158550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p20_08"/>
          <p:cNvSpPr/>
          <p:nvPr/>
        </p:nvSpPr>
        <p:spPr>
          <a:xfrm>
            <a:off x="174425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p20_09"/>
          <p:cNvSpPr/>
          <p:nvPr/>
        </p:nvSpPr>
        <p:spPr>
          <a:xfrm>
            <a:off x="1902997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p20_10"/>
          <p:cNvSpPr/>
          <p:nvPr/>
        </p:nvSpPr>
        <p:spPr>
          <a:xfrm>
            <a:off x="2061743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p20_11"/>
          <p:cNvSpPr/>
          <p:nvPr/>
        </p:nvSpPr>
        <p:spPr>
          <a:xfrm>
            <a:off x="222048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p20_12"/>
          <p:cNvSpPr/>
          <p:nvPr/>
        </p:nvSpPr>
        <p:spPr>
          <a:xfrm>
            <a:off x="237923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p20_13"/>
          <p:cNvSpPr/>
          <p:nvPr/>
        </p:nvSpPr>
        <p:spPr>
          <a:xfrm>
            <a:off x="253798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p21_05"/>
          <p:cNvSpPr/>
          <p:nvPr/>
        </p:nvSpPr>
        <p:spPr>
          <a:xfrm>
            <a:off x="126801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p21_06"/>
          <p:cNvSpPr/>
          <p:nvPr/>
        </p:nvSpPr>
        <p:spPr>
          <a:xfrm>
            <a:off x="142675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p21_07"/>
          <p:cNvSpPr/>
          <p:nvPr/>
        </p:nvSpPr>
        <p:spPr>
          <a:xfrm>
            <a:off x="158550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B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p21_08"/>
          <p:cNvSpPr/>
          <p:nvPr/>
        </p:nvSpPr>
        <p:spPr>
          <a:xfrm>
            <a:off x="174425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p21_09"/>
          <p:cNvSpPr/>
          <p:nvPr/>
        </p:nvSpPr>
        <p:spPr>
          <a:xfrm>
            <a:off x="1902997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p21_10"/>
          <p:cNvSpPr/>
          <p:nvPr/>
        </p:nvSpPr>
        <p:spPr>
          <a:xfrm>
            <a:off x="206174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p21_11"/>
          <p:cNvSpPr/>
          <p:nvPr/>
        </p:nvSpPr>
        <p:spPr>
          <a:xfrm>
            <a:off x="222048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p21_12"/>
          <p:cNvSpPr/>
          <p:nvPr/>
        </p:nvSpPr>
        <p:spPr>
          <a:xfrm>
            <a:off x="237923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p21_13"/>
          <p:cNvSpPr/>
          <p:nvPr/>
        </p:nvSpPr>
        <p:spPr>
          <a:xfrm>
            <a:off x="253798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p22_05"/>
          <p:cNvSpPr/>
          <p:nvPr/>
        </p:nvSpPr>
        <p:spPr>
          <a:xfrm>
            <a:off x="126801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p22_06"/>
          <p:cNvSpPr/>
          <p:nvPr/>
        </p:nvSpPr>
        <p:spPr>
          <a:xfrm>
            <a:off x="142675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p22_07"/>
          <p:cNvSpPr/>
          <p:nvPr/>
        </p:nvSpPr>
        <p:spPr>
          <a:xfrm>
            <a:off x="158550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70C1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p22_08"/>
          <p:cNvSpPr/>
          <p:nvPr/>
        </p:nvSpPr>
        <p:spPr>
          <a:xfrm>
            <a:off x="174425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51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p22_09"/>
          <p:cNvSpPr/>
          <p:nvPr/>
        </p:nvSpPr>
        <p:spPr>
          <a:xfrm>
            <a:off x="1902997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p22_10"/>
          <p:cNvSpPr/>
          <p:nvPr/>
        </p:nvSpPr>
        <p:spPr>
          <a:xfrm>
            <a:off x="206174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p22_11"/>
          <p:cNvSpPr/>
          <p:nvPr/>
        </p:nvSpPr>
        <p:spPr>
          <a:xfrm>
            <a:off x="222048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p22_12"/>
          <p:cNvSpPr/>
          <p:nvPr/>
        </p:nvSpPr>
        <p:spPr>
          <a:xfrm>
            <a:off x="237923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E9D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p22_13"/>
          <p:cNvSpPr/>
          <p:nvPr/>
        </p:nvSpPr>
        <p:spPr>
          <a:xfrm>
            <a:off x="253798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p23_04"/>
          <p:cNvSpPr/>
          <p:nvPr/>
        </p:nvSpPr>
        <p:spPr>
          <a:xfrm>
            <a:off x="110926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p23_05"/>
          <p:cNvSpPr/>
          <p:nvPr/>
        </p:nvSpPr>
        <p:spPr>
          <a:xfrm>
            <a:off x="126801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p23_06"/>
          <p:cNvSpPr/>
          <p:nvPr/>
        </p:nvSpPr>
        <p:spPr>
          <a:xfrm>
            <a:off x="142675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62B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p23_07"/>
          <p:cNvSpPr/>
          <p:nvPr/>
        </p:nvSpPr>
        <p:spPr>
          <a:xfrm>
            <a:off x="158550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B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p23_08"/>
          <p:cNvSpPr/>
          <p:nvPr/>
        </p:nvSpPr>
        <p:spPr>
          <a:xfrm>
            <a:off x="174425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4D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p23_09"/>
          <p:cNvSpPr/>
          <p:nvPr/>
        </p:nvSpPr>
        <p:spPr>
          <a:xfrm>
            <a:off x="190299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p23_10"/>
          <p:cNvSpPr/>
          <p:nvPr/>
        </p:nvSpPr>
        <p:spPr>
          <a:xfrm>
            <a:off x="206174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p23_11"/>
          <p:cNvSpPr/>
          <p:nvPr/>
        </p:nvSpPr>
        <p:spPr>
          <a:xfrm>
            <a:off x="222048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p23_12"/>
          <p:cNvSpPr/>
          <p:nvPr/>
        </p:nvSpPr>
        <p:spPr>
          <a:xfrm>
            <a:off x="237923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9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p23_13"/>
          <p:cNvSpPr/>
          <p:nvPr/>
        </p:nvSpPr>
        <p:spPr>
          <a:xfrm>
            <a:off x="253798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p23_14"/>
          <p:cNvSpPr/>
          <p:nvPr/>
        </p:nvSpPr>
        <p:spPr>
          <a:xfrm>
            <a:off x="269672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p24_04"/>
          <p:cNvSpPr/>
          <p:nvPr/>
        </p:nvSpPr>
        <p:spPr>
          <a:xfrm>
            <a:off x="110926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p24_05"/>
          <p:cNvSpPr/>
          <p:nvPr/>
        </p:nvSpPr>
        <p:spPr>
          <a:xfrm>
            <a:off x="126801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5DB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p24_06"/>
          <p:cNvSpPr/>
          <p:nvPr/>
        </p:nvSpPr>
        <p:spPr>
          <a:xfrm>
            <a:off x="142675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DBC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p24_07"/>
          <p:cNvSpPr/>
          <p:nvPr/>
        </p:nvSpPr>
        <p:spPr>
          <a:xfrm>
            <a:off x="158550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8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p24_08"/>
          <p:cNvSpPr/>
          <p:nvPr/>
        </p:nvSpPr>
        <p:spPr>
          <a:xfrm>
            <a:off x="174425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A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p24_09"/>
          <p:cNvSpPr/>
          <p:nvPr/>
        </p:nvSpPr>
        <p:spPr>
          <a:xfrm>
            <a:off x="190299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p24_10"/>
          <p:cNvSpPr/>
          <p:nvPr/>
        </p:nvSpPr>
        <p:spPr>
          <a:xfrm>
            <a:off x="206174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p24_11"/>
          <p:cNvSpPr/>
          <p:nvPr/>
        </p:nvSpPr>
        <p:spPr>
          <a:xfrm>
            <a:off x="222048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8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p24_12"/>
          <p:cNvSpPr/>
          <p:nvPr/>
        </p:nvSpPr>
        <p:spPr>
          <a:xfrm>
            <a:off x="237923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6A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p24_13"/>
          <p:cNvSpPr/>
          <p:nvPr/>
        </p:nvSpPr>
        <p:spPr>
          <a:xfrm>
            <a:off x="253798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p24_14"/>
          <p:cNvSpPr/>
          <p:nvPr/>
        </p:nvSpPr>
        <p:spPr>
          <a:xfrm>
            <a:off x="269672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p25_04"/>
          <p:cNvSpPr/>
          <p:nvPr/>
        </p:nvSpPr>
        <p:spPr>
          <a:xfrm>
            <a:off x="110926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E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p25_05"/>
          <p:cNvSpPr/>
          <p:nvPr/>
        </p:nvSpPr>
        <p:spPr>
          <a:xfrm>
            <a:off x="126801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9CC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p25_06"/>
          <p:cNvSpPr/>
          <p:nvPr/>
        </p:nvSpPr>
        <p:spPr>
          <a:xfrm>
            <a:off x="142675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D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p25_07"/>
          <p:cNvSpPr/>
          <p:nvPr/>
        </p:nvSpPr>
        <p:spPr>
          <a:xfrm>
            <a:off x="158550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p25_08"/>
          <p:cNvSpPr/>
          <p:nvPr/>
        </p:nvSpPr>
        <p:spPr>
          <a:xfrm>
            <a:off x="174425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A9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p25_09"/>
          <p:cNvSpPr/>
          <p:nvPr/>
        </p:nvSpPr>
        <p:spPr>
          <a:xfrm>
            <a:off x="190299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p25_10"/>
          <p:cNvSpPr/>
          <p:nvPr/>
        </p:nvSpPr>
        <p:spPr>
          <a:xfrm>
            <a:off x="206174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p25_11"/>
          <p:cNvSpPr/>
          <p:nvPr/>
        </p:nvSpPr>
        <p:spPr>
          <a:xfrm>
            <a:off x="222048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p25_12"/>
          <p:cNvSpPr/>
          <p:nvPr/>
        </p:nvSpPr>
        <p:spPr>
          <a:xfrm>
            <a:off x="237923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p25_13"/>
          <p:cNvSpPr/>
          <p:nvPr/>
        </p:nvSpPr>
        <p:spPr>
          <a:xfrm>
            <a:off x="253798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p25_14"/>
          <p:cNvSpPr/>
          <p:nvPr/>
        </p:nvSpPr>
        <p:spPr>
          <a:xfrm>
            <a:off x="269672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p26_03"/>
          <p:cNvSpPr/>
          <p:nvPr/>
        </p:nvSpPr>
        <p:spPr>
          <a:xfrm>
            <a:off x="95052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p26_04"/>
          <p:cNvSpPr/>
          <p:nvPr/>
        </p:nvSpPr>
        <p:spPr>
          <a:xfrm>
            <a:off x="110926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p26_05"/>
          <p:cNvSpPr/>
          <p:nvPr/>
        </p:nvSpPr>
        <p:spPr>
          <a:xfrm>
            <a:off x="126801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7DC2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p26_06"/>
          <p:cNvSpPr/>
          <p:nvPr/>
        </p:nvSpPr>
        <p:spPr>
          <a:xfrm>
            <a:off x="142675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BDC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p26_07"/>
          <p:cNvSpPr/>
          <p:nvPr/>
        </p:nvSpPr>
        <p:spPr>
          <a:xfrm>
            <a:off x="158550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B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p26_08"/>
          <p:cNvSpPr/>
          <p:nvPr/>
        </p:nvSpPr>
        <p:spPr>
          <a:xfrm>
            <a:off x="174425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7D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p26_09"/>
          <p:cNvSpPr/>
          <p:nvPr/>
        </p:nvSpPr>
        <p:spPr>
          <a:xfrm>
            <a:off x="190299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p26_10"/>
          <p:cNvSpPr/>
          <p:nvPr/>
        </p:nvSpPr>
        <p:spPr>
          <a:xfrm>
            <a:off x="206174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p26_11"/>
          <p:cNvSpPr/>
          <p:nvPr/>
        </p:nvSpPr>
        <p:spPr>
          <a:xfrm>
            <a:off x="222048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p26_12"/>
          <p:cNvSpPr/>
          <p:nvPr/>
        </p:nvSpPr>
        <p:spPr>
          <a:xfrm>
            <a:off x="237923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p26_13"/>
          <p:cNvSpPr/>
          <p:nvPr/>
        </p:nvSpPr>
        <p:spPr>
          <a:xfrm>
            <a:off x="253798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p26_14"/>
          <p:cNvSpPr/>
          <p:nvPr/>
        </p:nvSpPr>
        <p:spPr>
          <a:xfrm>
            <a:off x="269672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p27_03"/>
          <p:cNvSpPr/>
          <p:nvPr/>
        </p:nvSpPr>
        <p:spPr>
          <a:xfrm>
            <a:off x="95052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p27_04"/>
          <p:cNvSpPr/>
          <p:nvPr/>
        </p:nvSpPr>
        <p:spPr>
          <a:xfrm>
            <a:off x="110926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p27_05"/>
          <p:cNvSpPr/>
          <p:nvPr/>
        </p:nvSpPr>
        <p:spPr>
          <a:xfrm>
            <a:off x="126801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40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p27_06"/>
          <p:cNvSpPr/>
          <p:nvPr/>
        </p:nvSpPr>
        <p:spPr>
          <a:xfrm>
            <a:off x="142675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48B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p27_07"/>
          <p:cNvSpPr/>
          <p:nvPr/>
        </p:nvSpPr>
        <p:spPr>
          <a:xfrm>
            <a:off x="158550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85C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p27_08"/>
          <p:cNvSpPr/>
          <p:nvPr/>
        </p:nvSpPr>
        <p:spPr>
          <a:xfrm>
            <a:off x="174425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4FB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p27_09"/>
          <p:cNvSpPr/>
          <p:nvPr/>
        </p:nvSpPr>
        <p:spPr>
          <a:xfrm>
            <a:off x="190299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p27_10"/>
          <p:cNvSpPr/>
          <p:nvPr/>
        </p:nvSpPr>
        <p:spPr>
          <a:xfrm>
            <a:off x="206174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p27_11"/>
          <p:cNvSpPr/>
          <p:nvPr/>
        </p:nvSpPr>
        <p:spPr>
          <a:xfrm>
            <a:off x="222048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p27_12"/>
          <p:cNvSpPr/>
          <p:nvPr/>
        </p:nvSpPr>
        <p:spPr>
          <a:xfrm>
            <a:off x="237923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p27_13"/>
          <p:cNvSpPr/>
          <p:nvPr/>
        </p:nvSpPr>
        <p:spPr>
          <a:xfrm>
            <a:off x="253798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p27_14"/>
          <p:cNvSpPr/>
          <p:nvPr/>
        </p:nvSpPr>
        <p:spPr>
          <a:xfrm>
            <a:off x="269672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p28_03"/>
          <p:cNvSpPr/>
          <p:nvPr/>
        </p:nvSpPr>
        <p:spPr>
          <a:xfrm>
            <a:off x="95052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p28_04"/>
          <p:cNvSpPr/>
          <p:nvPr/>
        </p:nvSpPr>
        <p:spPr>
          <a:xfrm>
            <a:off x="110926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p28_05"/>
          <p:cNvSpPr/>
          <p:nvPr/>
        </p:nvSpPr>
        <p:spPr>
          <a:xfrm>
            <a:off x="126801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p28_06"/>
          <p:cNvSpPr/>
          <p:nvPr/>
        </p:nvSpPr>
        <p:spPr>
          <a:xfrm>
            <a:off x="142675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p28_07"/>
          <p:cNvSpPr/>
          <p:nvPr/>
        </p:nvSpPr>
        <p:spPr>
          <a:xfrm>
            <a:off x="158550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p28_08"/>
          <p:cNvSpPr/>
          <p:nvPr/>
        </p:nvSpPr>
        <p:spPr>
          <a:xfrm>
            <a:off x="174425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p28_09"/>
          <p:cNvSpPr/>
          <p:nvPr/>
        </p:nvSpPr>
        <p:spPr>
          <a:xfrm>
            <a:off x="190299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p28_10"/>
          <p:cNvSpPr/>
          <p:nvPr/>
        </p:nvSpPr>
        <p:spPr>
          <a:xfrm>
            <a:off x="206174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p28_11"/>
          <p:cNvSpPr/>
          <p:nvPr/>
        </p:nvSpPr>
        <p:spPr>
          <a:xfrm>
            <a:off x="222048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p28_12"/>
          <p:cNvSpPr/>
          <p:nvPr/>
        </p:nvSpPr>
        <p:spPr>
          <a:xfrm>
            <a:off x="237923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p28_13"/>
          <p:cNvSpPr/>
          <p:nvPr/>
        </p:nvSpPr>
        <p:spPr>
          <a:xfrm>
            <a:off x="253798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p28_14"/>
          <p:cNvSpPr/>
          <p:nvPr/>
        </p:nvSpPr>
        <p:spPr>
          <a:xfrm>
            <a:off x="269672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p29_03"/>
          <p:cNvSpPr/>
          <p:nvPr/>
        </p:nvSpPr>
        <p:spPr>
          <a:xfrm>
            <a:off x="95052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p29_04"/>
          <p:cNvSpPr/>
          <p:nvPr/>
        </p:nvSpPr>
        <p:spPr>
          <a:xfrm>
            <a:off x="110926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p29_05"/>
          <p:cNvSpPr/>
          <p:nvPr/>
        </p:nvSpPr>
        <p:spPr>
          <a:xfrm>
            <a:off x="126801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p29_06"/>
          <p:cNvSpPr/>
          <p:nvPr/>
        </p:nvSpPr>
        <p:spPr>
          <a:xfrm>
            <a:off x="142675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p29_07"/>
          <p:cNvSpPr/>
          <p:nvPr/>
        </p:nvSpPr>
        <p:spPr>
          <a:xfrm>
            <a:off x="158550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p29_08"/>
          <p:cNvSpPr/>
          <p:nvPr/>
        </p:nvSpPr>
        <p:spPr>
          <a:xfrm>
            <a:off x="174425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p29_09"/>
          <p:cNvSpPr/>
          <p:nvPr/>
        </p:nvSpPr>
        <p:spPr>
          <a:xfrm>
            <a:off x="190299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p29_10"/>
          <p:cNvSpPr/>
          <p:nvPr/>
        </p:nvSpPr>
        <p:spPr>
          <a:xfrm>
            <a:off x="206174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p29_11"/>
          <p:cNvSpPr/>
          <p:nvPr/>
        </p:nvSpPr>
        <p:spPr>
          <a:xfrm>
            <a:off x="222048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p29_12"/>
          <p:cNvSpPr/>
          <p:nvPr/>
        </p:nvSpPr>
        <p:spPr>
          <a:xfrm>
            <a:off x="237923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p29_13"/>
          <p:cNvSpPr/>
          <p:nvPr/>
        </p:nvSpPr>
        <p:spPr>
          <a:xfrm>
            <a:off x="253798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p30_03"/>
          <p:cNvSpPr/>
          <p:nvPr/>
        </p:nvSpPr>
        <p:spPr>
          <a:xfrm>
            <a:off x="95052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p30_04"/>
          <p:cNvSpPr/>
          <p:nvPr/>
        </p:nvSpPr>
        <p:spPr>
          <a:xfrm>
            <a:off x="110926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p30_05"/>
          <p:cNvSpPr/>
          <p:nvPr/>
        </p:nvSpPr>
        <p:spPr>
          <a:xfrm>
            <a:off x="126801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p30_06"/>
          <p:cNvSpPr/>
          <p:nvPr/>
        </p:nvSpPr>
        <p:spPr>
          <a:xfrm>
            <a:off x="142675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p30_07"/>
          <p:cNvSpPr/>
          <p:nvPr/>
        </p:nvSpPr>
        <p:spPr>
          <a:xfrm>
            <a:off x="158550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p30_08"/>
          <p:cNvSpPr/>
          <p:nvPr/>
        </p:nvSpPr>
        <p:spPr>
          <a:xfrm>
            <a:off x="174425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p30_09"/>
          <p:cNvSpPr/>
          <p:nvPr/>
        </p:nvSpPr>
        <p:spPr>
          <a:xfrm>
            <a:off x="190299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p30_10"/>
          <p:cNvSpPr/>
          <p:nvPr/>
        </p:nvSpPr>
        <p:spPr>
          <a:xfrm>
            <a:off x="206174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p30_11"/>
          <p:cNvSpPr/>
          <p:nvPr/>
        </p:nvSpPr>
        <p:spPr>
          <a:xfrm>
            <a:off x="222048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p30_12"/>
          <p:cNvSpPr/>
          <p:nvPr/>
        </p:nvSpPr>
        <p:spPr>
          <a:xfrm>
            <a:off x="237923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p30_13"/>
          <p:cNvSpPr/>
          <p:nvPr/>
        </p:nvSpPr>
        <p:spPr>
          <a:xfrm>
            <a:off x="253798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p31_03"/>
          <p:cNvSpPr/>
          <p:nvPr/>
        </p:nvSpPr>
        <p:spPr>
          <a:xfrm>
            <a:off x="95052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p31_04"/>
          <p:cNvSpPr/>
          <p:nvPr/>
        </p:nvSpPr>
        <p:spPr>
          <a:xfrm>
            <a:off x="110926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p31_05"/>
          <p:cNvSpPr/>
          <p:nvPr/>
        </p:nvSpPr>
        <p:spPr>
          <a:xfrm>
            <a:off x="126801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p31_06"/>
          <p:cNvSpPr/>
          <p:nvPr/>
        </p:nvSpPr>
        <p:spPr>
          <a:xfrm>
            <a:off x="142675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p31_07"/>
          <p:cNvSpPr/>
          <p:nvPr/>
        </p:nvSpPr>
        <p:spPr>
          <a:xfrm>
            <a:off x="158550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p31_08"/>
          <p:cNvSpPr/>
          <p:nvPr/>
        </p:nvSpPr>
        <p:spPr>
          <a:xfrm>
            <a:off x="174425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p31_09"/>
          <p:cNvSpPr/>
          <p:nvPr/>
        </p:nvSpPr>
        <p:spPr>
          <a:xfrm>
            <a:off x="190299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p31_10"/>
          <p:cNvSpPr/>
          <p:nvPr/>
        </p:nvSpPr>
        <p:spPr>
          <a:xfrm>
            <a:off x="206174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p31_11"/>
          <p:cNvSpPr/>
          <p:nvPr/>
        </p:nvSpPr>
        <p:spPr>
          <a:xfrm>
            <a:off x="222048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p31_12"/>
          <p:cNvSpPr/>
          <p:nvPr/>
        </p:nvSpPr>
        <p:spPr>
          <a:xfrm>
            <a:off x="237923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p31_13"/>
          <p:cNvSpPr/>
          <p:nvPr/>
        </p:nvSpPr>
        <p:spPr>
          <a:xfrm>
            <a:off x="253798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p32_03"/>
          <p:cNvSpPr/>
          <p:nvPr/>
        </p:nvSpPr>
        <p:spPr>
          <a:xfrm>
            <a:off x="95052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p32_04"/>
          <p:cNvSpPr/>
          <p:nvPr/>
        </p:nvSpPr>
        <p:spPr>
          <a:xfrm>
            <a:off x="110926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p32_05"/>
          <p:cNvSpPr/>
          <p:nvPr/>
        </p:nvSpPr>
        <p:spPr>
          <a:xfrm>
            <a:off x="126801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p32_06"/>
          <p:cNvSpPr/>
          <p:nvPr/>
        </p:nvSpPr>
        <p:spPr>
          <a:xfrm>
            <a:off x="142675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p32_07"/>
          <p:cNvSpPr/>
          <p:nvPr/>
        </p:nvSpPr>
        <p:spPr>
          <a:xfrm>
            <a:off x="158550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p32_08"/>
          <p:cNvSpPr/>
          <p:nvPr/>
        </p:nvSpPr>
        <p:spPr>
          <a:xfrm>
            <a:off x="174425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p32_09"/>
          <p:cNvSpPr/>
          <p:nvPr/>
        </p:nvSpPr>
        <p:spPr>
          <a:xfrm>
            <a:off x="190299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p32_10"/>
          <p:cNvSpPr/>
          <p:nvPr/>
        </p:nvSpPr>
        <p:spPr>
          <a:xfrm>
            <a:off x="206174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p32_11"/>
          <p:cNvSpPr/>
          <p:nvPr/>
        </p:nvSpPr>
        <p:spPr>
          <a:xfrm>
            <a:off x="222048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p32_12"/>
          <p:cNvSpPr/>
          <p:nvPr/>
        </p:nvSpPr>
        <p:spPr>
          <a:xfrm>
            <a:off x="237923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p33_03"/>
          <p:cNvSpPr/>
          <p:nvPr/>
        </p:nvSpPr>
        <p:spPr>
          <a:xfrm>
            <a:off x="95052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p33_04"/>
          <p:cNvSpPr/>
          <p:nvPr/>
        </p:nvSpPr>
        <p:spPr>
          <a:xfrm>
            <a:off x="110926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p33_05"/>
          <p:cNvSpPr/>
          <p:nvPr/>
        </p:nvSpPr>
        <p:spPr>
          <a:xfrm>
            <a:off x="126801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p33_06"/>
          <p:cNvSpPr/>
          <p:nvPr/>
        </p:nvSpPr>
        <p:spPr>
          <a:xfrm>
            <a:off x="142675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p33_07"/>
          <p:cNvSpPr/>
          <p:nvPr/>
        </p:nvSpPr>
        <p:spPr>
          <a:xfrm>
            <a:off x="158550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1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p33_08"/>
          <p:cNvSpPr/>
          <p:nvPr/>
        </p:nvSpPr>
        <p:spPr>
          <a:xfrm>
            <a:off x="174425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p33_09"/>
          <p:cNvSpPr/>
          <p:nvPr/>
        </p:nvSpPr>
        <p:spPr>
          <a:xfrm>
            <a:off x="190299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p33_10"/>
          <p:cNvSpPr/>
          <p:nvPr/>
        </p:nvSpPr>
        <p:spPr>
          <a:xfrm>
            <a:off x="206174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p33_11"/>
          <p:cNvSpPr/>
          <p:nvPr/>
        </p:nvSpPr>
        <p:spPr>
          <a:xfrm>
            <a:off x="222048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p33_12"/>
          <p:cNvSpPr/>
          <p:nvPr/>
        </p:nvSpPr>
        <p:spPr>
          <a:xfrm>
            <a:off x="237923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p34_03"/>
          <p:cNvSpPr/>
          <p:nvPr/>
        </p:nvSpPr>
        <p:spPr>
          <a:xfrm>
            <a:off x="95052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p34_04"/>
          <p:cNvSpPr/>
          <p:nvPr/>
        </p:nvSpPr>
        <p:spPr>
          <a:xfrm>
            <a:off x="110926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20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p34_05"/>
          <p:cNvSpPr/>
          <p:nvPr/>
        </p:nvSpPr>
        <p:spPr>
          <a:xfrm>
            <a:off x="126801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p34_06"/>
          <p:cNvSpPr/>
          <p:nvPr/>
        </p:nvSpPr>
        <p:spPr>
          <a:xfrm>
            <a:off x="142675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p34_07"/>
          <p:cNvSpPr/>
          <p:nvPr/>
        </p:nvSpPr>
        <p:spPr>
          <a:xfrm>
            <a:off x="1585505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p34_08"/>
          <p:cNvSpPr/>
          <p:nvPr/>
        </p:nvSpPr>
        <p:spPr>
          <a:xfrm>
            <a:off x="174425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p34_09"/>
          <p:cNvSpPr/>
          <p:nvPr/>
        </p:nvSpPr>
        <p:spPr>
          <a:xfrm>
            <a:off x="190299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p34_10"/>
          <p:cNvSpPr/>
          <p:nvPr/>
        </p:nvSpPr>
        <p:spPr>
          <a:xfrm>
            <a:off x="206174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p34_11"/>
          <p:cNvSpPr/>
          <p:nvPr/>
        </p:nvSpPr>
        <p:spPr>
          <a:xfrm>
            <a:off x="222048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p35_04"/>
          <p:cNvSpPr/>
          <p:nvPr/>
        </p:nvSpPr>
        <p:spPr>
          <a:xfrm>
            <a:off x="110926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p35_05"/>
          <p:cNvSpPr/>
          <p:nvPr/>
        </p:nvSpPr>
        <p:spPr>
          <a:xfrm>
            <a:off x="126801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p35_06"/>
          <p:cNvSpPr/>
          <p:nvPr/>
        </p:nvSpPr>
        <p:spPr>
          <a:xfrm>
            <a:off x="142675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p35_07"/>
          <p:cNvSpPr/>
          <p:nvPr/>
        </p:nvSpPr>
        <p:spPr>
          <a:xfrm>
            <a:off x="1585505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p35_08"/>
          <p:cNvSpPr/>
          <p:nvPr/>
        </p:nvSpPr>
        <p:spPr>
          <a:xfrm>
            <a:off x="1744251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p35_09"/>
          <p:cNvSpPr/>
          <p:nvPr/>
        </p:nvSpPr>
        <p:spPr>
          <a:xfrm>
            <a:off x="190299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p35_10"/>
          <p:cNvSpPr/>
          <p:nvPr/>
        </p:nvSpPr>
        <p:spPr>
          <a:xfrm>
            <a:off x="206174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p35_11"/>
          <p:cNvSpPr/>
          <p:nvPr/>
        </p:nvSpPr>
        <p:spPr>
          <a:xfrm>
            <a:off x="222048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p36_04"/>
          <p:cNvSpPr/>
          <p:nvPr/>
        </p:nvSpPr>
        <p:spPr>
          <a:xfrm>
            <a:off x="110926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p36_05"/>
          <p:cNvSpPr/>
          <p:nvPr/>
        </p:nvSpPr>
        <p:spPr>
          <a:xfrm>
            <a:off x="126801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p36_06"/>
          <p:cNvSpPr/>
          <p:nvPr/>
        </p:nvSpPr>
        <p:spPr>
          <a:xfrm>
            <a:off x="1426759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p36_07"/>
          <p:cNvSpPr/>
          <p:nvPr/>
        </p:nvSpPr>
        <p:spPr>
          <a:xfrm>
            <a:off x="1585505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p36_08"/>
          <p:cNvSpPr/>
          <p:nvPr/>
        </p:nvSpPr>
        <p:spPr>
          <a:xfrm>
            <a:off x="1744251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p36_09"/>
          <p:cNvSpPr/>
          <p:nvPr/>
        </p:nvSpPr>
        <p:spPr>
          <a:xfrm>
            <a:off x="190299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p36_10"/>
          <p:cNvSpPr/>
          <p:nvPr/>
        </p:nvSpPr>
        <p:spPr>
          <a:xfrm>
            <a:off x="206174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p37_04"/>
          <p:cNvSpPr/>
          <p:nvPr/>
        </p:nvSpPr>
        <p:spPr>
          <a:xfrm>
            <a:off x="110926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p37_05"/>
          <p:cNvSpPr/>
          <p:nvPr/>
        </p:nvSpPr>
        <p:spPr>
          <a:xfrm>
            <a:off x="1268013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p37_06"/>
          <p:cNvSpPr/>
          <p:nvPr/>
        </p:nvSpPr>
        <p:spPr>
          <a:xfrm>
            <a:off x="1426759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p37_07"/>
          <p:cNvSpPr/>
          <p:nvPr/>
        </p:nvSpPr>
        <p:spPr>
          <a:xfrm>
            <a:off x="1585505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p37_08"/>
          <p:cNvSpPr/>
          <p:nvPr/>
        </p:nvSpPr>
        <p:spPr>
          <a:xfrm>
            <a:off x="1744251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!!p37_09"/>
          <p:cNvSpPr/>
          <p:nvPr/>
        </p:nvSpPr>
        <p:spPr>
          <a:xfrm>
            <a:off x="190299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920726" y="5905352"/>
            <a:ext cx="38099" cy="101597"/>
          </a:xfrm>
          <a:prstGeom prst="rect">
            <a:avLst/>
          </a:prstGeom>
          <a:solidFill>
            <a:srgbClr val="05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952476" y="5905352"/>
            <a:ext cx="38099" cy="101597"/>
          </a:xfrm>
          <a:prstGeom prst="rect">
            <a:avLst/>
          </a:prstGeom>
          <a:solidFill>
            <a:srgbClr val="06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984225" y="5905352"/>
            <a:ext cx="38099" cy="101597"/>
          </a:xfrm>
          <a:prstGeom prst="rect">
            <a:avLst/>
          </a:prstGeom>
          <a:solidFill>
            <a:srgbClr val="07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1015974" y="5905352"/>
            <a:ext cx="38099" cy="101597"/>
          </a:xfrm>
          <a:prstGeom prst="rect">
            <a:avLst/>
          </a:prstGeom>
          <a:solidFill>
            <a:srgbClr val="0826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1047723" y="5905352"/>
            <a:ext cx="38099" cy="101597"/>
          </a:xfrm>
          <a:prstGeom prst="rect">
            <a:avLst/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1079473" y="5905352"/>
            <a:ext cx="38099" cy="101597"/>
          </a:xfrm>
          <a:prstGeom prst="rect">
            <a:avLst/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1111222" y="5905352"/>
            <a:ext cx="38099" cy="101597"/>
          </a:xfrm>
          <a:prstGeom prst="rect">
            <a:avLst/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1142971" y="5905352"/>
            <a:ext cx="38099" cy="101597"/>
          </a:xfrm>
          <a:prstGeom prst="rect">
            <a:avLst/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1174720" y="5905352"/>
            <a:ext cx="38099" cy="101597"/>
          </a:xfrm>
          <a:prstGeom prst="rect">
            <a:avLst/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1206469" y="5905352"/>
            <a:ext cx="38099" cy="101597"/>
          </a:xfrm>
          <a:prstGeom prst="rect">
            <a:avLst/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1238219" y="5905352"/>
            <a:ext cx="38099" cy="101597"/>
          </a:xfrm>
          <a:prstGeom prst="rect">
            <a:avLst/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1269968" y="5905352"/>
            <a:ext cx="38099" cy="101597"/>
          </a:xfrm>
          <a:prstGeom prst="rect">
            <a:avLst/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1301717" y="5905352"/>
            <a:ext cx="38099" cy="101597"/>
          </a:xfrm>
          <a:prstGeom prst="rect">
            <a:avLst/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1333466" y="5905352"/>
            <a:ext cx="38099" cy="101597"/>
          </a:xfrm>
          <a:prstGeom prst="rect">
            <a:avLst/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1365215" y="5905352"/>
            <a:ext cx="38099" cy="101597"/>
          </a:xfrm>
          <a:prstGeom prst="rect">
            <a:avLst/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1396965" y="5905352"/>
            <a:ext cx="38099" cy="101597"/>
          </a:xfrm>
          <a:prstGeom prst="rect">
            <a:avLst/>
          </a:prstGeom>
          <a:solidFill>
            <a:srgbClr val="166B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1428714" y="5905352"/>
            <a:ext cx="38099" cy="101597"/>
          </a:xfrm>
          <a:prstGeom prst="rect">
            <a:avLst/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1460463" y="5905352"/>
            <a:ext cx="38099" cy="101597"/>
          </a:xfrm>
          <a:prstGeom prst="rect">
            <a:avLst/>
          </a:prstGeom>
          <a:solidFill>
            <a:srgbClr val="1A7C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1492212" y="5905352"/>
            <a:ext cx="38099" cy="101597"/>
          </a:xfrm>
          <a:prstGeom prst="rect">
            <a:avLst/>
          </a:prstGeom>
          <a:solidFill>
            <a:srgbClr val="1C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1523961" y="5905352"/>
            <a:ext cx="38099" cy="101597"/>
          </a:xfrm>
          <a:prstGeom prst="rect">
            <a:avLst/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1555711" y="5905352"/>
            <a:ext cx="38099" cy="101597"/>
          </a:xfrm>
          <a:prstGeom prst="rect">
            <a:avLst/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1587460" y="5905352"/>
            <a:ext cx="38099" cy="101597"/>
          </a:xfrm>
          <a:prstGeom prst="rect">
            <a:avLst/>
          </a:prstGeom>
          <a:solidFill>
            <a:srgbClr val="299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1619209" y="5905352"/>
            <a:ext cx="38099" cy="101597"/>
          </a:xfrm>
          <a:prstGeom prst="rect">
            <a:avLst/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1650958" y="5905352"/>
            <a:ext cx="38099" cy="101597"/>
          </a:xfrm>
          <a:prstGeom prst="rect">
            <a:avLst/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1682707" y="5905352"/>
            <a:ext cx="38099" cy="101597"/>
          </a:xfrm>
          <a:prstGeom prst="rect">
            <a:avLst/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1714457" y="5905352"/>
            <a:ext cx="38099" cy="101597"/>
          </a:xfrm>
          <a:prstGeom prst="rect">
            <a:avLst/>
          </a:prstGeom>
          <a:solidFill>
            <a:srgbClr val="3F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1746206" y="5905352"/>
            <a:ext cx="38099" cy="101597"/>
          </a:xfrm>
          <a:prstGeom prst="rect">
            <a:avLst/>
          </a:prstGeom>
          <a:solidFill>
            <a:srgbClr val="45B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1777955" y="5905352"/>
            <a:ext cx="38099" cy="101597"/>
          </a:xfrm>
          <a:prstGeom prst="rect">
            <a:avLst/>
          </a:prstGeom>
          <a:solidFill>
            <a:srgbClr val="4B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1809704" y="5905352"/>
            <a:ext cx="38099" cy="101597"/>
          </a:xfrm>
          <a:prstGeom prst="rect">
            <a:avLst/>
          </a:prstGeom>
          <a:solidFill>
            <a:srgbClr val="50B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1841453" y="5905352"/>
            <a:ext cx="38099" cy="101597"/>
          </a:xfrm>
          <a:prstGeom prst="rect">
            <a:avLst/>
          </a:prstGeom>
          <a:solidFill>
            <a:srgbClr val="60B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1873203" y="5905352"/>
            <a:ext cx="38099" cy="101597"/>
          </a:xfrm>
          <a:prstGeom prst="rect">
            <a:avLst/>
          </a:prstGeom>
          <a:solidFill>
            <a:srgbClr val="75C1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1904952" y="5905352"/>
            <a:ext cx="38099" cy="101597"/>
          </a:xfrm>
          <a:prstGeom prst="rect">
            <a:avLst/>
          </a:prstGeom>
          <a:solidFill>
            <a:srgbClr val="8AC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1936701" y="5905352"/>
            <a:ext cx="38099" cy="101597"/>
          </a:xfrm>
          <a:prstGeom prst="rect">
            <a:avLst/>
          </a:prstGeom>
          <a:solidFill>
            <a:srgbClr val="9FC6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1968450" y="5905352"/>
            <a:ext cx="38099" cy="101597"/>
          </a:xfrm>
          <a:prstGeom prst="rect">
            <a:avLst/>
          </a:prstGeom>
          <a:solidFill>
            <a:srgbClr val="B4C9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2000199" y="5905352"/>
            <a:ext cx="38099" cy="101597"/>
          </a:xfrm>
          <a:prstGeom prst="rect">
            <a:avLst/>
          </a:prstGeom>
          <a:solidFill>
            <a:srgbClr val="C9C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2031949" y="5905352"/>
            <a:ext cx="38099" cy="101597"/>
          </a:xfrm>
          <a:prstGeom prst="rect">
            <a:avLst/>
          </a:prstGeom>
          <a:solidFill>
            <a:srgbClr val="DEC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ectangle 364"/>
          <p:cNvSpPr/>
          <p:nvPr/>
        </p:nvSpPr>
        <p:spPr>
          <a:xfrm>
            <a:off x="2063698" y="5905352"/>
            <a:ext cx="38099" cy="101597"/>
          </a:xfrm>
          <a:prstGeom prst="rect">
            <a:avLst/>
          </a:prstGeom>
          <a:solidFill>
            <a:srgbClr val="F3D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2095447" y="5905352"/>
            <a:ext cx="38099" cy="101597"/>
          </a:xfrm>
          <a:prstGeom prst="rect">
            <a:avLst/>
          </a:prstGeom>
          <a:solidFill>
            <a:srgbClr val="FFC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2127196" y="5905352"/>
            <a:ext cx="38099" cy="101597"/>
          </a:xfrm>
          <a:prstGeom prst="rect">
            <a:avLst/>
          </a:prstGeom>
          <a:solidFill>
            <a:srgbClr val="FFC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ectangle 367"/>
          <p:cNvSpPr/>
          <p:nvPr/>
        </p:nvSpPr>
        <p:spPr>
          <a:xfrm>
            <a:off x="2158946" y="5905352"/>
            <a:ext cx="38099" cy="101597"/>
          </a:xfrm>
          <a:prstGeom prst="rect">
            <a:avLst/>
          </a:prstGeom>
          <a:solidFill>
            <a:srgbClr val="FFBE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ectangle 368"/>
          <p:cNvSpPr/>
          <p:nvPr/>
        </p:nvSpPr>
        <p:spPr>
          <a:xfrm>
            <a:off x="2190695" y="5905352"/>
            <a:ext cx="38099" cy="101597"/>
          </a:xfrm>
          <a:prstGeom prst="rect">
            <a:avLst/>
          </a:prstGeom>
          <a:solidFill>
            <a:srgbClr val="FFB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ectangle 369"/>
          <p:cNvSpPr/>
          <p:nvPr/>
        </p:nvSpPr>
        <p:spPr>
          <a:xfrm>
            <a:off x="2222444" y="5905352"/>
            <a:ext cx="38099" cy="101597"/>
          </a:xfrm>
          <a:prstGeom prst="rect">
            <a:avLst/>
          </a:prstGeom>
          <a:solidFill>
            <a:srgbClr val="FFA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ectangle 370"/>
          <p:cNvSpPr/>
          <p:nvPr/>
        </p:nvSpPr>
        <p:spPr>
          <a:xfrm>
            <a:off x="2254193" y="5905352"/>
            <a:ext cx="38099" cy="101597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2285942" y="5905352"/>
            <a:ext cx="38099" cy="101597"/>
          </a:xfrm>
          <a:prstGeom prst="rect">
            <a:avLst/>
          </a:prstGeom>
          <a:solidFill>
            <a:srgbClr val="FF9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ectangle 372"/>
          <p:cNvSpPr/>
          <p:nvPr/>
        </p:nvSpPr>
        <p:spPr>
          <a:xfrm>
            <a:off x="2317692" y="5905352"/>
            <a:ext cx="38099" cy="101597"/>
          </a:xfrm>
          <a:prstGeom prst="rect">
            <a:avLst/>
          </a:prstGeom>
          <a:solidFill>
            <a:srgbClr val="FF9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ectangle 373"/>
          <p:cNvSpPr/>
          <p:nvPr/>
        </p:nvSpPr>
        <p:spPr>
          <a:xfrm>
            <a:off x="2349441" y="5905352"/>
            <a:ext cx="38099" cy="101597"/>
          </a:xfrm>
          <a:prstGeom prst="rect">
            <a:avLst/>
          </a:prstGeom>
          <a:solidFill>
            <a:srgbClr val="FF8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2381190" y="5905352"/>
            <a:ext cx="38099" cy="101597"/>
          </a:xfrm>
          <a:prstGeom prst="rect">
            <a:avLst/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2412939" y="5905352"/>
            <a:ext cx="38099" cy="101597"/>
          </a:xfrm>
          <a:prstGeom prst="rect">
            <a:avLst/>
          </a:prstGeom>
          <a:solidFill>
            <a:srgbClr val="FF7C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2444688" y="5905352"/>
            <a:ext cx="38099" cy="101597"/>
          </a:xfrm>
          <a:prstGeom prst="rect">
            <a:avLst/>
          </a:prstGeom>
          <a:solidFill>
            <a:srgbClr val="FD75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2476438" y="5905352"/>
            <a:ext cx="38099" cy="101597"/>
          </a:xfrm>
          <a:prstGeom prst="rect">
            <a:avLst/>
          </a:prstGeom>
          <a:solidFill>
            <a:srgbClr val="FB6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ectangle 378"/>
          <p:cNvSpPr/>
          <p:nvPr/>
        </p:nvSpPr>
        <p:spPr>
          <a:xfrm>
            <a:off x="2508187" y="5905352"/>
            <a:ext cx="38099" cy="101597"/>
          </a:xfrm>
          <a:prstGeom prst="rect">
            <a:avLst/>
          </a:prstGeom>
          <a:solidFill>
            <a:srgbClr val="FA69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ectangle 379"/>
          <p:cNvSpPr/>
          <p:nvPr/>
        </p:nvSpPr>
        <p:spPr>
          <a:xfrm>
            <a:off x="2539936" y="5905352"/>
            <a:ext cx="38099" cy="101597"/>
          </a:xfrm>
          <a:prstGeom prst="rect">
            <a:avLst/>
          </a:prstGeom>
          <a:solidFill>
            <a:srgbClr val="F863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2571685" y="5905352"/>
            <a:ext cx="38099" cy="101597"/>
          </a:xfrm>
          <a:prstGeom prst="rect">
            <a:avLst/>
          </a:prstGeom>
          <a:solidFill>
            <a:srgbClr val="F65D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ectangle 381"/>
          <p:cNvSpPr/>
          <p:nvPr/>
        </p:nvSpPr>
        <p:spPr>
          <a:xfrm>
            <a:off x="2603434" y="5905352"/>
            <a:ext cx="38099" cy="101597"/>
          </a:xfrm>
          <a:prstGeom prst="rect">
            <a:avLst/>
          </a:prstGeom>
          <a:solidFill>
            <a:srgbClr val="F45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2635184" y="5905352"/>
            <a:ext cx="38099" cy="101597"/>
          </a:xfrm>
          <a:prstGeom prst="rect">
            <a:avLst/>
          </a:prstGeom>
          <a:solidFill>
            <a:srgbClr val="F25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2666933" y="5905352"/>
            <a:ext cx="38099" cy="101597"/>
          </a:xfrm>
          <a:prstGeom prst="rect">
            <a:avLst/>
          </a:prstGeom>
          <a:solidFill>
            <a:srgbClr val="F0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2698682" y="5905352"/>
            <a:ext cx="38099" cy="101597"/>
          </a:xfrm>
          <a:prstGeom prst="rect">
            <a:avLst/>
          </a:prstGeom>
          <a:solidFill>
            <a:srgbClr val="EE4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2730431" y="5905352"/>
            <a:ext cx="38099" cy="101597"/>
          </a:xfrm>
          <a:prstGeom prst="rect">
            <a:avLst/>
          </a:prstGeom>
          <a:solidFill>
            <a:srgbClr val="EC3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2762180" y="5905352"/>
            <a:ext cx="38099" cy="101597"/>
          </a:xfrm>
          <a:prstGeom prst="rect">
            <a:avLst/>
          </a:prstGeom>
          <a:solidFill>
            <a:srgbClr val="EA39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2793930" y="5905352"/>
            <a:ext cx="38099" cy="101597"/>
          </a:xfrm>
          <a:prstGeom prst="rect">
            <a:avLst/>
          </a:prstGeom>
          <a:solidFill>
            <a:srgbClr val="E83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539736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0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1492212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200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2444688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400</a:t>
            </a:r>
          </a:p>
        </p:txBody>
      </p:sp>
      <p:sp>
        <p:nvSpPr>
          <p:cNvPr id="392" name="TextBox 391"/>
          <p:cNvSpPr txBox="1"/>
          <p:nvPr/>
        </p:nvSpPr>
        <p:spPr>
          <a:xfrm>
            <a:off x="2978075" y="5892652"/>
            <a:ext cx="1269968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kPa</a:t>
            </a:r>
          </a:p>
        </p:txBody>
      </p:sp>
      <p:sp>
        <p:nvSpPr>
          <p:cNvPr id="393" name="!!piek"/>
          <p:cNvSpPr txBox="1"/>
          <p:nvPr/>
        </p:nvSpPr>
        <p:spPr>
          <a:xfrm>
            <a:off x="3555911" y="1587460"/>
            <a:ext cx="4444888" cy="19049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5000" b="1">
                <a:solidFill>
                  <a:srgbClr val="FF7A00"/>
                </a:solidFill>
                <a:latin typeface="Segoe UI"/>
              </a:rPr>
              <a:t>312</a:t>
            </a:r>
          </a:p>
        </p:txBody>
      </p:sp>
      <p:sp>
        <p:nvSpPr>
          <p:cNvPr id="394" name="!!eenheid"/>
          <p:cNvSpPr txBox="1"/>
          <p:nvPr/>
        </p:nvSpPr>
        <p:spPr>
          <a:xfrm>
            <a:off x="6857828" y="1904952"/>
            <a:ext cx="1269968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1">
                <a:solidFill>
                  <a:srgbClr val="FF7A00"/>
                </a:solidFill>
                <a:latin typeface="Segoe UI Light"/>
              </a:rPr>
              <a:t>kPa</a:t>
            </a:r>
          </a:p>
        </p:txBody>
      </p:sp>
      <p:sp>
        <p:nvSpPr>
          <p:cNvPr id="395" name="!!plek"/>
          <p:cNvSpPr txBox="1"/>
          <p:nvPr/>
        </p:nvSpPr>
        <p:spPr>
          <a:xfrm>
            <a:off x="3581310" y="3352716"/>
            <a:ext cx="7619809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piekdruk op metatarsaal 2-3</a:t>
            </a:r>
          </a:p>
        </p:txBody>
      </p:sp>
      <p:sp>
        <p:nvSpPr>
          <p:cNvPr id="396" name="!!norm"/>
          <p:cNvSpPr/>
          <p:nvPr/>
        </p:nvSpPr>
        <p:spPr>
          <a:xfrm>
            <a:off x="3555911" y="3924201"/>
            <a:ext cx="8000799" cy="609584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!!normtekst"/>
          <p:cNvSpPr txBox="1"/>
          <p:nvPr/>
        </p:nvSpPr>
        <p:spPr>
          <a:xfrm>
            <a:off x="3555911" y="4101997"/>
            <a:ext cx="8000799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FF7A00"/>
                </a:solidFill>
                <a:latin typeface="Consolas"/>
              </a:rPr>
              <a:t>Norm:  &lt; 200 kPa   óf   ≥ 25% lager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3555911" y="4825879"/>
            <a:ext cx="8000799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8FB6D0"/>
                </a:solidFill>
                <a:latin typeface="Segoe UI"/>
              </a:rPr>
              <a:t>Baseline meet u blootsvoets: de sensoren gaan met dubbelzijdige tape rechtstreeks op de voet, daarover een standaardkous.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700" b="0">
                <a:solidFill>
                  <a:srgbClr val="8FB6D0"/>
                </a:solidFill>
                <a:latin typeface="Segoe UI"/>
              </a:rPr>
              <a:t>Drie metingen per voet, links en rechts apart. Daaruit berekent de software één gemiddeld piekdrukbeeld.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eCRF-document 09 · Meting plantaire druk, baseline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06 / 13</a:t>
            </a:r>
          </a:p>
        </p:txBody>
      </p:sp>
      <p:pic>
        <p:nvPicPr>
          <p:cNvPr id="401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NA OPTIMALISATIE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Wanneer is het goed genoeg</a:t>
            </a:r>
          </a:p>
        </p:txBody>
      </p:sp>
      <p:sp>
        <p:nvSpPr>
          <p:cNvPr id="5" name="!!p00_07"/>
          <p:cNvSpPr/>
          <p:nvPr/>
        </p:nvSpPr>
        <p:spPr>
          <a:xfrm>
            <a:off x="1585505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p00_08"/>
          <p:cNvSpPr/>
          <p:nvPr/>
        </p:nvSpPr>
        <p:spPr>
          <a:xfrm>
            <a:off x="1744251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p00_09"/>
          <p:cNvSpPr/>
          <p:nvPr/>
        </p:nvSpPr>
        <p:spPr>
          <a:xfrm>
            <a:off x="1902997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p00_10"/>
          <p:cNvSpPr/>
          <p:nvPr/>
        </p:nvSpPr>
        <p:spPr>
          <a:xfrm>
            <a:off x="2061743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p01_06"/>
          <p:cNvSpPr/>
          <p:nvPr/>
        </p:nvSpPr>
        <p:spPr>
          <a:xfrm>
            <a:off x="142675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p01_07"/>
          <p:cNvSpPr/>
          <p:nvPr/>
        </p:nvSpPr>
        <p:spPr>
          <a:xfrm>
            <a:off x="1585505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01_08"/>
          <p:cNvSpPr/>
          <p:nvPr/>
        </p:nvSpPr>
        <p:spPr>
          <a:xfrm>
            <a:off x="1744251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01_09"/>
          <p:cNvSpPr/>
          <p:nvPr/>
        </p:nvSpPr>
        <p:spPr>
          <a:xfrm>
            <a:off x="1902997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01_10"/>
          <p:cNvSpPr/>
          <p:nvPr/>
        </p:nvSpPr>
        <p:spPr>
          <a:xfrm>
            <a:off x="2061743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01_11"/>
          <p:cNvSpPr/>
          <p:nvPr/>
        </p:nvSpPr>
        <p:spPr>
          <a:xfrm>
            <a:off x="222048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02_05"/>
          <p:cNvSpPr/>
          <p:nvPr/>
        </p:nvSpPr>
        <p:spPr>
          <a:xfrm>
            <a:off x="126801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02_06"/>
          <p:cNvSpPr/>
          <p:nvPr/>
        </p:nvSpPr>
        <p:spPr>
          <a:xfrm>
            <a:off x="142675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02_07"/>
          <p:cNvSpPr/>
          <p:nvPr/>
        </p:nvSpPr>
        <p:spPr>
          <a:xfrm>
            <a:off x="158550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02_08"/>
          <p:cNvSpPr/>
          <p:nvPr/>
        </p:nvSpPr>
        <p:spPr>
          <a:xfrm>
            <a:off x="1744251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02_09"/>
          <p:cNvSpPr/>
          <p:nvPr/>
        </p:nvSpPr>
        <p:spPr>
          <a:xfrm>
            <a:off x="1902997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02_10"/>
          <p:cNvSpPr/>
          <p:nvPr/>
        </p:nvSpPr>
        <p:spPr>
          <a:xfrm>
            <a:off x="206174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02_11"/>
          <p:cNvSpPr/>
          <p:nvPr/>
        </p:nvSpPr>
        <p:spPr>
          <a:xfrm>
            <a:off x="222048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02_12"/>
          <p:cNvSpPr/>
          <p:nvPr/>
        </p:nvSpPr>
        <p:spPr>
          <a:xfrm>
            <a:off x="237923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03_05"/>
          <p:cNvSpPr/>
          <p:nvPr/>
        </p:nvSpPr>
        <p:spPr>
          <a:xfrm>
            <a:off x="126801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03_06"/>
          <p:cNvSpPr/>
          <p:nvPr/>
        </p:nvSpPr>
        <p:spPr>
          <a:xfrm>
            <a:off x="142675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03_07"/>
          <p:cNvSpPr/>
          <p:nvPr/>
        </p:nvSpPr>
        <p:spPr>
          <a:xfrm>
            <a:off x="158550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03_08"/>
          <p:cNvSpPr/>
          <p:nvPr/>
        </p:nvSpPr>
        <p:spPr>
          <a:xfrm>
            <a:off x="1744251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03_09"/>
          <p:cNvSpPr/>
          <p:nvPr/>
        </p:nvSpPr>
        <p:spPr>
          <a:xfrm>
            <a:off x="1902997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03_10"/>
          <p:cNvSpPr/>
          <p:nvPr/>
        </p:nvSpPr>
        <p:spPr>
          <a:xfrm>
            <a:off x="206174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03_11"/>
          <p:cNvSpPr/>
          <p:nvPr/>
        </p:nvSpPr>
        <p:spPr>
          <a:xfrm>
            <a:off x="222048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03_12"/>
          <p:cNvSpPr/>
          <p:nvPr/>
        </p:nvSpPr>
        <p:spPr>
          <a:xfrm>
            <a:off x="237923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p04_05"/>
          <p:cNvSpPr/>
          <p:nvPr/>
        </p:nvSpPr>
        <p:spPr>
          <a:xfrm>
            <a:off x="126801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p04_06"/>
          <p:cNvSpPr/>
          <p:nvPr/>
        </p:nvSpPr>
        <p:spPr>
          <a:xfrm>
            <a:off x="142675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p04_07"/>
          <p:cNvSpPr/>
          <p:nvPr/>
        </p:nvSpPr>
        <p:spPr>
          <a:xfrm>
            <a:off x="158550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p04_08"/>
          <p:cNvSpPr/>
          <p:nvPr/>
        </p:nvSpPr>
        <p:spPr>
          <a:xfrm>
            <a:off x="1744251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8A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p04_09"/>
          <p:cNvSpPr/>
          <p:nvPr/>
        </p:nvSpPr>
        <p:spPr>
          <a:xfrm>
            <a:off x="1902997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9A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p04_10"/>
          <p:cNvSpPr/>
          <p:nvPr/>
        </p:nvSpPr>
        <p:spPr>
          <a:xfrm>
            <a:off x="206174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p04_11"/>
          <p:cNvSpPr/>
          <p:nvPr/>
        </p:nvSpPr>
        <p:spPr>
          <a:xfrm>
            <a:off x="222048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p04_12"/>
          <p:cNvSpPr/>
          <p:nvPr/>
        </p:nvSpPr>
        <p:spPr>
          <a:xfrm>
            <a:off x="237923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p05_05"/>
          <p:cNvSpPr/>
          <p:nvPr/>
        </p:nvSpPr>
        <p:spPr>
          <a:xfrm>
            <a:off x="126801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p05_06"/>
          <p:cNvSpPr/>
          <p:nvPr/>
        </p:nvSpPr>
        <p:spPr>
          <a:xfrm>
            <a:off x="142675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p05_07"/>
          <p:cNvSpPr/>
          <p:nvPr/>
        </p:nvSpPr>
        <p:spPr>
          <a:xfrm>
            <a:off x="158550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p05_08"/>
          <p:cNvSpPr/>
          <p:nvPr/>
        </p:nvSpPr>
        <p:spPr>
          <a:xfrm>
            <a:off x="1744251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p05_09"/>
          <p:cNvSpPr/>
          <p:nvPr/>
        </p:nvSpPr>
        <p:spPr>
          <a:xfrm>
            <a:off x="1902997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BA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p05_10"/>
          <p:cNvSpPr/>
          <p:nvPr/>
        </p:nvSpPr>
        <p:spPr>
          <a:xfrm>
            <a:off x="206174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p05_11"/>
          <p:cNvSpPr/>
          <p:nvPr/>
        </p:nvSpPr>
        <p:spPr>
          <a:xfrm>
            <a:off x="222048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p05_12"/>
          <p:cNvSpPr/>
          <p:nvPr/>
        </p:nvSpPr>
        <p:spPr>
          <a:xfrm>
            <a:off x="237923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p06_05"/>
          <p:cNvSpPr/>
          <p:nvPr/>
        </p:nvSpPr>
        <p:spPr>
          <a:xfrm>
            <a:off x="126801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p06_06"/>
          <p:cNvSpPr/>
          <p:nvPr/>
        </p:nvSpPr>
        <p:spPr>
          <a:xfrm>
            <a:off x="142675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p06_07"/>
          <p:cNvSpPr/>
          <p:nvPr/>
        </p:nvSpPr>
        <p:spPr>
          <a:xfrm>
            <a:off x="158550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p06_08"/>
          <p:cNvSpPr/>
          <p:nvPr/>
        </p:nvSpPr>
        <p:spPr>
          <a:xfrm>
            <a:off x="1744251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7A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p06_09"/>
          <p:cNvSpPr/>
          <p:nvPr/>
        </p:nvSpPr>
        <p:spPr>
          <a:xfrm>
            <a:off x="1902997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p06_10"/>
          <p:cNvSpPr/>
          <p:nvPr/>
        </p:nvSpPr>
        <p:spPr>
          <a:xfrm>
            <a:off x="206174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p06_11"/>
          <p:cNvSpPr/>
          <p:nvPr/>
        </p:nvSpPr>
        <p:spPr>
          <a:xfrm>
            <a:off x="222048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p06_12"/>
          <p:cNvSpPr/>
          <p:nvPr/>
        </p:nvSpPr>
        <p:spPr>
          <a:xfrm>
            <a:off x="237923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p07_05"/>
          <p:cNvSpPr/>
          <p:nvPr/>
        </p:nvSpPr>
        <p:spPr>
          <a:xfrm>
            <a:off x="126801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p07_06"/>
          <p:cNvSpPr/>
          <p:nvPr/>
        </p:nvSpPr>
        <p:spPr>
          <a:xfrm>
            <a:off x="142675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p07_07"/>
          <p:cNvSpPr/>
          <p:nvPr/>
        </p:nvSpPr>
        <p:spPr>
          <a:xfrm>
            <a:off x="158550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p07_08"/>
          <p:cNvSpPr/>
          <p:nvPr/>
        </p:nvSpPr>
        <p:spPr>
          <a:xfrm>
            <a:off x="1744251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3A1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p07_09"/>
          <p:cNvSpPr/>
          <p:nvPr/>
        </p:nvSpPr>
        <p:spPr>
          <a:xfrm>
            <a:off x="1902997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6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p07_10"/>
          <p:cNvSpPr/>
          <p:nvPr/>
        </p:nvSpPr>
        <p:spPr>
          <a:xfrm>
            <a:off x="206174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p07_11"/>
          <p:cNvSpPr/>
          <p:nvPr/>
        </p:nvSpPr>
        <p:spPr>
          <a:xfrm>
            <a:off x="222048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p07_12"/>
          <p:cNvSpPr/>
          <p:nvPr/>
        </p:nvSpPr>
        <p:spPr>
          <a:xfrm>
            <a:off x="237923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p08_05"/>
          <p:cNvSpPr/>
          <p:nvPr/>
        </p:nvSpPr>
        <p:spPr>
          <a:xfrm>
            <a:off x="126801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p08_06"/>
          <p:cNvSpPr/>
          <p:nvPr/>
        </p:nvSpPr>
        <p:spPr>
          <a:xfrm>
            <a:off x="142675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p08_07"/>
          <p:cNvSpPr/>
          <p:nvPr/>
        </p:nvSpPr>
        <p:spPr>
          <a:xfrm>
            <a:off x="158550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p08_08"/>
          <p:cNvSpPr/>
          <p:nvPr/>
        </p:nvSpPr>
        <p:spPr>
          <a:xfrm>
            <a:off x="1744251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p08_09"/>
          <p:cNvSpPr/>
          <p:nvPr/>
        </p:nvSpPr>
        <p:spPr>
          <a:xfrm>
            <a:off x="1902997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p08_10"/>
          <p:cNvSpPr/>
          <p:nvPr/>
        </p:nvSpPr>
        <p:spPr>
          <a:xfrm>
            <a:off x="206174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p08_11"/>
          <p:cNvSpPr/>
          <p:nvPr/>
        </p:nvSpPr>
        <p:spPr>
          <a:xfrm>
            <a:off x="222048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p08_12"/>
          <p:cNvSpPr/>
          <p:nvPr/>
        </p:nvSpPr>
        <p:spPr>
          <a:xfrm>
            <a:off x="237923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p09_05"/>
          <p:cNvSpPr/>
          <p:nvPr/>
        </p:nvSpPr>
        <p:spPr>
          <a:xfrm>
            <a:off x="126801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p09_06"/>
          <p:cNvSpPr/>
          <p:nvPr/>
        </p:nvSpPr>
        <p:spPr>
          <a:xfrm>
            <a:off x="142675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p09_07"/>
          <p:cNvSpPr/>
          <p:nvPr/>
        </p:nvSpPr>
        <p:spPr>
          <a:xfrm>
            <a:off x="158550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p09_08"/>
          <p:cNvSpPr/>
          <p:nvPr/>
        </p:nvSpPr>
        <p:spPr>
          <a:xfrm>
            <a:off x="1744251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p09_09"/>
          <p:cNvSpPr/>
          <p:nvPr/>
        </p:nvSpPr>
        <p:spPr>
          <a:xfrm>
            <a:off x="1902997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p09_10"/>
          <p:cNvSpPr/>
          <p:nvPr/>
        </p:nvSpPr>
        <p:spPr>
          <a:xfrm>
            <a:off x="206174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p09_11"/>
          <p:cNvSpPr/>
          <p:nvPr/>
        </p:nvSpPr>
        <p:spPr>
          <a:xfrm>
            <a:off x="222048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9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p09_12"/>
          <p:cNvSpPr/>
          <p:nvPr/>
        </p:nvSpPr>
        <p:spPr>
          <a:xfrm>
            <a:off x="237923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p10_06"/>
          <p:cNvSpPr/>
          <p:nvPr/>
        </p:nvSpPr>
        <p:spPr>
          <a:xfrm>
            <a:off x="142675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p10_07"/>
          <p:cNvSpPr/>
          <p:nvPr/>
        </p:nvSpPr>
        <p:spPr>
          <a:xfrm>
            <a:off x="158550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p10_08"/>
          <p:cNvSpPr/>
          <p:nvPr/>
        </p:nvSpPr>
        <p:spPr>
          <a:xfrm>
            <a:off x="1744251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p10_09"/>
          <p:cNvSpPr/>
          <p:nvPr/>
        </p:nvSpPr>
        <p:spPr>
          <a:xfrm>
            <a:off x="1902997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p10_10"/>
          <p:cNvSpPr/>
          <p:nvPr/>
        </p:nvSpPr>
        <p:spPr>
          <a:xfrm>
            <a:off x="2061743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p10_11"/>
          <p:cNvSpPr/>
          <p:nvPr/>
        </p:nvSpPr>
        <p:spPr>
          <a:xfrm>
            <a:off x="222048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p10_12"/>
          <p:cNvSpPr/>
          <p:nvPr/>
        </p:nvSpPr>
        <p:spPr>
          <a:xfrm>
            <a:off x="237923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p11_06"/>
          <p:cNvSpPr/>
          <p:nvPr/>
        </p:nvSpPr>
        <p:spPr>
          <a:xfrm>
            <a:off x="142675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p11_07"/>
          <p:cNvSpPr/>
          <p:nvPr/>
        </p:nvSpPr>
        <p:spPr>
          <a:xfrm>
            <a:off x="158550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p11_08"/>
          <p:cNvSpPr/>
          <p:nvPr/>
        </p:nvSpPr>
        <p:spPr>
          <a:xfrm>
            <a:off x="1744251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E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p11_09"/>
          <p:cNvSpPr/>
          <p:nvPr/>
        </p:nvSpPr>
        <p:spPr>
          <a:xfrm>
            <a:off x="1902997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p11_10"/>
          <p:cNvSpPr/>
          <p:nvPr/>
        </p:nvSpPr>
        <p:spPr>
          <a:xfrm>
            <a:off x="2061743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p11_11"/>
          <p:cNvSpPr/>
          <p:nvPr/>
        </p:nvSpPr>
        <p:spPr>
          <a:xfrm>
            <a:off x="222048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p11_12"/>
          <p:cNvSpPr/>
          <p:nvPr/>
        </p:nvSpPr>
        <p:spPr>
          <a:xfrm>
            <a:off x="237923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p12_06"/>
          <p:cNvSpPr/>
          <p:nvPr/>
        </p:nvSpPr>
        <p:spPr>
          <a:xfrm>
            <a:off x="142675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p12_07"/>
          <p:cNvSpPr/>
          <p:nvPr/>
        </p:nvSpPr>
        <p:spPr>
          <a:xfrm>
            <a:off x="158550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E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p12_08"/>
          <p:cNvSpPr/>
          <p:nvPr/>
        </p:nvSpPr>
        <p:spPr>
          <a:xfrm>
            <a:off x="1744251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p12_09"/>
          <p:cNvSpPr/>
          <p:nvPr/>
        </p:nvSpPr>
        <p:spPr>
          <a:xfrm>
            <a:off x="1902997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p12_10"/>
          <p:cNvSpPr/>
          <p:nvPr/>
        </p:nvSpPr>
        <p:spPr>
          <a:xfrm>
            <a:off x="2061743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p12_11"/>
          <p:cNvSpPr/>
          <p:nvPr/>
        </p:nvSpPr>
        <p:spPr>
          <a:xfrm>
            <a:off x="222048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p12_12"/>
          <p:cNvSpPr/>
          <p:nvPr/>
        </p:nvSpPr>
        <p:spPr>
          <a:xfrm>
            <a:off x="237923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p13_06"/>
          <p:cNvSpPr/>
          <p:nvPr/>
        </p:nvSpPr>
        <p:spPr>
          <a:xfrm>
            <a:off x="142675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p13_07"/>
          <p:cNvSpPr/>
          <p:nvPr/>
        </p:nvSpPr>
        <p:spPr>
          <a:xfrm>
            <a:off x="158550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p13_08"/>
          <p:cNvSpPr/>
          <p:nvPr/>
        </p:nvSpPr>
        <p:spPr>
          <a:xfrm>
            <a:off x="1744251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p13_09"/>
          <p:cNvSpPr/>
          <p:nvPr/>
        </p:nvSpPr>
        <p:spPr>
          <a:xfrm>
            <a:off x="1902997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B9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p13_10"/>
          <p:cNvSpPr/>
          <p:nvPr/>
        </p:nvSpPr>
        <p:spPr>
          <a:xfrm>
            <a:off x="2061743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p13_11"/>
          <p:cNvSpPr/>
          <p:nvPr/>
        </p:nvSpPr>
        <p:spPr>
          <a:xfrm>
            <a:off x="222048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p13_12"/>
          <p:cNvSpPr/>
          <p:nvPr/>
        </p:nvSpPr>
        <p:spPr>
          <a:xfrm>
            <a:off x="237923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p14_06"/>
          <p:cNvSpPr/>
          <p:nvPr/>
        </p:nvSpPr>
        <p:spPr>
          <a:xfrm>
            <a:off x="142675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p14_07"/>
          <p:cNvSpPr/>
          <p:nvPr/>
        </p:nvSpPr>
        <p:spPr>
          <a:xfrm>
            <a:off x="158550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p14_08"/>
          <p:cNvSpPr/>
          <p:nvPr/>
        </p:nvSpPr>
        <p:spPr>
          <a:xfrm>
            <a:off x="1744251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p14_09"/>
          <p:cNvSpPr/>
          <p:nvPr/>
        </p:nvSpPr>
        <p:spPr>
          <a:xfrm>
            <a:off x="1902997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p14_10"/>
          <p:cNvSpPr/>
          <p:nvPr/>
        </p:nvSpPr>
        <p:spPr>
          <a:xfrm>
            <a:off x="2061743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E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p14_11"/>
          <p:cNvSpPr/>
          <p:nvPr/>
        </p:nvSpPr>
        <p:spPr>
          <a:xfrm>
            <a:off x="222048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p14_12"/>
          <p:cNvSpPr/>
          <p:nvPr/>
        </p:nvSpPr>
        <p:spPr>
          <a:xfrm>
            <a:off x="237923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p15_07"/>
          <p:cNvSpPr/>
          <p:nvPr/>
        </p:nvSpPr>
        <p:spPr>
          <a:xfrm>
            <a:off x="158550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p15_08"/>
          <p:cNvSpPr/>
          <p:nvPr/>
        </p:nvSpPr>
        <p:spPr>
          <a:xfrm>
            <a:off x="174425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p15_09"/>
          <p:cNvSpPr/>
          <p:nvPr/>
        </p:nvSpPr>
        <p:spPr>
          <a:xfrm>
            <a:off x="1902997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p15_10"/>
          <p:cNvSpPr/>
          <p:nvPr/>
        </p:nvSpPr>
        <p:spPr>
          <a:xfrm>
            <a:off x="2061743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p15_11"/>
          <p:cNvSpPr/>
          <p:nvPr/>
        </p:nvSpPr>
        <p:spPr>
          <a:xfrm>
            <a:off x="2220489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p15_12"/>
          <p:cNvSpPr/>
          <p:nvPr/>
        </p:nvSpPr>
        <p:spPr>
          <a:xfrm>
            <a:off x="237923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p15_13"/>
          <p:cNvSpPr/>
          <p:nvPr/>
        </p:nvSpPr>
        <p:spPr>
          <a:xfrm>
            <a:off x="253798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p16_07"/>
          <p:cNvSpPr/>
          <p:nvPr/>
        </p:nvSpPr>
        <p:spPr>
          <a:xfrm>
            <a:off x="158550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p16_08"/>
          <p:cNvSpPr/>
          <p:nvPr/>
        </p:nvSpPr>
        <p:spPr>
          <a:xfrm>
            <a:off x="174425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p16_09"/>
          <p:cNvSpPr/>
          <p:nvPr/>
        </p:nvSpPr>
        <p:spPr>
          <a:xfrm>
            <a:off x="1902997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p16_10"/>
          <p:cNvSpPr/>
          <p:nvPr/>
        </p:nvSpPr>
        <p:spPr>
          <a:xfrm>
            <a:off x="2061743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p16_11"/>
          <p:cNvSpPr/>
          <p:nvPr/>
        </p:nvSpPr>
        <p:spPr>
          <a:xfrm>
            <a:off x="2220489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p16_12"/>
          <p:cNvSpPr/>
          <p:nvPr/>
        </p:nvSpPr>
        <p:spPr>
          <a:xfrm>
            <a:off x="237923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p16_13"/>
          <p:cNvSpPr/>
          <p:nvPr/>
        </p:nvSpPr>
        <p:spPr>
          <a:xfrm>
            <a:off x="253798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p17_07"/>
          <p:cNvSpPr/>
          <p:nvPr/>
        </p:nvSpPr>
        <p:spPr>
          <a:xfrm>
            <a:off x="158550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p17_08"/>
          <p:cNvSpPr/>
          <p:nvPr/>
        </p:nvSpPr>
        <p:spPr>
          <a:xfrm>
            <a:off x="174425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p17_09"/>
          <p:cNvSpPr/>
          <p:nvPr/>
        </p:nvSpPr>
        <p:spPr>
          <a:xfrm>
            <a:off x="1902997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p17_10"/>
          <p:cNvSpPr/>
          <p:nvPr/>
        </p:nvSpPr>
        <p:spPr>
          <a:xfrm>
            <a:off x="2061743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E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p17_11"/>
          <p:cNvSpPr/>
          <p:nvPr/>
        </p:nvSpPr>
        <p:spPr>
          <a:xfrm>
            <a:off x="2220489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p17_12"/>
          <p:cNvSpPr/>
          <p:nvPr/>
        </p:nvSpPr>
        <p:spPr>
          <a:xfrm>
            <a:off x="237923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p17_13"/>
          <p:cNvSpPr/>
          <p:nvPr/>
        </p:nvSpPr>
        <p:spPr>
          <a:xfrm>
            <a:off x="253798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p18_06"/>
          <p:cNvSpPr/>
          <p:nvPr/>
        </p:nvSpPr>
        <p:spPr>
          <a:xfrm>
            <a:off x="142675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p18_07"/>
          <p:cNvSpPr/>
          <p:nvPr/>
        </p:nvSpPr>
        <p:spPr>
          <a:xfrm>
            <a:off x="158550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p18_08"/>
          <p:cNvSpPr/>
          <p:nvPr/>
        </p:nvSpPr>
        <p:spPr>
          <a:xfrm>
            <a:off x="174425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p18_09"/>
          <p:cNvSpPr/>
          <p:nvPr/>
        </p:nvSpPr>
        <p:spPr>
          <a:xfrm>
            <a:off x="1902997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p18_10"/>
          <p:cNvSpPr/>
          <p:nvPr/>
        </p:nvSpPr>
        <p:spPr>
          <a:xfrm>
            <a:off x="2061743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p18_11"/>
          <p:cNvSpPr/>
          <p:nvPr/>
        </p:nvSpPr>
        <p:spPr>
          <a:xfrm>
            <a:off x="222048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p18_12"/>
          <p:cNvSpPr/>
          <p:nvPr/>
        </p:nvSpPr>
        <p:spPr>
          <a:xfrm>
            <a:off x="237923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p18_13"/>
          <p:cNvSpPr/>
          <p:nvPr/>
        </p:nvSpPr>
        <p:spPr>
          <a:xfrm>
            <a:off x="253798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p19_06"/>
          <p:cNvSpPr/>
          <p:nvPr/>
        </p:nvSpPr>
        <p:spPr>
          <a:xfrm>
            <a:off x="142675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p19_07"/>
          <p:cNvSpPr/>
          <p:nvPr/>
        </p:nvSpPr>
        <p:spPr>
          <a:xfrm>
            <a:off x="158550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p19_08"/>
          <p:cNvSpPr/>
          <p:nvPr/>
        </p:nvSpPr>
        <p:spPr>
          <a:xfrm>
            <a:off x="174425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p19_09"/>
          <p:cNvSpPr/>
          <p:nvPr/>
        </p:nvSpPr>
        <p:spPr>
          <a:xfrm>
            <a:off x="1902997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p19_10"/>
          <p:cNvSpPr/>
          <p:nvPr/>
        </p:nvSpPr>
        <p:spPr>
          <a:xfrm>
            <a:off x="2061743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p19_11"/>
          <p:cNvSpPr/>
          <p:nvPr/>
        </p:nvSpPr>
        <p:spPr>
          <a:xfrm>
            <a:off x="222048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p19_12"/>
          <p:cNvSpPr/>
          <p:nvPr/>
        </p:nvSpPr>
        <p:spPr>
          <a:xfrm>
            <a:off x="237923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p19_13"/>
          <p:cNvSpPr/>
          <p:nvPr/>
        </p:nvSpPr>
        <p:spPr>
          <a:xfrm>
            <a:off x="253798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p20_06"/>
          <p:cNvSpPr/>
          <p:nvPr/>
        </p:nvSpPr>
        <p:spPr>
          <a:xfrm>
            <a:off x="142675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8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p20_07"/>
          <p:cNvSpPr/>
          <p:nvPr/>
        </p:nvSpPr>
        <p:spPr>
          <a:xfrm>
            <a:off x="158550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p20_08"/>
          <p:cNvSpPr/>
          <p:nvPr/>
        </p:nvSpPr>
        <p:spPr>
          <a:xfrm>
            <a:off x="174425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p20_09"/>
          <p:cNvSpPr/>
          <p:nvPr/>
        </p:nvSpPr>
        <p:spPr>
          <a:xfrm>
            <a:off x="1902997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p20_10"/>
          <p:cNvSpPr/>
          <p:nvPr/>
        </p:nvSpPr>
        <p:spPr>
          <a:xfrm>
            <a:off x="2061743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p20_11"/>
          <p:cNvSpPr/>
          <p:nvPr/>
        </p:nvSpPr>
        <p:spPr>
          <a:xfrm>
            <a:off x="222048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p20_12"/>
          <p:cNvSpPr/>
          <p:nvPr/>
        </p:nvSpPr>
        <p:spPr>
          <a:xfrm>
            <a:off x="237923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p20_13"/>
          <p:cNvSpPr/>
          <p:nvPr/>
        </p:nvSpPr>
        <p:spPr>
          <a:xfrm>
            <a:off x="253798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p21_05"/>
          <p:cNvSpPr/>
          <p:nvPr/>
        </p:nvSpPr>
        <p:spPr>
          <a:xfrm>
            <a:off x="126801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p21_06"/>
          <p:cNvSpPr/>
          <p:nvPr/>
        </p:nvSpPr>
        <p:spPr>
          <a:xfrm>
            <a:off x="142675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p21_07"/>
          <p:cNvSpPr/>
          <p:nvPr/>
        </p:nvSpPr>
        <p:spPr>
          <a:xfrm>
            <a:off x="158550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p21_08"/>
          <p:cNvSpPr/>
          <p:nvPr/>
        </p:nvSpPr>
        <p:spPr>
          <a:xfrm>
            <a:off x="174425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p21_09"/>
          <p:cNvSpPr/>
          <p:nvPr/>
        </p:nvSpPr>
        <p:spPr>
          <a:xfrm>
            <a:off x="1902997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p21_10"/>
          <p:cNvSpPr/>
          <p:nvPr/>
        </p:nvSpPr>
        <p:spPr>
          <a:xfrm>
            <a:off x="206174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p21_11"/>
          <p:cNvSpPr/>
          <p:nvPr/>
        </p:nvSpPr>
        <p:spPr>
          <a:xfrm>
            <a:off x="222048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p21_12"/>
          <p:cNvSpPr/>
          <p:nvPr/>
        </p:nvSpPr>
        <p:spPr>
          <a:xfrm>
            <a:off x="237923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p21_13"/>
          <p:cNvSpPr/>
          <p:nvPr/>
        </p:nvSpPr>
        <p:spPr>
          <a:xfrm>
            <a:off x="253798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p22_05"/>
          <p:cNvSpPr/>
          <p:nvPr/>
        </p:nvSpPr>
        <p:spPr>
          <a:xfrm>
            <a:off x="126801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p22_06"/>
          <p:cNvSpPr/>
          <p:nvPr/>
        </p:nvSpPr>
        <p:spPr>
          <a:xfrm>
            <a:off x="142675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p22_07"/>
          <p:cNvSpPr/>
          <p:nvPr/>
        </p:nvSpPr>
        <p:spPr>
          <a:xfrm>
            <a:off x="158550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p22_08"/>
          <p:cNvSpPr/>
          <p:nvPr/>
        </p:nvSpPr>
        <p:spPr>
          <a:xfrm>
            <a:off x="174425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p22_09"/>
          <p:cNvSpPr/>
          <p:nvPr/>
        </p:nvSpPr>
        <p:spPr>
          <a:xfrm>
            <a:off x="1902997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p22_10"/>
          <p:cNvSpPr/>
          <p:nvPr/>
        </p:nvSpPr>
        <p:spPr>
          <a:xfrm>
            <a:off x="206174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p22_11"/>
          <p:cNvSpPr/>
          <p:nvPr/>
        </p:nvSpPr>
        <p:spPr>
          <a:xfrm>
            <a:off x="222048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B9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p22_12"/>
          <p:cNvSpPr/>
          <p:nvPr/>
        </p:nvSpPr>
        <p:spPr>
          <a:xfrm>
            <a:off x="237923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p22_13"/>
          <p:cNvSpPr/>
          <p:nvPr/>
        </p:nvSpPr>
        <p:spPr>
          <a:xfrm>
            <a:off x="253798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p23_04"/>
          <p:cNvSpPr/>
          <p:nvPr/>
        </p:nvSpPr>
        <p:spPr>
          <a:xfrm>
            <a:off x="110926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p23_05"/>
          <p:cNvSpPr/>
          <p:nvPr/>
        </p:nvSpPr>
        <p:spPr>
          <a:xfrm>
            <a:off x="126801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p23_06"/>
          <p:cNvSpPr/>
          <p:nvPr/>
        </p:nvSpPr>
        <p:spPr>
          <a:xfrm>
            <a:off x="142675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p23_07"/>
          <p:cNvSpPr/>
          <p:nvPr/>
        </p:nvSpPr>
        <p:spPr>
          <a:xfrm>
            <a:off x="158550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4B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p23_08"/>
          <p:cNvSpPr/>
          <p:nvPr/>
        </p:nvSpPr>
        <p:spPr>
          <a:xfrm>
            <a:off x="174425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D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p23_09"/>
          <p:cNvSpPr/>
          <p:nvPr/>
        </p:nvSpPr>
        <p:spPr>
          <a:xfrm>
            <a:off x="190299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p23_10"/>
          <p:cNvSpPr/>
          <p:nvPr/>
        </p:nvSpPr>
        <p:spPr>
          <a:xfrm>
            <a:off x="206174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p23_11"/>
          <p:cNvSpPr/>
          <p:nvPr/>
        </p:nvSpPr>
        <p:spPr>
          <a:xfrm>
            <a:off x="222048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p23_12"/>
          <p:cNvSpPr/>
          <p:nvPr/>
        </p:nvSpPr>
        <p:spPr>
          <a:xfrm>
            <a:off x="237923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p23_13"/>
          <p:cNvSpPr/>
          <p:nvPr/>
        </p:nvSpPr>
        <p:spPr>
          <a:xfrm>
            <a:off x="253798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p23_14"/>
          <p:cNvSpPr/>
          <p:nvPr/>
        </p:nvSpPr>
        <p:spPr>
          <a:xfrm>
            <a:off x="269672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p24_04"/>
          <p:cNvSpPr/>
          <p:nvPr/>
        </p:nvSpPr>
        <p:spPr>
          <a:xfrm>
            <a:off x="110926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p24_05"/>
          <p:cNvSpPr/>
          <p:nvPr/>
        </p:nvSpPr>
        <p:spPr>
          <a:xfrm>
            <a:off x="126801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8A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p24_06"/>
          <p:cNvSpPr/>
          <p:nvPr/>
        </p:nvSpPr>
        <p:spPr>
          <a:xfrm>
            <a:off x="142675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8B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p24_07"/>
          <p:cNvSpPr/>
          <p:nvPr/>
        </p:nvSpPr>
        <p:spPr>
          <a:xfrm>
            <a:off x="158550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DB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p24_08"/>
          <p:cNvSpPr/>
          <p:nvPr/>
        </p:nvSpPr>
        <p:spPr>
          <a:xfrm>
            <a:off x="174425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p24_09"/>
          <p:cNvSpPr/>
          <p:nvPr/>
        </p:nvSpPr>
        <p:spPr>
          <a:xfrm>
            <a:off x="190299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p24_10"/>
          <p:cNvSpPr/>
          <p:nvPr/>
        </p:nvSpPr>
        <p:spPr>
          <a:xfrm>
            <a:off x="206174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p24_11"/>
          <p:cNvSpPr/>
          <p:nvPr/>
        </p:nvSpPr>
        <p:spPr>
          <a:xfrm>
            <a:off x="222048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p24_12"/>
          <p:cNvSpPr/>
          <p:nvPr/>
        </p:nvSpPr>
        <p:spPr>
          <a:xfrm>
            <a:off x="237923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p24_13"/>
          <p:cNvSpPr/>
          <p:nvPr/>
        </p:nvSpPr>
        <p:spPr>
          <a:xfrm>
            <a:off x="253798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p24_14"/>
          <p:cNvSpPr/>
          <p:nvPr/>
        </p:nvSpPr>
        <p:spPr>
          <a:xfrm>
            <a:off x="269672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p25_04"/>
          <p:cNvSpPr/>
          <p:nvPr/>
        </p:nvSpPr>
        <p:spPr>
          <a:xfrm>
            <a:off x="110926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p25_05"/>
          <p:cNvSpPr/>
          <p:nvPr/>
        </p:nvSpPr>
        <p:spPr>
          <a:xfrm>
            <a:off x="126801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0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p25_06"/>
          <p:cNvSpPr/>
          <p:nvPr/>
        </p:nvSpPr>
        <p:spPr>
          <a:xfrm>
            <a:off x="142675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CB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p25_07"/>
          <p:cNvSpPr/>
          <p:nvPr/>
        </p:nvSpPr>
        <p:spPr>
          <a:xfrm>
            <a:off x="158550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CB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p25_08"/>
          <p:cNvSpPr/>
          <p:nvPr/>
        </p:nvSpPr>
        <p:spPr>
          <a:xfrm>
            <a:off x="174425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D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p25_09"/>
          <p:cNvSpPr/>
          <p:nvPr/>
        </p:nvSpPr>
        <p:spPr>
          <a:xfrm>
            <a:off x="190299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p25_10"/>
          <p:cNvSpPr/>
          <p:nvPr/>
        </p:nvSpPr>
        <p:spPr>
          <a:xfrm>
            <a:off x="206174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p25_11"/>
          <p:cNvSpPr/>
          <p:nvPr/>
        </p:nvSpPr>
        <p:spPr>
          <a:xfrm>
            <a:off x="222048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p25_12"/>
          <p:cNvSpPr/>
          <p:nvPr/>
        </p:nvSpPr>
        <p:spPr>
          <a:xfrm>
            <a:off x="237923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p25_13"/>
          <p:cNvSpPr/>
          <p:nvPr/>
        </p:nvSpPr>
        <p:spPr>
          <a:xfrm>
            <a:off x="253798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p25_14"/>
          <p:cNvSpPr/>
          <p:nvPr/>
        </p:nvSpPr>
        <p:spPr>
          <a:xfrm>
            <a:off x="269672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p26_03"/>
          <p:cNvSpPr/>
          <p:nvPr/>
        </p:nvSpPr>
        <p:spPr>
          <a:xfrm>
            <a:off x="95052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p26_04"/>
          <p:cNvSpPr/>
          <p:nvPr/>
        </p:nvSpPr>
        <p:spPr>
          <a:xfrm>
            <a:off x="110926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p26_05"/>
          <p:cNvSpPr/>
          <p:nvPr/>
        </p:nvSpPr>
        <p:spPr>
          <a:xfrm>
            <a:off x="126801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p26_06"/>
          <p:cNvSpPr/>
          <p:nvPr/>
        </p:nvSpPr>
        <p:spPr>
          <a:xfrm>
            <a:off x="142675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3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p26_07"/>
          <p:cNvSpPr/>
          <p:nvPr/>
        </p:nvSpPr>
        <p:spPr>
          <a:xfrm>
            <a:off x="158550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0A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p26_08"/>
          <p:cNvSpPr/>
          <p:nvPr/>
        </p:nvSpPr>
        <p:spPr>
          <a:xfrm>
            <a:off x="174425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p26_09"/>
          <p:cNvSpPr/>
          <p:nvPr/>
        </p:nvSpPr>
        <p:spPr>
          <a:xfrm>
            <a:off x="190299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p26_10"/>
          <p:cNvSpPr/>
          <p:nvPr/>
        </p:nvSpPr>
        <p:spPr>
          <a:xfrm>
            <a:off x="206174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p26_11"/>
          <p:cNvSpPr/>
          <p:nvPr/>
        </p:nvSpPr>
        <p:spPr>
          <a:xfrm>
            <a:off x="222048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p26_12"/>
          <p:cNvSpPr/>
          <p:nvPr/>
        </p:nvSpPr>
        <p:spPr>
          <a:xfrm>
            <a:off x="237923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p26_13"/>
          <p:cNvSpPr/>
          <p:nvPr/>
        </p:nvSpPr>
        <p:spPr>
          <a:xfrm>
            <a:off x="253798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p26_14"/>
          <p:cNvSpPr/>
          <p:nvPr/>
        </p:nvSpPr>
        <p:spPr>
          <a:xfrm>
            <a:off x="269672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p27_03"/>
          <p:cNvSpPr/>
          <p:nvPr/>
        </p:nvSpPr>
        <p:spPr>
          <a:xfrm>
            <a:off x="95052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p27_04"/>
          <p:cNvSpPr/>
          <p:nvPr/>
        </p:nvSpPr>
        <p:spPr>
          <a:xfrm>
            <a:off x="110926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p27_05"/>
          <p:cNvSpPr/>
          <p:nvPr/>
        </p:nvSpPr>
        <p:spPr>
          <a:xfrm>
            <a:off x="126801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p27_06"/>
          <p:cNvSpPr/>
          <p:nvPr/>
        </p:nvSpPr>
        <p:spPr>
          <a:xfrm>
            <a:off x="142675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E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p27_07"/>
          <p:cNvSpPr/>
          <p:nvPr/>
        </p:nvSpPr>
        <p:spPr>
          <a:xfrm>
            <a:off x="158550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p27_08"/>
          <p:cNvSpPr/>
          <p:nvPr/>
        </p:nvSpPr>
        <p:spPr>
          <a:xfrm>
            <a:off x="174425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p27_09"/>
          <p:cNvSpPr/>
          <p:nvPr/>
        </p:nvSpPr>
        <p:spPr>
          <a:xfrm>
            <a:off x="190299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p27_10"/>
          <p:cNvSpPr/>
          <p:nvPr/>
        </p:nvSpPr>
        <p:spPr>
          <a:xfrm>
            <a:off x="206174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p27_11"/>
          <p:cNvSpPr/>
          <p:nvPr/>
        </p:nvSpPr>
        <p:spPr>
          <a:xfrm>
            <a:off x="222048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p27_12"/>
          <p:cNvSpPr/>
          <p:nvPr/>
        </p:nvSpPr>
        <p:spPr>
          <a:xfrm>
            <a:off x="237923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p27_13"/>
          <p:cNvSpPr/>
          <p:nvPr/>
        </p:nvSpPr>
        <p:spPr>
          <a:xfrm>
            <a:off x="253798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p27_14"/>
          <p:cNvSpPr/>
          <p:nvPr/>
        </p:nvSpPr>
        <p:spPr>
          <a:xfrm>
            <a:off x="269672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p28_03"/>
          <p:cNvSpPr/>
          <p:nvPr/>
        </p:nvSpPr>
        <p:spPr>
          <a:xfrm>
            <a:off x="95052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p28_04"/>
          <p:cNvSpPr/>
          <p:nvPr/>
        </p:nvSpPr>
        <p:spPr>
          <a:xfrm>
            <a:off x="110926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p28_05"/>
          <p:cNvSpPr/>
          <p:nvPr/>
        </p:nvSpPr>
        <p:spPr>
          <a:xfrm>
            <a:off x="126801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p28_06"/>
          <p:cNvSpPr/>
          <p:nvPr/>
        </p:nvSpPr>
        <p:spPr>
          <a:xfrm>
            <a:off x="142675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p28_07"/>
          <p:cNvSpPr/>
          <p:nvPr/>
        </p:nvSpPr>
        <p:spPr>
          <a:xfrm>
            <a:off x="158550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p28_08"/>
          <p:cNvSpPr/>
          <p:nvPr/>
        </p:nvSpPr>
        <p:spPr>
          <a:xfrm>
            <a:off x="174425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p28_09"/>
          <p:cNvSpPr/>
          <p:nvPr/>
        </p:nvSpPr>
        <p:spPr>
          <a:xfrm>
            <a:off x="190299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p28_10"/>
          <p:cNvSpPr/>
          <p:nvPr/>
        </p:nvSpPr>
        <p:spPr>
          <a:xfrm>
            <a:off x="206174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p28_11"/>
          <p:cNvSpPr/>
          <p:nvPr/>
        </p:nvSpPr>
        <p:spPr>
          <a:xfrm>
            <a:off x="222048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p28_12"/>
          <p:cNvSpPr/>
          <p:nvPr/>
        </p:nvSpPr>
        <p:spPr>
          <a:xfrm>
            <a:off x="237923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p28_13"/>
          <p:cNvSpPr/>
          <p:nvPr/>
        </p:nvSpPr>
        <p:spPr>
          <a:xfrm>
            <a:off x="253798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p28_14"/>
          <p:cNvSpPr/>
          <p:nvPr/>
        </p:nvSpPr>
        <p:spPr>
          <a:xfrm>
            <a:off x="269672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p29_03"/>
          <p:cNvSpPr/>
          <p:nvPr/>
        </p:nvSpPr>
        <p:spPr>
          <a:xfrm>
            <a:off x="95052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p29_04"/>
          <p:cNvSpPr/>
          <p:nvPr/>
        </p:nvSpPr>
        <p:spPr>
          <a:xfrm>
            <a:off x="110926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p29_05"/>
          <p:cNvSpPr/>
          <p:nvPr/>
        </p:nvSpPr>
        <p:spPr>
          <a:xfrm>
            <a:off x="126801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p29_06"/>
          <p:cNvSpPr/>
          <p:nvPr/>
        </p:nvSpPr>
        <p:spPr>
          <a:xfrm>
            <a:off x="142675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p29_07"/>
          <p:cNvSpPr/>
          <p:nvPr/>
        </p:nvSpPr>
        <p:spPr>
          <a:xfrm>
            <a:off x="158550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p29_08"/>
          <p:cNvSpPr/>
          <p:nvPr/>
        </p:nvSpPr>
        <p:spPr>
          <a:xfrm>
            <a:off x="174425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p29_09"/>
          <p:cNvSpPr/>
          <p:nvPr/>
        </p:nvSpPr>
        <p:spPr>
          <a:xfrm>
            <a:off x="190299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D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p29_10"/>
          <p:cNvSpPr/>
          <p:nvPr/>
        </p:nvSpPr>
        <p:spPr>
          <a:xfrm>
            <a:off x="206174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p29_11"/>
          <p:cNvSpPr/>
          <p:nvPr/>
        </p:nvSpPr>
        <p:spPr>
          <a:xfrm>
            <a:off x="222048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p29_12"/>
          <p:cNvSpPr/>
          <p:nvPr/>
        </p:nvSpPr>
        <p:spPr>
          <a:xfrm>
            <a:off x="237923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p29_13"/>
          <p:cNvSpPr/>
          <p:nvPr/>
        </p:nvSpPr>
        <p:spPr>
          <a:xfrm>
            <a:off x="253798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p30_03"/>
          <p:cNvSpPr/>
          <p:nvPr/>
        </p:nvSpPr>
        <p:spPr>
          <a:xfrm>
            <a:off x="95052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p30_04"/>
          <p:cNvSpPr/>
          <p:nvPr/>
        </p:nvSpPr>
        <p:spPr>
          <a:xfrm>
            <a:off x="110926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p30_05"/>
          <p:cNvSpPr/>
          <p:nvPr/>
        </p:nvSpPr>
        <p:spPr>
          <a:xfrm>
            <a:off x="126801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p30_06"/>
          <p:cNvSpPr/>
          <p:nvPr/>
        </p:nvSpPr>
        <p:spPr>
          <a:xfrm>
            <a:off x="142675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p30_07"/>
          <p:cNvSpPr/>
          <p:nvPr/>
        </p:nvSpPr>
        <p:spPr>
          <a:xfrm>
            <a:off x="158550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p30_08"/>
          <p:cNvSpPr/>
          <p:nvPr/>
        </p:nvSpPr>
        <p:spPr>
          <a:xfrm>
            <a:off x="174425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p30_09"/>
          <p:cNvSpPr/>
          <p:nvPr/>
        </p:nvSpPr>
        <p:spPr>
          <a:xfrm>
            <a:off x="190299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p30_10"/>
          <p:cNvSpPr/>
          <p:nvPr/>
        </p:nvSpPr>
        <p:spPr>
          <a:xfrm>
            <a:off x="206174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p30_11"/>
          <p:cNvSpPr/>
          <p:nvPr/>
        </p:nvSpPr>
        <p:spPr>
          <a:xfrm>
            <a:off x="222048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p30_12"/>
          <p:cNvSpPr/>
          <p:nvPr/>
        </p:nvSpPr>
        <p:spPr>
          <a:xfrm>
            <a:off x="237923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p30_13"/>
          <p:cNvSpPr/>
          <p:nvPr/>
        </p:nvSpPr>
        <p:spPr>
          <a:xfrm>
            <a:off x="253798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p31_03"/>
          <p:cNvSpPr/>
          <p:nvPr/>
        </p:nvSpPr>
        <p:spPr>
          <a:xfrm>
            <a:off x="95052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p31_04"/>
          <p:cNvSpPr/>
          <p:nvPr/>
        </p:nvSpPr>
        <p:spPr>
          <a:xfrm>
            <a:off x="110926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p31_05"/>
          <p:cNvSpPr/>
          <p:nvPr/>
        </p:nvSpPr>
        <p:spPr>
          <a:xfrm>
            <a:off x="126801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p31_06"/>
          <p:cNvSpPr/>
          <p:nvPr/>
        </p:nvSpPr>
        <p:spPr>
          <a:xfrm>
            <a:off x="142675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p31_07"/>
          <p:cNvSpPr/>
          <p:nvPr/>
        </p:nvSpPr>
        <p:spPr>
          <a:xfrm>
            <a:off x="158550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p31_08"/>
          <p:cNvSpPr/>
          <p:nvPr/>
        </p:nvSpPr>
        <p:spPr>
          <a:xfrm>
            <a:off x="174425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p31_09"/>
          <p:cNvSpPr/>
          <p:nvPr/>
        </p:nvSpPr>
        <p:spPr>
          <a:xfrm>
            <a:off x="190299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p31_10"/>
          <p:cNvSpPr/>
          <p:nvPr/>
        </p:nvSpPr>
        <p:spPr>
          <a:xfrm>
            <a:off x="206174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p31_11"/>
          <p:cNvSpPr/>
          <p:nvPr/>
        </p:nvSpPr>
        <p:spPr>
          <a:xfrm>
            <a:off x="222048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p31_12"/>
          <p:cNvSpPr/>
          <p:nvPr/>
        </p:nvSpPr>
        <p:spPr>
          <a:xfrm>
            <a:off x="237923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p31_13"/>
          <p:cNvSpPr/>
          <p:nvPr/>
        </p:nvSpPr>
        <p:spPr>
          <a:xfrm>
            <a:off x="253798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p32_03"/>
          <p:cNvSpPr/>
          <p:nvPr/>
        </p:nvSpPr>
        <p:spPr>
          <a:xfrm>
            <a:off x="95052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p32_04"/>
          <p:cNvSpPr/>
          <p:nvPr/>
        </p:nvSpPr>
        <p:spPr>
          <a:xfrm>
            <a:off x="110926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p32_05"/>
          <p:cNvSpPr/>
          <p:nvPr/>
        </p:nvSpPr>
        <p:spPr>
          <a:xfrm>
            <a:off x="126801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p32_06"/>
          <p:cNvSpPr/>
          <p:nvPr/>
        </p:nvSpPr>
        <p:spPr>
          <a:xfrm>
            <a:off x="142675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p32_07"/>
          <p:cNvSpPr/>
          <p:nvPr/>
        </p:nvSpPr>
        <p:spPr>
          <a:xfrm>
            <a:off x="158550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p32_08"/>
          <p:cNvSpPr/>
          <p:nvPr/>
        </p:nvSpPr>
        <p:spPr>
          <a:xfrm>
            <a:off x="174425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p32_09"/>
          <p:cNvSpPr/>
          <p:nvPr/>
        </p:nvSpPr>
        <p:spPr>
          <a:xfrm>
            <a:off x="190299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p32_10"/>
          <p:cNvSpPr/>
          <p:nvPr/>
        </p:nvSpPr>
        <p:spPr>
          <a:xfrm>
            <a:off x="206174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p32_11"/>
          <p:cNvSpPr/>
          <p:nvPr/>
        </p:nvSpPr>
        <p:spPr>
          <a:xfrm>
            <a:off x="222048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p32_12"/>
          <p:cNvSpPr/>
          <p:nvPr/>
        </p:nvSpPr>
        <p:spPr>
          <a:xfrm>
            <a:off x="237923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p33_03"/>
          <p:cNvSpPr/>
          <p:nvPr/>
        </p:nvSpPr>
        <p:spPr>
          <a:xfrm>
            <a:off x="95052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p33_04"/>
          <p:cNvSpPr/>
          <p:nvPr/>
        </p:nvSpPr>
        <p:spPr>
          <a:xfrm>
            <a:off x="110926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p33_05"/>
          <p:cNvSpPr/>
          <p:nvPr/>
        </p:nvSpPr>
        <p:spPr>
          <a:xfrm>
            <a:off x="126801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p33_06"/>
          <p:cNvSpPr/>
          <p:nvPr/>
        </p:nvSpPr>
        <p:spPr>
          <a:xfrm>
            <a:off x="142675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p33_07"/>
          <p:cNvSpPr/>
          <p:nvPr/>
        </p:nvSpPr>
        <p:spPr>
          <a:xfrm>
            <a:off x="158550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p33_08"/>
          <p:cNvSpPr/>
          <p:nvPr/>
        </p:nvSpPr>
        <p:spPr>
          <a:xfrm>
            <a:off x="174425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p33_09"/>
          <p:cNvSpPr/>
          <p:nvPr/>
        </p:nvSpPr>
        <p:spPr>
          <a:xfrm>
            <a:off x="190299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p33_10"/>
          <p:cNvSpPr/>
          <p:nvPr/>
        </p:nvSpPr>
        <p:spPr>
          <a:xfrm>
            <a:off x="206174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p33_11"/>
          <p:cNvSpPr/>
          <p:nvPr/>
        </p:nvSpPr>
        <p:spPr>
          <a:xfrm>
            <a:off x="222048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p33_12"/>
          <p:cNvSpPr/>
          <p:nvPr/>
        </p:nvSpPr>
        <p:spPr>
          <a:xfrm>
            <a:off x="237923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p34_03"/>
          <p:cNvSpPr/>
          <p:nvPr/>
        </p:nvSpPr>
        <p:spPr>
          <a:xfrm>
            <a:off x="95052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p34_04"/>
          <p:cNvSpPr/>
          <p:nvPr/>
        </p:nvSpPr>
        <p:spPr>
          <a:xfrm>
            <a:off x="110926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p34_05"/>
          <p:cNvSpPr/>
          <p:nvPr/>
        </p:nvSpPr>
        <p:spPr>
          <a:xfrm>
            <a:off x="126801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p34_06"/>
          <p:cNvSpPr/>
          <p:nvPr/>
        </p:nvSpPr>
        <p:spPr>
          <a:xfrm>
            <a:off x="142675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p34_07"/>
          <p:cNvSpPr/>
          <p:nvPr/>
        </p:nvSpPr>
        <p:spPr>
          <a:xfrm>
            <a:off x="1585505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p34_08"/>
          <p:cNvSpPr/>
          <p:nvPr/>
        </p:nvSpPr>
        <p:spPr>
          <a:xfrm>
            <a:off x="174425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p34_09"/>
          <p:cNvSpPr/>
          <p:nvPr/>
        </p:nvSpPr>
        <p:spPr>
          <a:xfrm>
            <a:off x="190299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p34_10"/>
          <p:cNvSpPr/>
          <p:nvPr/>
        </p:nvSpPr>
        <p:spPr>
          <a:xfrm>
            <a:off x="206174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p34_11"/>
          <p:cNvSpPr/>
          <p:nvPr/>
        </p:nvSpPr>
        <p:spPr>
          <a:xfrm>
            <a:off x="222048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p35_04"/>
          <p:cNvSpPr/>
          <p:nvPr/>
        </p:nvSpPr>
        <p:spPr>
          <a:xfrm>
            <a:off x="110926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p35_05"/>
          <p:cNvSpPr/>
          <p:nvPr/>
        </p:nvSpPr>
        <p:spPr>
          <a:xfrm>
            <a:off x="126801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p35_06"/>
          <p:cNvSpPr/>
          <p:nvPr/>
        </p:nvSpPr>
        <p:spPr>
          <a:xfrm>
            <a:off x="142675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p35_07"/>
          <p:cNvSpPr/>
          <p:nvPr/>
        </p:nvSpPr>
        <p:spPr>
          <a:xfrm>
            <a:off x="1585505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p35_08"/>
          <p:cNvSpPr/>
          <p:nvPr/>
        </p:nvSpPr>
        <p:spPr>
          <a:xfrm>
            <a:off x="1744251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p35_09"/>
          <p:cNvSpPr/>
          <p:nvPr/>
        </p:nvSpPr>
        <p:spPr>
          <a:xfrm>
            <a:off x="190299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p35_10"/>
          <p:cNvSpPr/>
          <p:nvPr/>
        </p:nvSpPr>
        <p:spPr>
          <a:xfrm>
            <a:off x="206174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p35_11"/>
          <p:cNvSpPr/>
          <p:nvPr/>
        </p:nvSpPr>
        <p:spPr>
          <a:xfrm>
            <a:off x="222048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p36_04"/>
          <p:cNvSpPr/>
          <p:nvPr/>
        </p:nvSpPr>
        <p:spPr>
          <a:xfrm>
            <a:off x="110926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p36_05"/>
          <p:cNvSpPr/>
          <p:nvPr/>
        </p:nvSpPr>
        <p:spPr>
          <a:xfrm>
            <a:off x="126801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p36_06"/>
          <p:cNvSpPr/>
          <p:nvPr/>
        </p:nvSpPr>
        <p:spPr>
          <a:xfrm>
            <a:off x="1426759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p36_07"/>
          <p:cNvSpPr/>
          <p:nvPr/>
        </p:nvSpPr>
        <p:spPr>
          <a:xfrm>
            <a:off x="1585505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p36_08"/>
          <p:cNvSpPr/>
          <p:nvPr/>
        </p:nvSpPr>
        <p:spPr>
          <a:xfrm>
            <a:off x="1744251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p36_09"/>
          <p:cNvSpPr/>
          <p:nvPr/>
        </p:nvSpPr>
        <p:spPr>
          <a:xfrm>
            <a:off x="190299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p36_10"/>
          <p:cNvSpPr/>
          <p:nvPr/>
        </p:nvSpPr>
        <p:spPr>
          <a:xfrm>
            <a:off x="206174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p37_04"/>
          <p:cNvSpPr/>
          <p:nvPr/>
        </p:nvSpPr>
        <p:spPr>
          <a:xfrm>
            <a:off x="110926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p37_05"/>
          <p:cNvSpPr/>
          <p:nvPr/>
        </p:nvSpPr>
        <p:spPr>
          <a:xfrm>
            <a:off x="1268013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p37_06"/>
          <p:cNvSpPr/>
          <p:nvPr/>
        </p:nvSpPr>
        <p:spPr>
          <a:xfrm>
            <a:off x="1426759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p37_07"/>
          <p:cNvSpPr/>
          <p:nvPr/>
        </p:nvSpPr>
        <p:spPr>
          <a:xfrm>
            <a:off x="1585505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p37_08"/>
          <p:cNvSpPr/>
          <p:nvPr/>
        </p:nvSpPr>
        <p:spPr>
          <a:xfrm>
            <a:off x="1744251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!!p37_09"/>
          <p:cNvSpPr/>
          <p:nvPr/>
        </p:nvSpPr>
        <p:spPr>
          <a:xfrm>
            <a:off x="190299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920726" y="5905352"/>
            <a:ext cx="38099" cy="101597"/>
          </a:xfrm>
          <a:prstGeom prst="rect">
            <a:avLst/>
          </a:prstGeom>
          <a:solidFill>
            <a:srgbClr val="05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952476" y="5905352"/>
            <a:ext cx="38099" cy="101597"/>
          </a:xfrm>
          <a:prstGeom prst="rect">
            <a:avLst/>
          </a:prstGeom>
          <a:solidFill>
            <a:srgbClr val="06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984225" y="5905352"/>
            <a:ext cx="38099" cy="101597"/>
          </a:xfrm>
          <a:prstGeom prst="rect">
            <a:avLst/>
          </a:prstGeom>
          <a:solidFill>
            <a:srgbClr val="07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1015974" y="5905352"/>
            <a:ext cx="38099" cy="101597"/>
          </a:xfrm>
          <a:prstGeom prst="rect">
            <a:avLst/>
          </a:prstGeom>
          <a:solidFill>
            <a:srgbClr val="0826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1047723" y="5905352"/>
            <a:ext cx="38099" cy="101597"/>
          </a:xfrm>
          <a:prstGeom prst="rect">
            <a:avLst/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1079473" y="5905352"/>
            <a:ext cx="38099" cy="101597"/>
          </a:xfrm>
          <a:prstGeom prst="rect">
            <a:avLst/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1111222" y="5905352"/>
            <a:ext cx="38099" cy="101597"/>
          </a:xfrm>
          <a:prstGeom prst="rect">
            <a:avLst/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1142971" y="5905352"/>
            <a:ext cx="38099" cy="101597"/>
          </a:xfrm>
          <a:prstGeom prst="rect">
            <a:avLst/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1174720" y="5905352"/>
            <a:ext cx="38099" cy="101597"/>
          </a:xfrm>
          <a:prstGeom prst="rect">
            <a:avLst/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1206469" y="5905352"/>
            <a:ext cx="38099" cy="101597"/>
          </a:xfrm>
          <a:prstGeom prst="rect">
            <a:avLst/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1238219" y="5905352"/>
            <a:ext cx="38099" cy="101597"/>
          </a:xfrm>
          <a:prstGeom prst="rect">
            <a:avLst/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1269968" y="5905352"/>
            <a:ext cx="38099" cy="101597"/>
          </a:xfrm>
          <a:prstGeom prst="rect">
            <a:avLst/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1301717" y="5905352"/>
            <a:ext cx="38099" cy="101597"/>
          </a:xfrm>
          <a:prstGeom prst="rect">
            <a:avLst/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1333466" y="5905352"/>
            <a:ext cx="38099" cy="101597"/>
          </a:xfrm>
          <a:prstGeom prst="rect">
            <a:avLst/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1365215" y="5905352"/>
            <a:ext cx="38099" cy="101597"/>
          </a:xfrm>
          <a:prstGeom prst="rect">
            <a:avLst/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1396965" y="5905352"/>
            <a:ext cx="38099" cy="101597"/>
          </a:xfrm>
          <a:prstGeom prst="rect">
            <a:avLst/>
          </a:prstGeom>
          <a:solidFill>
            <a:srgbClr val="166B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1428714" y="5905352"/>
            <a:ext cx="38099" cy="101597"/>
          </a:xfrm>
          <a:prstGeom prst="rect">
            <a:avLst/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1460463" y="5905352"/>
            <a:ext cx="38099" cy="101597"/>
          </a:xfrm>
          <a:prstGeom prst="rect">
            <a:avLst/>
          </a:prstGeom>
          <a:solidFill>
            <a:srgbClr val="1A7C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1492212" y="5905352"/>
            <a:ext cx="38099" cy="101597"/>
          </a:xfrm>
          <a:prstGeom prst="rect">
            <a:avLst/>
          </a:prstGeom>
          <a:solidFill>
            <a:srgbClr val="1C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1523961" y="5905352"/>
            <a:ext cx="38099" cy="101597"/>
          </a:xfrm>
          <a:prstGeom prst="rect">
            <a:avLst/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1555711" y="5905352"/>
            <a:ext cx="38099" cy="101597"/>
          </a:xfrm>
          <a:prstGeom prst="rect">
            <a:avLst/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1587460" y="5905352"/>
            <a:ext cx="38099" cy="101597"/>
          </a:xfrm>
          <a:prstGeom prst="rect">
            <a:avLst/>
          </a:prstGeom>
          <a:solidFill>
            <a:srgbClr val="299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1619209" y="5905352"/>
            <a:ext cx="38099" cy="101597"/>
          </a:xfrm>
          <a:prstGeom prst="rect">
            <a:avLst/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1650958" y="5905352"/>
            <a:ext cx="38099" cy="101597"/>
          </a:xfrm>
          <a:prstGeom prst="rect">
            <a:avLst/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1682707" y="5905352"/>
            <a:ext cx="38099" cy="101597"/>
          </a:xfrm>
          <a:prstGeom prst="rect">
            <a:avLst/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1714457" y="5905352"/>
            <a:ext cx="38099" cy="101597"/>
          </a:xfrm>
          <a:prstGeom prst="rect">
            <a:avLst/>
          </a:prstGeom>
          <a:solidFill>
            <a:srgbClr val="3F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1746206" y="5905352"/>
            <a:ext cx="38099" cy="101597"/>
          </a:xfrm>
          <a:prstGeom prst="rect">
            <a:avLst/>
          </a:prstGeom>
          <a:solidFill>
            <a:srgbClr val="45B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1777955" y="5905352"/>
            <a:ext cx="38099" cy="101597"/>
          </a:xfrm>
          <a:prstGeom prst="rect">
            <a:avLst/>
          </a:prstGeom>
          <a:solidFill>
            <a:srgbClr val="4B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1809704" y="5905352"/>
            <a:ext cx="38099" cy="101597"/>
          </a:xfrm>
          <a:prstGeom prst="rect">
            <a:avLst/>
          </a:prstGeom>
          <a:solidFill>
            <a:srgbClr val="50B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1841453" y="5905352"/>
            <a:ext cx="38099" cy="101597"/>
          </a:xfrm>
          <a:prstGeom prst="rect">
            <a:avLst/>
          </a:prstGeom>
          <a:solidFill>
            <a:srgbClr val="60B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1873203" y="5905352"/>
            <a:ext cx="38099" cy="101597"/>
          </a:xfrm>
          <a:prstGeom prst="rect">
            <a:avLst/>
          </a:prstGeom>
          <a:solidFill>
            <a:srgbClr val="75C1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1904952" y="5905352"/>
            <a:ext cx="38099" cy="101597"/>
          </a:xfrm>
          <a:prstGeom prst="rect">
            <a:avLst/>
          </a:prstGeom>
          <a:solidFill>
            <a:srgbClr val="8AC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1936701" y="5905352"/>
            <a:ext cx="38099" cy="101597"/>
          </a:xfrm>
          <a:prstGeom prst="rect">
            <a:avLst/>
          </a:prstGeom>
          <a:solidFill>
            <a:srgbClr val="9FC6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1968450" y="5905352"/>
            <a:ext cx="38099" cy="101597"/>
          </a:xfrm>
          <a:prstGeom prst="rect">
            <a:avLst/>
          </a:prstGeom>
          <a:solidFill>
            <a:srgbClr val="B4C9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2000199" y="5905352"/>
            <a:ext cx="38099" cy="101597"/>
          </a:xfrm>
          <a:prstGeom prst="rect">
            <a:avLst/>
          </a:prstGeom>
          <a:solidFill>
            <a:srgbClr val="C9C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2031949" y="5905352"/>
            <a:ext cx="38099" cy="101597"/>
          </a:xfrm>
          <a:prstGeom prst="rect">
            <a:avLst/>
          </a:prstGeom>
          <a:solidFill>
            <a:srgbClr val="DEC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ectangle 364"/>
          <p:cNvSpPr/>
          <p:nvPr/>
        </p:nvSpPr>
        <p:spPr>
          <a:xfrm>
            <a:off x="2063698" y="5905352"/>
            <a:ext cx="38099" cy="101597"/>
          </a:xfrm>
          <a:prstGeom prst="rect">
            <a:avLst/>
          </a:prstGeom>
          <a:solidFill>
            <a:srgbClr val="F3D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2095447" y="5905352"/>
            <a:ext cx="38099" cy="101597"/>
          </a:xfrm>
          <a:prstGeom prst="rect">
            <a:avLst/>
          </a:prstGeom>
          <a:solidFill>
            <a:srgbClr val="FFC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2127196" y="5905352"/>
            <a:ext cx="38099" cy="101597"/>
          </a:xfrm>
          <a:prstGeom prst="rect">
            <a:avLst/>
          </a:prstGeom>
          <a:solidFill>
            <a:srgbClr val="FFC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ectangle 367"/>
          <p:cNvSpPr/>
          <p:nvPr/>
        </p:nvSpPr>
        <p:spPr>
          <a:xfrm>
            <a:off x="2158946" y="5905352"/>
            <a:ext cx="38099" cy="101597"/>
          </a:xfrm>
          <a:prstGeom prst="rect">
            <a:avLst/>
          </a:prstGeom>
          <a:solidFill>
            <a:srgbClr val="FFBE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ectangle 368"/>
          <p:cNvSpPr/>
          <p:nvPr/>
        </p:nvSpPr>
        <p:spPr>
          <a:xfrm>
            <a:off x="2190695" y="5905352"/>
            <a:ext cx="38099" cy="101597"/>
          </a:xfrm>
          <a:prstGeom prst="rect">
            <a:avLst/>
          </a:prstGeom>
          <a:solidFill>
            <a:srgbClr val="FFB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ectangle 369"/>
          <p:cNvSpPr/>
          <p:nvPr/>
        </p:nvSpPr>
        <p:spPr>
          <a:xfrm>
            <a:off x="2222444" y="5905352"/>
            <a:ext cx="38099" cy="101597"/>
          </a:xfrm>
          <a:prstGeom prst="rect">
            <a:avLst/>
          </a:prstGeom>
          <a:solidFill>
            <a:srgbClr val="FFA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ectangle 370"/>
          <p:cNvSpPr/>
          <p:nvPr/>
        </p:nvSpPr>
        <p:spPr>
          <a:xfrm>
            <a:off x="2254193" y="5905352"/>
            <a:ext cx="38099" cy="101597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2285942" y="5905352"/>
            <a:ext cx="38099" cy="101597"/>
          </a:xfrm>
          <a:prstGeom prst="rect">
            <a:avLst/>
          </a:prstGeom>
          <a:solidFill>
            <a:srgbClr val="FF9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ectangle 372"/>
          <p:cNvSpPr/>
          <p:nvPr/>
        </p:nvSpPr>
        <p:spPr>
          <a:xfrm>
            <a:off x="2317692" y="5905352"/>
            <a:ext cx="38099" cy="101597"/>
          </a:xfrm>
          <a:prstGeom prst="rect">
            <a:avLst/>
          </a:prstGeom>
          <a:solidFill>
            <a:srgbClr val="FF9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ectangle 373"/>
          <p:cNvSpPr/>
          <p:nvPr/>
        </p:nvSpPr>
        <p:spPr>
          <a:xfrm>
            <a:off x="2349441" y="5905352"/>
            <a:ext cx="38099" cy="101597"/>
          </a:xfrm>
          <a:prstGeom prst="rect">
            <a:avLst/>
          </a:prstGeom>
          <a:solidFill>
            <a:srgbClr val="FF8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2381190" y="5905352"/>
            <a:ext cx="38099" cy="101597"/>
          </a:xfrm>
          <a:prstGeom prst="rect">
            <a:avLst/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2412939" y="5905352"/>
            <a:ext cx="38099" cy="101597"/>
          </a:xfrm>
          <a:prstGeom prst="rect">
            <a:avLst/>
          </a:prstGeom>
          <a:solidFill>
            <a:srgbClr val="FF7C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2444688" y="5905352"/>
            <a:ext cx="38099" cy="101597"/>
          </a:xfrm>
          <a:prstGeom prst="rect">
            <a:avLst/>
          </a:prstGeom>
          <a:solidFill>
            <a:srgbClr val="FD75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2476438" y="5905352"/>
            <a:ext cx="38099" cy="101597"/>
          </a:xfrm>
          <a:prstGeom prst="rect">
            <a:avLst/>
          </a:prstGeom>
          <a:solidFill>
            <a:srgbClr val="FB6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ectangle 378"/>
          <p:cNvSpPr/>
          <p:nvPr/>
        </p:nvSpPr>
        <p:spPr>
          <a:xfrm>
            <a:off x="2508187" y="5905352"/>
            <a:ext cx="38099" cy="101597"/>
          </a:xfrm>
          <a:prstGeom prst="rect">
            <a:avLst/>
          </a:prstGeom>
          <a:solidFill>
            <a:srgbClr val="FA69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ectangle 379"/>
          <p:cNvSpPr/>
          <p:nvPr/>
        </p:nvSpPr>
        <p:spPr>
          <a:xfrm>
            <a:off x="2539936" y="5905352"/>
            <a:ext cx="38099" cy="101597"/>
          </a:xfrm>
          <a:prstGeom prst="rect">
            <a:avLst/>
          </a:prstGeom>
          <a:solidFill>
            <a:srgbClr val="F863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2571685" y="5905352"/>
            <a:ext cx="38099" cy="101597"/>
          </a:xfrm>
          <a:prstGeom prst="rect">
            <a:avLst/>
          </a:prstGeom>
          <a:solidFill>
            <a:srgbClr val="F65D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ectangle 381"/>
          <p:cNvSpPr/>
          <p:nvPr/>
        </p:nvSpPr>
        <p:spPr>
          <a:xfrm>
            <a:off x="2603434" y="5905352"/>
            <a:ext cx="38099" cy="101597"/>
          </a:xfrm>
          <a:prstGeom prst="rect">
            <a:avLst/>
          </a:prstGeom>
          <a:solidFill>
            <a:srgbClr val="F45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2635184" y="5905352"/>
            <a:ext cx="38099" cy="101597"/>
          </a:xfrm>
          <a:prstGeom prst="rect">
            <a:avLst/>
          </a:prstGeom>
          <a:solidFill>
            <a:srgbClr val="F25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2666933" y="5905352"/>
            <a:ext cx="38099" cy="101597"/>
          </a:xfrm>
          <a:prstGeom prst="rect">
            <a:avLst/>
          </a:prstGeom>
          <a:solidFill>
            <a:srgbClr val="F0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2698682" y="5905352"/>
            <a:ext cx="38099" cy="101597"/>
          </a:xfrm>
          <a:prstGeom prst="rect">
            <a:avLst/>
          </a:prstGeom>
          <a:solidFill>
            <a:srgbClr val="EE4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2730431" y="5905352"/>
            <a:ext cx="38099" cy="101597"/>
          </a:xfrm>
          <a:prstGeom prst="rect">
            <a:avLst/>
          </a:prstGeom>
          <a:solidFill>
            <a:srgbClr val="EC3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2762180" y="5905352"/>
            <a:ext cx="38099" cy="101597"/>
          </a:xfrm>
          <a:prstGeom prst="rect">
            <a:avLst/>
          </a:prstGeom>
          <a:solidFill>
            <a:srgbClr val="EA39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2793930" y="5905352"/>
            <a:ext cx="38099" cy="101597"/>
          </a:xfrm>
          <a:prstGeom prst="rect">
            <a:avLst/>
          </a:prstGeom>
          <a:solidFill>
            <a:srgbClr val="E83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539736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0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1492212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200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2444688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400</a:t>
            </a:r>
          </a:p>
        </p:txBody>
      </p:sp>
      <p:sp>
        <p:nvSpPr>
          <p:cNvPr id="392" name="TextBox 391"/>
          <p:cNvSpPr txBox="1"/>
          <p:nvPr/>
        </p:nvSpPr>
        <p:spPr>
          <a:xfrm>
            <a:off x="2978075" y="5892652"/>
            <a:ext cx="1269968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kPa</a:t>
            </a:r>
          </a:p>
        </p:txBody>
      </p:sp>
      <p:sp>
        <p:nvSpPr>
          <p:cNvPr id="393" name="!!piek"/>
          <p:cNvSpPr txBox="1"/>
          <p:nvPr/>
        </p:nvSpPr>
        <p:spPr>
          <a:xfrm>
            <a:off x="3555911" y="1587460"/>
            <a:ext cx="4444888" cy="19049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5000" b="1">
                <a:solidFill>
                  <a:srgbClr val="52BDEC"/>
                </a:solidFill>
                <a:latin typeface="Segoe UI"/>
              </a:rPr>
              <a:t>186</a:t>
            </a:r>
          </a:p>
        </p:txBody>
      </p:sp>
      <p:sp>
        <p:nvSpPr>
          <p:cNvPr id="394" name="!!eenheid"/>
          <p:cNvSpPr txBox="1"/>
          <p:nvPr/>
        </p:nvSpPr>
        <p:spPr>
          <a:xfrm>
            <a:off x="6857828" y="1904952"/>
            <a:ext cx="1269968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1">
                <a:solidFill>
                  <a:srgbClr val="52BDEC"/>
                </a:solidFill>
                <a:latin typeface="Segoe UI Light"/>
              </a:rPr>
              <a:t>kPa</a:t>
            </a:r>
          </a:p>
        </p:txBody>
      </p:sp>
      <p:sp>
        <p:nvSpPr>
          <p:cNvPr id="395" name="!!plek"/>
          <p:cNvSpPr txBox="1"/>
          <p:nvPr/>
        </p:nvSpPr>
        <p:spPr>
          <a:xfrm>
            <a:off x="3581310" y="3352716"/>
            <a:ext cx="7619809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piekdruk in de doelregio na aanpassing</a:t>
            </a:r>
          </a:p>
        </p:txBody>
      </p:sp>
      <p:sp>
        <p:nvSpPr>
          <p:cNvPr id="396" name="!!norm"/>
          <p:cNvSpPr/>
          <p:nvPr/>
        </p:nvSpPr>
        <p:spPr>
          <a:xfrm>
            <a:off x="3555911" y="3924201"/>
            <a:ext cx="8000799" cy="609584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!!normtekst"/>
          <p:cNvSpPr txBox="1"/>
          <p:nvPr/>
        </p:nvSpPr>
        <p:spPr>
          <a:xfrm>
            <a:off x="3555911" y="4101997"/>
            <a:ext cx="8000799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FF7A00"/>
                </a:solidFill>
                <a:latin typeface="Consolas"/>
              </a:rPr>
              <a:t>40% lager  ·  onder 200 kPa  ·  beide criteria gehaald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3555911" y="4825879"/>
            <a:ext cx="8000799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8FB6D0"/>
                </a:solidFill>
                <a:latin typeface="Segoe UI"/>
              </a:rPr>
              <a:t>De norm geldt per doelregio: piekdruk onder 200 kPa óf minstens 25% lager dan de baselinemeting van diezelfde regio.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700" b="0">
                <a:solidFill>
                  <a:srgbClr val="8FB6D0"/>
                </a:solidFill>
                <a:latin typeface="Segoe UI"/>
              </a:rPr>
              <a:t>Haalt u de norm niet, dan past u aan en meet u opnieuw. Het formulier voorziet twee extra ontlastingstests.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eCRF-document 24 · Meting drukherverdeling voetorthese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07 / 13</a:t>
            </a:r>
          </a:p>
        </p:txBody>
      </p:sp>
      <p:pic>
        <p:nvPicPr>
          <p:cNvPr id="401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FF7A00"/>
              </a:gs>
              <a:gs pos="100000">
                <a:srgbClr val="FF7A00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nal"/>
          <p:cNvSpPr txBox="1"/>
          <p:nvPr/>
        </p:nvSpPr>
        <p:spPr>
          <a:xfrm>
            <a:off x="952476" y="1523961"/>
            <a:ext cx="10286742" cy="41908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7200" b="1">
                <a:solidFill>
                  <a:srgbClr val="04182A"/>
                </a:solidFill>
                <a:latin typeface="Segoe UI"/>
              </a:rPr>
              <a:t>Niet minder belasting.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7200" b="1">
                <a:solidFill>
                  <a:srgbClr val="04182A"/>
                </a:solidFill>
                <a:latin typeface="Segoe UI"/>
              </a:rPr>
              <a:t>Belasting op een plek die het aankan.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7875" y="6006949"/>
            <a:ext cx="9524761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04182A"/>
                </a:solidFill>
                <a:latin typeface="Consolas"/>
              </a:rPr>
              <a:t>Dat is de hele interventie.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355591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HET TRAJECT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609584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Screening plus negen visites</a:t>
            </a:r>
          </a:p>
        </p:txBody>
      </p:sp>
      <p:sp>
        <p:nvSpPr>
          <p:cNvPr id="5" name="!!band"/>
          <p:cNvSpPr/>
          <p:nvPr/>
        </p:nvSpPr>
        <p:spPr>
          <a:xfrm>
            <a:off x="0" y="1206469"/>
            <a:ext cx="12191695" cy="3301917"/>
          </a:xfrm>
          <a:prstGeom prst="rect">
            <a:avLst/>
          </a:prstGeom>
          <a:solidFill>
            <a:srgbClr val="0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as"/>
          <p:cNvSpPr/>
          <p:nvPr/>
        </p:nvSpPr>
        <p:spPr>
          <a:xfrm>
            <a:off x="634984" y="2920926"/>
            <a:ext cx="10921726" cy="19049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stip0"/>
          <p:cNvSpPr/>
          <p:nvPr/>
        </p:nvSpPr>
        <p:spPr>
          <a:xfrm>
            <a:off x="1085822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aand0"/>
          <p:cNvSpPr txBox="1"/>
          <p:nvPr/>
        </p:nvSpPr>
        <p:spPr>
          <a:xfrm>
            <a:off x="634984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2F8FC"/>
                </a:solidFill>
                <a:latin typeface="Consolas"/>
              </a:rPr>
              <a:t>Screen</a:t>
            </a:r>
          </a:p>
        </p:txBody>
      </p:sp>
      <p:sp>
        <p:nvSpPr>
          <p:cNvPr id="9" name="!!taak0"/>
          <p:cNvSpPr txBox="1"/>
          <p:nvPr/>
        </p:nvSpPr>
        <p:spPr>
          <a:xfrm>
            <a:off x="698482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geschiktheid</a:t>
            </a:r>
          </a:p>
        </p:txBody>
      </p:sp>
      <p:sp>
        <p:nvSpPr>
          <p:cNvPr id="10" name="!!stip1"/>
          <p:cNvSpPr/>
          <p:nvPr/>
        </p:nvSpPr>
        <p:spPr>
          <a:xfrm>
            <a:off x="2177995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aand1"/>
          <p:cNvSpPr txBox="1"/>
          <p:nvPr/>
        </p:nvSpPr>
        <p:spPr>
          <a:xfrm>
            <a:off x="1727156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V0</a:t>
            </a:r>
          </a:p>
        </p:txBody>
      </p:sp>
      <p:sp>
        <p:nvSpPr>
          <p:cNvPr id="12" name="!!taak1"/>
          <p:cNvSpPr txBox="1"/>
          <p:nvPr/>
        </p:nvSpPr>
        <p:spPr>
          <a:xfrm>
            <a:off x="1790655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loting</a:t>
            </a:r>
          </a:p>
        </p:txBody>
      </p:sp>
      <p:sp>
        <p:nvSpPr>
          <p:cNvPr id="13" name="!!stip2"/>
          <p:cNvSpPr/>
          <p:nvPr/>
        </p:nvSpPr>
        <p:spPr>
          <a:xfrm>
            <a:off x="3289217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aand2"/>
          <p:cNvSpPr txBox="1"/>
          <p:nvPr/>
        </p:nvSpPr>
        <p:spPr>
          <a:xfrm>
            <a:off x="2819329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V1</a:t>
            </a:r>
          </a:p>
        </p:txBody>
      </p:sp>
      <p:sp>
        <p:nvSpPr>
          <p:cNvPr id="15" name="!!taak2"/>
          <p:cNvSpPr txBox="1"/>
          <p:nvPr/>
        </p:nvSpPr>
        <p:spPr>
          <a:xfrm>
            <a:off x="2882827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baseline</a:t>
            </a:r>
          </a:p>
        </p:txBody>
      </p:sp>
      <p:sp>
        <p:nvSpPr>
          <p:cNvPr id="16" name="!!stip3"/>
          <p:cNvSpPr/>
          <p:nvPr/>
        </p:nvSpPr>
        <p:spPr>
          <a:xfrm>
            <a:off x="4381390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aand3"/>
          <p:cNvSpPr txBox="1"/>
          <p:nvPr/>
        </p:nvSpPr>
        <p:spPr>
          <a:xfrm>
            <a:off x="3911502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V2</a:t>
            </a:r>
          </a:p>
        </p:txBody>
      </p:sp>
      <p:sp>
        <p:nvSpPr>
          <p:cNvPr id="18" name="!!taak3"/>
          <p:cNvSpPr txBox="1"/>
          <p:nvPr/>
        </p:nvSpPr>
        <p:spPr>
          <a:xfrm>
            <a:off x="3975000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zool + sensor</a:t>
            </a:r>
          </a:p>
        </p:txBody>
      </p:sp>
      <p:sp>
        <p:nvSpPr>
          <p:cNvPr id="19" name="!!stip4"/>
          <p:cNvSpPr/>
          <p:nvPr/>
        </p:nvSpPr>
        <p:spPr>
          <a:xfrm>
            <a:off x="5473563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aand4"/>
          <p:cNvSpPr txBox="1"/>
          <p:nvPr/>
        </p:nvSpPr>
        <p:spPr>
          <a:xfrm>
            <a:off x="5003674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M3</a:t>
            </a:r>
          </a:p>
        </p:txBody>
      </p:sp>
      <p:sp>
        <p:nvSpPr>
          <p:cNvPr id="21" name="!!taak4"/>
          <p:cNvSpPr txBox="1"/>
          <p:nvPr/>
        </p:nvSpPr>
        <p:spPr>
          <a:xfrm>
            <a:off x="5067173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opvolging</a:t>
            </a:r>
          </a:p>
        </p:txBody>
      </p:sp>
      <p:sp>
        <p:nvSpPr>
          <p:cNvPr id="22" name="!!stip5"/>
          <p:cNvSpPr/>
          <p:nvPr/>
        </p:nvSpPr>
        <p:spPr>
          <a:xfrm>
            <a:off x="6565735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aand5"/>
          <p:cNvSpPr txBox="1"/>
          <p:nvPr/>
        </p:nvSpPr>
        <p:spPr>
          <a:xfrm>
            <a:off x="6095847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M6</a:t>
            </a:r>
          </a:p>
        </p:txBody>
      </p:sp>
      <p:sp>
        <p:nvSpPr>
          <p:cNvPr id="24" name="!!taak5"/>
          <p:cNvSpPr txBox="1"/>
          <p:nvPr/>
        </p:nvSpPr>
        <p:spPr>
          <a:xfrm>
            <a:off x="6159346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25" name="!!stip6"/>
          <p:cNvSpPr/>
          <p:nvPr/>
        </p:nvSpPr>
        <p:spPr>
          <a:xfrm>
            <a:off x="7657908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aand6"/>
          <p:cNvSpPr txBox="1"/>
          <p:nvPr/>
        </p:nvSpPr>
        <p:spPr>
          <a:xfrm>
            <a:off x="7188020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M9</a:t>
            </a:r>
          </a:p>
        </p:txBody>
      </p:sp>
      <p:sp>
        <p:nvSpPr>
          <p:cNvPr id="27" name="!!taak6"/>
          <p:cNvSpPr txBox="1"/>
          <p:nvPr/>
        </p:nvSpPr>
        <p:spPr>
          <a:xfrm>
            <a:off x="7251518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opvolging</a:t>
            </a:r>
          </a:p>
        </p:txBody>
      </p:sp>
      <p:sp>
        <p:nvSpPr>
          <p:cNvPr id="28" name="!!stip7"/>
          <p:cNvSpPr/>
          <p:nvPr/>
        </p:nvSpPr>
        <p:spPr>
          <a:xfrm>
            <a:off x="8750081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aand7"/>
          <p:cNvSpPr txBox="1"/>
          <p:nvPr/>
        </p:nvSpPr>
        <p:spPr>
          <a:xfrm>
            <a:off x="8280192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M12</a:t>
            </a:r>
          </a:p>
        </p:txBody>
      </p:sp>
      <p:sp>
        <p:nvSpPr>
          <p:cNvPr id="30" name="!!taak7"/>
          <p:cNvSpPr txBox="1"/>
          <p:nvPr/>
        </p:nvSpPr>
        <p:spPr>
          <a:xfrm>
            <a:off x="8343691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31" name="!!stip8"/>
          <p:cNvSpPr/>
          <p:nvPr/>
        </p:nvSpPr>
        <p:spPr>
          <a:xfrm>
            <a:off x="9842253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aand8"/>
          <p:cNvSpPr txBox="1"/>
          <p:nvPr/>
        </p:nvSpPr>
        <p:spPr>
          <a:xfrm>
            <a:off x="9372365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M15</a:t>
            </a:r>
          </a:p>
        </p:txBody>
      </p:sp>
      <p:sp>
        <p:nvSpPr>
          <p:cNvPr id="33" name="!!taak8"/>
          <p:cNvSpPr txBox="1"/>
          <p:nvPr/>
        </p:nvSpPr>
        <p:spPr>
          <a:xfrm>
            <a:off x="9435864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opvolging</a:t>
            </a:r>
          </a:p>
        </p:txBody>
      </p:sp>
      <p:sp>
        <p:nvSpPr>
          <p:cNvPr id="34" name="!!stip9"/>
          <p:cNvSpPr/>
          <p:nvPr/>
        </p:nvSpPr>
        <p:spPr>
          <a:xfrm>
            <a:off x="10915377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maand9"/>
          <p:cNvSpPr txBox="1"/>
          <p:nvPr/>
        </p:nvSpPr>
        <p:spPr>
          <a:xfrm>
            <a:off x="10464538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M18</a:t>
            </a:r>
          </a:p>
        </p:txBody>
      </p:sp>
      <p:sp>
        <p:nvSpPr>
          <p:cNvPr id="36" name="!!taak9"/>
          <p:cNvSpPr txBox="1"/>
          <p:nvPr/>
        </p:nvSpPr>
        <p:spPr>
          <a:xfrm>
            <a:off x="10528036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 + einde</a:t>
            </a:r>
          </a:p>
        </p:txBody>
      </p:sp>
      <p:sp>
        <p:nvSpPr>
          <p:cNvPr id="37" name="Oval 36"/>
          <p:cNvSpPr/>
          <p:nvPr/>
        </p:nvSpPr>
        <p:spPr>
          <a:xfrm>
            <a:off x="660383" y="4013099"/>
            <a:ext cx="114297" cy="114297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0878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meetmoment</a:t>
            </a:r>
          </a:p>
        </p:txBody>
      </p:sp>
      <p:sp>
        <p:nvSpPr>
          <p:cNvPr id="39" name="Oval 38"/>
          <p:cNvSpPr/>
          <p:nvPr/>
        </p:nvSpPr>
        <p:spPr>
          <a:xfrm>
            <a:off x="3200319" y="4013099"/>
            <a:ext cx="114297" cy="114297"/>
          </a:xfrm>
          <a:prstGeom prst="ellipse">
            <a:avLst/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90815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begeleiding</a:t>
            </a:r>
          </a:p>
        </p:txBody>
      </p:sp>
      <p:sp>
        <p:nvSpPr>
          <p:cNvPr id="41" name="Oval 40"/>
          <p:cNvSpPr/>
          <p:nvPr/>
        </p:nvSpPr>
        <p:spPr>
          <a:xfrm>
            <a:off x="5740256" y="4013099"/>
            <a:ext cx="114297" cy="114297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30751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start en afronding</a:t>
            </a:r>
          </a:p>
        </p:txBody>
      </p:sp>
      <p:sp>
        <p:nvSpPr>
          <p:cNvPr id="43" name="!!camera"/>
          <p:cNvSpPr txBox="1"/>
          <p:nvPr/>
        </p:nvSpPr>
        <p:spPr>
          <a:xfrm>
            <a:off x="634984" y="4711582"/>
            <a:ext cx="2031949" cy="146046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0" b="1">
                <a:solidFill>
                  <a:srgbClr val="52BDEC"/>
                </a:solidFill>
                <a:latin typeface="Segoe UI"/>
              </a:rPr>
              <a:t>18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39936" y="4813179"/>
            <a:ext cx="888977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maanden, van screening tot afronding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552636" y="5283067"/>
            <a:ext cx="8889777" cy="9524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8FB6D0"/>
                </a:solidFill>
                <a:latin typeface="Segoe UI"/>
              </a:rPr>
              <a:t>Visite 0 tot 2 liggen dicht op elkaar: toestemming, baseline, en de zool binnen de maand. Daarna is het ritme elke drie maanden, hetzelfde ritme als de controle die deze patiënten al krijgen.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09 / 13</a:t>
            </a:r>
          </a:p>
        </p:txBody>
      </p:sp>
      <p:pic>
        <p:nvPicPr>
          <p:cNvPr id="47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merkgroot" descr="merk.png"/>
          <p:cNvPicPr>
            <a:picLocks noChangeAspect="1"/>
          </p:cNvPicPr>
          <p:nvPr/>
        </p:nvPicPr>
        <p:blipFill>
          <a:blip r:embed="rId2">
            <a:alphaModFix amt="14000"/>
          </a:blip>
          <a:stretch>
            <a:fillRect/>
          </a:stretch>
        </p:blipFill>
        <p:spPr>
          <a:xfrm>
            <a:off x="6603834" y="-1126099"/>
            <a:ext cx="7873803" cy="9110028"/>
          </a:xfrm>
          <a:prstGeom prst="rect">
            <a:avLst/>
          </a:prstGeom>
        </p:spPr>
      </p:pic>
      <p:sp>
        <p:nvSpPr>
          <p:cNvPr id="4" name="hero"/>
          <p:cNvSpPr txBox="1"/>
          <p:nvPr/>
        </p:nvSpPr>
        <p:spPr>
          <a:xfrm>
            <a:off x="571485" y="-444488"/>
            <a:ext cx="5714857" cy="292092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82000"/>
              </a:lnSpc>
            </a:pPr>
            <a:r>
              <a:rPr sz="26000" b="1">
                <a:gradFill>
                  <a:gsLst>
                    <a:gs pos="0">
                      <a:srgbClr val="52BDEC"/>
                    </a:gs>
                    <a:gs pos="100000">
                      <a:srgbClr val="FF7A00"/>
                    </a:gs>
                  </a:gsLst>
                  <a:lin ang="2700000" scaled="0"/>
                </a:gradFill>
                <a:latin typeface="Segoe UI"/>
              </a:rPr>
              <a:t>04</a:t>
            </a:r>
          </a:p>
        </p:txBody>
      </p:sp>
      <p:sp>
        <p:nvSpPr>
          <p:cNvPr id="5" name="sectietitel"/>
          <p:cNvSpPr txBox="1"/>
          <p:nvPr/>
        </p:nvSpPr>
        <p:spPr>
          <a:xfrm>
            <a:off x="634984" y="3555911"/>
            <a:ext cx="8889777" cy="10159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1">
                <a:solidFill>
                  <a:srgbClr val="F2F8FC"/>
                </a:solidFill>
                <a:latin typeface="Segoe UI"/>
              </a:rPr>
              <a:t>Toestellen en regels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4825879"/>
            <a:ext cx="8254793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b="0">
                <a:solidFill>
                  <a:srgbClr val="8FB6D0"/>
                </a:solidFill>
                <a:latin typeface="Segoe UI Light"/>
              </a:rPr>
              <a:t>De instellingen, het gesprek, en de vier regels die vastliggen.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10 / 13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DE TECHNIEK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Drie toestellen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968450"/>
            <a:ext cx="5384538" cy="400039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e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4719" y="2184345"/>
            <a:ext cx="1965067" cy="16636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377" y="3975000"/>
            <a:ext cx="2412939" cy="444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F2F8FC"/>
                </a:solidFill>
                <a:latin typeface="Segoe UI"/>
              </a:rPr>
              <a:t>Novel pedar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7076" y="4444888"/>
            <a:ext cx="2412939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60">
                <a:solidFill>
                  <a:srgbClr val="52BDEC"/>
                </a:solidFill>
                <a:latin typeface="Consolas"/>
              </a:rPr>
              <a:t>DRUK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77" y="4660783"/>
            <a:ext cx="2412939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52BDEC"/>
                </a:solidFill>
                <a:latin typeface="Segoe UI"/>
              </a:rPr>
              <a:t>8  voetregio's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377" y="5079873"/>
            <a:ext cx="2412939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30">
                <a:solidFill>
                  <a:srgbClr val="FF7A00"/>
                </a:solidFill>
                <a:latin typeface="Consolas"/>
              </a:rPr>
              <a:t>UW TEAM MEET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9713" y="3975000"/>
            <a:ext cx="2260416" cy="17779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Blootsvoets met tape, en in de schoen met en zonder zool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</a:pPr>
            <a:r>
              <a:rPr sz="1450" b="0">
                <a:solidFill>
                  <a:srgbClr val="8FB6D0"/>
                </a:solidFill>
                <a:latin typeface="Segoe UI"/>
              </a:rPr>
              <a:t>Trublu-kalibratie minstens elke drie maanden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</a:pPr>
            <a:r>
              <a:rPr sz="1450" b="0">
                <a:solidFill>
                  <a:srgbClr val="8FB6D0"/>
                </a:solidFill>
                <a:latin typeface="Segoe UI"/>
              </a:rPr>
              <a:t>De F-Scan GO is een aparte meting van het studieteam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1918" y="1968450"/>
            <a:ext cx="5384538" cy="191765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24314" y="2120846"/>
            <a:ext cx="2158946" cy="1612859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rthotim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512" y="2553717"/>
            <a:ext cx="2006549" cy="74711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711855" y="2158946"/>
            <a:ext cx="2666933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Orthotimer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24554" y="2527236"/>
            <a:ext cx="2666933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52BDEC"/>
                </a:solidFill>
                <a:latin typeface="Consolas"/>
              </a:rPr>
              <a:t>DRAAGTIJD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11855" y="2730431"/>
            <a:ext cx="2666933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52BDEC"/>
                </a:solidFill>
                <a:latin typeface="Segoe UI"/>
              </a:rPr>
              <a:t>15  minuten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11855" y="3073323"/>
            <a:ext cx="259060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8FB6D0"/>
                </a:solidFill>
                <a:latin typeface="Segoe UI"/>
              </a:rPr>
              <a:t>In de zool, 9 × 13 × 4,5 mm</a:t>
            </a:r>
          </a:p>
          <a:p>
            <a:pPr algn="l">
              <a:lnSpc>
                <a:spcPct val="128000"/>
              </a:lnSpc>
              <a:spcBef>
                <a:spcPts val="6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Batterij 100 dagen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11855" y="3644808"/>
            <a:ext cx="2666933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30">
                <a:solidFill>
                  <a:srgbClr val="FF7A00"/>
                </a:solidFill>
                <a:latin typeface="Consolas"/>
              </a:rPr>
              <a:t>HEET: UW SENSOR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1918" y="4051198"/>
            <a:ext cx="5384538" cy="191765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24314" y="4203594"/>
            <a:ext cx="2158946" cy="1612859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ovemoni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512" y="4454706"/>
            <a:ext cx="2006549" cy="111063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711855" y="4241693"/>
            <a:ext cx="2666933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MoveMonitor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24554" y="4609984"/>
            <a:ext cx="2666933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52BDEC"/>
                </a:solidFill>
                <a:latin typeface="Consolas"/>
              </a:rPr>
              <a:t>ACTIVITEIT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11855" y="4813179"/>
            <a:ext cx="2666933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52BDEC"/>
                </a:solidFill>
                <a:latin typeface="Segoe UI"/>
              </a:rPr>
              <a:t>7  dagen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11855" y="5156071"/>
            <a:ext cx="259060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8FB6D0"/>
                </a:solidFill>
                <a:latin typeface="Segoe UI"/>
              </a:rPr>
              <a:t>Om het middel, op de onderrug</a:t>
            </a:r>
          </a:p>
          <a:p>
            <a:pPr algn="l">
              <a:lnSpc>
                <a:spcPct val="128000"/>
              </a:lnSpc>
              <a:spcBef>
                <a:spcPts val="6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Baseline en 6 maanden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11855" y="5727556"/>
            <a:ext cx="2666933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30">
                <a:solidFill>
                  <a:srgbClr val="FF7A00"/>
                </a:solidFill>
                <a:latin typeface="Consolas"/>
              </a:rPr>
              <a:t>ZET DE NORM PER PATIËNT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11 / 13</a:t>
            </a:r>
          </a:p>
        </p:txBody>
      </p:sp>
      <p:pic>
        <p:nvPicPr>
          <p:cNvPr id="29" name="merk" descr="me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!!beeld" descr="sensor_v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671362" y="0"/>
            <a:ext cx="19534420" cy="685782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4182A">
                  <a:alpha val="6000"/>
                </a:srgbClr>
              </a:gs>
              <a:gs pos="100000">
                <a:srgbClr val="04182A">
                  <a:alpha val="94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4984" y="4482987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DE SENSOR IN HET ECHT</a:t>
            </a:r>
          </a:p>
        </p:txBody>
      </p:sp>
      <p:sp>
        <p:nvSpPr>
          <p:cNvPr id="6" name="!!sectietitel"/>
          <p:cNvSpPr txBox="1"/>
          <p:nvPr/>
        </p:nvSpPr>
        <p:spPr>
          <a:xfrm>
            <a:off x="634984" y="4787780"/>
            <a:ext cx="9524761" cy="1523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F2F8FC"/>
                </a:solidFill>
                <a:latin typeface="Segoe UI"/>
              </a:rPr>
              <a:t>Negen bij dertien millimeter.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4400" b="1">
                <a:solidFill>
                  <a:srgbClr val="F2F8FC"/>
                </a:solidFill>
                <a:latin typeface="Segoe UI"/>
              </a:rPr>
              <a:t>Meer merkt de patiënt niet.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12 / 13</a:t>
            </a:r>
          </a:p>
        </p:txBody>
      </p:sp>
      <p:pic>
        <p:nvPicPr>
          <p:cNvPr id="8" name="merk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WIE U AANSPREEKT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Voor als er iets misloopt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904952"/>
            <a:ext cx="3174920" cy="393690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ortret" descr="jano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02" y="2006549"/>
            <a:ext cx="2889883" cy="373370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317892" y="1904952"/>
            <a:ext cx="723881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17892" y="2070048"/>
            <a:ext cx="6349841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Janou De Buyser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30591" y="2539936"/>
            <a:ext cx="5714857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50">
                <a:solidFill>
                  <a:srgbClr val="52BDEC"/>
                </a:solidFill>
                <a:latin typeface="Consolas"/>
              </a:rPr>
              <a:t>DOCTORAATSONDERZOEKER · DAGELIJKSE OPVOLGING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17892" y="2857428"/>
            <a:ext cx="7238819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8FB6D0"/>
                </a:solidFill>
                <a:latin typeface="Segoe UI"/>
              </a:rPr>
              <a:t>Uw eerste aanspreekpunt: inclusies, metingen, formulieren, sensoren en alles wat in de praktijk vastloopt.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7892" y="3530511"/>
            <a:ext cx="3682907" cy="25399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F8FC"/>
                </a:solidFill>
                <a:latin typeface="Consolas"/>
              </a:rPr>
              <a:t>janou.debuyser@kuleuven.be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73803" y="3530511"/>
            <a:ext cx="3682907" cy="25399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F8FC"/>
                </a:solidFill>
                <a:latin typeface="Consolas"/>
              </a:rPr>
              <a:t>Spoorwegstraat 12 · Brugge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17892" y="3873403"/>
            <a:ext cx="723881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17892" y="4038499"/>
            <a:ext cx="6349841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prof. dr. Kevin Deschamps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0591" y="4508387"/>
            <a:ext cx="5714857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50">
                <a:solidFill>
                  <a:srgbClr val="52BDEC"/>
                </a:solidFill>
                <a:latin typeface="Consolas"/>
              </a:rPr>
              <a:t>PROMOTOR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17892" y="4825879"/>
            <a:ext cx="7238819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8FB6D0"/>
                </a:solidFill>
                <a:latin typeface="Segoe UI"/>
              </a:rPr>
              <a:t>Wetenschappelijke vragen, de opzet van de studie en afspraken op het niveau van uw centrum.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7892" y="5498962"/>
            <a:ext cx="3682907" cy="25399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F8FC"/>
                </a:solidFill>
                <a:latin typeface="Consolas"/>
              </a:rPr>
              <a:t>Revalidatiewetenschappen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73803" y="5498962"/>
            <a:ext cx="3682907" cy="25399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F8FC"/>
                </a:solidFill>
                <a:latin typeface="Consolas"/>
              </a:rPr>
              <a:t>KU Leuven · Campus Brugge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4984" y="5968850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984" y="6108547"/>
            <a:ext cx="10921726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FB6D0"/>
                </a:solidFill>
                <a:latin typeface="Segoe UI"/>
              </a:rPr>
              <a:t>Consortium: KU Leuven — Revalidatiewetenschappen (Musculoskeletal Research Group) en Volksgezondheid en Eerstelijnszorg · Vrije Universiteit Brussel — Geneeskunde en Farmacie. Co-promotoren: Fabienne Dobbels, Maaike Fobelets en Koen Putman.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13 / 13</a:t>
            </a:r>
          </a:p>
        </p:txBody>
      </p:sp>
      <p:pic>
        <p:nvPicPr>
          <p:cNvPr id="22" name="merk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