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beeld draagt deze dia, dus de foto moet raak zijn. Zet hem in beeld\stock\, draai verwerk_stock.py, en vervang het kader met rechtsklik en Afbeelding wijzigen. Liggend, koele tonen, en rustig onderaan — daar staat de titel.</a:t>
            </a:r>
          </a:p>
          <a:p/>
          <a:p>
            <a:r>
              <a:t>INTERACTIE</a:t>
            </a:r>
          </a:p>
          <a:p>
            <a:r>
              <a:t>Laat de dia staan terwijl de zaal binnenkomt. Zeg pas iets als iedereen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hun eigen centrum aan: 24 van die 144 stippen zijn van hen. Zes keer 24 is 144 — als één centrum achterblijft, haalt de studie het niet.</a:t>
            </a:r>
          </a:p>
          <a:p/>
          <a:p>
            <a:r>
              <a:t>INTERACTIE</a:t>
            </a:r>
          </a:p>
          <a:p>
            <a:r>
              <a:t>Vraag of ze de andere vijf centra kennen. Het maakt van zes losse klinieken één netwerk.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probleem waar de hele studie op staat. Eén dia, dan door.</a:t>
            </a:r>
          </a:p>
          <a:p/>
          <a:p>
            <a:r>
              <a:t>INTERACTIE</a:t>
            </a:r>
          </a:p>
          <a:p>
            <a:r>
              <a:t>Geen. Dit is context, geen discussie.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scharnier van blok 1. Wie dit snapt, snapt waarom de meting én de sensor allebei moeten kloppen.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meest gemaakte fout is één meting per voet. Het protocol vraagt er drie, en het gemiddelde telt.</a:t>
            </a:r>
          </a:p>
          <a:p/>
          <a:p>
            <a:r>
              <a:t>INTERACTIE</a:t>
            </a:r>
          </a:p>
          <a:p>
            <a:r>
              <a:t>Vraag wie al blootsvoets gemeten heeft met sensoren op de voet.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expliciet: "óf". Twee wegen naar dezelfde norm, geen dubbele eis. En de vergelijking gebeurt per regio, niet over de hele voet.</a:t>
            </a:r>
          </a:p>
          <a:p/>
          <a:p>
            <a:r>
              <a:t>INTERACTIE</a:t>
            </a:r>
          </a:p>
          <a:p>
            <a:r>
              <a:t>Vraag de pedorthisten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deze twee zinnen en zwijg dan. Laat de dia staan tot iemand ongemakkelijk wordt. Dit is het enige moment in blok 2 waarop de zaal niets te lezen heeft.</a:t>
            </a:r>
          </a:p>
          <a:p/>
          <a:p>
            <a:r>
              <a:t>INTERACTIE</a:t>
            </a:r>
          </a:p>
          <a:p>
            <a:r>
              <a:t>Geen. Bewust 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Geef eerst het overzicht. De volgende dia's lopen elk moment af.</a:t>
            </a:r>
          </a:p>
          <a:p/>
          <a:p>
            <a:r>
              <a:t>INTERACTIE</a:t>
            </a:r>
          </a:p>
          <a:p>
            <a:r>
              <a:t>Geen. De detaildia's komen hierna.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even staan zonder te praten. De sensor is fysiek zo klein dat het beeld het argument al maakt.</a:t>
            </a:r>
          </a:p>
          <a:p/>
          <a:p>
            <a:r>
              <a:t>INTERACTIE</a:t>
            </a:r>
          </a:p>
          <a:p>
            <a:r>
              <a:t>Geef er een door de zaal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staan tijdens het napraten. Zeg erbij dat kleine dingen ook mogen — een sensor die niet uitleest is geen domme vraag.</a:t>
            </a:r>
          </a:p>
          <a:p/>
          <a:p>
            <a:r>
              <a:t>INTERACTIE</a:t>
            </a:r>
          </a:p>
          <a:p>
            <a:r>
              <a:t>Loop rond terwijl de dia staat. Wie een vraag heeft, komt naar het gezicht dat op het scherm 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fotokader" descr="plaatshou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80990"/>
            <a:ext cx="12191695" cy="761980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10000"/>
                </a:srgbClr>
              </a:gs>
              <a:gs pos="62000">
                <a:srgbClr val="04182A">
                  <a:alpha val="96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87" y="609584"/>
            <a:ext cx="801273" cy="927076"/>
          </a:xfrm>
          <a:prstGeom prst="rect">
            <a:avLst/>
          </a:prstGeom>
        </p:spPr>
      </p:pic>
      <p:sp>
        <p:nvSpPr>
          <p:cNvPr id="6" name="hero"/>
          <p:cNvSpPr txBox="1"/>
          <p:nvPr/>
        </p:nvSpPr>
        <p:spPr>
          <a:xfrm>
            <a:off x="634984" y="3848003"/>
            <a:ext cx="8889777" cy="165095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4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83" y="5397365"/>
            <a:ext cx="888977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Segoe UI"/>
              </a:rPr>
              <a:t>Waarom deze studie er is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587995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4984" y="6045048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uleuv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380" y="6152996"/>
            <a:ext cx="1381100" cy="3936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574870" y="6045048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7267" y="6152996"/>
            <a:ext cx="1116092" cy="39369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9749" y="6095847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2449" y="6349841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1822" y="6565735"/>
            <a:ext cx="4571885" cy="19049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24 per centrum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PER CENTRUM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24 deelnemers — 12 PARADISE en 12 gebruikelijke zorg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op 18 maanden, draagtijd op 12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4984" y="544816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34984" y="5575160"/>
            <a:ext cx="571485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8FB6D0"/>
                </a:solidFill>
                <a:latin typeface="Consolas"/>
              </a:rPr>
              <a:t>DE ZES DEELNEMENDE VOETKLINIEKEN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34984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4984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AZORG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463738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63738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Sint-Jan Brugge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292492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292492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Groeninge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1246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121246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Gent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7950001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950001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Leuven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778755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778755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Antwerpen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13</a:t>
            </a:r>
          </a:p>
        </p:txBody>
      </p:sp>
      <p:pic>
        <p:nvPicPr>
          <p:cNvPr id="17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01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Waarom zo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Vier cijfers verklaren waarom er twee normen zijn.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13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heeft PARADISE twee normen: een druknorm én een draagtijdnorm.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13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BASELINE · BLOOTSVOETS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Baseline meet u blootsvoets: de sensoren gaan met dubbelzijdige tape rechtstreeks op de voet, daarover een standaardkous.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Drie metingen per voet, links en rechts apart. Daaruit berekent de software één gemiddeld piekdrukbeeld.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09 · Meting plantaire druk, baseline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13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NA OPTIMALISATIE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Wanneer is het goed genoeg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in de doelregio na aanpassing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 gehaald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 norm geldt per doelregio: piekdruk onder 200 kPa óf minstens 25% lager dan de baselinemeting van diezelfde regio.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Haalt u de norm niet, dan past u aan en meet u opnieuw. Het formulier voorziet twee extra ontlastingstests.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Meting drukherverdeling voetorthese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13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FF7A00"/>
              </a:gs>
              <a:gs pos="100000">
                <a:srgbClr val="FF7A00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04182A"/>
                </a:solidFill>
                <a:latin typeface="Segoe UI"/>
              </a:rPr>
              <a:t>Niet minder belasting.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04182A"/>
                </a:solidFill>
                <a:latin typeface="Segoe UI"/>
              </a:rPr>
              <a:t>Belasting op een plek die het aankan.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875" y="6006949"/>
            <a:ext cx="952476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4182A"/>
                </a:solidFill>
                <a:latin typeface="Consolas"/>
              </a:rPr>
              <a:t>Dat is de hele interventie.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plus negen visites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Visite 0 tot 2 liggen dicht op elkaar: toestemming, baseline, en de zool binnen de maand. Daarna is het ritme elke drie maanden, hetzelfde ritme als de controle die deze patiënten al krijgen.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13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02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Toestellen en regels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De instellingen, het gesprek, en de vier regels die vastliggen.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Blootsvoets met tape, en in de schoen met en zonder zool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minstens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De F-Scan GO is een aparte meting van het studieteam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Om het middel, op de onderrug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NORM PER PATIËNT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13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beeld" descr="sensor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71362" y="0"/>
            <a:ext cx="19534420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000"/>
                </a:srgbClr>
              </a:gs>
              <a:gs pos="100000">
                <a:srgbClr val="04182A">
                  <a:alpha val="9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4984" y="4482987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SENSOR IN HET ECHT</a:t>
            </a:r>
          </a:p>
        </p:txBody>
      </p:sp>
      <p:sp>
        <p:nvSpPr>
          <p:cNvPr id="6" name="!!sectietitel"/>
          <p:cNvSpPr txBox="1"/>
          <p:nvPr/>
        </p:nvSpPr>
        <p:spPr>
          <a:xfrm>
            <a:off x="634984" y="4787780"/>
            <a:ext cx="9524761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2F8FC"/>
                </a:solidFill>
                <a:latin typeface="Segoe UI"/>
              </a:rPr>
              <a:t>Negen bij dertien millimeter.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4400" b="1">
                <a:solidFill>
                  <a:srgbClr val="F2F8FC"/>
                </a:solidFill>
                <a:latin typeface="Segoe UI"/>
              </a:rPr>
              <a:t>Meer merkt de patiënt niet.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13</a:t>
            </a:r>
          </a:p>
        </p:txBody>
      </p:sp>
      <p:pic>
        <p:nvPicPr>
          <p:cNvPr id="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formulieren,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janou.debuyser@kuleuven.be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Spoorwegstraat 12 · Brugge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Revalidatiewetenschappen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596885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6108547"/>
            <a:ext cx="10921726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Consortium: KU Leuven — Revalidatiewetenschappen (Musculoskeletal Research Group) en Volksgezondheid en Eerstelijnszorg · Vrije Universiteit Brussel — Geneeskunde en Farmacie. Co-promotoren: Fabienne Dobbels, Maaike Fobelets en Koen Putman.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13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