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waarom de studie zo is opgezet. Vier cijfers, en daarna begrijpt u waarom er twee normen zijn in plaats van één.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Waarom deze studie er is</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13</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13</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13</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13</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