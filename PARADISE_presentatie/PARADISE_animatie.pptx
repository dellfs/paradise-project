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ras"/>
          <p:cNvSpPr/>
          <p:nvPr/>
        </p:nvSpPr>
        <p:spPr>
          <a:xfrm>
            <a:off x="0" y="5587860"/>
            <a:ext cx="12191695" cy="1269968"/>
          </a:xfrm>
          <a:prstGeom prst="rect">
            <a:avLst/>
          </a:prstGeom>
          <a:solidFill>
            <a:srgbClr val="0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tam0"/>
          <p:cNvSpPr/>
          <p:nvPr/>
        </p:nvSpPr>
        <p:spPr>
          <a:xfrm>
            <a:off x="1142971" y="4635384"/>
            <a:ext cx="139696" cy="952476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ruin0"/>
          <p:cNvSpPr/>
          <p:nvPr/>
        </p:nvSpPr>
        <p:spPr>
          <a:xfrm>
            <a:off x="673083" y="3682907"/>
            <a:ext cx="1079473" cy="1079473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tam1"/>
          <p:cNvSpPr/>
          <p:nvPr/>
        </p:nvSpPr>
        <p:spPr>
          <a:xfrm>
            <a:off x="10286742" y="4397265"/>
            <a:ext cx="174620" cy="1190595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kruin1"/>
          <p:cNvSpPr/>
          <p:nvPr/>
        </p:nvSpPr>
        <p:spPr>
          <a:xfrm>
            <a:off x="9699382" y="3206669"/>
            <a:ext cx="1349341" cy="1349341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stam2"/>
          <p:cNvSpPr/>
          <p:nvPr/>
        </p:nvSpPr>
        <p:spPr>
          <a:xfrm>
            <a:off x="7492812" y="4873503"/>
            <a:ext cx="104772" cy="714357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ruin2"/>
          <p:cNvSpPr/>
          <p:nvPr/>
        </p:nvSpPr>
        <p:spPr>
          <a:xfrm>
            <a:off x="7140396" y="4159146"/>
            <a:ext cx="809604" cy="809604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armL"/>
          <p:cNvSpPr/>
          <p:nvPr/>
        </p:nvSpPr>
        <p:spPr>
          <a:xfrm rot="420000">
            <a:off x="1943051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armR"/>
          <p:cNvSpPr/>
          <p:nvPr/>
        </p:nvSpPr>
        <p:spPr>
          <a:xfrm rot="21180000">
            <a:off x="3011729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beenL"/>
          <p:cNvSpPr/>
          <p:nvPr/>
        </p:nvSpPr>
        <p:spPr>
          <a:xfrm rot="20760000">
            <a:off x="223641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eenR"/>
          <p:cNvSpPr/>
          <p:nvPr/>
        </p:nvSpPr>
        <p:spPr>
          <a:xfrm rot="840000">
            <a:off x="2655503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schoenL"/>
          <p:cNvSpPr/>
          <p:nvPr/>
        </p:nvSpPr>
        <p:spPr>
          <a:xfrm>
            <a:off x="2110687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choenR"/>
          <p:cNvSpPr/>
          <p:nvPr/>
        </p:nvSpPr>
        <p:spPr>
          <a:xfrm>
            <a:off x="2571685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_romp"/>
          <p:cNvSpPr/>
          <p:nvPr/>
        </p:nvSpPr>
        <p:spPr>
          <a:xfrm>
            <a:off x="2110687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_hoofd"/>
          <p:cNvSpPr/>
          <p:nvPr/>
        </p:nvSpPr>
        <p:spPr>
          <a:xfrm>
            <a:off x="2152596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_haar"/>
          <p:cNvSpPr/>
          <p:nvPr/>
        </p:nvSpPr>
        <p:spPr>
          <a:xfrm>
            <a:off x="2089732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_brilL"/>
          <p:cNvSpPr/>
          <p:nvPr/>
        </p:nvSpPr>
        <p:spPr>
          <a:xfrm>
            <a:off x="2215459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f_brilR"/>
          <p:cNvSpPr/>
          <p:nvPr/>
        </p:nvSpPr>
        <p:spPr>
          <a:xfrm>
            <a:off x="2655503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f_snor"/>
          <p:cNvSpPr/>
          <p:nvPr/>
        </p:nvSpPr>
        <p:spPr>
          <a:xfrm>
            <a:off x="2383095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_vlechtL"/>
          <p:cNvSpPr/>
          <p:nvPr/>
        </p:nvSpPr>
        <p:spPr>
          <a:xfrm>
            <a:off x="4328051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l_vlechtR"/>
          <p:cNvSpPr/>
          <p:nvPr/>
        </p:nvSpPr>
        <p:spPr>
          <a:xfrm>
            <a:off x="5203059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l_armL"/>
          <p:cNvSpPr/>
          <p:nvPr/>
        </p:nvSpPr>
        <p:spPr>
          <a:xfrm rot="840000">
            <a:off x="4394090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l_armR"/>
          <p:cNvSpPr/>
          <p:nvPr/>
        </p:nvSpPr>
        <p:spPr>
          <a:xfrm rot="20760000">
            <a:off x="5236079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_beenL"/>
          <p:cNvSpPr/>
          <p:nvPr/>
        </p:nvSpPr>
        <p:spPr>
          <a:xfrm rot="840000">
            <a:off x="4625224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l_beenR"/>
          <p:cNvSpPr/>
          <p:nvPr/>
        </p:nvSpPr>
        <p:spPr>
          <a:xfrm rot="20760000">
            <a:off x="4955416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l_schoenL"/>
          <p:cNvSpPr/>
          <p:nvPr/>
        </p:nvSpPr>
        <p:spPr>
          <a:xfrm>
            <a:off x="4526166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l_schoenR"/>
          <p:cNvSpPr/>
          <p:nvPr/>
        </p:nvSpPr>
        <p:spPr>
          <a:xfrm>
            <a:off x="4889377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_romp"/>
          <p:cNvSpPr/>
          <p:nvPr/>
        </p:nvSpPr>
        <p:spPr>
          <a:xfrm>
            <a:off x="4526166" y="4267093"/>
            <a:ext cx="726421" cy="693402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l_hoofd"/>
          <p:cNvSpPr/>
          <p:nvPr/>
        </p:nvSpPr>
        <p:spPr>
          <a:xfrm>
            <a:off x="4559186" y="3606709"/>
            <a:ext cx="660383" cy="660383"/>
          </a:xfrm>
          <a:prstGeom prst="ellipse">
            <a:avLst/>
          </a:prstGeom>
          <a:solidFill>
            <a:srgbClr val="F7D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l_haar"/>
          <p:cNvSpPr/>
          <p:nvPr/>
        </p:nvSpPr>
        <p:spPr>
          <a:xfrm>
            <a:off x="4509657" y="3540671"/>
            <a:ext cx="759441" cy="363210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l_oogL"/>
          <p:cNvSpPr/>
          <p:nvPr/>
        </p:nvSpPr>
        <p:spPr>
          <a:xfrm>
            <a:off x="4674753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l_oogR"/>
          <p:cNvSpPr/>
          <p:nvPr/>
        </p:nvSpPr>
        <p:spPr>
          <a:xfrm>
            <a:off x="4971925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l_mond"/>
          <p:cNvSpPr/>
          <p:nvPr/>
        </p:nvSpPr>
        <p:spPr>
          <a:xfrm>
            <a:off x="4773810" y="4052468"/>
            <a:ext cx="231134" cy="14858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kop"/>
          <p:cNvSpPr txBox="1"/>
          <p:nvPr/>
        </p:nvSpPr>
        <p:spPr>
          <a:xfrm>
            <a:off x="761980" y="609584"/>
            <a:ext cx="6984825" cy="1460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00" b="1">
                <a:solidFill>
                  <a:srgbClr val="F2F8FC"/>
                </a:solidFill>
                <a:latin typeface="Segoe UI"/>
              </a:rPr>
              <a:t>Opa Frans</a:t>
            </a:r>
          </a:p>
          <a:p>
            <a:pPr algn="l">
              <a:lnSpc>
                <a:spcPct val="105000"/>
              </a:lnSpc>
            </a:pPr>
            <a:r>
              <a:rPr sz="8200" b="1">
                <a:solidFill>
                  <a:srgbClr val="F2F8FC"/>
                </a:solidFill>
                <a:latin typeface="Segoe UI"/>
              </a:rPr>
              <a:t>en Lotte</a:t>
            </a:r>
          </a:p>
        </p:txBody>
      </p:sp>
      <p:sp>
        <p:nvSpPr>
          <p:cNvPr id="37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Tienduizend stappen, zonder erbij na te denken.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50" advClick="0" advTm="3400">
        <p159:morph option="byObject"/>
      </p:transition>
    </mc:Choice>
    <mc:Fallback>
      <p:transition xmlns:p14="http://schemas.microsoft.com/office/powerpoint/2010/main" spd="slow" p14:dur="250" advClick="0" advTm="3400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ras"/>
          <p:cNvSpPr/>
          <p:nvPr/>
        </p:nvSpPr>
        <p:spPr>
          <a:xfrm>
            <a:off x="0" y="5587860"/>
            <a:ext cx="12191695" cy="1269968"/>
          </a:xfrm>
          <a:prstGeom prst="rect">
            <a:avLst/>
          </a:prstGeom>
          <a:solidFill>
            <a:srgbClr val="0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tam0"/>
          <p:cNvSpPr/>
          <p:nvPr/>
        </p:nvSpPr>
        <p:spPr>
          <a:xfrm>
            <a:off x="1142971" y="4635384"/>
            <a:ext cx="139696" cy="952476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ruin0"/>
          <p:cNvSpPr/>
          <p:nvPr/>
        </p:nvSpPr>
        <p:spPr>
          <a:xfrm>
            <a:off x="673083" y="3682907"/>
            <a:ext cx="1079473" cy="1079473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tam1"/>
          <p:cNvSpPr/>
          <p:nvPr/>
        </p:nvSpPr>
        <p:spPr>
          <a:xfrm>
            <a:off x="10286742" y="4397265"/>
            <a:ext cx="174620" cy="1190595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kruin1"/>
          <p:cNvSpPr/>
          <p:nvPr/>
        </p:nvSpPr>
        <p:spPr>
          <a:xfrm>
            <a:off x="9699382" y="3206669"/>
            <a:ext cx="1349341" cy="1349341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stam2"/>
          <p:cNvSpPr/>
          <p:nvPr/>
        </p:nvSpPr>
        <p:spPr>
          <a:xfrm>
            <a:off x="7492812" y="4873503"/>
            <a:ext cx="104772" cy="714357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ruin2"/>
          <p:cNvSpPr/>
          <p:nvPr/>
        </p:nvSpPr>
        <p:spPr>
          <a:xfrm>
            <a:off x="7140396" y="4159146"/>
            <a:ext cx="809604" cy="809604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armL"/>
          <p:cNvSpPr/>
          <p:nvPr/>
        </p:nvSpPr>
        <p:spPr>
          <a:xfrm rot="21180000">
            <a:off x="2959026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armR"/>
          <p:cNvSpPr/>
          <p:nvPr/>
        </p:nvSpPr>
        <p:spPr>
          <a:xfrm rot="360000">
            <a:off x="4027704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beenL"/>
          <p:cNvSpPr/>
          <p:nvPr/>
        </p:nvSpPr>
        <p:spPr>
          <a:xfrm rot="780000">
            <a:off x="3252388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eenR"/>
          <p:cNvSpPr/>
          <p:nvPr/>
        </p:nvSpPr>
        <p:spPr>
          <a:xfrm rot="20820000">
            <a:off x="3671478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schoenL"/>
          <p:cNvSpPr/>
          <p:nvPr/>
        </p:nvSpPr>
        <p:spPr>
          <a:xfrm>
            <a:off x="3126661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choenR"/>
          <p:cNvSpPr/>
          <p:nvPr/>
        </p:nvSpPr>
        <p:spPr>
          <a:xfrm>
            <a:off x="3587660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_romp"/>
          <p:cNvSpPr/>
          <p:nvPr/>
        </p:nvSpPr>
        <p:spPr>
          <a:xfrm>
            <a:off x="3126661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_hoofd"/>
          <p:cNvSpPr/>
          <p:nvPr/>
        </p:nvSpPr>
        <p:spPr>
          <a:xfrm>
            <a:off x="3168570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_haar"/>
          <p:cNvSpPr/>
          <p:nvPr/>
        </p:nvSpPr>
        <p:spPr>
          <a:xfrm>
            <a:off x="3105707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_brilL"/>
          <p:cNvSpPr/>
          <p:nvPr/>
        </p:nvSpPr>
        <p:spPr>
          <a:xfrm>
            <a:off x="3231434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f_brilR"/>
          <p:cNvSpPr/>
          <p:nvPr/>
        </p:nvSpPr>
        <p:spPr>
          <a:xfrm>
            <a:off x="3671478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f_snor"/>
          <p:cNvSpPr/>
          <p:nvPr/>
        </p:nvSpPr>
        <p:spPr>
          <a:xfrm>
            <a:off x="3399070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_vlechtL"/>
          <p:cNvSpPr/>
          <p:nvPr/>
        </p:nvSpPr>
        <p:spPr>
          <a:xfrm>
            <a:off x="5598020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l_vlechtR"/>
          <p:cNvSpPr/>
          <p:nvPr/>
        </p:nvSpPr>
        <p:spPr>
          <a:xfrm>
            <a:off x="6473028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l_armL"/>
          <p:cNvSpPr/>
          <p:nvPr/>
        </p:nvSpPr>
        <p:spPr>
          <a:xfrm rot="20820000">
            <a:off x="5664058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l_armR"/>
          <p:cNvSpPr/>
          <p:nvPr/>
        </p:nvSpPr>
        <p:spPr>
          <a:xfrm rot="780000">
            <a:off x="6506047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_beenL"/>
          <p:cNvSpPr/>
          <p:nvPr/>
        </p:nvSpPr>
        <p:spPr>
          <a:xfrm rot="20820000">
            <a:off x="5895192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l_beenR"/>
          <p:cNvSpPr/>
          <p:nvPr/>
        </p:nvSpPr>
        <p:spPr>
          <a:xfrm rot="780000">
            <a:off x="6225384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l_schoenL"/>
          <p:cNvSpPr/>
          <p:nvPr/>
        </p:nvSpPr>
        <p:spPr>
          <a:xfrm>
            <a:off x="5796135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l_schoenR"/>
          <p:cNvSpPr/>
          <p:nvPr/>
        </p:nvSpPr>
        <p:spPr>
          <a:xfrm>
            <a:off x="6159346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_romp"/>
          <p:cNvSpPr/>
          <p:nvPr/>
        </p:nvSpPr>
        <p:spPr>
          <a:xfrm>
            <a:off x="5796135" y="4267093"/>
            <a:ext cx="726421" cy="693402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l_hoofd"/>
          <p:cNvSpPr/>
          <p:nvPr/>
        </p:nvSpPr>
        <p:spPr>
          <a:xfrm>
            <a:off x="5829154" y="3606709"/>
            <a:ext cx="660383" cy="660383"/>
          </a:xfrm>
          <a:prstGeom prst="ellipse">
            <a:avLst/>
          </a:prstGeom>
          <a:solidFill>
            <a:srgbClr val="F7D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l_haar"/>
          <p:cNvSpPr/>
          <p:nvPr/>
        </p:nvSpPr>
        <p:spPr>
          <a:xfrm>
            <a:off x="5779625" y="3540671"/>
            <a:ext cx="759441" cy="363210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l_oogL"/>
          <p:cNvSpPr/>
          <p:nvPr/>
        </p:nvSpPr>
        <p:spPr>
          <a:xfrm>
            <a:off x="5944721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l_oogR"/>
          <p:cNvSpPr/>
          <p:nvPr/>
        </p:nvSpPr>
        <p:spPr>
          <a:xfrm>
            <a:off x="6241893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l_mond"/>
          <p:cNvSpPr/>
          <p:nvPr/>
        </p:nvSpPr>
        <p:spPr>
          <a:xfrm>
            <a:off x="6043778" y="4052468"/>
            <a:ext cx="231134" cy="14858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kop"/>
          <p:cNvSpPr txBox="1"/>
          <p:nvPr/>
        </p:nvSpPr>
        <p:spPr>
          <a:xfrm>
            <a:off x="761980" y="609584"/>
            <a:ext cx="6984825" cy="1460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00" b="1">
                <a:solidFill>
                  <a:srgbClr val="F2F8FC"/>
                </a:solidFill>
                <a:latin typeface="Segoe UI"/>
              </a:rPr>
              <a:t>Elke zondag</a:t>
            </a:r>
          </a:p>
          <a:p>
            <a:pPr algn="l">
              <a:lnSpc>
                <a:spcPct val="105000"/>
              </a:lnSpc>
            </a:pPr>
            <a:r>
              <a:rPr sz="8200" b="1">
                <a:solidFill>
                  <a:srgbClr val="F2F8FC"/>
                </a:solidFill>
                <a:latin typeface="Segoe UI"/>
              </a:rPr>
              <a:t>samen op stap</a:t>
            </a:r>
          </a:p>
        </p:txBody>
      </p:sp>
      <p:sp>
        <p:nvSpPr>
          <p:cNvPr id="37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Tienduizend stappen, zonder erbij na te denken.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400">
        <p159:morph option="byObject"/>
      </p:transition>
    </mc:Choice>
    <mc:Fallback>
      <p:transition xmlns:p14="http://schemas.microsoft.com/office/powerpoint/2010/main" spd="slow" p14:dur="900" advClick="0" advTm="34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ras"/>
          <p:cNvSpPr/>
          <p:nvPr/>
        </p:nvSpPr>
        <p:spPr>
          <a:xfrm>
            <a:off x="0" y="5587860"/>
            <a:ext cx="12191695" cy="1269968"/>
          </a:xfrm>
          <a:prstGeom prst="rect">
            <a:avLst/>
          </a:prstGeom>
          <a:solidFill>
            <a:srgbClr val="0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_armL"/>
          <p:cNvSpPr/>
          <p:nvPr/>
        </p:nvSpPr>
        <p:spPr>
          <a:xfrm>
            <a:off x="7911902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_armR"/>
          <p:cNvSpPr/>
          <p:nvPr/>
        </p:nvSpPr>
        <p:spPr>
          <a:xfrm>
            <a:off x="8980580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_beenL"/>
          <p:cNvSpPr/>
          <p:nvPr/>
        </p:nvSpPr>
        <p:spPr>
          <a:xfrm>
            <a:off x="820526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_beenR"/>
          <p:cNvSpPr/>
          <p:nvPr/>
        </p:nvSpPr>
        <p:spPr>
          <a:xfrm>
            <a:off x="862435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_schoenL"/>
          <p:cNvSpPr/>
          <p:nvPr/>
        </p:nvSpPr>
        <p:spPr>
          <a:xfrm>
            <a:off x="8079538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_schoenR"/>
          <p:cNvSpPr/>
          <p:nvPr/>
        </p:nvSpPr>
        <p:spPr>
          <a:xfrm>
            <a:off x="8540536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romp"/>
          <p:cNvSpPr/>
          <p:nvPr/>
        </p:nvSpPr>
        <p:spPr>
          <a:xfrm>
            <a:off x="8079538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hoofd"/>
          <p:cNvSpPr/>
          <p:nvPr/>
        </p:nvSpPr>
        <p:spPr>
          <a:xfrm>
            <a:off x="8121446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haar"/>
          <p:cNvSpPr/>
          <p:nvPr/>
        </p:nvSpPr>
        <p:spPr>
          <a:xfrm>
            <a:off x="8058583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rilL"/>
          <p:cNvSpPr/>
          <p:nvPr/>
        </p:nvSpPr>
        <p:spPr>
          <a:xfrm>
            <a:off x="8184310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brilR"/>
          <p:cNvSpPr/>
          <p:nvPr/>
        </p:nvSpPr>
        <p:spPr>
          <a:xfrm>
            <a:off x="8624354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nor"/>
          <p:cNvSpPr/>
          <p:nvPr/>
        </p:nvSpPr>
        <p:spPr>
          <a:xfrm>
            <a:off x="8351946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l_vlechtL"/>
          <p:cNvSpPr/>
          <p:nvPr/>
        </p:nvSpPr>
        <p:spPr>
          <a:xfrm>
            <a:off x="3185080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l_vlechtR"/>
          <p:cNvSpPr/>
          <p:nvPr/>
        </p:nvSpPr>
        <p:spPr>
          <a:xfrm>
            <a:off x="4060088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l_armL"/>
          <p:cNvSpPr/>
          <p:nvPr/>
        </p:nvSpPr>
        <p:spPr>
          <a:xfrm>
            <a:off x="3251118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l_armR"/>
          <p:cNvSpPr/>
          <p:nvPr/>
        </p:nvSpPr>
        <p:spPr>
          <a:xfrm>
            <a:off x="4093107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l_beenL"/>
          <p:cNvSpPr/>
          <p:nvPr/>
        </p:nvSpPr>
        <p:spPr>
          <a:xfrm>
            <a:off x="3482252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l_beenR"/>
          <p:cNvSpPr/>
          <p:nvPr/>
        </p:nvSpPr>
        <p:spPr>
          <a:xfrm>
            <a:off x="3812444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_schoenL"/>
          <p:cNvSpPr/>
          <p:nvPr/>
        </p:nvSpPr>
        <p:spPr>
          <a:xfrm>
            <a:off x="3383195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l_schoenR"/>
          <p:cNvSpPr/>
          <p:nvPr/>
        </p:nvSpPr>
        <p:spPr>
          <a:xfrm>
            <a:off x="3746406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l_romp"/>
          <p:cNvSpPr/>
          <p:nvPr/>
        </p:nvSpPr>
        <p:spPr>
          <a:xfrm>
            <a:off x="3383195" y="4267093"/>
            <a:ext cx="726421" cy="693402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l_hoofd"/>
          <p:cNvSpPr/>
          <p:nvPr/>
        </p:nvSpPr>
        <p:spPr>
          <a:xfrm>
            <a:off x="3416214" y="3606709"/>
            <a:ext cx="660383" cy="660383"/>
          </a:xfrm>
          <a:prstGeom prst="ellipse">
            <a:avLst/>
          </a:prstGeom>
          <a:solidFill>
            <a:srgbClr val="F7D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_haar"/>
          <p:cNvSpPr/>
          <p:nvPr/>
        </p:nvSpPr>
        <p:spPr>
          <a:xfrm>
            <a:off x="3366685" y="3540671"/>
            <a:ext cx="759441" cy="363210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l_oogL"/>
          <p:cNvSpPr/>
          <p:nvPr/>
        </p:nvSpPr>
        <p:spPr>
          <a:xfrm>
            <a:off x="3531781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l_oogR"/>
          <p:cNvSpPr/>
          <p:nvPr/>
        </p:nvSpPr>
        <p:spPr>
          <a:xfrm>
            <a:off x="3828954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l_mond"/>
          <p:cNvSpPr/>
          <p:nvPr/>
        </p:nvSpPr>
        <p:spPr>
          <a:xfrm>
            <a:off x="3630839" y="4052468"/>
            <a:ext cx="231134" cy="14858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blok0"/>
          <p:cNvSpPr/>
          <p:nvPr/>
        </p:nvSpPr>
        <p:spPr>
          <a:xfrm>
            <a:off x="3530511" y="5498962"/>
            <a:ext cx="330191" cy="190495"/>
          </a:xfrm>
          <a:prstGeom prst="roundRect">
            <a:avLst>
              <a:gd name="adj" fmla="val 2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blok1"/>
          <p:cNvSpPr/>
          <p:nvPr/>
        </p:nvSpPr>
        <p:spPr>
          <a:xfrm>
            <a:off x="8318292" y="5498962"/>
            <a:ext cx="330191" cy="190495"/>
          </a:xfrm>
          <a:prstGeom prst="roundRect">
            <a:avLst>
              <a:gd name="adj" fmla="val 2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Lotte voelt het meteen.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600">
        <p159:morph option="byObject"/>
      </p:transition>
    </mc:Choice>
    <mc:Fallback>
      <p:transition xmlns:p14="http://schemas.microsoft.com/office/powerpoint/2010/main" spd="slow" p14:dur="900" advClick="0" advTm="36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ras"/>
          <p:cNvSpPr/>
          <p:nvPr/>
        </p:nvSpPr>
        <p:spPr>
          <a:xfrm>
            <a:off x="0" y="5587860"/>
            <a:ext cx="12191695" cy="1269968"/>
          </a:xfrm>
          <a:prstGeom prst="rect">
            <a:avLst/>
          </a:prstGeom>
          <a:solidFill>
            <a:srgbClr val="0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_armL"/>
          <p:cNvSpPr/>
          <p:nvPr/>
        </p:nvSpPr>
        <p:spPr>
          <a:xfrm>
            <a:off x="7911902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_armR"/>
          <p:cNvSpPr/>
          <p:nvPr/>
        </p:nvSpPr>
        <p:spPr>
          <a:xfrm>
            <a:off x="8980580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_beenL"/>
          <p:cNvSpPr/>
          <p:nvPr/>
        </p:nvSpPr>
        <p:spPr>
          <a:xfrm>
            <a:off x="820526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_beenR"/>
          <p:cNvSpPr/>
          <p:nvPr/>
        </p:nvSpPr>
        <p:spPr>
          <a:xfrm>
            <a:off x="862435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_schoenL"/>
          <p:cNvSpPr/>
          <p:nvPr/>
        </p:nvSpPr>
        <p:spPr>
          <a:xfrm>
            <a:off x="8079538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_schoenR"/>
          <p:cNvSpPr/>
          <p:nvPr/>
        </p:nvSpPr>
        <p:spPr>
          <a:xfrm>
            <a:off x="8540536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romp"/>
          <p:cNvSpPr/>
          <p:nvPr/>
        </p:nvSpPr>
        <p:spPr>
          <a:xfrm>
            <a:off x="8079538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hoofd"/>
          <p:cNvSpPr/>
          <p:nvPr/>
        </p:nvSpPr>
        <p:spPr>
          <a:xfrm>
            <a:off x="8121446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haar"/>
          <p:cNvSpPr/>
          <p:nvPr/>
        </p:nvSpPr>
        <p:spPr>
          <a:xfrm>
            <a:off x="8058583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rilL"/>
          <p:cNvSpPr/>
          <p:nvPr/>
        </p:nvSpPr>
        <p:spPr>
          <a:xfrm>
            <a:off x="8184310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brilR"/>
          <p:cNvSpPr/>
          <p:nvPr/>
        </p:nvSpPr>
        <p:spPr>
          <a:xfrm>
            <a:off x="8624354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nor"/>
          <p:cNvSpPr/>
          <p:nvPr/>
        </p:nvSpPr>
        <p:spPr>
          <a:xfrm>
            <a:off x="8351946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l_vlechtL"/>
          <p:cNvSpPr/>
          <p:nvPr/>
        </p:nvSpPr>
        <p:spPr>
          <a:xfrm>
            <a:off x="3185080" y="3200319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l_vlechtR"/>
          <p:cNvSpPr/>
          <p:nvPr/>
        </p:nvSpPr>
        <p:spPr>
          <a:xfrm>
            <a:off x="4060088" y="3200319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l_armL"/>
          <p:cNvSpPr/>
          <p:nvPr/>
        </p:nvSpPr>
        <p:spPr>
          <a:xfrm rot="20280000">
            <a:off x="3251118" y="3728626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l_armR"/>
          <p:cNvSpPr/>
          <p:nvPr/>
        </p:nvSpPr>
        <p:spPr>
          <a:xfrm rot="1320000">
            <a:off x="4093107" y="3728626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l_beenL"/>
          <p:cNvSpPr/>
          <p:nvPr/>
        </p:nvSpPr>
        <p:spPr>
          <a:xfrm>
            <a:off x="3482252" y="4355991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l_beenR"/>
          <p:cNvSpPr/>
          <p:nvPr/>
        </p:nvSpPr>
        <p:spPr>
          <a:xfrm rot="19320000">
            <a:off x="3812444" y="4355991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_schoenL"/>
          <p:cNvSpPr/>
          <p:nvPr/>
        </p:nvSpPr>
        <p:spPr>
          <a:xfrm>
            <a:off x="3383195" y="4818259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l_schoenR"/>
          <p:cNvSpPr/>
          <p:nvPr/>
        </p:nvSpPr>
        <p:spPr>
          <a:xfrm>
            <a:off x="3746406" y="4818259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l_romp"/>
          <p:cNvSpPr/>
          <p:nvPr/>
        </p:nvSpPr>
        <p:spPr>
          <a:xfrm>
            <a:off x="3383195" y="3695607"/>
            <a:ext cx="726421" cy="693402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l_hoofd"/>
          <p:cNvSpPr/>
          <p:nvPr/>
        </p:nvSpPr>
        <p:spPr>
          <a:xfrm>
            <a:off x="3416214" y="3035224"/>
            <a:ext cx="660383" cy="660383"/>
          </a:xfrm>
          <a:prstGeom prst="ellipse">
            <a:avLst/>
          </a:prstGeom>
          <a:solidFill>
            <a:srgbClr val="F7D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_haar"/>
          <p:cNvSpPr/>
          <p:nvPr/>
        </p:nvSpPr>
        <p:spPr>
          <a:xfrm>
            <a:off x="3366685" y="2969185"/>
            <a:ext cx="759441" cy="363210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l_oogL"/>
          <p:cNvSpPr/>
          <p:nvPr/>
        </p:nvSpPr>
        <p:spPr>
          <a:xfrm>
            <a:off x="3531781" y="3266358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l_oogR"/>
          <p:cNvSpPr/>
          <p:nvPr/>
        </p:nvSpPr>
        <p:spPr>
          <a:xfrm>
            <a:off x="3828954" y="3266358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l_mond"/>
          <p:cNvSpPr/>
          <p:nvPr/>
        </p:nvSpPr>
        <p:spPr>
          <a:xfrm>
            <a:off x="3630839" y="3480982"/>
            <a:ext cx="231134" cy="14858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blok0"/>
          <p:cNvSpPr/>
          <p:nvPr/>
        </p:nvSpPr>
        <p:spPr>
          <a:xfrm>
            <a:off x="3530511" y="5498962"/>
            <a:ext cx="330191" cy="190495"/>
          </a:xfrm>
          <a:prstGeom prst="roundRect">
            <a:avLst>
              <a:gd name="adj" fmla="val 2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blok1"/>
          <p:cNvSpPr/>
          <p:nvPr/>
        </p:nvSpPr>
        <p:spPr>
          <a:xfrm>
            <a:off x="8318292" y="5498962"/>
            <a:ext cx="330191" cy="190495"/>
          </a:xfrm>
          <a:prstGeom prst="roundRect">
            <a:avLst>
              <a:gd name="adj" fmla="val 2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au"/>
          <p:cNvSpPr txBox="1"/>
          <p:nvPr/>
        </p:nvSpPr>
        <p:spPr>
          <a:xfrm>
            <a:off x="2285942" y="1435064"/>
            <a:ext cx="2031949" cy="825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400" b="1">
                <a:solidFill>
                  <a:srgbClr val="FF7A00"/>
                </a:solidFill>
                <a:latin typeface="Segoe UI"/>
              </a:rPr>
              <a:t>AU!</a:t>
            </a:r>
          </a:p>
        </p:txBody>
      </p:sp>
      <p:sp>
        <p:nvSpPr>
          <p:cNvPr id="33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Opa Frans voelt niets.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600">
        <p159:morph option="byObject"/>
      </p:transition>
    </mc:Choice>
    <mc:Fallback>
      <p:transition xmlns:p14="http://schemas.microsoft.com/office/powerpoint/2010/main" spd="slow" p14:dur="900" advClick="0" advTm="36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op"/>
          <p:cNvSpPr txBox="1"/>
          <p:nvPr/>
        </p:nvSpPr>
        <p:spPr>
          <a:xfrm>
            <a:off x="761980" y="1269968"/>
            <a:ext cx="4825879" cy="1904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Toch duwt</a:t>
            </a: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zijn voet</a:t>
            </a: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te hard</a:t>
            </a:r>
          </a:p>
        </p:txBody>
      </p:sp>
      <p:sp>
        <p:nvSpPr>
          <p:cNvPr id="4" name="!!voetdeel0"/>
          <p:cNvSpPr/>
          <p:nvPr/>
        </p:nvSpPr>
        <p:spPr>
          <a:xfrm>
            <a:off x="7657908" y="3078403"/>
            <a:ext cx="1653498" cy="1653498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voetdeel1"/>
          <p:cNvSpPr/>
          <p:nvPr/>
        </p:nvSpPr>
        <p:spPr>
          <a:xfrm>
            <a:off x="7736646" y="2291022"/>
            <a:ext cx="1496022" cy="1259808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voetdeel2"/>
          <p:cNvSpPr/>
          <p:nvPr/>
        </p:nvSpPr>
        <p:spPr>
          <a:xfrm>
            <a:off x="7264218" y="1661118"/>
            <a:ext cx="2440878" cy="1417284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teen0"/>
          <p:cNvSpPr/>
          <p:nvPr/>
        </p:nvSpPr>
        <p:spPr>
          <a:xfrm>
            <a:off x="7303587" y="1031214"/>
            <a:ext cx="708642" cy="708642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een1"/>
          <p:cNvSpPr/>
          <p:nvPr/>
        </p:nvSpPr>
        <p:spPr>
          <a:xfrm>
            <a:off x="8130336" y="952476"/>
            <a:ext cx="551166" cy="551166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een2"/>
          <p:cNvSpPr/>
          <p:nvPr/>
        </p:nvSpPr>
        <p:spPr>
          <a:xfrm>
            <a:off x="8681502" y="1031214"/>
            <a:ext cx="492112" cy="492112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een3"/>
          <p:cNvSpPr/>
          <p:nvPr/>
        </p:nvSpPr>
        <p:spPr>
          <a:xfrm>
            <a:off x="9153931" y="1188690"/>
            <a:ext cx="452743" cy="452743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een4"/>
          <p:cNvSpPr/>
          <p:nvPr/>
        </p:nvSpPr>
        <p:spPr>
          <a:xfrm>
            <a:off x="9586990" y="1385535"/>
            <a:ext cx="413374" cy="413374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aard0"/>
          <p:cNvSpPr/>
          <p:nvPr/>
        </p:nvSpPr>
        <p:spPr>
          <a:xfrm>
            <a:off x="7827449" y="1712552"/>
            <a:ext cx="841988" cy="841988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haard1"/>
          <p:cNvSpPr/>
          <p:nvPr/>
        </p:nvSpPr>
        <p:spPr>
          <a:xfrm>
            <a:off x="7987427" y="1872530"/>
            <a:ext cx="522033" cy="522033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haard2"/>
          <p:cNvSpPr/>
          <p:nvPr/>
        </p:nvSpPr>
        <p:spPr>
          <a:xfrm>
            <a:off x="8122145" y="2007248"/>
            <a:ext cx="252596" cy="252596"/>
          </a:xfrm>
          <a:prstGeom prst="ellipse">
            <a:avLst/>
          </a:prstGeom>
          <a:solidFill>
            <a:srgbClr val="E8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Op één plekje. Als een steentje dat er altijd zit.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400">
        <p159:morph option="byObject"/>
      </p:transition>
    </mc:Choice>
    <mc:Fallback>
      <p:transition xmlns:p14="http://schemas.microsoft.com/office/powerpoint/2010/main" spd="slow" p14:dur="900" advClick="0" advTm="24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op"/>
          <p:cNvSpPr txBox="1"/>
          <p:nvPr/>
        </p:nvSpPr>
        <p:spPr>
          <a:xfrm>
            <a:off x="761980" y="1269968"/>
            <a:ext cx="4825879" cy="1904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Toch duwt</a:t>
            </a: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zijn voet</a:t>
            </a: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te hard</a:t>
            </a:r>
          </a:p>
        </p:txBody>
      </p:sp>
      <p:sp>
        <p:nvSpPr>
          <p:cNvPr id="4" name="!!voetdeel0"/>
          <p:cNvSpPr/>
          <p:nvPr/>
        </p:nvSpPr>
        <p:spPr>
          <a:xfrm>
            <a:off x="7657908" y="3078403"/>
            <a:ext cx="1653498" cy="1653498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voetdeel1"/>
          <p:cNvSpPr/>
          <p:nvPr/>
        </p:nvSpPr>
        <p:spPr>
          <a:xfrm>
            <a:off x="7736646" y="2291022"/>
            <a:ext cx="1496022" cy="1259808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voetdeel2"/>
          <p:cNvSpPr/>
          <p:nvPr/>
        </p:nvSpPr>
        <p:spPr>
          <a:xfrm>
            <a:off x="7264218" y="1661118"/>
            <a:ext cx="2440878" cy="1417284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teen0"/>
          <p:cNvSpPr/>
          <p:nvPr/>
        </p:nvSpPr>
        <p:spPr>
          <a:xfrm>
            <a:off x="7303587" y="1031214"/>
            <a:ext cx="708642" cy="708642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een1"/>
          <p:cNvSpPr/>
          <p:nvPr/>
        </p:nvSpPr>
        <p:spPr>
          <a:xfrm>
            <a:off x="8130336" y="952476"/>
            <a:ext cx="551166" cy="551166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een2"/>
          <p:cNvSpPr/>
          <p:nvPr/>
        </p:nvSpPr>
        <p:spPr>
          <a:xfrm>
            <a:off x="8681502" y="1031214"/>
            <a:ext cx="492112" cy="492112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een3"/>
          <p:cNvSpPr/>
          <p:nvPr/>
        </p:nvSpPr>
        <p:spPr>
          <a:xfrm>
            <a:off x="9153931" y="1188690"/>
            <a:ext cx="452743" cy="452743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een4"/>
          <p:cNvSpPr/>
          <p:nvPr/>
        </p:nvSpPr>
        <p:spPr>
          <a:xfrm>
            <a:off x="9586990" y="1385535"/>
            <a:ext cx="413374" cy="413374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aard0"/>
          <p:cNvSpPr/>
          <p:nvPr/>
        </p:nvSpPr>
        <p:spPr>
          <a:xfrm>
            <a:off x="7753156" y="1638259"/>
            <a:ext cx="990575" cy="990575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haard1"/>
          <p:cNvSpPr/>
          <p:nvPr/>
        </p:nvSpPr>
        <p:spPr>
          <a:xfrm>
            <a:off x="7941365" y="1826468"/>
            <a:ext cx="614156" cy="614156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haard2"/>
          <p:cNvSpPr/>
          <p:nvPr/>
        </p:nvSpPr>
        <p:spPr>
          <a:xfrm>
            <a:off x="8099857" y="1984960"/>
            <a:ext cx="297172" cy="297172"/>
          </a:xfrm>
          <a:prstGeom prst="ellipse">
            <a:avLst/>
          </a:prstGeom>
          <a:solidFill>
            <a:srgbClr val="E8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Op één plekje. Als een steentje dat er altijd zit.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400">
        <p159:morph option="byObject"/>
      </p:transition>
    </mc:Choice>
    <mc:Fallback>
      <p:transition xmlns:p14="http://schemas.microsoft.com/office/powerpoint/2010/main" spd="slow" p14:dur="900" advClick="0" advTm="2400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op"/>
          <p:cNvSpPr txBox="1"/>
          <p:nvPr/>
        </p:nvSpPr>
        <p:spPr>
          <a:xfrm>
            <a:off x="761980" y="1269968"/>
            <a:ext cx="4825879" cy="1904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Toch duwt</a:t>
            </a: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zijn voet</a:t>
            </a: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2F8FC"/>
                </a:solidFill>
                <a:latin typeface="Segoe UI"/>
              </a:rPr>
              <a:t>te hard</a:t>
            </a:r>
          </a:p>
        </p:txBody>
      </p:sp>
      <p:sp>
        <p:nvSpPr>
          <p:cNvPr id="4" name="!!voetdeel0"/>
          <p:cNvSpPr/>
          <p:nvPr/>
        </p:nvSpPr>
        <p:spPr>
          <a:xfrm>
            <a:off x="7657908" y="3078403"/>
            <a:ext cx="1653498" cy="1653498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voetdeel1"/>
          <p:cNvSpPr/>
          <p:nvPr/>
        </p:nvSpPr>
        <p:spPr>
          <a:xfrm>
            <a:off x="7736646" y="2291022"/>
            <a:ext cx="1496022" cy="1259808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voetdeel2"/>
          <p:cNvSpPr/>
          <p:nvPr/>
        </p:nvSpPr>
        <p:spPr>
          <a:xfrm>
            <a:off x="7264218" y="1661118"/>
            <a:ext cx="2440878" cy="1417284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teen0"/>
          <p:cNvSpPr/>
          <p:nvPr/>
        </p:nvSpPr>
        <p:spPr>
          <a:xfrm>
            <a:off x="7303587" y="1031214"/>
            <a:ext cx="708642" cy="708642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een1"/>
          <p:cNvSpPr/>
          <p:nvPr/>
        </p:nvSpPr>
        <p:spPr>
          <a:xfrm>
            <a:off x="8130336" y="952476"/>
            <a:ext cx="551166" cy="551166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een2"/>
          <p:cNvSpPr/>
          <p:nvPr/>
        </p:nvSpPr>
        <p:spPr>
          <a:xfrm>
            <a:off x="8681502" y="1031214"/>
            <a:ext cx="492112" cy="492112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een3"/>
          <p:cNvSpPr/>
          <p:nvPr/>
        </p:nvSpPr>
        <p:spPr>
          <a:xfrm>
            <a:off x="9153931" y="1188690"/>
            <a:ext cx="452743" cy="452743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een4"/>
          <p:cNvSpPr/>
          <p:nvPr/>
        </p:nvSpPr>
        <p:spPr>
          <a:xfrm>
            <a:off x="9586990" y="1385535"/>
            <a:ext cx="413374" cy="413374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haard0"/>
          <p:cNvSpPr/>
          <p:nvPr/>
        </p:nvSpPr>
        <p:spPr>
          <a:xfrm>
            <a:off x="7794430" y="1679533"/>
            <a:ext cx="908027" cy="908027"/>
          </a:xfrm>
          <a:prstGeom prst="ellipse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haard1"/>
          <p:cNvSpPr/>
          <p:nvPr/>
        </p:nvSpPr>
        <p:spPr>
          <a:xfrm>
            <a:off x="7966955" y="1852058"/>
            <a:ext cx="562976" cy="562976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haard2"/>
          <p:cNvSpPr/>
          <p:nvPr/>
        </p:nvSpPr>
        <p:spPr>
          <a:xfrm>
            <a:off x="8112239" y="1997342"/>
            <a:ext cx="272408" cy="272408"/>
          </a:xfrm>
          <a:prstGeom prst="ellipse">
            <a:avLst/>
          </a:prstGeom>
          <a:solidFill>
            <a:srgbClr val="E8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Op één plekje. Als een steentje dat er altijd zit.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400">
        <p159:morph option="byObject"/>
      </p:transition>
    </mc:Choice>
    <mc:Fallback>
      <p:transition xmlns:p14="http://schemas.microsoft.com/office/powerpoint/2010/main" spd="slow" p14:dur="900" advClick="0" advTm="2400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op"/>
          <p:cNvSpPr txBox="1"/>
          <p:nvPr/>
        </p:nvSpPr>
        <p:spPr>
          <a:xfrm>
            <a:off x="6730831" y="1498562"/>
            <a:ext cx="4825879" cy="253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800" b="1">
                <a:solidFill>
                  <a:srgbClr val="F2F8FC"/>
                </a:solidFill>
                <a:latin typeface="Segoe UI"/>
              </a:rPr>
              <a:t>Een zool</a:t>
            </a:r>
          </a:p>
          <a:p>
            <a:pPr algn="l">
              <a:lnSpc>
                <a:spcPct val="112000"/>
              </a:lnSpc>
            </a:pPr>
            <a:r>
              <a:rPr sz="6800" b="1">
                <a:solidFill>
                  <a:srgbClr val="F2F8FC"/>
                </a:solidFill>
                <a:latin typeface="Segoe UI"/>
              </a:rPr>
              <a:t>met 99</a:t>
            </a:r>
          </a:p>
          <a:p>
            <a:pPr algn="l">
              <a:lnSpc>
                <a:spcPct val="112000"/>
              </a:lnSpc>
            </a:pPr>
            <a:r>
              <a:rPr sz="6800" b="1">
                <a:solidFill>
                  <a:srgbClr val="F2F8FC"/>
                </a:solidFill>
                <a:latin typeface="Segoe UI"/>
              </a:rPr>
              <a:t>voelertjes</a:t>
            </a:r>
          </a:p>
        </p:txBody>
      </p:sp>
      <p:sp>
        <p:nvSpPr>
          <p:cNvPr id="4" name="!!band000"/>
          <p:cNvSpPr/>
          <p:nvPr/>
        </p:nvSpPr>
        <p:spPr>
          <a:xfrm>
            <a:off x="2588971" y="5926518"/>
            <a:ext cx="79090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and001"/>
          <p:cNvSpPr/>
          <p:nvPr/>
        </p:nvSpPr>
        <p:spPr>
          <a:xfrm>
            <a:off x="2534644" y="5884186"/>
            <a:ext cx="89956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and002"/>
          <p:cNvSpPr/>
          <p:nvPr/>
        </p:nvSpPr>
        <p:spPr>
          <a:xfrm>
            <a:off x="2480318" y="5841853"/>
            <a:ext cx="100821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and003"/>
          <p:cNvSpPr/>
          <p:nvPr/>
        </p:nvSpPr>
        <p:spPr>
          <a:xfrm>
            <a:off x="2425992" y="5799521"/>
            <a:ext cx="111686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and004"/>
          <p:cNvSpPr/>
          <p:nvPr/>
        </p:nvSpPr>
        <p:spPr>
          <a:xfrm>
            <a:off x="2403795" y="5757189"/>
            <a:ext cx="116125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and005"/>
          <p:cNvSpPr/>
          <p:nvPr/>
        </p:nvSpPr>
        <p:spPr>
          <a:xfrm>
            <a:off x="2385169" y="5714857"/>
            <a:ext cx="119851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band006"/>
          <p:cNvSpPr/>
          <p:nvPr/>
        </p:nvSpPr>
        <p:spPr>
          <a:xfrm>
            <a:off x="2366543" y="5672524"/>
            <a:ext cx="123576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and007"/>
          <p:cNvSpPr/>
          <p:nvPr/>
        </p:nvSpPr>
        <p:spPr>
          <a:xfrm>
            <a:off x="2347917" y="5630192"/>
            <a:ext cx="127301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and008"/>
          <p:cNvSpPr/>
          <p:nvPr/>
        </p:nvSpPr>
        <p:spPr>
          <a:xfrm>
            <a:off x="2329291" y="5587860"/>
            <a:ext cx="131026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and009"/>
          <p:cNvSpPr/>
          <p:nvPr/>
        </p:nvSpPr>
        <p:spPr>
          <a:xfrm>
            <a:off x="2310664" y="5545528"/>
            <a:ext cx="134752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band010"/>
          <p:cNvSpPr/>
          <p:nvPr/>
        </p:nvSpPr>
        <p:spPr>
          <a:xfrm>
            <a:off x="2305808" y="5503195"/>
            <a:ext cx="135723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band011"/>
          <p:cNvSpPr/>
          <p:nvPr/>
        </p:nvSpPr>
        <p:spPr>
          <a:xfrm>
            <a:off x="2302482" y="5460863"/>
            <a:ext cx="136388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band012"/>
          <p:cNvSpPr/>
          <p:nvPr/>
        </p:nvSpPr>
        <p:spPr>
          <a:xfrm>
            <a:off x="2299156" y="5418531"/>
            <a:ext cx="137053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band013"/>
          <p:cNvSpPr/>
          <p:nvPr/>
        </p:nvSpPr>
        <p:spPr>
          <a:xfrm>
            <a:off x="2295830" y="5376198"/>
            <a:ext cx="137718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band014"/>
          <p:cNvSpPr/>
          <p:nvPr/>
        </p:nvSpPr>
        <p:spPr>
          <a:xfrm>
            <a:off x="2292504" y="5333866"/>
            <a:ext cx="138384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band015"/>
          <p:cNvSpPr/>
          <p:nvPr/>
        </p:nvSpPr>
        <p:spPr>
          <a:xfrm>
            <a:off x="2289178" y="5291534"/>
            <a:ext cx="139049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band016"/>
          <p:cNvSpPr/>
          <p:nvPr/>
        </p:nvSpPr>
        <p:spPr>
          <a:xfrm>
            <a:off x="2285852" y="5249202"/>
            <a:ext cx="139714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and017"/>
          <p:cNvSpPr/>
          <p:nvPr/>
        </p:nvSpPr>
        <p:spPr>
          <a:xfrm>
            <a:off x="2282526" y="5206869"/>
            <a:ext cx="140379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band018"/>
          <p:cNvSpPr/>
          <p:nvPr/>
        </p:nvSpPr>
        <p:spPr>
          <a:xfrm>
            <a:off x="2282156" y="5164537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band019"/>
          <p:cNvSpPr/>
          <p:nvPr/>
        </p:nvSpPr>
        <p:spPr>
          <a:xfrm>
            <a:off x="2284743" y="5122205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band020"/>
          <p:cNvSpPr/>
          <p:nvPr/>
        </p:nvSpPr>
        <p:spPr>
          <a:xfrm>
            <a:off x="2287330" y="5079873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band021"/>
          <p:cNvSpPr/>
          <p:nvPr/>
        </p:nvSpPr>
        <p:spPr>
          <a:xfrm>
            <a:off x="2289917" y="5037540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band022"/>
          <p:cNvSpPr/>
          <p:nvPr/>
        </p:nvSpPr>
        <p:spPr>
          <a:xfrm>
            <a:off x="2292504" y="4995208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band023"/>
          <p:cNvSpPr/>
          <p:nvPr/>
        </p:nvSpPr>
        <p:spPr>
          <a:xfrm>
            <a:off x="2295091" y="4952876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band024"/>
          <p:cNvSpPr/>
          <p:nvPr/>
        </p:nvSpPr>
        <p:spPr>
          <a:xfrm>
            <a:off x="2297678" y="4910543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band025"/>
          <p:cNvSpPr/>
          <p:nvPr/>
        </p:nvSpPr>
        <p:spPr>
          <a:xfrm>
            <a:off x="2300265" y="4868211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band026"/>
          <p:cNvSpPr/>
          <p:nvPr/>
        </p:nvSpPr>
        <p:spPr>
          <a:xfrm>
            <a:off x="2302852" y="4825879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band027"/>
          <p:cNvSpPr/>
          <p:nvPr/>
        </p:nvSpPr>
        <p:spPr>
          <a:xfrm>
            <a:off x="2305439" y="4783547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nd028"/>
          <p:cNvSpPr/>
          <p:nvPr/>
        </p:nvSpPr>
        <p:spPr>
          <a:xfrm>
            <a:off x="2308026" y="4741214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band029"/>
          <p:cNvSpPr/>
          <p:nvPr/>
        </p:nvSpPr>
        <p:spPr>
          <a:xfrm>
            <a:off x="2316951" y="4698882"/>
            <a:ext cx="140101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band030"/>
          <p:cNvSpPr/>
          <p:nvPr/>
        </p:nvSpPr>
        <p:spPr>
          <a:xfrm>
            <a:off x="2328592" y="4656550"/>
            <a:ext cx="139228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band031"/>
          <p:cNvSpPr/>
          <p:nvPr/>
        </p:nvSpPr>
        <p:spPr>
          <a:xfrm>
            <a:off x="2340233" y="4614217"/>
            <a:ext cx="138355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band032"/>
          <p:cNvSpPr/>
          <p:nvPr/>
        </p:nvSpPr>
        <p:spPr>
          <a:xfrm>
            <a:off x="2351875" y="4571885"/>
            <a:ext cx="137482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nd033"/>
          <p:cNvSpPr/>
          <p:nvPr/>
        </p:nvSpPr>
        <p:spPr>
          <a:xfrm>
            <a:off x="2363516" y="4529553"/>
            <a:ext cx="136608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band034"/>
          <p:cNvSpPr/>
          <p:nvPr/>
        </p:nvSpPr>
        <p:spPr>
          <a:xfrm>
            <a:off x="2375158" y="4487221"/>
            <a:ext cx="135735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band035"/>
          <p:cNvSpPr/>
          <p:nvPr/>
        </p:nvSpPr>
        <p:spPr>
          <a:xfrm>
            <a:off x="2386799" y="4444888"/>
            <a:ext cx="134862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band036"/>
          <p:cNvSpPr/>
          <p:nvPr/>
        </p:nvSpPr>
        <p:spPr>
          <a:xfrm>
            <a:off x="2398440" y="4402556"/>
            <a:ext cx="133989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band037"/>
          <p:cNvSpPr/>
          <p:nvPr/>
        </p:nvSpPr>
        <p:spPr>
          <a:xfrm>
            <a:off x="2410082" y="4360224"/>
            <a:ext cx="133116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band038"/>
          <p:cNvSpPr/>
          <p:nvPr/>
        </p:nvSpPr>
        <p:spPr>
          <a:xfrm>
            <a:off x="2421723" y="4317892"/>
            <a:ext cx="132243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band039"/>
          <p:cNvSpPr/>
          <p:nvPr/>
        </p:nvSpPr>
        <p:spPr>
          <a:xfrm>
            <a:off x="2433364" y="4275559"/>
            <a:ext cx="131370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band040"/>
          <p:cNvSpPr/>
          <p:nvPr/>
        </p:nvSpPr>
        <p:spPr>
          <a:xfrm>
            <a:off x="2445006" y="4233227"/>
            <a:ext cx="130497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band041"/>
          <p:cNvSpPr/>
          <p:nvPr/>
        </p:nvSpPr>
        <p:spPr>
          <a:xfrm>
            <a:off x="2456647" y="4190895"/>
            <a:ext cx="129624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band042"/>
          <p:cNvSpPr/>
          <p:nvPr/>
        </p:nvSpPr>
        <p:spPr>
          <a:xfrm>
            <a:off x="2468289" y="4148562"/>
            <a:ext cx="12875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band043"/>
          <p:cNvSpPr/>
          <p:nvPr/>
        </p:nvSpPr>
        <p:spPr>
          <a:xfrm>
            <a:off x="2479930" y="4106230"/>
            <a:ext cx="127877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band044"/>
          <p:cNvSpPr/>
          <p:nvPr/>
        </p:nvSpPr>
        <p:spPr>
          <a:xfrm>
            <a:off x="2491571" y="4063898"/>
            <a:ext cx="127004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band045"/>
          <p:cNvSpPr/>
          <p:nvPr/>
        </p:nvSpPr>
        <p:spPr>
          <a:xfrm>
            <a:off x="2503213" y="4021566"/>
            <a:ext cx="126131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band046"/>
          <p:cNvSpPr/>
          <p:nvPr/>
        </p:nvSpPr>
        <p:spPr>
          <a:xfrm>
            <a:off x="2514854" y="3979233"/>
            <a:ext cx="125258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band047"/>
          <p:cNvSpPr/>
          <p:nvPr/>
        </p:nvSpPr>
        <p:spPr>
          <a:xfrm>
            <a:off x="2526496" y="3936901"/>
            <a:ext cx="124385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band048"/>
          <p:cNvSpPr/>
          <p:nvPr/>
        </p:nvSpPr>
        <p:spPr>
          <a:xfrm>
            <a:off x="2530861" y="3894569"/>
            <a:ext cx="124385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band049"/>
          <p:cNvSpPr/>
          <p:nvPr/>
        </p:nvSpPr>
        <p:spPr>
          <a:xfrm>
            <a:off x="2527951" y="3852237"/>
            <a:ext cx="125258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band050"/>
          <p:cNvSpPr/>
          <p:nvPr/>
        </p:nvSpPr>
        <p:spPr>
          <a:xfrm>
            <a:off x="2525040" y="3809904"/>
            <a:ext cx="126131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band051"/>
          <p:cNvSpPr/>
          <p:nvPr/>
        </p:nvSpPr>
        <p:spPr>
          <a:xfrm>
            <a:off x="2522130" y="3767572"/>
            <a:ext cx="127004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band052"/>
          <p:cNvSpPr/>
          <p:nvPr/>
        </p:nvSpPr>
        <p:spPr>
          <a:xfrm>
            <a:off x="2519220" y="3725240"/>
            <a:ext cx="127877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band053"/>
          <p:cNvSpPr/>
          <p:nvPr/>
        </p:nvSpPr>
        <p:spPr>
          <a:xfrm>
            <a:off x="2516309" y="3682907"/>
            <a:ext cx="12875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band054"/>
          <p:cNvSpPr/>
          <p:nvPr/>
        </p:nvSpPr>
        <p:spPr>
          <a:xfrm>
            <a:off x="2513399" y="3640575"/>
            <a:ext cx="129624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band055"/>
          <p:cNvSpPr/>
          <p:nvPr/>
        </p:nvSpPr>
        <p:spPr>
          <a:xfrm>
            <a:off x="2510489" y="3598243"/>
            <a:ext cx="130497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band056"/>
          <p:cNvSpPr/>
          <p:nvPr/>
        </p:nvSpPr>
        <p:spPr>
          <a:xfrm>
            <a:off x="2507578" y="3555911"/>
            <a:ext cx="131370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band057"/>
          <p:cNvSpPr/>
          <p:nvPr/>
        </p:nvSpPr>
        <p:spPr>
          <a:xfrm>
            <a:off x="2504668" y="3513578"/>
            <a:ext cx="132243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band058"/>
          <p:cNvSpPr/>
          <p:nvPr/>
        </p:nvSpPr>
        <p:spPr>
          <a:xfrm>
            <a:off x="2489409" y="3471246"/>
            <a:ext cx="134426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band059"/>
          <p:cNvSpPr/>
          <p:nvPr/>
        </p:nvSpPr>
        <p:spPr>
          <a:xfrm>
            <a:off x="2472779" y="3428914"/>
            <a:ext cx="136754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band060"/>
          <p:cNvSpPr/>
          <p:nvPr/>
        </p:nvSpPr>
        <p:spPr>
          <a:xfrm>
            <a:off x="2456148" y="3386581"/>
            <a:ext cx="139082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band061"/>
          <p:cNvSpPr/>
          <p:nvPr/>
        </p:nvSpPr>
        <p:spPr>
          <a:xfrm>
            <a:off x="2439518" y="3344249"/>
            <a:ext cx="14141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band062"/>
          <p:cNvSpPr/>
          <p:nvPr/>
        </p:nvSpPr>
        <p:spPr>
          <a:xfrm>
            <a:off x="2422887" y="3301917"/>
            <a:ext cx="143739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band063"/>
          <p:cNvSpPr/>
          <p:nvPr/>
        </p:nvSpPr>
        <p:spPr>
          <a:xfrm>
            <a:off x="2406257" y="3259585"/>
            <a:ext cx="146067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band064"/>
          <p:cNvSpPr/>
          <p:nvPr/>
        </p:nvSpPr>
        <p:spPr>
          <a:xfrm>
            <a:off x="2389626" y="3217252"/>
            <a:ext cx="148395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band065"/>
          <p:cNvSpPr/>
          <p:nvPr/>
        </p:nvSpPr>
        <p:spPr>
          <a:xfrm>
            <a:off x="2372996" y="3174920"/>
            <a:ext cx="150724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band066"/>
          <p:cNvSpPr/>
          <p:nvPr/>
        </p:nvSpPr>
        <p:spPr>
          <a:xfrm>
            <a:off x="2353039" y="3132588"/>
            <a:ext cx="153384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band067"/>
          <p:cNvSpPr/>
          <p:nvPr/>
        </p:nvSpPr>
        <p:spPr>
          <a:xfrm>
            <a:off x="2329756" y="3090256"/>
            <a:ext cx="156378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band068"/>
          <p:cNvSpPr/>
          <p:nvPr/>
        </p:nvSpPr>
        <p:spPr>
          <a:xfrm>
            <a:off x="2306474" y="3047923"/>
            <a:ext cx="159371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band069"/>
          <p:cNvSpPr/>
          <p:nvPr/>
        </p:nvSpPr>
        <p:spPr>
          <a:xfrm>
            <a:off x="2283191" y="3005591"/>
            <a:ext cx="162365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band070"/>
          <p:cNvSpPr/>
          <p:nvPr/>
        </p:nvSpPr>
        <p:spPr>
          <a:xfrm>
            <a:off x="2259908" y="2963259"/>
            <a:ext cx="165358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band071"/>
          <p:cNvSpPr/>
          <p:nvPr/>
        </p:nvSpPr>
        <p:spPr>
          <a:xfrm>
            <a:off x="2236625" y="2920926"/>
            <a:ext cx="16835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band072"/>
          <p:cNvSpPr/>
          <p:nvPr/>
        </p:nvSpPr>
        <p:spPr>
          <a:xfrm>
            <a:off x="2213342" y="2878594"/>
            <a:ext cx="171345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band073"/>
          <p:cNvSpPr/>
          <p:nvPr/>
        </p:nvSpPr>
        <p:spPr>
          <a:xfrm>
            <a:off x="2190060" y="2836262"/>
            <a:ext cx="174339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band074"/>
          <p:cNvSpPr/>
          <p:nvPr/>
        </p:nvSpPr>
        <p:spPr>
          <a:xfrm>
            <a:off x="2167442" y="2793930"/>
            <a:ext cx="177233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band075"/>
          <p:cNvSpPr/>
          <p:nvPr/>
        </p:nvSpPr>
        <p:spPr>
          <a:xfrm>
            <a:off x="2150812" y="2751597"/>
            <a:ext cx="179228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band076"/>
          <p:cNvSpPr/>
          <p:nvPr/>
        </p:nvSpPr>
        <p:spPr>
          <a:xfrm>
            <a:off x="2134181" y="2709265"/>
            <a:ext cx="181224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band077"/>
          <p:cNvSpPr/>
          <p:nvPr/>
        </p:nvSpPr>
        <p:spPr>
          <a:xfrm>
            <a:off x="2117551" y="2666933"/>
            <a:ext cx="183220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band078"/>
          <p:cNvSpPr/>
          <p:nvPr/>
        </p:nvSpPr>
        <p:spPr>
          <a:xfrm>
            <a:off x="2100920" y="2624601"/>
            <a:ext cx="185215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band079"/>
          <p:cNvSpPr/>
          <p:nvPr/>
        </p:nvSpPr>
        <p:spPr>
          <a:xfrm>
            <a:off x="2084290" y="2582268"/>
            <a:ext cx="187211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band080"/>
          <p:cNvSpPr/>
          <p:nvPr/>
        </p:nvSpPr>
        <p:spPr>
          <a:xfrm>
            <a:off x="2067659" y="2539936"/>
            <a:ext cx="189207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band081"/>
          <p:cNvSpPr/>
          <p:nvPr/>
        </p:nvSpPr>
        <p:spPr>
          <a:xfrm>
            <a:off x="2051028" y="2497604"/>
            <a:ext cx="191202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band082"/>
          <p:cNvSpPr/>
          <p:nvPr/>
        </p:nvSpPr>
        <p:spPr>
          <a:xfrm>
            <a:off x="2034398" y="2455271"/>
            <a:ext cx="193198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band083"/>
          <p:cNvSpPr/>
          <p:nvPr/>
        </p:nvSpPr>
        <p:spPr>
          <a:xfrm>
            <a:off x="2023976" y="2412939"/>
            <a:ext cx="194068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band084"/>
          <p:cNvSpPr/>
          <p:nvPr/>
        </p:nvSpPr>
        <p:spPr>
          <a:xfrm>
            <a:off x="2016215" y="2370607"/>
            <a:ext cx="194456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band085"/>
          <p:cNvSpPr/>
          <p:nvPr/>
        </p:nvSpPr>
        <p:spPr>
          <a:xfrm>
            <a:off x="2008454" y="2328275"/>
            <a:ext cx="194844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band086"/>
          <p:cNvSpPr/>
          <p:nvPr/>
        </p:nvSpPr>
        <p:spPr>
          <a:xfrm>
            <a:off x="2000693" y="2285942"/>
            <a:ext cx="195232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band087"/>
          <p:cNvSpPr/>
          <p:nvPr/>
        </p:nvSpPr>
        <p:spPr>
          <a:xfrm>
            <a:off x="1992932" y="2243610"/>
            <a:ext cx="19562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and088"/>
          <p:cNvSpPr/>
          <p:nvPr/>
        </p:nvSpPr>
        <p:spPr>
          <a:xfrm>
            <a:off x="1985172" y="2201278"/>
            <a:ext cx="196009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and089"/>
          <p:cNvSpPr/>
          <p:nvPr/>
        </p:nvSpPr>
        <p:spPr>
          <a:xfrm>
            <a:off x="1977411" y="2158946"/>
            <a:ext cx="196397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band090"/>
          <p:cNvSpPr/>
          <p:nvPr/>
        </p:nvSpPr>
        <p:spPr>
          <a:xfrm>
            <a:off x="1973530" y="2116613"/>
            <a:ext cx="196009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band091"/>
          <p:cNvSpPr/>
          <p:nvPr/>
        </p:nvSpPr>
        <p:spPr>
          <a:xfrm>
            <a:off x="1973530" y="2074281"/>
            <a:ext cx="194844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band092"/>
          <p:cNvSpPr/>
          <p:nvPr/>
        </p:nvSpPr>
        <p:spPr>
          <a:xfrm>
            <a:off x="1973530" y="2031949"/>
            <a:ext cx="193680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band093"/>
          <p:cNvSpPr/>
          <p:nvPr/>
        </p:nvSpPr>
        <p:spPr>
          <a:xfrm>
            <a:off x="1973530" y="1989616"/>
            <a:ext cx="192516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band094"/>
          <p:cNvSpPr/>
          <p:nvPr/>
        </p:nvSpPr>
        <p:spPr>
          <a:xfrm>
            <a:off x="1973530" y="1947284"/>
            <a:ext cx="19135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band095"/>
          <p:cNvSpPr/>
          <p:nvPr/>
        </p:nvSpPr>
        <p:spPr>
          <a:xfrm>
            <a:off x="1973530" y="1904952"/>
            <a:ext cx="190188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band096"/>
          <p:cNvSpPr/>
          <p:nvPr/>
        </p:nvSpPr>
        <p:spPr>
          <a:xfrm>
            <a:off x="1973530" y="1862620"/>
            <a:ext cx="189024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band097"/>
          <p:cNvSpPr/>
          <p:nvPr/>
        </p:nvSpPr>
        <p:spPr>
          <a:xfrm>
            <a:off x="1974927" y="1820287"/>
            <a:ext cx="187510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band098"/>
          <p:cNvSpPr/>
          <p:nvPr/>
        </p:nvSpPr>
        <p:spPr>
          <a:xfrm>
            <a:off x="1979584" y="1777955"/>
            <a:ext cx="185182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band099"/>
          <p:cNvSpPr/>
          <p:nvPr/>
        </p:nvSpPr>
        <p:spPr>
          <a:xfrm>
            <a:off x="1984240" y="1735623"/>
            <a:ext cx="182854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band100"/>
          <p:cNvSpPr/>
          <p:nvPr/>
        </p:nvSpPr>
        <p:spPr>
          <a:xfrm>
            <a:off x="1988897" y="1693290"/>
            <a:ext cx="180525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band101"/>
          <p:cNvSpPr/>
          <p:nvPr/>
        </p:nvSpPr>
        <p:spPr>
          <a:xfrm>
            <a:off x="1993553" y="1650958"/>
            <a:ext cx="178197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band102"/>
          <p:cNvSpPr/>
          <p:nvPr/>
        </p:nvSpPr>
        <p:spPr>
          <a:xfrm>
            <a:off x="1998210" y="1608626"/>
            <a:ext cx="175869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band103"/>
          <p:cNvSpPr/>
          <p:nvPr/>
        </p:nvSpPr>
        <p:spPr>
          <a:xfrm>
            <a:off x="2003216" y="1566294"/>
            <a:ext cx="173366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band104"/>
          <p:cNvSpPr/>
          <p:nvPr/>
        </p:nvSpPr>
        <p:spPr>
          <a:xfrm>
            <a:off x="2009036" y="1523961"/>
            <a:ext cx="170456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band105"/>
          <p:cNvSpPr/>
          <p:nvPr/>
        </p:nvSpPr>
        <p:spPr>
          <a:xfrm>
            <a:off x="2014857" y="1481629"/>
            <a:ext cx="167545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band106"/>
          <p:cNvSpPr/>
          <p:nvPr/>
        </p:nvSpPr>
        <p:spPr>
          <a:xfrm>
            <a:off x="2020678" y="1439297"/>
            <a:ext cx="164635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band107"/>
          <p:cNvSpPr/>
          <p:nvPr/>
        </p:nvSpPr>
        <p:spPr>
          <a:xfrm>
            <a:off x="2026498" y="1396965"/>
            <a:ext cx="161725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band108"/>
          <p:cNvSpPr/>
          <p:nvPr/>
        </p:nvSpPr>
        <p:spPr>
          <a:xfrm>
            <a:off x="2032319" y="1354632"/>
            <a:ext cx="158232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band109"/>
          <p:cNvSpPr/>
          <p:nvPr/>
        </p:nvSpPr>
        <p:spPr>
          <a:xfrm>
            <a:off x="2038140" y="1312300"/>
            <a:ext cx="154158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band110"/>
          <p:cNvSpPr/>
          <p:nvPr/>
        </p:nvSpPr>
        <p:spPr>
          <a:xfrm>
            <a:off x="2043960" y="1269968"/>
            <a:ext cx="150083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band111"/>
          <p:cNvSpPr/>
          <p:nvPr/>
        </p:nvSpPr>
        <p:spPr>
          <a:xfrm>
            <a:off x="2049781" y="1227635"/>
            <a:ext cx="146009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band112"/>
          <p:cNvSpPr/>
          <p:nvPr/>
        </p:nvSpPr>
        <p:spPr>
          <a:xfrm>
            <a:off x="2055602" y="1185303"/>
            <a:ext cx="141934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band113"/>
          <p:cNvSpPr/>
          <p:nvPr/>
        </p:nvSpPr>
        <p:spPr>
          <a:xfrm>
            <a:off x="2062781" y="1142971"/>
            <a:ext cx="136909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band114"/>
          <p:cNvSpPr/>
          <p:nvPr/>
        </p:nvSpPr>
        <p:spPr>
          <a:xfrm>
            <a:off x="2070542" y="1100639"/>
            <a:ext cx="131476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band115"/>
          <p:cNvSpPr/>
          <p:nvPr/>
        </p:nvSpPr>
        <p:spPr>
          <a:xfrm>
            <a:off x="2078303" y="1058306"/>
            <a:ext cx="126044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band116"/>
          <p:cNvSpPr/>
          <p:nvPr/>
        </p:nvSpPr>
        <p:spPr>
          <a:xfrm>
            <a:off x="2086840" y="1015974"/>
            <a:ext cx="120378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band117"/>
          <p:cNvSpPr/>
          <p:nvPr/>
        </p:nvSpPr>
        <p:spPr>
          <a:xfrm>
            <a:off x="2102361" y="973642"/>
            <a:ext cx="112617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band118"/>
          <p:cNvSpPr/>
          <p:nvPr/>
        </p:nvSpPr>
        <p:spPr>
          <a:xfrm>
            <a:off x="2117883" y="931310"/>
            <a:ext cx="104857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band119"/>
          <p:cNvSpPr/>
          <p:nvPr/>
        </p:nvSpPr>
        <p:spPr>
          <a:xfrm>
            <a:off x="2133405" y="888977"/>
            <a:ext cx="97096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cel00"/>
          <p:cNvSpPr/>
          <p:nvPr/>
        </p:nvSpPr>
        <p:spPr>
          <a:xfrm>
            <a:off x="2591440" y="573689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cel01"/>
          <p:cNvSpPr/>
          <p:nvPr/>
        </p:nvSpPr>
        <p:spPr>
          <a:xfrm>
            <a:off x="2901877" y="573689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cel02"/>
          <p:cNvSpPr/>
          <p:nvPr/>
        </p:nvSpPr>
        <p:spPr>
          <a:xfrm>
            <a:off x="3212314" y="573689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cel03"/>
          <p:cNvSpPr/>
          <p:nvPr/>
        </p:nvSpPr>
        <p:spPr>
          <a:xfrm>
            <a:off x="2591440" y="543807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cel04"/>
          <p:cNvSpPr/>
          <p:nvPr/>
        </p:nvSpPr>
        <p:spPr>
          <a:xfrm>
            <a:off x="2901877" y="543807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cel05"/>
          <p:cNvSpPr/>
          <p:nvPr/>
        </p:nvSpPr>
        <p:spPr>
          <a:xfrm>
            <a:off x="3212314" y="543807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cel06"/>
          <p:cNvSpPr/>
          <p:nvPr/>
        </p:nvSpPr>
        <p:spPr>
          <a:xfrm>
            <a:off x="2591440" y="513926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cel07"/>
          <p:cNvSpPr/>
          <p:nvPr/>
        </p:nvSpPr>
        <p:spPr>
          <a:xfrm>
            <a:off x="2901877" y="513926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cel08"/>
          <p:cNvSpPr/>
          <p:nvPr/>
        </p:nvSpPr>
        <p:spPr>
          <a:xfrm>
            <a:off x="3212314" y="513926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cel09"/>
          <p:cNvSpPr/>
          <p:nvPr/>
        </p:nvSpPr>
        <p:spPr>
          <a:xfrm>
            <a:off x="2591440" y="484044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cel10"/>
          <p:cNvSpPr/>
          <p:nvPr/>
        </p:nvSpPr>
        <p:spPr>
          <a:xfrm>
            <a:off x="2901877" y="484044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cel11"/>
          <p:cNvSpPr/>
          <p:nvPr/>
        </p:nvSpPr>
        <p:spPr>
          <a:xfrm>
            <a:off x="3212314" y="484044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cel12"/>
          <p:cNvSpPr/>
          <p:nvPr/>
        </p:nvSpPr>
        <p:spPr>
          <a:xfrm>
            <a:off x="3522750" y="484044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cel13"/>
          <p:cNvSpPr/>
          <p:nvPr/>
        </p:nvSpPr>
        <p:spPr>
          <a:xfrm>
            <a:off x="2591440" y="454163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cel14"/>
          <p:cNvSpPr/>
          <p:nvPr/>
        </p:nvSpPr>
        <p:spPr>
          <a:xfrm>
            <a:off x="2901877" y="454163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cel15"/>
          <p:cNvSpPr/>
          <p:nvPr/>
        </p:nvSpPr>
        <p:spPr>
          <a:xfrm>
            <a:off x="3212314" y="454163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cel16"/>
          <p:cNvSpPr/>
          <p:nvPr/>
        </p:nvSpPr>
        <p:spPr>
          <a:xfrm>
            <a:off x="3522750" y="454163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cel17"/>
          <p:cNvSpPr/>
          <p:nvPr/>
        </p:nvSpPr>
        <p:spPr>
          <a:xfrm>
            <a:off x="2591440" y="424281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cel18"/>
          <p:cNvSpPr/>
          <p:nvPr/>
        </p:nvSpPr>
        <p:spPr>
          <a:xfrm>
            <a:off x="2901877" y="424281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cel19"/>
          <p:cNvSpPr/>
          <p:nvPr/>
        </p:nvSpPr>
        <p:spPr>
          <a:xfrm>
            <a:off x="3212314" y="424281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cel20"/>
          <p:cNvSpPr/>
          <p:nvPr/>
        </p:nvSpPr>
        <p:spPr>
          <a:xfrm>
            <a:off x="3522750" y="424281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cel21"/>
          <p:cNvSpPr/>
          <p:nvPr/>
        </p:nvSpPr>
        <p:spPr>
          <a:xfrm>
            <a:off x="2591440" y="394399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cel22"/>
          <p:cNvSpPr/>
          <p:nvPr/>
        </p:nvSpPr>
        <p:spPr>
          <a:xfrm>
            <a:off x="2901877" y="394399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cel23"/>
          <p:cNvSpPr/>
          <p:nvPr/>
        </p:nvSpPr>
        <p:spPr>
          <a:xfrm>
            <a:off x="3212314" y="394399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cel24"/>
          <p:cNvSpPr/>
          <p:nvPr/>
        </p:nvSpPr>
        <p:spPr>
          <a:xfrm>
            <a:off x="3522750" y="394399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cel25"/>
          <p:cNvSpPr/>
          <p:nvPr/>
        </p:nvSpPr>
        <p:spPr>
          <a:xfrm>
            <a:off x="2591440" y="364518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cel26"/>
          <p:cNvSpPr/>
          <p:nvPr/>
        </p:nvSpPr>
        <p:spPr>
          <a:xfrm>
            <a:off x="2901877" y="364518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cel27"/>
          <p:cNvSpPr/>
          <p:nvPr/>
        </p:nvSpPr>
        <p:spPr>
          <a:xfrm>
            <a:off x="3212314" y="364518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cel28"/>
          <p:cNvSpPr/>
          <p:nvPr/>
        </p:nvSpPr>
        <p:spPr>
          <a:xfrm>
            <a:off x="3522750" y="364518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cel29"/>
          <p:cNvSpPr/>
          <p:nvPr/>
        </p:nvSpPr>
        <p:spPr>
          <a:xfrm>
            <a:off x="2591440" y="334636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cel30"/>
          <p:cNvSpPr/>
          <p:nvPr/>
        </p:nvSpPr>
        <p:spPr>
          <a:xfrm>
            <a:off x="2901877" y="334636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cel31"/>
          <p:cNvSpPr/>
          <p:nvPr/>
        </p:nvSpPr>
        <p:spPr>
          <a:xfrm>
            <a:off x="3212314" y="334636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cel32"/>
          <p:cNvSpPr/>
          <p:nvPr/>
        </p:nvSpPr>
        <p:spPr>
          <a:xfrm>
            <a:off x="3522750" y="334636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cel33"/>
          <p:cNvSpPr/>
          <p:nvPr/>
        </p:nvSpPr>
        <p:spPr>
          <a:xfrm>
            <a:off x="2591440" y="304755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cel34"/>
          <p:cNvSpPr/>
          <p:nvPr/>
        </p:nvSpPr>
        <p:spPr>
          <a:xfrm>
            <a:off x="2901877" y="304755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cel35"/>
          <p:cNvSpPr/>
          <p:nvPr/>
        </p:nvSpPr>
        <p:spPr>
          <a:xfrm>
            <a:off x="3212314" y="304755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cel36"/>
          <p:cNvSpPr/>
          <p:nvPr/>
        </p:nvSpPr>
        <p:spPr>
          <a:xfrm>
            <a:off x="3522750" y="3047550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cel37"/>
          <p:cNvSpPr/>
          <p:nvPr/>
        </p:nvSpPr>
        <p:spPr>
          <a:xfrm>
            <a:off x="2281004" y="274873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cel38"/>
          <p:cNvSpPr/>
          <p:nvPr/>
        </p:nvSpPr>
        <p:spPr>
          <a:xfrm>
            <a:off x="2591440" y="274873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cel39"/>
          <p:cNvSpPr/>
          <p:nvPr/>
        </p:nvSpPr>
        <p:spPr>
          <a:xfrm>
            <a:off x="2901877" y="274873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cel40"/>
          <p:cNvSpPr/>
          <p:nvPr/>
        </p:nvSpPr>
        <p:spPr>
          <a:xfrm>
            <a:off x="3212314" y="274873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cel41"/>
          <p:cNvSpPr/>
          <p:nvPr/>
        </p:nvSpPr>
        <p:spPr>
          <a:xfrm>
            <a:off x="3522750" y="2748734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cel42"/>
          <p:cNvSpPr/>
          <p:nvPr/>
        </p:nvSpPr>
        <p:spPr>
          <a:xfrm>
            <a:off x="2281004" y="244991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cel43"/>
          <p:cNvSpPr/>
          <p:nvPr/>
        </p:nvSpPr>
        <p:spPr>
          <a:xfrm>
            <a:off x="2591440" y="244991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cel44"/>
          <p:cNvSpPr/>
          <p:nvPr/>
        </p:nvSpPr>
        <p:spPr>
          <a:xfrm>
            <a:off x="2901877" y="244991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cel45"/>
          <p:cNvSpPr/>
          <p:nvPr/>
        </p:nvSpPr>
        <p:spPr>
          <a:xfrm>
            <a:off x="3212314" y="244991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cel46"/>
          <p:cNvSpPr/>
          <p:nvPr/>
        </p:nvSpPr>
        <p:spPr>
          <a:xfrm>
            <a:off x="3522750" y="2449918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cel47"/>
          <p:cNvSpPr/>
          <p:nvPr/>
        </p:nvSpPr>
        <p:spPr>
          <a:xfrm>
            <a:off x="2281004" y="215110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cel48"/>
          <p:cNvSpPr/>
          <p:nvPr/>
        </p:nvSpPr>
        <p:spPr>
          <a:xfrm>
            <a:off x="2591440" y="215110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cel49"/>
          <p:cNvSpPr/>
          <p:nvPr/>
        </p:nvSpPr>
        <p:spPr>
          <a:xfrm>
            <a:off x="2901877" y="215110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cel50"/>
          <p:cNvSpPr/>
          <p:nvPr/>
        </p:nvSpPr>
        <p:spPr>
          <a:xfrm>
            <a:off x="3212314" y="215110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cel51"/>
          <p:cNvSpPr/>
          <p:nvPr/>
        </p:nvSpPr>
        <p:spPr>
          <a:xfrm>
            <a:off x="3522750" y="2151102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cel52"/>
          <p:cNvSpPr/>
          <p:nvPr/>
        </p:nvSpPr>
        <p:spPr>
          <a:xfrm>
            <a:off x="2281004" y="185228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cel53"/>
          <p:cNvSpPr/>
          <p:nvPr/>
        </p:nvSpPr>
        <p:spPr>
          <a:xfrm>
            <a:off x="2591440" y="185228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el54"/>
          <p:cNvSpPr/>
          <p:nvPr/>
        </p:nvSpPr>
        <p:spPr>
          <a:xfrm>
            <a:off x="2901877" y="185228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el55"/>
          <p:cNvSpPr/>
          <p:nvPr/>
        </p:nvSpPr>
        <p:spPr>
          <a:xfrm>
            <a:off x="3212314" y="185228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el56"/>
          <p:cNvSpPr/>
          <p:nvPr/>
        </p:nvSpPr>
        <p:spPr>
          <a:xfrm>
            <a:off x="3522750" y="1852286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el57"/>
          <p:cNvSpPr/>
          <p:nvPr/>
        </p:nvSpPr>
        <p:spPr>
          <a:xfrm>
            <a:off x="2281004" y="1553469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cel58"/>
          <p:cNvSpPr/>
          <p:nvPr/>
        </p:nvSpPr>
        <p:spPr>
          <a:xfrm>
            <a:off x="2591440" y="1553469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cel59"/>
          <p:cNvSpPr/>
          <p:nvPr/>
        </p:nvSpPr>
        <p:spPr>
          <a:xfrm>
            <a:off x="2901877" y="1553469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cel60"/>
          <p:cNvSpPr/>
          <p:nvPr/>
        </p:nvSpPr>
        <p:spPr>
          <a:xfrm>
            <a:off x="3212314" y="1553469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cel61"/>
          <p:cNvSpPr/>
          <p:nvPr/>
        </p:nvSpPr>
        <p:spPr>
          <a:xfrm>
            <a:off x="3522750" y="1553469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cel62"/>
          <p:cNvSpPr/>
          <p:nvPr/>
        </p:nvSpPr>
        <p:spPr>
          <a:xfrm>
            <a:off x="2281004" y="1254653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cel63"/>
          <p:cNvSpPr/>
          <p:nvPr/>
        </p:nvSpPr>
        <p:spPr>
          <a:xfrm>
            <a:off x="2591440" y="1254653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cel64"/>
          <p:cNvSpPr/>
          <p:nvPr/>
        </p:nvSpPr>
        <p:spPr>
          <a:xfrm>
            <a:off x="2901877" y="1254653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cel65"/>
          <p:cNvSpPr/>
          <p:nvPr/>
        </p:nvSpPr>
        <p:spPr>
          <a:xfrm>
            <a:off x="3212314" y="1254653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cel66"/>
          <p:cNvSpPr/>
          <p:nvPr/>
        </p:nvSpPr>
        <p:spPr>
          <a:xfrm>
            <a:off x="2281004" y="955837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cel67"/>
          <p:cNvSpPr/>
          <p:nvPr/>
        </p:nvSpPr>
        <p:spPr>
          <a:xfrm>
            <a:off x="2591440" y="955837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cel68"/>
          <p:cNvSpPr/>
          <p:nvPr/>
        </p:nvSpPr>
        <p:spPr>
          <a:xfrm>
            <a:off x="2901877" y="955837"/>
            <a:ext cx="165095" cy="165095"/>
          </a:xfrm>
          <a:prstGeom prst="ellipse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Ze past gewoon in je eigen schoen.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400">
        <p159:morph option="byObject"/>
      </p:transition>
    </mc:Choice>
    <mc:Fallback>
      <p:transition xmlns:p14="http://schemas.microsoft.com/office/powerpoint/2010/main" spd="slow" p14:dur="900" advClick="0" advTm="3400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op"/>
          <p:cNvSpPr txBox="1"/>
          <p:nvPr/>
        </p:nvSpPr>
        <p:spPr>
          <a:xfrm>
            <a:off x="6730831" y="1498562"/>
            <a:ext cx="4825879" cy="253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800" b="1">
                <a:solidFill>
                  <a:srgbClr val="F2F8FC"/>
                </a:solidFill>
                <a:latin typeface="Segoe UI"/>
              </a:rPr>
              <a:t>Een zool</a:t>
            </a:r>
          </a:p>
          <a:p>
            <a:pPr algn="l">
              <a:lnSpc>
                <a:spcPct val="112000"/>
              </a:lnSpc>
            </a:pPr>
            <a:r>
              <a:rPr sz="6800" b="1">
                <a:solidFill>
                  <a:srgbClr val="F2F8FC"/>
                </a:solidFill>
                <a:latin typeface="Segoe UI"/>
              </a:rPr>
              <a:t>met 99</a:t>
            </a:r>
          </a:p>
          <a:p>
            <a:pPr algn="l">
              <a:lnSpc>
                <a:spcPct val="112000"/>
              </a:lnSpc>
            </a:pPr>
            <a:r>
              <a:rPr sz="6800" b="1">
                <a:solidFill>
                  <a:srgbClr val="F2F8FC"/>
                </a:solidFill>
                <a:latin typeface="Segoe UI"/>
              </a:rPr>
              <a:t>voelertjes</a:t>
            </a:r>
          </a:p>
        </p:txBody>
      </p:sp>
      <p:sp>
        <p:nvSpPr>
          <p:cNvPr id="4" name="!!band000"/>
          <p:cNvSpPr/>
          <p:nvPr/>
        </p:nvSpPr>
        <p:spPr>
          <a:xfrm>
            <a:off x="2588971" y="5926518"/>
            <a:ext cx="79090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band001"/>
          <p:cNvSpPr/>
          <p:nvPr/>
        </p:nvSpPr>
        <p:spPr>
          <a:xfrm>
            <a:off x="2534644" y="5884186"/>
            <a:ext cx="89956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and002"/>
          <p:cNvSpPr/>
          <p:nvPr/>
        </p:nvSpPr>
        <p:spPr>
          <a:xfrm>
            <a:off x="2480318" y="5841853"/>
            <a:ext cx="100821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and003"/>
          <p:cNvSpPr/>
          <p:nvPr/>
        </p:nvSpPr>
        <p:spPr>
          <a:xfrm>
            <a:off x="2425992" y="5799521"/>
            <a:ext cx="111686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band004"/>
          <p:cNvSpPr/>
          <p:nvPr/>
        </p:nvSpPr>
        <p:spPr>
          <a:xfrm>
            <a:off x="2403795" y="5757189"/>
            <a:ext cx="116125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band005"/>
          <p:cNvSpPr/>
          <p:nvPr/>
        </p:nvSpPr>
        <p:spPr>
          <a:xfrm>
            <a:off x="2385169" y="5714857"/>
            <a:ext cx="119851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band006"/>
          <p:cNvSpPr/>
          <p:nvPr/>
        </p:nvSpPr>
        <p:spPr>
          <a:xfrm>
            <a:off x="2366543" y="5672524"/>
            <a:ext cx="123576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and007"/>
          <p:cNvSpPr/>
          <p:nvPr/>
        </p:nvSpPr>
        <p:spPr>
          <a:xfrm>
            <a:off x="2347917" y="5630192"/>
            <a:ext cx="127301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and008"/>
          <p:cNvSpPr/>
          <p:nvPr/>
        </p:nvSpPr>
        <p:spPr>
          <a:xfrm>
            <a:off x="2329291" y="5587860"/>
            <a:ext cx="131026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and009"/>
          <p:cNvSpPr/>
          <p:nvPr/>
        </p:nvSpPr>
        <p:spPr>
          <a:xfrm>
            <a:off x="2310664" y="5545528"/>
            <a:ext cx="134752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band010"/>
          <p:cNvSpPr/>
          <p:nvPr/>
        </p:nvSpPr>
        <p:spPr>
          <a:xfrm>
            <a:off x="2305808" y="5503195"/>
            <a:ext cx="135723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band011"/>
          <p:cNvSpPr/>
          <p:nvPr/>
        </p:nvSpPr>
        <p:spPr>
          <a:xfrm>
            <a:off x="2302482" y="5460863"/>
            <a:ext cx="136388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band012"/>
          <p:cNvSpPr/>
          <p:nvPr/>
        </p:nvSpPr>
        <p:spPr>
          <a:xfrm>
            <a:off x="2299156" y="5418531"/>
            <a:ext cx="137053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band013"/>
          <p:cNvSpPr/>
          <p:nvPr/>
        </p:nvSpPr>
        <p:spPr>
          <a:xfrm>
            <a:off x="2295830" y="5376198"/>
            <a:ext cx="137718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band014"/>
          <p:cNvSpPr/>
          <p:nvPr/>
        </p:nvSpPr>
        <p:spPr>
          <a:xfrm>
            <a:off x="2292504" y="5333866"/>
            <a:ext cx="138384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band015"/>
          <p:cNvSpPr/>
          <p:nvPr/>
        </p:nvSpPr>
        <p:spPr>
          <a:xfrm>
            <a:off x="2289178" y="5291534"/>
            <a:ext cx="139049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band016"/>
          <p:cNvSpPr/>
          <p:nvPr/>
        </p:nvSpPr>
        <p:spPr>
          <a:xfrm>
            <a:off x="2285852" y="5249202"/>
            <a:ext cx="139714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band017"/>
          <p:cNvSpPr/>
          <p:nvPr/>
        </p:nvSpPr>
        <p:spPr>
          <a:xfrm>
            <a:off x="2282526" y="5206869"/>
            <a:ext cx="140379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band018"/>
          <p:cNvSpPr/>
          <p:nvPr/>
        </p:nvSpPr>
        <p:spPr>
          <a:xfrm>
            <a:off x="2282156" y="5164537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band019"/>
          <p:cNvSpPr/>
          <p:nvPr/>
        </p:nvSpPr>
        <p:spPr>
          <a:xfrm>
            <a:off x="2284743" y="5122205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band020"/>
          <p:cNvSpPr/>
          <p:nvPr/>
        </p:nvSpPr>
        <p:spPr>
          <a:xfrm>
            <a:off x="2287330" y="5079873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band021"/>
          <p:cNvSpPr/>
          <p:nvPr/>
        </p:nvSpPr>
        <p:spPr>
          <a:xfrm>
            <a:off x="2289917" y="5037540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band022"/>
          <p:cNvSpPr/>
          <p:nvPr/>
        </p:nvSpPr>
        <p:spPr>
          <a:xfrm>
            <a:off x="2292504" y="4995208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band023"/>
          <p:cNvSpPr/>
          <p:nvPr/>
        </p:nvSpPr>
        <p:spPr>
          <a:xfrm>
            <a:off x="2295091" y="4952876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band024"/>
          <p:cNvSpPr/>
          <p:nvPr/>
        </p:nvSpPr>
        <p:spPr>
          <a:xfrm>
            <a:off x="2297678" y="4910543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band025"/>
          <p:cNvSpPr/>
          <p:nvPr/>
        </p:nvSpPr>
        <p:spPr>
          <a:xfrm>
            <a:off x="2300265" y="4868211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band026"/>
          <p:cNvSpPr/>
          <p:nvPr/>
        </p:nvSpPr>
        <p:spPr>
          <a:xfrm>
            <a:off x="2302852" y="4825879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band027"/>
          <p:cNvSpPr/>
          <p:nvPr/>
        </p:nvSpPr>
        <p:spPr>
          <a:xfrm>
            <a:off x="2305439" y="4783547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nd028"/>
          <p:cNvSpPr/>
          <p:nvPr/>
        </p:nvSpPr>
        <p:spPr>
          <a:xfrm>
            <a:off x="2308026" y="4741214"/>
            <a:ext cx="14071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band029"/>
          <p:cNvSpPr/>
          <p:nvPr/>
        </p:nvSpPr>
        <p:spPr>
          <a:xfrm>
            <a:off x="2316951" y="4698882"/>
            <a:ext cx="140101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band030"/>
          <p:cNvSpPr/>
          <p:nvPr/>
        </p:nvSpPr>
        <p:spPr>
          <a:xfrm>
            <a:off x="2328592" y="4656550"/>
            <a:ext cx="139228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band031"/>
          <p:cNvSpPr/>
          <p:nvPr/>
        </p:nvSpPr>
        <p:spPr>
          <a:xfrm>
            <a:off x="2340233" y="4614217"/>
            <a:ext cx="138355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band032"/>
          <p:cNvSpPr/>
          <p:nvPr/>
        </p:nvSpPr>
        <p:spPr>
          <a:xfrm>
            <a:off x="2351875" y="4571885"/>
            <a:ext cx="137482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nd033"/>
          <p:cNvSpPr/>
          <p:nvPr/>
        </p:nvSpPr>
        <p:spPr>
          <a:xfrm>
            <a:off x="2363516" y="4529553"/>
            <a:ext cx="136608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band034"/>
          <p:cNvSpPr/>
          <p:nvPr/>
        </p:nvSpPr>
        <p:spPr>
          <a:xfrm>
            <a:off x="2375158" y="4487221"/>
            <a:ext cx="135735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band035"/>
          <p:cNvSpPr/>
          <p:nvPr/>
        </p:nvSpPr>
        <p:spPr>
          <a:xfrm>
            <a:off x="2386799" y="4444888"/>
            <a:ext cx="134862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band036"/>
          <p:cNvSpPr/>
          <p:nvPr/>
        </p:nvSpPr>
        <p:spPr>
          <a:xfrm>
            <a:off x="2398440" y="4402556"/>
            <a:ext cx="133989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band037"/>
          <p:cNvSpPr/>
          <p:nvPr/>
        </p:nvSpPr>
        <p:spPr>
          <a:xfrm>
            <a:off x="2410082" y="4360224"/>
            <a:ext cx="133116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band038"/>
          <p:cNvSpPr/>
          <p:nvPr/>
        </p:nvSpPr>
        <p:spPr>
          <a:xfrm>
            <a:off x="2421723" y="4317892"/>
            <a:ext cx="132243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band039"/>
          <p:cNvSpPr/>
          <p:nvPr/>
        </p:nvSpPr>
        <p:spPr>
          <a:xfrm>
            <a:off x="2433364" y="4275559"/>
            <a:ext cx="131370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band040"/>
          <p:cNvSpPr/>
          <p:nvPr/>
        </p:nvSpPr>
        <p:spPr>
          <a:xfrm>
            <a:off x="2445006" y="4233227"/>
            <a:ext cx="130497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band041"/>
          <p:cNvSpPr/>
          <p:nvPr/>
        </p:nvSpPr>
        <p:spPr>
          <a:xfrm>
            <a:off x="2456647" y="4190895"/>
            <a:ext cx="129624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band042"/>
          <p:cNvSpPr/>
          <p:nvPr/>
        </p:nvSpPr>
        <p:spPr>
          <a:xfrm>
            <a:off x="2468289" y="4148562"/>
            <a:ext cx="12875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band043"/>
          <p:cNvSpPr/>
          <p:nvPr/>
        </p:nvSpPr>
        <p:spPr>
          <a:xfrm>
            <a:off x="2479930" y="4106230"/>
            <a:ext cx="127877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band044"/>
          <p:cNvSpPr/>
          <p:nvPr/>
        </p:nvSpPr>
        <p:spPr>
          <a:xfrm>
            <a:off x="2491571" y="4063898"/>
            <a:ext cx="127004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band045"/>
          <p:cNvSpPr/>
          <p:nvPr/>
        </p:nvSpPr>
        <p:spPr>
          <a:xfrm>
            <a:off x="2503213" y="4021566"/>
            <a:ext cx="126131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band046"/>
          <p:cNvSpPr/>
          <p:nvPr/>
        </p:nvSpPr>
        <p:spPr>
          <a:xfrm>
            <a:off x="2514854" y="3979233"/>
            <a:ext cx="125258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band047"/>
          <p:cNvSpPr/>
          <p:nvPr/>
        </p:nvSpPr>
        <p:spPr>
          <a:xfrm>
            <a:off x="2526496" y="3936901"/>
            <a:ext cx="124385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band048"/>
          <p:cNvSpPr/>
          <p:nvPr/>
        </p:nvSpPr>
        <p:spPr>
          <a:xfrm>
            <a:off x="2530861" y="3894569"/>
            <a:ext cx="124385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band049"/>
          <p:cNvSpPr/>
          <p:nvPr/>
        </p:nvSpPr>
        <p:spPr>
          <a:xfrm>
            <a:off x="2527951" y="3852237"/>
            <a:ext cx="125258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band050"/>
          <p:cNvSpPr/>
          <p:nvPr/>
        </p:nvSpPr>
        <p:spPr>
          <a:xfrm>
            <a:off x="2525040" y="3809904"/>
            <a:ext cx="126131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band051"/>
          <p:cNvSpPr/>
          <p:nvPr/>
        </p:nvSpPr>
        <p:spPr>
          <a:xfrm>
            <a:off x="2522130" y="3767572"/>
            <a:ext cx="127004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band052"/>
          <p:cNvSpPr/>
          <p:nvPr/>
        </p:nvSpPr>
        <p:spPr>
          <a:xfrm>
            <a:off x="2519220" y="3725240"/>
            <a:ext cx="127877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band053"/>
          <p:cNvSpPr/>
          <p:nvPr/>
        </p:nvSpPr>
        <p:spPr>
          <a:xfrm>
            <a:off x="2516309" y="3682907"/>
            <a:ext cx="12875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band054"/>
          <p:cNvSpPr/>
          <p:nvPr/>
        </p:nvSpPr>
        <p:spPr>
          <a:xfrm>
            <a:off x="2513399" y="3640575"/>
            <a:ext cx="129624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band055"/>
          <p:cNvSpPr/>
          <p:nvPr/>
        </p:nvSpPr>
        <p:spPr>
          <a:xfrm>
            <a:off x="2510489" y="3598243"/>
            <a:ext cx="130497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band056"/>
          <p:cNvSpPr/>
          <p:nvPr/>
        </p:nvSpPr>
        <p:spPr>
          <a:xfrm>
            <a:off x="2507578" y="3555911"/>
            <a:ext cx="131370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band057"/>
          <p:cNvSpPr/>
          <p:nvPr/>
        </p:nvSpPr>
        <p:spPr>
          <a:xfrm>
            <a:off x="2504668" y="3513578"/>
            <a:ext cx="132243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band058"/>
          <p:cNvSpPr/>
          <p:nvPr/>
        </p:nvSpPr>
        <p:spPr>
          <a:xfrm>
            <a:off x="2489409" y="3471246"/>
            <a:ext cx="134426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band059"/>
          <p:cNvSpPr/>
          <p:nvPr/>
        </p:nvSpPr>
        <p:spPr>
          <a:xfrm>
            <a:off x="2472779" y="3428914"/>
            <a:ext cx="136754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band060"/>
          <p:cNvSpPr/>
          <p:nvPr/>
        </p:nvSpPr>
        <p:spPr>
          <a:xfrm>
            <a:off x="2456148" y="3386581"/>
            <a:ext cx="139082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band061"/>
          <p:cNvSpPr/>
          <p:nvPr/>
        </p:nvSpPr>
        <p:spPr>
          <a:xfrm>
            <a:off x="2439518" y="3344249"/>
            <a:ext cx="14141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band062"/>
          <p:cNvSpPr/>
          <p:nvPr/>
        </p:nvSpPr>
        <p:spPr>
          <a:xfrm>
            <a:off x="2422887" y="3301917"/>
            <a:ext cx="143739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band063"/>
          <p:cNvSpPr/>
          <p:nvPr/>
        </p:nvSpPr>
        <p:spPr>
          <a:xfrm>
            <a:off x="2406257" y="3259585"/>
            <a:ext cx="146067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band064"/>
          <p:cNvSpPr/>
          <p:nvPr/>
        </p:nvSpPr>
        <p:spPr>
          <a:xfrm>
            <a:off x="2389626" y="3217252"/>
            <a:ext cx="148395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band065"/>
          <p:cNvSpPr/>
          <p:nvPr/>
        </p:nvSpPr>
        <p:spPr>
          <a:xfrm>
            <a:off x="2372996" y="3174920"/>
            <a:ext cx="150724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band066"/>
          <p:cNvSpPr/>
          <p:nvPr/>
        </p:nvSpPr>
        <p:spPr>
          <a:xfrm>
            <a:off x="2353039" y="3132588"/>
            <a:ext cx="153384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band067"/>
          <p:cNvSpPr/>
          <p:nvPr/>
        </p:nvSpPr>
        <p:spPr>
          <a:xfrm>
            <a:off x="2329756" y="3090256"/>
            <a:ext cx="156378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band068"/>
          <p:cNvSpPr/>
          <p:nvPr/>
        </p:nvSpPr>
        <p:spPr>
          <a:xfrm>
            <a:off x="2306474" y="3047923"/>
            <a:ext cx="159371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band069"/>
          <p:cNvSpPr/>
          <p:nvPr/>
        </p:nvSpPr>
        <p:spPr>
          <a:xfrm>
            <a:off x="2283191" y="3005591"/>
            <a:ext cx="162365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band070"/>
          <p:cNvSpPr/>
          <p:nvPr/>
        </p:nvSpPr>
        <p:spPr>
          <a:xfrm>
            <a:off x="2259908" y="2963259"/>
            <a:ext cx="165358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band071"/>
          <p:cNvSpPr/>
          <p:nvPr/>
        </p:nvSpPr>
        <p:spPr>
          <a:xfrm>
            <a:off x="2236625" y="2920926"/>
            <a:ext cx="16835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band072"/>
          <p:cNvSpPr/>
          <p:nvPr/>
        </p:nvSpPr>
        <p:spPr>
          <a:xfrm>
            <a:off x="2213342" y="2878594"/>
            <a:ext cx="171345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band073"/>
          <p:cNvSpPr/>
          <p:nvPr/>
        </p:nvSpPr>
        <p:spPr>
          <a:xfrm>
            <a:off x="2190060" y="2836262"/>
            <a:ext cx="174339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band074"/>
          <p:cNvSpPr/>
          <p:nvPr/>
        </p:nvSpPr>
        <p:spPr>
          <a:xfrm>
            <a:off x="2167442" y="2793930"/>
            <a:ext cx="177233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band075"/>
          <p:cNvSpPr/>
          <p:nvPr/>
        </p:nvSpPr>
        <p:spPr>
          <a:xfrm>
            <a:off x="2150812" y="2751597"/>
            <a:ext cx="179228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band076"/>
          <p:cNvSpPr/>
          <p:nvPr/>
        </p:nvSpPr>
        <p:spPr>
          <a:xfrm>
            <a:off x="2134181" y="2709265"/>
            <a:ext cx="181224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band077"/>
          <p:cNvSpPr/>
          <p:nvPr/>
        </p:nvSpPr>
        <p:spPr>
          <a:xfrm>
            <a:off x="2117551" y="2666933"/>
            <a:ext cx="183220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band078"/>
          <p:cNvSpPr/>
          <p:nvPr/>
        </p:nvSpPr>
        <p:spPr>
          <a:xfrm>
            <a:off x="2100920" y="2624601"/>
            <a:ext cx="185215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band079"/>
          <p:cNvSpPr/>
          <p:nvPr/>
        </p:nvSpPr>
        <p:spPr>
          <a:xfrm>
            <a:off x="2084290" y="2582268"/>
            <a:ext cx="187211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band080"/>
          <p:cNvSpPr/>
          <p:nvPr/>
        </p:nvSpPr>
        <p:spPr>
          <a:xfrm>
            <a:off x="2067659" y="2539936"/>
            <a:ext cx="189207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band081"/>
          <p:cNvSpPr/>
          <p:nvPr/>
        </p:nvSpPr>
        <p:spPr>
          <a:xfrm>
            <a:off x="2051028" y="2497604"/>
            <a:ext cx="191202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band082"/>
          <p:cNvSpPr/>
          <p:nvPr/>
        </p:nvSpPr>
        <p:spPr>
          <a:xfrm>
            <a:off x="2034398" y="2455271"/>
            <a:ext cx="193198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band083"/>
          <p:cNvSpPr/>
          <p:nvPr/>
        </p:nvSpPr>
        <p:spPr>
          <a:xfrm>
            <a:off x="2023976" y="2412939"/>
            <a:ext cx="194068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band084"/>
          <p:cNvSpPr/>
          <p:nvPr/>
        </p:nvSpPr>
        <p:spPr>
          <a:xfrm>
            <a:off x="2016215" y="2370607"/>
            <a:ext cx="194456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band085"/>
          <p:cNvSpPr/>
          <p:nvPr/>
        </p:nvSpPr>
        <p:spPr>
          <a:xfrm>
            <a:off x="2008454" y="2328275"/>
            <a:ext cx="194844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band086"/>
          <p:cNvSpPr/>
          <p:nvPr/>
        </p:nvSpPr>
        <p:spPr>
          <a:xfrm>
            <a:off x="2000693" y="2285942"/>
            <a:ext cx="195232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band087"/>
          <p:cNvSpPr/>
          <p:nvPr/>
        </p:nvSpPr>
        <p:spPr>
          <a:xfrm>
            <a:off x="1992932" y="2243610"/>
            <a:ext cx="195620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and088"/>
          <p:cNvSpPr/>
          <p:nvPr/>
        </p:nvSpPr>
        <p:spPr>
          <a:xfrm>
            <a:off x="1985172" y="2201278"/>
            <a:ext cx="196009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and089"/>
          <p:cNvSpPr/>
          <p:nvPr/>
        </p:nvSpPr>
        <p:spPr>
          <a:xfrm>
            <a:off x="1977411" y="2158946"/>
            <a:ext cx="196397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band090"/>
          <p:cNvSpPr/>
          <p:nvPr/>
        </p:nvSpPr>
        <p:spPr>
          <a:xfrm>
            <a:off x="1973530" y="2116613"/>
            <a:ext cx="196009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band091"/>
          <p:cNvSpPr/>
          <p:nvPr/>
        </p:nvSpPr>
        <p:spPr>
          <a:xfrm>
            <a:off x="1973530" y="2074281"/>
            <a:ext cx="194844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band092"/>
          <p:cNvSpPr/>
          <p:nvPr/>
        </p:nvSpPr>
        <p:spPr>
          <a:xfrm>
            <a:off x="1973530" y="2031949"/>
            <a:ext cx="193680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band093"/>
          <p:cNvSpPr/>
          <p:nvPr/>
        </p:nvSpPr>
        <p:spPr>
          <a:xfrm>
            <a:off x="1973530" y="1989616"/>
            <a:ext cx="192516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band094"/>
          <p:cNvSpPr/>
          <p:nvPr/>
        </p:nvSpPr>
        <p:spPr>
          <a:xfrm>
            <a:off x="1973530" y="1947284"/>
            <a:ext cx="191352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band095"/>
          <p:cNvSpPr/>
          <p:nvPr/>
        </p:nvSpPr>
        <p:spPr>
          <a:xfrm>
            <a:off x="1973530" y="1904952"/>
            <a:ext cx="190188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band096"/>
          <p:cNvSpPr/>
          <p:nvPr/>
        </p:nvSpPr>
        <p:spPr>
          <a:xfrm>
            <a:off x="1973530" y="1862620"/>
            <a:ext cx="189024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band097"/>
          <p:cNvSpPr/>
          <p:nvPr/>
        </p:nvSpPr>
        <p:spPr>
          <a:xfrm>
            <a:off x="1974927" y="1820287"/>
            <a:ext cx="187510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band098"/>
          <p:cNvSpPr/>
          <p:nvPr/>
        </p:nvSpPr>
        <p:spPr>
          <a:xfrm>
            <a:off x="1979584" y="1777955"/>
            <a:ext cx="185182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band099"/>
          <p:cNvSpPr/>
          <p:nvPr/>
        </p:nvSpPr>
        <p:spPr>
          <a:xfrm>
            <a:off x="1984240" y="1735623"/>
            <a:ext cx="182854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band100"/>
          <p:cNvSpPr/>
          <p:nvPr/>
        </p:nvSpPr>
        <p:spPr>
          <a:xfrm>
            <a:off x="1988897" y="1693290"/>
            <a:ext cx="180525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band101"/>
          <p:cNvSpPr/>
          <p:nvPr/>
        </p:nvSpPr>
        <p:spPr>
          <a:xfrm>
            <a:off x="1993553" y="1650958"/>
            <a:ext cx="178197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band102"/>
          <p:cNvSpPr/>
          <p:nvPr/>
        </p:nvSpPr>
        <p:spPr>
          <a:xfrm>
            <a:off x="1998210" y="1608626"/>
            <a:ext cx="1758694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band103"/>
          <p:cNvSpPr/>
          <p:nvPr/>
        </p:nvSpPr>
        <p:spPr>
          <a:xfrm>
            <a:off x="2003216" y="1566294"/>
            <a:ext cx="173366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band104"/>
          <p:cNvSpPr/>
          <p:nvPr/>
        </p:nvSpPr>
        <p:spPr>
          <a:xfrm>
            <a:off x="2009036" y="1523961"/>
            <a:ext cx="170456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band105"/>
          <p:cNvSpPr/>
          <p:nvPr/>
        </p:nvSpPr>
        <p:spPr>
          <a:xfrm>
            <a:off x="2014857" y="1481629"/>
            <a:ext cx="167545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band106"/>
          <p:cNvSpPr/>
          <p:nvPr/>
        </p:nvSpPr>
        <p:spPr>
          <a:xfrm>
            <a:off x="2020678" y="1439297"/>
            <a:ext cx="1646355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band107"/>
          <p:cNvSpPr/>
          <p:nvPr/>
        </p:nvSpPr>
        <p:spPr>
          <a:xfrm>
            <a:off x="2026498" y="1396965"/>
            <a:ext cx="161725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band108"/>
          <p:cNvSpPr/>
          <p:nvPr/>
        </p:nvSpPr>
        <p:spPr>
          <a:xfrm>
            <a:off x="2032319" y="1354632"/>
            <a:ext cx="158232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band109"/>
          <p:cNvSpPr/>
          <p:nvPr/>
        </p:nvSpPr>
        <p:spPr>
          <a:xfrm>
            <a:off x="2038140" y="1312300"/>
            <a:ext cx="1541582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band110"/>
          <p:cNvSpPr/>
          <p:nvPr/>
        </p:nvSpPr>
        <p:spPr>
          <a:xfrm>
            <a:off x="2043960" y="1269968"/>
            <a:ext cx="1500837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band111"/>
          <p:cNvSpPr/>
          <p:nvPr/>
        </p:nvSpPr>
        <p:spPr>
          <a:xfrm>
            <a:off x="2049781" y="1227635"/>
            <a:ext cx="146009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band112"/>
          <p:cNvSpPr/>
          <p:nvPr/>
        </p:nvSpPr>
        <p:spPr>
          <a:xfrm>
            <a:off x="2055602" y="1185303"/>
            <a:ext cx="141934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band113"/>
          <p:cNvSpPr/>
          <p:nvPr/>
        </p:nvSpPr>
        <p:spPr>
          <a:xfrm>
            <a:off x="2062781" y="1142971"/>
            <a:ext cx="1369096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band114"/>
          <p:cNvSpPr/>
          <p:nvPr/>
        </p:nvSpPr>
        <p:spPr>
          <a:xfrm>
            <a:off x="2070542" y="1100639"/>
            <a:ext cx="131476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band115"/>
          <p:cNvSpPr/>
          <p:nvPr/>
        </p:nvSpPr>
        <p:spPr>
          <a:xfrm>
            <a:off x="2078303" y="1058306"/>
            <a:ext cx="1260443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band116"/>
          <p:cNvSpPr/>
          <p:nvPr/>
        </p:nvSpPr>
        <p:spPr>
          <a:xfrm>
            <a:off x="2086840" y="1015974"/>
            <a:ext cx="1203788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band117"/>
          <p:cNvSpPr/>
          <p:nvPr/>
        </p:nvSpPr>
        <p:spPr>
          <a:xfrm>
            <a:off x="2102361" y="973642"/>
            <a:ext cx="1126179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band118"/>
          <p:cNvSpPr/>
          <p:nvPr/>
        </p:nvSpPr>
        <p:spPr>
          <a:xfrm>
            <a:off x="2117883" y="931310"/>
            <a:ext cx="1048570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band119"/>
          <p:cNvSpPr/>
          <p:nvPr/>
        </p:nvSpPr>
        <p:spPr>
          <a:xfrm>
            <a:off x="2133405" y="888977"/>
            <a:ext cx="970961" cy="55031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cel00"/>
          <p:cNvSpPr/>
          <p:nvPr/>
        </p:nvSpPr>
        <p:spPr>
          <a:xfrm>
            <a:off x="2591440" y="573689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cel01"/>
          <p:cNvSpPr/>
          <p:nvPr/>
        </p:nvSpPr>
        <p:spPr>
          <a:xfrm>
            <a:off x="2901877" y="573689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cel02"/>
          <p:cNvSpPr/>
          <p:nvPr/>
        </p:nvSpPr>
        <p:spPr>
          <a:xfrm>
            <a:off x="3212314" y="573689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cel03"/>
          <p:cNvSpPr/>
          <p:nvPr/>
        </p:nvSpPr>
        <p:spPr>
          <a:xfrm>
            <a:off x="2591440" y="543807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cel04"/>
          <p:cNvSpPr/>
          <p:nvPr/>
        </p:nvSpPr>
        <p:spPr>
          <a:xfrm>
            <a:off x="2901877" y="543807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cel05"/>
          <p:cNvSpPr/>
          <p:nvPr/>
        </p:nvSpPr>
        <p:spPr>
          <a:xfrm>
            <a:off x="3212314" y="543807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cel06"/>
          <p:cNvSpPr/>
          <p:nvPr/>
        </p:nvSpPr>
        <p:spPr>
          <a:xfrm>
            <a:off x="2591440" y="513926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cel07"/>
          <p:cNvSpPr/>
          <p:nvPr/>
        </p:nvSpPr>
        <p:spPr>
          <a:xfrm>
            <a:off x="2901877" y="513926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cel08"/>
          <p:cNvSpPr/>
          <p:nvPr/>
        </p:nvSpPr>
        <p:spPr>
          <a:xfrm>
            <a:off x="3212314" y="513926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cel09"/>
          <p:cNvSpPr/>
          <p:nvPr/>
        </p:nvSpPr>
        <p:spPr>
          <a:xfrm>
            <a:off x="2591440" y="48404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cel10"/>
          <p:cNvSpPr/>
          <p:nvPr/>
        </p:nvSpPr>
        <p:spPr>
          <a:xfrm>
            <a:off x="2901877" y="48404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cel11"/>
          <p:cNvSpPr/>
          <p:nvPr/>
        </p:nvSpPr>
        <p:spPr>
          <a:xfrm>
            <a:off x="3212314" y="48404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cel12"/>
          <p:cNvSpPr/>
          <p:nvPr/>
        </p:nvSpPr>
        <p:spPr>
          <a:xfrm>
            <a:off x="3522750" y="48404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cel13"/>
          <p:cNvSpPr/>
          <p:nvPr/>
        </p:nvSpPr>
        <p:spPr>
          <a:xfrm>
            <a:off x="2591440" y="454163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cel14"/>
          <p:cNvSpPr/>
          <p:nvPr/>
        </p:nvSpPr>
        <p:spPr>
          <a:xfrm>
            <a:off x="2901877" y="454163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cel15"/>
          <p:cNvSpPr/>
          <p:nvPr/>
        </p:nvSpPr>
        <p:spPr>
          <a:xfrm>
            <a:off x="3212314" y="454163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cel16"/>
          <p:cNvSpPr/>
          <p:nvPr/>
        </p:nvSpPr>
        <p:spPr>
          <a:xfrm>
            <a:off x="3522750" y="454163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cel17"/>
          <p:cNvSpPr/>
          <p:nvPr/>
        </p:nvSpPr>
        <p:spPr>
          <a:xfrm>
            <a:off x="2591440" y="424281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cel18"/>
          <p:cNvSpPr/>
          <p:nvPr/>
        </p:nvSpPr>
        <p:spPr>
          <a:xfrm>
            <a:off x="2901877" y="424281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cel19"/>
          <p:cNvSpPr/>
          <p:nvPr/>
        </p:nvSpPr>
        <p:spPr>
          <a:xfrm>
            <a:off x="3212314" y="424281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cel20"/>
          <p:cNvSpPr/>
          <p:nvPr/>
        </p:nvSpPr>
        <p:spPr>
          <a:xfrm>
            <a:off x="3522750" y="424281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cel21"/>
          <p:cNvSpPr/>
          <p:nvPr/>
        </p:nvSpPr>
        <p:spPr>
          <a:xfrm>
            <a:off x="2591440" y="394399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cel22"/>
          <p:cNvSpPr/>
          <p:nvPr/>
        </p:nvSpPr>
        <p:spPr>
          <a:xfrm>
            <a:off x="2901877" y="394399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cel23"/>
          <p:cNvSpPr/>
          <p:nvPr/>
        </p:nvSpPr>
        <p:spPr>
          <a:xfrm>
            <a:off x="3212314" y="394399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cel24"/>
          <p:cNvSpPr/>
          <p:nvPr/>
        </p:nvSpPr>
        <p:spPr>
          <a:xfrm>
            <a:off x="3522750" y="394399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cel25"/>
          <p:cNvSpPr/>
          <p:nvPr/>
        </p:nvSpPr>
        <p:spPr>
          <a:xfrm>
            <a:off x="2591440" y="364518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cel26"/>
          <p:cNvSpPr/>
          <p:nvPr/>
        </p:nvSpPr>
        <p:spPr>
          <a:xfrm>
            <a:off x="2901877" y="364518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cel27"/>
          <p:cNvSpPr/>
          <p:nvPr/>
        </p:nvSpPr>
        <p:spPr>
          <a:xfrm>
            <a:off x="3212314" y="364518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cel28"/>
          <p:cNvSpPr/>
          <p:nvPr/>
        </p:nvSpPr>
        <p:spPr>
          <a:xfrm>
            <a:off x="3522750" y="364518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cel29"/>
          <p:cNvSpPr/>
          <p:nvPr/>
        </p:nvSpPr>
        <p:spPr>
          <a:xfrm>
            <a:off x="2591440" y="334636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cel30"/>
          <p:cNvSpPr/>
          <p:nvPr/>
        </p:nvSpPr>
        <p:spPr>
          <a:xfrm>
            <a:off x="2901877" y="334636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cel31"/>
          <p:cNvSpPr/>
          <p:nvPr/>
        </p:nvSpPr>
        <p:spPr>
          <a:xfrm>
            <a:off x="3212314" y="334636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cel32"/>
          <p:cNvSpPr/>
          <p:nvPr/>
        </p:nvSpPr>
        <p:spPr>
          <a:xfrm>
            <a:off x="3522750" y="334636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cel33"/>
          <p:cNvSpPr/>
          <p:nvPr/>
        </p:nvSpPr>
        <p:spPr>
          <a:xfrm>
            <a:off x="2591440" y="304755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cel34"/>
          <p:cNvSpPr/>
          <p:nvPr/>
        </p:nvSpPr>
        <p:spPr>
          <a:xfrm>
            <a:off x="2901877" y="304755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cel35"/>
          <p:cNvSpPr/>
          <p:nvPr/>
        </p:nvSpPr>
        <p:spPr>
          <a:xfrm>
            <a:off x="3212314" y="304755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cel36"/>
          <p:cNvSpPr/>
          <p:nvPr/>
        </p:nvSpPr>
        <p:spPr>
          <a:xfrm>
            <a:off x="3522750" y="304755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cel37"/>
          <p:cNvSpPr/>
          <p:nvPr/>
        </p:nvSpPr>
        <p:spPr>
          <a:xfrm>
            <a:off x="2281004" y="274873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cel38"/>
          <p:cNvSpPr/>
          <p:nvPr/>
        </p:nvSpPr>
        <p:spPr>
          <a:xfrm>
            <a:off x="2591440" y="274873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cel39"/>
          <p:cNvSpPr/>
          <p:nvPr/>
        </p:nvSpPr>
        <p:spPr>
          <a:xfrm>
            <a:off x="2901877" y="274873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cel40"/>
          <p:cNvSpPr/>
          <p:nvPr/>
        </p:nvSpPr>
        <p:spPr>
          <a:xfrm>
            <a:off x="3212314" y="274873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cel41"/>
          <p:cNvSpPr/>
          <p:nvPr/>
        </p:nvSpPr>
        <p:spPr>
          <a:xfrm>
            <a:off x="3522750" y="2748734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cel42"/>
          <p:cNvSpPr/>
          <p:nvPr/>
        </p:nvSpPr>
        <p:spPr>
          <a:xfrm>
            <a:off x="2281004" y="244991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cel43"/>
          <p:cNvSpPr/>
          <p:nvPr/>
        </p:nvSpPr>
        <p:spPr>
          <a:xfrm>
            <a:off x="2591440" y="244991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cel44"/>
          <p:cNvSpPr/>
          <p:nvPr/>
        </p:nvSpPr>
        <p:spPr>
          <a:xfrm>
            <a:off x="2901877" y="244991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cel45"/>
          <p:cNvSpPr/>
          <p:nvPr/>
        </p:nvSpPr>
        <p:spPr>
          <a:xfrm>
            <a:off x="3212314" y="244991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cel46"/>
          <p:cNvSpPr/>
          <p:nvPr/>
        </p:nvSpPr>
        <p:spPr>
          <a:xfrm>
            <a:off x="3522750" y="2449918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cel47"/>
          <p:cNvSpPr/>
          <p:nvPr/>
        </p:nvSpPr>
        <p:spPr>
          <a:xfrm>
            <a:off x="2281004" y="215110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cel48"/>
          <p:cNvSpPr/>
          <p:nvPr/>
        </p:nvSpPr>
        <p:spPr>
          <a:xfrm>
            <a:off x="2591440" y="215110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cel49"/>
          <p:cNvSpPr/>
          <p:nvPr/>
        </p:nvSpPr>
        <p:spPr>
          <a:xfrm>
            <a:off x="2901877" y="215110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cel50"/>
          <p:cNvSpPr/>
          <p:nvPr/>
        </p:nvSpPr>
        <p:spPr>
          <a:xfrm>
            <a:off x="3212314" y="215110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cel51"/>
          <p:cNvSpPr/>
          <p:nvPr/>
        </p:nvSpPr>
        <p:spPr>
          <a:xfrm>
            <a:off x="3522750" y="215110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cel52"/>
          <p:cNvSpPr/>
          <p:nvPr/>
        </p:nvSpPr>
        <p:spPr>
          <a:xfrm>
            <a:off x="2281004" y="185228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cel53"/>
          <p:cNvSpPr/>
          <p:nvPr/>
        </p:nvSpPr>
        <p:spPr>
          <a:xfrm>
            <a:off x="2591440" y="185228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cel54"/>
          <p:cNvSpPr/>
          <p:nvPr/>
        </p:nvSpPr>
        <p:spPr>
          <a:xfrm>
            <a:off x="2901877" y="185228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cel55"/>
          <p:cNvSpPr/>
          <p:nvPr/>
        </p:nvSpPr>
        <p:spPr>
          <a:xfrm>
            <a:off x="3212314" y="185228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cel56"/>
          <p:cNvSpPr/>
          <p:nvPr/>
        </p:nvSpPr>
        <p:spPr>
          <a:xfrm>
            <a:off x="3522750" y="185228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cel57"/>
          <p:cNvSpPr/>
          <p:nvPr/>
        </p:nvSpPr>
        <p:spPr>
          <a:xfrm>
            <a:off x="2281004" y="1553469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cel58"/>
          <p:cNvSpPr/>
          <p:nvPr/>
        </p:nvSpPr>
        <p:spPr>
          <a:xfrm>
            <a:off x="2591440" y="1553469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cel59"/>
          <p:cNvSpPr/>
          <p:nvPr/>
        </p:nvSpPr>
        <p:spPr>
          <a:xfrm>
            <a:off x="2901877" y="1553469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cel60"/>
          <p:cNvSpPr/>
          <p:nvPr/>
        </p:nvSpPr>
        <p:spPr>
          <a:xfrm>
            <a:off x="3212314" y="1553469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cel61"/>
          <p:cNvSpPr/>
          <p:nvPr/>
        </p:nvSpPr>
        <p:spPr>
          <a:xfrm>
            <a:off x="3522750" y="1553469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cel62"/>
          <p:cNvSpPr/>
          <p:nvPr/>
        </p:nvSpPr>
        <p:spPr>
          <a:xfrm>
            <a:off x="2281004" y="1254653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cel63"/>
          <p:cNvSpPr/>
          <p:nvPr/>
        </p:nvSpPr>
        <p:spPr>
          <a:xfrm>
            <a:off x="2591440" y="1254653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cel64"/>
          <p:cNvSpPr/>
          <p:nvPr/>
        </p:nvSpPr>
        <p:spPr>
          <a:xfrm>
            <a:off x="2901877" y="1254653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cel65"/>
          <p:cNvSpPr/>
          <p:nvPr/>
        </p:nvSpPr>
        <p:spPr>
          <a:xfrm>
            <a:off x="3212314" y="1254653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cel66"/>
          <p:cNvSpPr/>
          <p:nvPr/>
        </p:nvSpPr>
        <p:spPr>
          <a:xfrm>
            <a:off x="2281004" y="955837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cel67"/>
          <p:cNvSpPr/>
          <p:nvPr/>
        </p:nvSpPr>
        <p:spPr>
          <a:xfrm>
            <a:off x="2591440" y="955837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cel68"/>
          <p:cNvSpPr/>
          <p:nvPr/>
        </p:nvSpPr>
        <p:spPr>
          <a:xfrm>
            <a:off x="2901877" y="955837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Ze past gewoon in je eigen schoen.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400">
        <p159:morph option="byObject"/>
      </p:transition>
    </mc:Choice>
    <mc:Fallback>
      <p:transition xmlns:p14="http://schemas.microsoft.com/office/powerpoint/2010/main" spd="slow" p14:dur="900" advClick="0" advTm="3400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ad"/>
          <p:cNvSpPr/>
          <p:nvPr/>
        </p:nvSpPr>
        <p:spPr>
          <a:xfrm>
            <a:off x="0" y="5587860"/>
            <a:ext cx="12191695" cy="88897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_armL"/>
          <p:cNvSpPr/>
          <p:nvPr/>
        </p:nvSpPr>
        <p:spPr>
          <a:xfrm rot="720000">
            <a:off x="1689057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_armR"/>
          <p:cNvSpPr/>
          <p:nvPr/>
        </p:nvSpPr>
        <p:spPr>
          <a:xfrm rot="20880000">
            <a:off x="2757736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_beenL"/>
          <p:cNvSpPr/>
          <p:nvPr/>
        </p:nvSpPr>
        <p:spPr>
          <a:xfrm rot="20640000">
            <a:off x="1982420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_beenR"/>
          <p:cNvSpPr/>
          <p:nvPr/>
        </p:nvSpPr>
        <p:spPr>
          <a:xfrm rot="960000">
            <a:off x="2401509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_schoenL"/>
          <p:cNvSpPr/>
          <p:nvPr/>
        </p:nvSpPr>
        <p:spPr>
          <a:xfrm>
            <a:off x="1856693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_schoenR"/>
          <p:cNvSpPr/>
          <p:nvPr/>
        </p:nvSpPr>
        <p:spPr>
          <a:xfrm>
            <a:off x="2317692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romp"/>
          <p:cNvSpPr/>
          <p:nvPr/>
        </p:nvSpPr>
        <p:spPr>
          <a:xfrm>
            <a:off x="1856693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hoofd"/>
          <p:cNvSpPr/>
          <p:nvPr/>
        </p:nvSpPr>
        <p:spPr>
          <a:xfrm>
            <a:off x="1898602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haar"/>
          <p:cNvSpPr/>
          <p:nvPr/>
        </p:nvSpPr>
        <p:spPr>
          <a:xfrm>
            <a:off x="1835739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rilL"/>
          <p:cNvSpPr/>
          <p:nvPr/>
        </p:nvSpPr>
        <p:spPr>
          <a:xfrm>
            <a:off x="1961465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brilR"/>
          <p:cNvSpPr/>
          <p:nvPr/>
        </p:nvSpPr>
        <p:spPr>
          <a:xfrm>
            <a:off x="2401509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nor"/>
          <p:cNvSpPr/>
          <p:nvPr/>
        </p:nvSpPr>
        <p:spPr>
          <a:xfrm>
            <a:off x="2129101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stap0"/>
          <p:cNvSpPr/>
          <p:nvPr/>
        </p:nvSpPr>
        <p:spPr>
          <a:xfrm>
            <a:off x="1663658" y="5752956"/>
            <a:ext cx="444488" cy="266693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kop"/>
          <p:cNvSpPr txBox="1"/>
          <p:nvPr/>
        </p:nvSpPr>
        <p:spPr>
          <a:xfrm>
            <a:off x="761980" y="533386"/>
            <a:ext cx="5714857" cy="2412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>
                <a:solidFill>
                  <a:srgbClr val="F2F8FC"/>
                </a:solidFill>
                <a:latin typeface="Segoe UI"/>
              </a:rPr>
              <a:t>10 meter</a:t>
            </a:r>
          </a:p>
          <a:p>
            <a:pPr algn="l">
              <a:lnSpc>
                <a:spcPct val="110000"/>
              </a:lnSpc>
            </a:pPr>
            <a:r>
              <a:rPr sz="6600" b="1">
                <a:solidFill>
                  <a:srgbClr val="F2F8FC"/>
                </a:solidFill>
                <a:latin typeface="Segoe UI"/>
              </a:rPr>
              <a:t>wandelen</a:t>
            </a:r>
          </a:p>
        </p:txBody>
      </p:sp>
      <p:sp>
        <p:nvSpPr>
          <p:cNvPr id="18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Honderd metingen per seconde, bij elke stap.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600">
        <p159:morph option="byObject"/>
      </p:transition>
    </mc:Choice>
    <mc:Fallback>
      <p:transition xmlns:p14="http://schemas.microsoft.com/office/powerpoint/2010/main" spd="slow" p14:dur="900" advClick="0" advTm="2600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ad"/>
          <p:cNvSpPr/>
          <p:nvPr/>
        </p:nvSpPr>
        <p:spPr>
          <a:xfrm>
            <a:off x="0" y="5587860"/>
            <a:ext cx="12191695" cy="88897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_armL"/>
          <p:cNvSpPr/>
          <p:nvPr/>
        </p:nvSpPr>
        <p:spPr>
          <a:xfrm rot="20880000">
            <a:off x="5244968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_armR"/>
          <p:cNvSpPr/>
          <p:nvPr/>
        </p:nvSpPr>
        <p:spPr>
          <a:xfrm rot="720000">
            <a:off x="6313647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_beenL"/>
          <p:cNvSpPr/>
          <p:nvPr/>
        </p:nvSpPr>
        <p:spPr>
          <a:xfrm rot="900000">
            <a:off x="5538331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_beenR"/>
          <p:cNvSpPr/>
          <p:nvPr/>
        </p:nvSpPr>
        <p:spPr>
          <a:xfrm rot="20700000">
            <a:off x="5957421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_schoenL"/>
          <p:cNvSpPr/>
          <p:nvPr/>
        </p:nvSpPr>
        <p:spPr>
          <a:xfrm>
            <a:off x="5412604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_schoenR"/>
          <p:cNvSpPr/>
          <p:nvPr/>
        </p:nvSpPr>
        <p:spPr>
          <a:xfrm>
            <a:off x="5873603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romp"/>
          <p:cNvSpPr/>
          <p:nvPr/>
        </p:nvSpPr>
        <p:spPr>
          <a:xfrm>
            <a:off x="5412604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hoofd"/>
          <p:cNvSpPr/>
          <p:nvPr/>
        </p:nvSpPr>
        <p:spPr>
          <a:xfrm>
            <a:off x="5454513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haar"/>
          <p:cNvSpPr/>
          <p:nvPr/>
        </p:nvSpPr>
        <p:spPr>
          <a:xfrm>
            <a:off x="5391650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rilL"/>
          <p:cNvSpPr/>
          <p:nvPr/>
        </p:nvSpPr>
        <p:spPr>
          <a:xfrm>
            <a:off x="5517377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brilR"/>
          <p:cNvSpPr/>
          <p:nvPr/>
        </p:nvSpPr>
        <p:spPr>
          <a:xfrm>
            <a:off x="5957421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nor"/>
          <p:cNvSpPr/>
          <p:nvPr/>
        </p:nvSpPr>
        <p:spPr>
          <a:xfrm>
            <a:off x="5685012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stap0"/>
          <p:cNvSpPr/>
          <p:nvPr/>
        </p:nvSpPr>
        <p:spPr>
          <a:xfrm>
            <a:off x="1663658" y="5752956"/>
            <a:ext cx="444488" cy="266693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stap1"/>
          <p:cNvSpPr/>
          <p:nvPr/>
        </p:nvSpPr>
        <p:spPr>
          <a:xfrm>
            <a:off x="3441613" y="5752956"/>
            <a:ext cx="444488" cy="266693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stap2"/>
          <p:cNvSpPr/>
          <p:nvPr/>
        </p:nvSpPr>
        <p:spPr>
          <a:xfrm>
            <a:off x="5219569" y="5752956"/>
            <a:ext cx="444488" cy="266693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kop"/>
          <p:cNvSpPr txBox="1"/>
          <p:nvPr/>
        </p:nvSpPr>
        <p:spPr>
          <a:xfrm>
            <a:off x="761980" y="533386"/>
            <a:ext cx="5714857" cy="2412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>
                <a:solidFill>
                  <a:srgbClr val="F2F8FC"/>
                </a:solidFill>
                <a:latin typeface="Segoe UI"/>
              </a:rPr>
              <a:t>10 meter</a:t>
            </a:r>
          </a:p>
          <a:p>
            <a:pPr algn="l">
              <a:lnSpc>
                <a:spcPct val="110000"/>
              </a:lnSpc>
            </a:pPr>
            <a:r>
              <a:rPr sz="6600" b="1">
                <a:solidFill>
                  <a:srgbClr val="F2F8FC"/>
                </a:solidFill>
                <a:latin typeface="Segoe UI"/>
              </a:rPr>
              <a:t>wandelen</a:t>
            </a:r>
          </a:p>
        </p:txBody>
      </p:sp>
      <p:sp>
        <p:nvSpPr>
          <p:cNvPr id="2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Honderd metingen per seconde, bij elke stap.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600">
        <p159:morph option="byObject"/>
      </p:transition>
    </mc:Choice>
    <mc:Fallback>
      <p:transition xmlns:p14="http://schemas.microsoft.com/office/powerpoint/2010/main" spd="slow" p14:dur="900" advClick="0" advTm="2600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ad"/>
          <p:cNvSpPr/>
          <p:nvPr/>
        </p:nvSpPr>
        <p:spPr>
          <a:xfrm>
            <a:off x="0" y="5587860"/>
            <a:ext cx="12191695" cy="88897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f_armL"/>
          <p:cNvSpPr/>
          <p:nvPr/>
        </p:nvSpPr>
        <p:spPr>
          <a:xfrm rot="720000">
            <a:off x="8800879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f_armR"/>
          <p:cNvSpPr/>
          <p:nvPr/>
        </p:nvSpPr>
        <p:spPr>
          <a:xfrm rot="20880000">
            <a:off x="9869558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f_beenL"/>
          <p:cNvSpPr/>
          <p:nvPr/>
        </p:nvSpPr>
        <p:spPr>
          <a:xfrm rot="20640000">
            <a:off x="9094242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f_beenR"/>
          <p:cNvSpPr/>
          <p:nvPr/>
        </p:nvSpPr>
        <p:spPr>
          <a:xfrm rot="960000">
            <a:off x="9513332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_schoenL"/>
          <p:cNvSpPr/>
          <p:nvPr/>
        </p:nvSpPr>
        <p:spPr>
          <a:xfrm>
            <a:off x="8968515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_schoenR"/>
          <p:cNvSpPr/>
          <p:nvPr/>
        </p:nvSpPr>
        <p:spPr>
          <a:xfrm>
            <a:off x="9429514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romp"/>
          <p:cNvSpPr/>
          <p:nvPr/>
        </p:nvSpPr>
        <p:spPr>
          <a:xfrm>
            <a:off x="8968515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hoofd"/>
          <p:cNvSpPr/>
          <p:nvPr/>
        </p:nvSpPr>
        <p:spPr>
          <a:xfrm>
            <a:off x="9010424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haar"/>
          <p:cNvSpPr/>
          <p:nvPr/>
        </p:nvSpPr>
        <p:spPr>
          <a:xfrm>
            <a:off x="8947561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brilL"/>
          <p:cNvSpPr/>
          <p:nvPr/>
        </p:nvSpPr>
        <p:spPr>
          <a:xfrm>
            <a:off x="9073288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brilR"/>
          <p:cNvSpPr/>
          <p:nvPr/>
        </p:nvSpPr>
        <p:spPr>
          <a:xfrm>
            <a:off x="9513332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snor"/>
          <p:cNvSpPr/>
          <p:nvPr/>
        </p:nvSpPr>
        <p:spPr>
          <a:xfrm>
            <a:off x="9240923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stap0"/>
          <p:cNvSpPr/>
          <p:nvPr/>
        </p:nvSpPr>
        <p:spPr>
          <a:xfrm>
            <a:off x="1663658" y="5752956"/>
            <a:ext cx="444488" cy="266693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stap1"/>
          <p:cNvSpPr/>
          <p:nvPr/>
        </p:nvSpPr>
        <p:spPr>
          <a:xfrm>
            <a:off x="3441613" y="5752956"/>
            <a:ext cx="444488" cy="266693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stap2"/>
          <p:cNvSpPr/>
          <p:nvPr/>
        </p:nvSpPr>
        <p:spPr>
          <a:xfrm>
            <a:off x="5219569" y="5752956"/>
            <a:ext cx="444488" cy="266693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stap3"/>
          <p:cNvSpPr/>
          <p:nvPr/>
        </p:nvSpPr>
        <p:spPr>
          <a:xfrm>
            <a:off x="6997525" y="5752956"/>
            <a:ext cx="444488" cy="266693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stap4"/>
          <p:cNvSpPr/>
          <p:nvPr/>
        </p:nvSpPr>
        <p:spPr>
          <a:xfrm>
            <a:off x="8775480" y="5752956"/>
            <a:ext cx="444488" cy="266693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kop"/>
          <p:cNvSpPr txBox="1"/>
          <p:nvPr/>
        </p:nvSpPr>
        <p:spPr>
          <a:xfrm>
            <a:off x="761980" y="533386"/>
            <a:ext cx="5714857" cy="2412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>
                <a:solidFill>
                  <a:srgbClr val="F2F8FC"/>
                </a:solidFill>
                <a:latin typeface="Segoe UI"/>
              </a:rPr>
              <a:t>10 meter</a:t>
            </a:r>
          </a:p>
          <a:p>
            <a:pPr algn="l">
              <a:lnSpc>
                <a:spcPct val="110000"/>
              </a:lnSpc>
            </a:pPr>
            <a:r>
              <a:rPr sz="6600" b="1">
                <a:solidFill>
                  <a:srgbClr val="F2F8FC"/>
                </a:solidFill>
                <a:latin typeface="Segoe UI"/>
              </a:rPr>
              <a:t>wandelen</a:t>
            </a:r>
          </a:p>
        </p:txBody>
      </p:sp>
      <p:sp>
        <p:nvSpPr>
          <p:cNvPr id="22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Honderd metingen per seconde, bij elke stap.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600">
        <p159:morph option="byObject"/>
      </p:transition>
    </mc:Choice>
    <mc:Fallback>
      <p:transition xmlns:p14="http://schemas.microsoft.com/office/powerpoint/2010/main" spd="slow" p14:dur="900" advClick="0" advTm="2600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m00_07"/>
          <p:cNvSpPr/>
          <p:nvPr/>
        </p:nvSpPr>
        <p:spPr>
          <a:xfrm>
            <a:off x="2387206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m00_08"/>
          <p:cNvSpPr/>
          <p:nvPr/>
        </p:nvSpPr>
        <p:spPr>
          <a:xfrm>
            <a:off x="2535369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m00_09"/>
          <p:cNvSpPr/>
          <p:nvPr/>
        </p:nvSpPr>
        <p:spPr>
          <a:xfrm>
            <a:off x="2683532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00_10"/>
          <p:cNvSpPr/>
          <p:nvPr/>
        </p:nvSpPr>
        <p:spPr>
          <a:xfrm>
            <a:off x="2831694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01_06"/>
          <p:cNvSpPr/>
          <p:nvPr/>
        </p:nvSpPr>
        <p:spPr>
          <a:xfrm>
            <a:off x="2239043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01_07"/>
          <p:cNvSpPr/>
          <p:nvPr/>
        </p:nvSpPr>
        <p:spPr>
          <a:xfrm>
            <a:off x="2387206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01_08"/>
          <p:cNvSpPr/>
          <p:nvPr/>
        </p:nvSpPr>
        <p:spPr>
          <a:xfrm>
            <a:off x="2535369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01_09"/>
          <p:cNvSpPr/>
          <p:nvPr/>
        </p:nvSpPr>
        <p:spPr>
          <a:xfrm>
            <a:off x="2683532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01_10"/>
          <p:cNvSpPr/>
          <p:nvPr/>
        </p:nvSpPr>
        <p:spPr>
          <a:xfrm>
            <a:off x="2831694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m01_11"/>
          <p:cNvSpPr/>
          <p:nvPr/>
        </p:nvSpPr>
        <p:spPr>
          <a:xfrm>
            <a:off x="2979857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02_05"/>
          <p:cNvSpPr/>
          <p:nvPr/>
        </p:nvSpPr>
        <p:spPr>
          <a:xfrm>
            <a:off x="209088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02_06"/>
          <p:cNvSpPr/>
          <p:nvPr/>
        </p:nvSpPr>
        <p:spPr>
          <a:xfrm>
            <a:off x="2239043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02_07"/>
          <p:cNvSpPr/>
          <p:nvPr/>
        </p:nvSpPr>
        <p:spPr>
          <a:xfrm>
            <a:off x="2387206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m02_08"/>
          <p:cNvSpPr/>
          <p:nvPr/>
        </p:nvSpPr>
        <p:spPr>
          <a:xfrm>
            <a:off x="2535369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AB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02_09"/>
          <p:cNvSpPr/>
          <p:nvPr/>
        </p:nvSpPr>
        <p:spPr>
          <a:xfrm>
            <a:off x="2683532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AB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02_10"/>
          <p:cNvSpPr/>
          <p:nvPr/>
        </p:nvSpPr>
        <p:spPr>
          <a:xfrm>
            <a:off x="2831694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02_11"/>
          <p:cNvSpPr/>
          <p:nvPr/>
        </p:nvSpPr>
        <p:spPr>
          <a:xfrm>
            <a:off x="2979857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02_12"/>
          <p:cNvSpPr/>
          <p:nvPr/>
        </p:nvSpPr>
        <p:spPr>
          <a:xfrm>
            <a:off x="312802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3_05"/>
          <p:cNvSpPr/>
          <p:nvPr/>
        </p:nvSpPr>
        <p:spPr>
          <a:xfrm>
            <a:off x="209088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m03_06"/>
          <p:cNvSpPr/>
          <p:nvPr/>
        </p:nvSpPr>
        <p:spPr>
          <a:xfrm>
            <a:off x="2239043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03_07"/>
          <p:cNvSpPr/>
          <p:nvPr/>
        </p:nvSpPr>
        <p:spPr>
          <a:xfrm>
            <a:off x="2387206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m03_08"/>
          <p:cNvSpPr/>
          <p:nvPr/>
        </p:nvSpPr>
        <p:spPr>
          <a:xfrm>
            <a:off x="2535369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4B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m03_09"/>
          <p:cNvSpPr/>
          <p:nvPr/>
        </p:nvSpPr>
        <p:spPr>
          <a:xfrm>
            <a:off x="2683532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4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03_10"/>
          <p:cNvSpPr/>
          <p:nvPr/>
        </p:nvSpPr>
        <p:spPr>
          <a:xfrm>
            <a:off x="2831694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m03_11"/>
          <p:cNvSpPr/>
          <p:nvPr/>
        </p:nvSpPr>
        <p:spPr>
          <a:xfrm>
            <a:off x="2979857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m03_12"/>
          <p:cNvSpPr/>
          <p:nvPr/>
        </p:nvSpPr>
        <p:spPr>
          <a:xfrm>
            <a:off x="312802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04_05"/>
          <p:cNvSpPr/>
          <p:nvPr/>
        </p:nvSpPr>
        <p:spPr>
          <a:xfrm>
            <a:off x="209088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m04_06"/>
          <p:cNvSpPr/>
          <p:nvPr/>
        </p:nvSpPr>
        <p:spPr>
          <a:xfrm>
            <a:off x="2239043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m04_07"/>
          <p:cNvSpPr/>
          <p:nvPr/>
        </p:nvSpPr>
        <p:spPr>
          <a:xfrm>
            <a:off x="2387206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04_08"/>
          <p:cNvSpPr/>
          <p:nvPr/>
        </p:nvSpPr>
        <p:spPr>
          <a:xfrm>
            <a:off x="2535369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7B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m04_09"/>
          <p:cNvSpPr/>
          <p:nvPr/>
        </p:nvSpPr>
        <p:spPr>
          <a:xfrm>
            <a:off x="2683532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7B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04_10"/>
          <p:cNvSpPr/>
          <p:nvPr/>
        </p:nvSpPr>
        <p:spPr>
          <a:xfrm>
            <a:off x="2831694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04_11"/>
          <p:cNvSpPr/>
          <p:nvPr/>
        </p:nvSpPr>
        <p:spPr>
          <a:xfrm>
            <a:off x="2979857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04_12"/>
          <p:cNvSpPr/>
          <p:nvPr/>
        </p:nvSpPr>
        <p:spPr>
          <a:xfrm>
            <a:off x="312802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05_05"/>
          <p:cNvSpPr/>
          <p:nvPr/>
        </p:nvSpPr>
        <p:spPr>
          <a:xfrm>
            <a:off x="209088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05_06"/>
          <p:cNvSpPr/>
          <p:nvPr/>
        </p:nvSpPr>
        <p:spPr>
          <a:xfrm>
            <a:off x="2239043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05_07"/>
          <p:cNvSpPr/>
          <p:nvPr/>
        </p:nvSpPr>
        <p:spPr>
          <a:xfrm>
            <a:off x="2387206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m05_08"/>
          <p:cNvSpPr/>
          <p:nvPr/>
        </p:nvSpPr>
        <p:spPr>
          <a:xfrm>
            <a:off x="2535369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m05_09"/>
          <p:cNvSpPr/>
          <p:nvPr/>
        </p:nvSpPr>
        <p:spPr>
          <a:xfrm>
            <a:off x="2683532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m05_10"/>
          <p:cNvSpPr/>
          <p:nvPr/>
        </p:nvSpPr>
        <p:spPr>
          <a:xfrm>
            <a:off x="2831694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m05_11"/>
          <p:cNvSpPr/>
          <p:nvPr/>
        </p:nvSpPr>
        <p:spPr>
          <a:xfrm>
            <a:off x="2979857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m05_12"/>
          <p:cNvSpPr/>
          <p:nvPr/>
        </p:nvSpPr>
        <p:spPr>
          <a:xfrm>
            <a:off x="312802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m06_05"/>
          <p:cNvSpPr/>
          <p:nvPr/>
        </p:nvSpPr>
        <p:spPr>
          <a:xfrm>
            <a:off x="209088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m06_06"/>
          <p:cNvSpPr/>
          <p:nvPr/>
        </p:nvSpPr>
        <p:spPr>
          <a:xfrm>
            <a:off x="2239043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m06_07"/>
          <p:cNvSpPr/>
          <p:nvPr/>
        </p:nvSpPr>
        <p:spPr>
          <a:xfrm>
            <a:off x="2387206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m06_08"/>
          <p:cNvSpPr/>
          <p:nvPr/>
        </p:nvSpPr>
        <p:spPr>
          <a:xfrm>
            <a:off x="2535369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m06_09"/>
          <p:cNvSpPr/>
          <p:nvPr/>
        </p:nvSpPr>
        <p:spPr>
          <a:xfrm>
            <a:off x="2683532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2A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m06_10"/>
          <p:cNvSpPr/>
          <p:nvPr/>
        </p:nvSpPr>
        <p:spPr>
          <a:xfrm>
            <a:off x="2831694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m06_11"/>
          <p:cNvSpPr/>
          <p:nvPr/>
        </p:nvSpPr>
        <p:spPr>
          <a:xfrm>
            <a:off x="2979857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m06_12"/>
          <p:cNvSpPr/>
          <p:nvPr/>
        </p:nvSpPr>
        <p:spPr>
          <a:xfrm>
            <a:off x="312802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m07_05"/>
          <p:cNvSpPr/>
          <p:nvPr/>
        </p:nvSpPr>
        <p:spPr>
          <a:xfrm>
            <a:off x="209088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m07_06"/>
          <p:cNvSpPr/>
          <p:nvPr/>
        </p:nvSpPr>
        <p:spPr>
          <a:xfrm>
            <a:off x="2239043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m07_07"/>
          <p:cNvSpPr/>
          <p:nvPr/>
        </p:nvSpPr>
        <p:spPr>
          <a:xfrm>
            <a:off x="2387206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m07_08"/>
          <p:cNvSpPr/>
          <p:nvPr/>
        </p:nvSpPr>
        <p:spPr>
          <a:xfrm>
            <a:off x="2535369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m07_09"/>
          <p:cNvSpPr/>
          <p:nvPr/>
        </p:nvSpPr>
        <p:spPr>
          <a:xfrm>
            <a:off x="2683532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3A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m07_10"/>
          <p:cNvSpPr/>
          <p:nvPr/>
        </p:nvSpPr>
        <p:spPr>
          <a:xfrm>
            <a:off x="2831694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m07_11"/>
          <p:cNvSpPr/>
          <p:nvPr/>
        </p:nvSpPr>
        <p:spPr>
          <a:xfrm>
            <a:off x="2979857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m07_12"/>
          <p:cNvSpPr/>
          <p:nvPr/>
        </p:nvSpPr>
        <p:spPr>
          <a:xfrm>
            <a:off x="312802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m08_05"/>
          <p:cNvSpPr/>
          <p:nvPr/>
        </p:nvSpPr>
        <p:spPr>
          <a:xfrm>
            <a:off x="209088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m08_06"/>
          <p:cNvSpPr/>
          <p:nvPr/>
        </p:nvSpPr>
        <p:spPr>
          <a:xfrm>
            <a:off x="2239043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m08_07"/>
          <p:cNvSpPr/>
          <p:nvPr/>
        </p:nvSpPr>
        <p:spPr>
          <a:xfrm>
            <a:off x="2387206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m08_08"/>
          <p:cNvSpPr/>
          <p:nvPr/>
        </p:nvSpPr>
        <p:spPr>
          <a:xfrm>
            <a:off x="2535369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m08_09"/>
          <p:cNvSpPr/>
          <p:nvPr/>
        </p:nvSpPr>
        <p:spPr>
          <a:xfrm>
            <a:off x="2683532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m08_10"/>
          <p:cNvSpPr/>
          <p:nvPr/>
        </p:nvSpPr>
        <p:spPr>
          <a:xfrm>
            <a:off x="2831694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m08_11"/>
          <p:cNvSpPr/>
          <p:nvPr/>
        </p:nvSpPr>
        <p:spPr>
          <a:xfrm>
            <a:off x="2979857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m08_12"/>
          <p:cNvSpPr/>
          <p:nvPr/>
        </p:nvSpPr>
        <p:spPr>
          <a:xfrm>
            <a:off x="312802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m09_05"/>
          <p:cNvSpPr/>
          <p:nvPr/>
        </p:nvSpPr>
        <p:spPr>
          <a:xfrm>
            <a:off x="209088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m09_06"/>
          <p:cNvSpPr/>
          <p:nvPr/>
        </p:nvSpPr>
        <p:spPr>
          <a:xfrm>
            <a:off x="2239043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m09_07"/>
          <p:cNvSpPr/>
          <p:nvPr/>
        </p:nvSpPr>
        <p:spPr>
          <a:xfrm>
            <a:off x="2387206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m09_08"/>
          <p:cNvSpPr/>
          <p:nvPr/>
        </p:nvSpPr>
        <p:spPr>
          <a:xfrm>
            <a:off x="2535369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m09_09"/>
          <p:cNvSpPr/>
          <p:nvPr/>
        </p:nvSpPr>
        <p:spPr>
          <a:xfrm>
            <a:off x="2683532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m09_10"/>
          <p:cNvSpPr/>
          <p:nvPr/>
        </p:nvSpPr>
        <p:spPr>
          <a:xfrm>
            <a:off x="2831694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m09_11"/>
          <p:cNvSpPr/>
          <p:nvPr/>
        </p:nvSpPr>
        <p:spPr>
          <a:xfrm>
            <a:off x="2979857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m09_12"/>
          <p:cNvSpPr/>
          <p:nvPr/>
        </p:nvSpPr>
        <p:spPr>
          <a:xfrm>
            <a:off x="312802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m10_06"/>
          <p:cNvSpPr/>
          <p:nvPr/>
        </p:nvSpPr>
        <p:spPr>
          <a:xfrm>
            <a:off x="2239043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m10_07"/>
          <p:cNvSpPr/>
          <p:nvPr/>
        </p:nvSpPr>
        <p:spPr>
          <a:xfrm>
            <a:off x="2387206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m10_08"/>
          <p:cNvSpPr/>
          <p:nvPr/>
        </p:nvSpPr>
        <p:spPr>
          <a:xfrm>
            <a:off x="2535369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m10_09"/>
          <p:cNvSpPr/>
          <p:nvPr/>
        </p:nvSpPr>
        <p:spPr>
          <a:xfrm>
            <a:off x="2683532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m10_10"/>
          <p:cNvSpPr/>
          <p:nvPr/>
        </p:nvSpPr>
        <p:spPr>
          <a:xfrm>
            <a:off x="2831694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m10_11"/>
          <p:cNvSpPr/>
          <p:nvPr/>
        </p:nvSpPr>
        <p:spPr>
          <a:xfrm>
            <a:off x="2979857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m10_12"/>
          <p:cNvSpPr/>
          <p:nvPr/>
        </p:nvSpPr>
        <p:spPr>
          <a:xfrm>
            <a:off x="3128020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m11_06"/>
          <p:cNvSpPr/>
          <p:nvPr/>
        </p:nvSpPr>
        <p:spPr>
          <a:xfrm>
            <a:off x="2239043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m11_07"/>
          <p:cNvSpPr/>
          <p:nvPr/>
        </p:nvSpPr>
        <p:spPr>
          <a:xfrm>
            <a:off x="2387206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m11_08"/>
          <p:cNvSpPr/>
          <p:nvPr/>
        </p:nvSpPr>
        <p:spPr>
          <a:xfrm>
            <a:off x="2535369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m11_09"/>
          <p:cNvSpPr/>
          <p:nvPr/>
        </p:nvSpPr>
        <p:spPr>
          <a:xfrm>
            <a:off x="2683532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m11_10"/>
          <p:cNvSpPr/>
          <p:nvPr/>
        </p:nvSpPr>
        <p:spPr>
          <a:xfrm>
            <a:off x="2831694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m11_11"/>
          <p:cNvSpPr/>
          <p:nvPr/>
        </p:nvSpPr>
        <p:spPr>
          <a:xfrm>
            <a:off x="2979857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m11_12"/>
          <p:cNvSpPr/>
          <p:nvPr/>
        </p:nvSpPr>
        <p:spPr>
          <a:xfrm>
            <a:off x="3128020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m12_06"/>
          <p:cNvSpPr/>
          <p:nvPr/>
        </p:nvSpPr>
        <p:spPr>
          <a:xfrm>
            <a:off x="2239043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m12_07"/>
          <p:cNvSpPr/>
          <p:nvPr/>
        </p:nvSpPr>
        <p:spPr>
          <a:xfrm>
            <a:off x="2387206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m12_08"/>
          <p:cNvSpPr/>
          <p:nvPr/>
        </p:nvSpPr>
        <p:spPr>
          <a:xfrm>
            <a:off x="2535369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m12_09"/>
          <p:cNvSpPr/>
          <p:nvPr/>
        </p:nvSpPr>
        <p:spPr>
          <a:xfrm>
            <a:off x="2683532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m12_10"/>
          <p:cNvSpPr/>
          <p:nvPr/>
        </p:nvSpPr>
        <p:spPr>
          <a:xfrm>
            <a:off x="2831694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m12_11"/>
          <p:cNvSpPr/>
          <p:nvPr/>
        </p:nvSpPr>
        <p:spPr>
          <a:xfrm>
            <a:off x="2979857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m12_12"/>
          <p:cNvSpPr/>
          <p:nvPr/>
        </p:nvSpPr>
        <p:spPr>
          <a:xfrm>
            <a:off x="3128020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m13_06"/>
          <p:cNvSpPr/>
          <p:nvPr/>
        </p:nvSpPr>
        <p:spPr>
          <a:xfrm>
            <a:off x="2239043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m13_07"/>
          <p:cNvSpPr/>
          <p:nvPr/>
        </p:nvSpPr>
        <p:spPr>
          <a:xfrm>
            <a:off x="2387206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m13_08"/>
          <p:cNvSpPr/>
          <p:nvPr/>
        </p:nvSpPr>
        <p:spPr>
          <a:xfrm>
            <a:off x="2535369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m13_09"/>
          <p:cNvSpPr/>
          <p:nvPr/>
        </p:nvSpPr>
        <p:spPr>
          <a:xfrm>
            <a:off x="2683532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m13_10"/>
          <p:cNvSpPr/>
          <p:nvPr/>
        </p:nvSpPr>
        <p:spPr>
          <a:xfrm>
            <a:off x="2831694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m13_11"/>
          <p:cNvSpPr/>
          <p:nvPr/>
        </p:nvSpPr>
        <p:spPr>
          <a:xfrm>
            <a:off x="2979857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m13_12"/>
          <p:cNvSpPr/>
          <p:nvPr/>
        </p:nvSpPr>
        <p:spPr>
          <a:xfrm>
            <a:off x="3128020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m14_06"/>
          <p:cNvSpPr/>
          <p:nvPr/>
        </p:nvSpPr>
        <p:spPr>
          <a:xfrm>
            <a:off x="2239043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m14_07"/>
          <p:cNvSpPr/>
          <p:nvPr/>
        </p:nvSpPr>
        <p:spPr>
          <a:xfrm>
            <a:off x="2387206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m14_08"/>
          <p:cNvSpPr/>
          <p:nvPr/>
        </p:nvSpPr>
        <p:spPr>
          <a:xfrm>
            <a:off x="2535369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m14_09"/>
          <p:cNvSpPr/>
          <p:nvPr/>
        </p:nvSpPr>
        <p:spPr>
          <a:xfrm>
            <a:off x="2683532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m14_10"/>
          <p:cNvSpPr/>
          <p:nvPr/>
        </p:nvSpPr>
        <p:spPr>
          <a:xfrm>
            <a:off x="2831694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m14_11"/>
          <p:cNvSpPr/>
          <p:nvPr/>
        </p:nvSpPr>
        <p:spPr>
          <a:xfrm>
            <a:off x="2979857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m14_12"/>
          <p:cNvSpPr/>
          <p:nvPr/>
        </p:nvSpPr>
        <p:spPr>
          <a:xfrm>
            <a:off x="3128020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m15_07"/>
          <p:cNvSpPr/>
          <p:nvPr/>
        </p:nvSpPr>
        <p:spPr>
          <a:xfrm>
            <a:off x="2387206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m15_08"/>
          <p:cNvSpPr/>
          <p:nvPr/>
        </p:nvSpPr>
        <p:spPr>
          <a:xfrm>
            <a:off x="2535369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m15_09"/>
          <p:cNvSpPr/>
          <p:nvPr/>
        </p:nvSpPr>
        <p:spPr>
          <a:xfrm>
            <a:off x="2683532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m15_10"/>
          <p:cNvSpPr/>
          <p:nvPr/>
        </p:nvSpPr>
        <p:spPr>
          <a:xfrm>
            <a:off x="2831694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m15_11"/>
          <p:cNvSpPr/>
          <p:nvPr/>
        </p:nvSpPr>
        <p:spPr>
          <a:xfrm>
            <a:off x="2979857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m15_12"/>
          <p:cNvSpPr/>
          <p:nvPr/>
        </p:nvSpPr>
        <p:spPr>
          <a:xfrm>
            <a:off x="3128020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m15_13"/>
          <p:cNvSpPr/>
          <p:nvPr/>
        </p:nvSpPr>
        <p:spPr>
          <a:xfrm>
            <a:off x="3276183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m16_07"/>
          <p:cNvSpPr/>
          <p:nvPr/>
        </p:nvSpPr>
        <p:spPr>
          <a:xfrm>
            <a:off x="2387206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m16_08"/>
          <p:cNvSpPr/>
          <p:nvPr/>
        </p:nvSpPr>
        <p:spPr>
          <a:xfrm>
            <a:off x="2535369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m16_09"/>
          <p:cNvSpPr/>
          <p:nvPr/>
        </p:nvSpPr>
        <p:spPr>
          <a:xfrm>
            <a:off x="2683532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m16_10"/>
          <p:cNvSpPr/>
          <p:nvPr/>
        </p:nvSpPr>
        <p:spPr>
          <a:xfrm>
            <a:off x="2831694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m16_11"/>
          <p:cNvSpPr/>
          <p:nvPr/>
        </p:nvSpPr>
        <p:spPr>
          <a:xfrm>
            <a:off x="2979857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m16_12"/>
          <p:cNvSpPr/>
          <p:nvPr/>
        </p:nvSpPr>
        <p:spPr>
          <a:xfrm>
            <a:off x="3128020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m16_13"/>
          <p:cNvSpPr/>
          <p:nvPr/>
        </p:nvSpPr>
        <p:spPr>
          <a:xfrm>
            <a:off x="3276183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m17_07"/>
          <p:cNvSpPr/>
          <p:nvPr/>
        </p:nvSpPr>
        <p:spPr>
          <a:xfrm>
            <a:off x="2387206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m17_08"/>
          <p:cNvSpPr/>
          <p:nvPr/>
        </p:nvSpPr>
        <p:spPr>
          <a:xfrm>
            <a:off x="2535369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m17_09"/>
          <p:cNvSpPr/>
          <p:nvPr/>
        </p:nvSpPr>
        <p:spPr>
          <a:xfrm>
            <a:off x="2683532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m17_10"/>
          <p:cNvSpPr/>
          <p:nvPr/>
        </p:nvSpPr>
        <p:spPr>
          <a:xfrm>
            <a:off x="2831694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m17_11"/>
          <p:cNvSpPr/>
          <p:nvPr/>
        </p:nvSpPr>
        <p:spPr>
          <a:xfrm>
            <a:off x="2979857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m17_12"/>
          <p:cNvSpPr/>
          <p:nvPr/>
        </p:nvSpPr>
        <p:spPr>
          <a:xfrm>
            <a:off x="3128020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m17_13"/>
          <p:cNvSpPr/>
          <p:nvPr/>
        </p:nvSpPr>
        <p:spPr>
          <a:xfrm>
            <a:off x="3276183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m18_06"/>
          <p:cNvSpPr/>
          <p:nvPr/>
        </p:nvSpPr>
        <p:spPr>
          <a:xfrm>
            <a:off x="223904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m18_07"/>
          <p:cNvSpPr/>
          <p:nvPr/>
        </p:nvSpPr>
        <p:spPr>
          <a:xfrm>
            <a:off x="2387206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m18_08"/>
          <p:cNvSpPr/>
          <p:nvPr/>
        </p:nvSpPr>
        <p:spPr>
          <a:xfrm>
            <a:off x="2535369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m18_09"/>
          <p:cNvSpPr/>
          <p:nvPr/>
        </p:nvSpPr>
        <p:spPr>
          <a:xfrm>
            <a:off x="2683532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m18_10"/>
          <p:cNvSpPr/>
          <p:nvPr/>
        </p:nvSpPr>
        <p:spPr>
          <a:xfrm>
            <a:off x="2831694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m18_11"/>
          <p:cNvSpPr/>
          <p:nvPr/>
        </p:nvSpPr>
        <p:spPr>
          <a:xfrm>
            <a:off x="2979857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m18_12"/>
          <p:cNvSpPr/>
          <p:nvPr/>
        </p:nvSpPr>
        <p:spPr>
          <a:xfrm>
            <a:off x="3128020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m18_13"/>
          <p:cNvSpPr/>
          <p:nvPr/>
        </p:nvSpPr>
        <p:spPr>
          <a:xfrm>
            <a:off x="327618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m19_06"/>
          <p:cNvSpPr/>
          <p:nvPr/>
        </p:nvSpPr>
        <p:spPr>
          <a:xfrm>
            <a:off x="223904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m19_07"/>
          <p:cNvSpPr/>
          <p:nvPr/>
        </p:nvSpPr>
        <p:spPr>
          <a:xfrm>
            <a:off x="2387206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m19_08"/>
          <p:cNvSpPr/>
          <p:nvPr/>
        </p:nvSpPr>
        <p:spPr>
          <a:xfrm>
            <a:off x="2535369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m19_09"/>
          <p:cNvSpPr/>
          <p:nvPr/>
        </p:nvSpPr>
        <p:spPr>
          <a:xfrm>
            <a:off x="2683532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m19_10"/>
          <p:cNvSpPr/>
          <p:nvPr/>
        </p:nvSpPr>
        <p:spPr>
          <a:xfrm>
            <a:off x="2831694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m19_11"/>
          <p:cNvSpPr/>
          <p:nvPr/>
        </p:nvSpPr>
        <p:spPr>
          <a:xfrm>
            <a:off x="2979857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m19_12"/>
          <p:cNvSpPr/>
          <p:nvPr/>
        </p:nvSpPr>
        <p:spPr>
          <a:xfrm>
            <a:off x="3128020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m19_13"/>
          <p:cNvSpPr/>
          <p:nvPr/>
        </p:nvSpPr>
        <p:spPr>
          <a:xfrm>
            <a:off x="327618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m20_06"/>
          <p:cNvSpPr/>
          <p:nvPr/>
        </p:nvSpPr>
        <p:spPr>
          <a:xfrm>
            <a:off x="223904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m20_07"/>
          <p:cNvSpPr/>
          <p:nvPr/>
        </p:nvSpPr>
        <p:spPr>
          <a:xfrm>
            <a:off x="2387206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m20_08"/>
          <p:cNvSpPr/>
          <p:nvPr/>
        </p:nvSpPr>
        <p:spPr>
          <a:xfrm>
            <a:off x="2535369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m20_09"/>
          <p:cNvSpPr/>
          <p:nvPr/>
        </p:nvSpPr>
        <p:spPr>
          <a:xfrm>
            <a:off x="2683532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m20_10"/>
          <p:cNvSpPr/>
          <p:nvPr/>
        </p:nvSpPr>
        <p:spPr>
          <a:xfrm>
            <a:off x="2831694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m20_11"/>
          <p:cNvSpPr/>
          <p:nvPr/>
        </p:nvSpPr>
        <p:spPr>
          <a:xfrm>
            <a:off x="2979857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m20_12"/>
          <p:cNvSpPr/>
          <p:nvPr/>
        </p:nvSpPr>
        <p:spPr>
          <a:xfrm>
            <a:off x="3128020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m20_13"/>
          <p:cNvSpPr/>
          <p:nvPr/>
        </p:nvSpPr>
        <p:spPr>
          <a:xfrm>
            <a:off x="327618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m21_05"/>
          <p:cNvSpPr/>
          <p:nvPr/>
        </p:nvSpPr>
        <p:spPr>
          <a:xfrm>
            <a:off x="209088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m21_06"/>
          <p:cNvSpPr/>
          <p:nvPr/>
        </p:nvSpPr>
        <p:spPr>
          <a:xfrm>
            <a:off x="223904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m21_07"/>
          <p:cNvSpPr/>
          <p:nvPr/>
        </p:nvSpPr>
        <p:spPr>
          <a:xfrm>
            <a:off x="2387206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m21_08"/>
          <p:cNvSpPr/>
          <p:nvPr/>
        </p:nvSpPr>
        <p:spPr>
          <a:xfrm>
            <a:off x="2535369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m21_09"/>
          <p:cNvSpPr/>
          <p:nvPr/>
        </p:nvSpPr>
        <p:spPr>
          <a:xfrm>
            <a:off x="2683532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m21_10"/>
          <p:cNvSpPr/>
          <p:nvPr/>
        </p:nvSpPr>
        <p:spPr>
          <a:xfrm>
            <a:off x="2831694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m21_11"/>
          <p:cNvSpPr/>
          <p:nvPr/>
        </p:nvSpPr>
        <p:spPr>
          <a:xfrm>
            <a:off x="2979857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m21_12"/>
          <p:cNvSpPr/>
          <p:nvPr/>
        </p:nvSpPr>
        <p:spPr>
          <a:xfrm>
            <a:off x="312802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m21_13"/>
          <p:cNvSpPr/>
          <p:nvPr/>
        </p:nvSpPr>
        <p:spPr>
          <a:xfrm>
            <a:off x="327618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m22_05"/>
          <p:cNvSpPr/>
          <p:nvPr/>
        </p:nvSpPr>
        <p:spPr>
          <a:xfrm>
            <a:off x="209088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m22_06"/>
          <p:cNvSpPr/>
          <p:nvPr/>
        </p:nvSpPr>
        <p:spPr>
          <a:xfrm>
            <a:off x="223904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m22_07"/>
          <p:cNvSpPr/>
          <p:nvPr/>
        </p:nvSpPr>
        <p:spPr>
          <a:xfrm>
            <a:off x="2387206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70C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m22_08"/>
          <p:cNvSpPr/>
          <p:nvPr/>
        </p:nvSpPr>
        <p:spPr>
          <a:xfrm>
            <a:off x="2535369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1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m22_09"/>
          <p:cNvSpPr/>
          <p:nvPr/>
        </p:nvSpPr>
        <p:spPr>
          <a:xfrm>
            <a:off x="2683532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m22_10"/>
          <p:cNvSpPr/>
          <p:nvPr/>
        </p:nvSpPr>
        <p:spPr>
          <a:xfrm>
            <a:off x="2831694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m22_11"/>
          <p:cNvSpPr/>
          <p:nvPr/>
        </p:nvSpPr>
        <p:spPr>
          <a:xfrm>
            <a:off x="2979857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m22_12"/>
          <p:cNvSpPr/>
          <p:nvPr/>
        </p:nvSpPr>
        <p:spPr>
          <a:xfrm>
            <a:off x="312802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m22_13"/>
          <p:cNvSpPr/>
          <p:nvPr/>
        </p:nvSpPr>
        <p:spPr>
          <a:xfrm>
            <a:off x="327618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m23_04"/>
          <p:cNvSpPr/>
          <p:nvPr/>
        </p:nvSpPr>
        <p:spPr>
          <a:xfrm>
            <a:off x="194271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m23_05"/>
          <p:cNvSpPr/>
          <p:nvPr/>
        </p:nvSpPr>
        <p:spPr>
          <a:xfrm>
            <a:off x="209088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m23_06"/>
          <p:cNvSpPr/>
          <p:nvPr/>
        </p:nvSpPr>
        <p:spPr>
          <a:xfrm>
            <a:off x="223904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62B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m23_07"/>
          <p:cNvSpPr/>
          <p:nvPr/>
        </p:nvSpPr>
        <p:spPr>
          <a:xfrm>
            <a:off x="238720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m23_08"/>
          <p:cNvSpPr/>
          <p:nvPr/>
        </p:nvSpPr>
        <p:spPr>
          <a:xfrm>
            <a:off x="2535369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4D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m23_09"/>
          <p:cNvSpPr/>
          <p:nvPr/>
        </p:nvSpPr>
        <p:spPr>
          <a:xfrm>
            <a:off x="2683532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m23_10"/>
          <p:cNvSpPr/>
          <p:nvPr/>
        </p:nvSpPr>
        <p:spPr>
          <a:xfrm>
            <a:off x="2831694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m23_11"/>
          <p:cNvSpPr/>
          <p:nvPr/>
        </p:nvSpPr>
        <p:spPr>
          <a:xfrm>
            <a:off x="297985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m23_12"/>
          <p:cNvSpPr/>
          <p:nvPr/>
        </p:nvSpPr>
        <p:spPr>
          <a:xfrm>
            <a:off x="312802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9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m23_13"/>
          <p:cNvSpPr/>
          <p:nvPr/>
        </p:nvSpPr>
        <p:spPr>
          <a:xfrm>
            <a:off x="327618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m23_14"/>
          <p:cNvSpPr/>
          <p:nvPr/>
        </p:nvSpPr>
        <p:spPr>
          <a:xfrm>
            <a:off x="342434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m24_04"/>
          <p:cNvSpPr/>
          <p:nvPr/>
        </p:nvSpPr>
        <p:spPr>
          <a:xfrm>
            <a:off x="194271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m24_05"/>
          <p:cNvSpPr/>
          <p:nvPr/>
        </p:nvSpPr>
        <p:spPr>
          <a:xfrm>
            <a:off x="209088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DB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m24_06"/>
          <p:cNvSpPr/>
          <p:nvPr/>
        </p:nvSpPr>
        <p:spPr>
          <a:xfrm>
            <a:off x="223904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DBC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m24_07"/>
          <p:cNvSpPr/>
          <p:nvPr/>
        </p:nvSpPr>
        <p:spPr>
          <a:xfrm>
            <a:off x="238720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m24_08"/>
          <p:cNvSpPr/>
          <p:nvPr/>
        </p:nvSpPr>
        <p:spPr>
          <a:xfrm>
            <a:off x="2535369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A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m24_09"/>
          <p:cNvSpPr/>
          <p:nvPr/>
        </p:nvSpPr>
        <p:spPr>
          <a:xfrm>
            <a:off x="2683532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m24_10"/>
          <p:cNvSpPr/>
          <p:nvPr/>
        </p:nvSpPr>
        <p:spPr>
          <a:xfrm>
            <a:off x="2831694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m24_11"/>
          <p:cNvSpPr/>
          <p:nvPr/>
        </p:nvSpPr>
        <p:spPr>
          <a:xfrm>
            <a:off x="297985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m24_12"/>
          <p:cNvSpPr/>
          <p:nvPr/>
        </p:nvSpPr>
        <p:spPr>
          <a:xfrm>
            <a:off x="312802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6A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m24_13"/>
          <p:cNvSpPr/>
          <p:nvPr/>
        </p:nvSpPr>
        <p:spPr>
          <a:xfrm>
            <a:off x="327618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m24_14"/>
          <p:cNvSpPr/>
          <p:nvPr/>
        </p:nvSpPr>
        <p:spPr>
          <a:xfrm>
            <a:off x="342434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m25_04"/>
          <p:cNvSpPr/>
          <p:nvPr/>
        </p:nvSpPr>
        <p:spPr>
          <a:xfrm>
            <a:off x="194271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m25_05"/>
          <p:cNvSpPr/>
          <p:nvPr/>
        </p:nvSpPr>
        <p:spPr>
          <a:xfrm>
            <a:off x="209088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9CC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m25_06"/>
          <p:cNvSpPr/>
          <p:nvPr/>
        </p:nvSpPr>
        <p:spPr>
          <a:xfrm>
            <a:off x="223904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D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m25_07"/>
          <p:cNvSpPr/>
          <p:nvPr/>
        </p:nvSpPr>
        <p:spPr>
          <a:xfrm>
            <a:off x="238720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8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m25_08"/>
          <p:cNvSpPr/>
          <p:nvPr/>
        </p:nvSpPr>
        <p:spPr>
          <a:xfrm>
            <a:off x="2535369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A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m25_09"/>
          <p:cNvSpPr/>
          <p:nvPr/>
        </p:nvSpPr>
        <p:spPr>
          <a:xfrm>
            <a:off x="2683532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m25_10"/>
          <p:cNvSpPr/>
          <p:nvPr/>
        </p:nvSpPr>
        <p:spPr>
          <a:xfrm>
            <a:off x="2831694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m25_11"/>
          <p:cNvSpPr/>
          <p:nvPr/>
        </p:nvSpPr>
        <p:spPr>
          <a:xfrm>
            <a:off x="297985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m25_12"/>
          <p:cNvSpPr/>
          <p:nvPr/>
        </p:nvSpPr>
        <p:spPr>
          <a:xfrm>
            <a:off x="312802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m25_13"/>
          <p:cNvSpPr/>
          <p:nvPr/>
        </p:nvSpPr>
        <p:spPr>
          <a:xfrm>
            <a:off x="327618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m25_14"/>
          <p:cNvSpPr/>
          <p:nvPr/>
        </p:nvSpPr>
        <p:spPr>
          <a:xfrm>
            <a:off x="342434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m26_03"/>
          <p:cNvSpPr/>
          <p:nvPr/>
        </p:nvSpPr>
        <p:spPr>
          <a:xfrm>
            <a:off x="179455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m26_04"/>
          <p:cNvSpPr/>
          <p:nvPr/>
        </p:nvSpPr>
        <p:spPr>
          <a:xfrm>
            <a:off x="194271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m26_05"/>
          <p:cNvSpPr/>
          <p:nvPr/>
        </p:nvSpPr>
        <p:spPr>
          <a:xfrm>
            <a:off x="209088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7D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m26_06"/>
          <p:cNvSpPr/>
          <p:nvPr/>
        </p:nvSpPr>
        <p:spPr>
          <a:xfrm>
            <a:off x="223904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BDC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m26_07"/>
          <p:cNvSpPr/>
          <p:nvPr/>
        </p:nvSpPr>
        <p:spPr>
          <a:xfrm>
            <a:off x="238720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B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m26_08"/>
          <p:cNvSpPr/>
          <p:nvPr/>
        </p:nvSpPr>
        <p:spPr>
          <a:xfrm>
            <a:off x="2535369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7D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m26_09"/>
          <p:cNvSpPr/>
          <p:nvPr/>
        </p:nvSpPr>
        <p:spPr>
          <a:xfrm>
            <a:off x="2683532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m26_10"/>
          <p:cNvSpPr/>
          <p:nvPr/>
        </p:nvSpPr>
        <p:spPr>
          <a:xfrm>
            <a:off x="283169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m26_11"/>
          <p:cNvSpPr/>
          <p:nvPr/>
        </p:nvSpPr>
        <p:spPr>
          <a:xfrm>
            <a:off x="297985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m26_12"/>
          <p:cNvSpPr/>
          <p:nvPr/>
        </p:nvSpPr>
        <p:spPr>
          <a:xfrm>
            <a:off x="312802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m26_13"/>
          <p:cNvSpPr/>
          <p:nvPr/>
        </p:nvSpPr>
        <p:spPr>
          <a:xfrm>
            <a:off x="327618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m26_14"/>
          <p:cNvSpPr/>
          <p:nvPr/>
        </p:nvSpPr>
        <p:spPr>
          <a:xfrm>
            <a:off x="342434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m27_03"/>
          <p:cNvSpPr/>
          <p:nvPr/>
        </p:nvSpPr>
        <p:spPr>
          <a:xfrm>
            <a:off x="179455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m27_04"/>
          <p:cNvSpPr/>
          <p:nvPr/>
        </p:nvSpPr>
        <p:spPr>
          <a:xfrm>
            <a:off x="194271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m27_05"/>
          <p:cNvSpPr/>
          <p:nvPr/>
        </p:nvSpPr>
        <p:spPr>
          <a:xfrm>
            <a:off x="209088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m27_06"/>
          <p:cNvSpPr/>
          <p:nvPr/>
        </p:nvSpPr>
        <p:spPr>
          <a:xfrm>
            <a:off x="223904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m27_07"/>
          <p:cNvSpPr/>
          <p:nvPr/>
        </p:nvSpPr>
        <p:spPr>
          <a:xfrm>
            <a:off x="238720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85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m27_08"/>
          <p:cNvSpPr/>
          <p:nvPr/>
        </p:nvSpPr>
        <p:spPr>
          <a:xfrm>
            <a:off x="2535369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FB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m27_09"/>
          <p:cNvSpPr/>
          <p:nvPr/>
        </p:nvSpPr>
        <p:spPr>
          <a:xfrm>
            <a:off x="2683532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m27_10"/>
          <p:cNvSpPr/>
          <p:nvPr/>
        </p:nvSpPr>
        <p:spPr>
          <a:xfrm>
            <a:off x="283169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m27_11"/>
          <p:cNvSpPr/>
          <p:nvPr/>
        </p:nvSpPr>
        <p:spPr>
          <a:xfrm>
            <a:off x="297985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m27_12"/>
          <p:cNvSpPr/>
          <p:nvPr/>
        </p:nvSpPr>
        <p:spPr>
          <a:xfrm>
            <a:off x="312802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m27_13"/>
          <p:cNvSpPr/>
          <p:nvPr/>
        </p:nvSpPr>
        <p:spPr>
          <a:xfrm>
            <a:off x="327618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m27_14"/>
          <p:cNvSpPr/>
          <p:nvPr/>
        </p:nvSpPr>
        <p:spPr>
          <a:xfrm>
            <a:off x="342434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m28_03"/>
          <p:cNvSpPr/>
          <p:nvPr/>
        </p:nvSpPr>
        <p:spPr>
          <a:xfrm>
            <a:off x="179455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m28_04"/>
          <p:cNvSpPr/>
          <p:nvPr/>
        </p:nvSpPr>
        <p:spPr>
          <a:xfrm>
            <a:off x="194271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m28_05"/>
          <p:cNvSpPr/>
          <p:nvPr/>
        </p:nvSpPr>
        <p:spPr>
          <a:xfrm>
            <a:off x="209088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m28_06"/>
          <p:cNvSpPr/>
          <p:nvPr/>
        </p:nvSpPr>
        <p:spPr>
          <a:xfrm>
            <a:off x="223904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m28_07"/>
          <p:cNvSpPr/>
          <p:nvPr/>
        </p:nvSpPr>
        <p:spPr>
          <a:xfrm>
            <a:off x="238720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m28_08"/>
          <p:cNvSpPr/>
          <p:nvPr/>
        </p:nvSpPr>
        <p:spPr>
          <a:xfrm>
            <a:off x="2535369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m28_09"/>
          <p:cNvSpPr/>
          <p:nvPr/>
        </p:nvSpPr>
        <p:spPr>
          <a:xfrm>
            <a:off x="2683532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m28_10"/>
          <p:cNvSpPr/>
          <p:nvPr/>
        </p:nvSpPr>
        <p:spPr>
          <a:xfrm>
            <a:off x="283169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m28_11"/>
          <p:cNvSpPr/>
          <p:nvPr/>
        </p:nvSpPr>
        <p:spPr>
          <a:xfrm>
            <a:off x="297985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m28_12"/>
          <p:cNvSpPr/>
          <p:nvPr/>
        </p:nvSpPr>
        <p:spPr>
          <a:xfrm>
            <a:off x="312802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m28_13"/>
          <p:cNvSpPr/>
          <p:nvPr/>
        </p:nvSpPr>
        <p:spPr>
          <a:xfrm>
            <a:off x="327618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m28_14"/>
          <p:cNvSpPr/>
          <p:nvPr/>
        </p:nvSpPr>
        <p:spPr>
          <a:xfrm>
            <a:off x="342434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m29_03"/>
          <p:cNvSpPr/>
          <p:nvPr/>
        </p:nvSpPr>
        <p:spPr>
          <a:xfrm>
            <a:off x="179455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m29_04"/>
          <p:cNvSpPr/>
          <p:nvPr/>
        </p:nvSpPr>
        <p:spPr>
          <a:xfrm>
            <a:off x="194271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m29_05"/>
          <p:cNvSpPr/>
          <p:nvPr/>
        </p:nvSpPr>
        <p:spPr>
          <a:xfrm>
            <a:off x="209088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m29_06"/>
          <p:cNvSpPr/>
          <p:nvPr/>
        </p:nvSpPr>
        <p:spPr>
          <a:xfrm>
            <a:off x="223904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m29_07"/>
          <p:cNvSpPr/>
          <p:nvPr/>
        </p:nvSpPr>
        <p:spPr>
          <a:xfrm>
            <a:off x="2387206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m29_08"/>
          <p:cNvSpPr/>
          <p:nvPr/>
        </p:nvSpPr>
        <p:spPr>
          <a:xfrm>
            <a:off x="2535369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m29_09"/>
          <p:cNvSpPr/>
          <p:nvPr/>
        </p:nvSpPr>
        <p:spPr>
          <a:xfrm>
            <a:off x="2683532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m29_10"/>
          <p:cNvSpPr/>
          <p:nvPr/>
        </p:nvSpPr>
        <p:spPr>
          <a:xfrm>
            <a:off x="283169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m29_11"/>
          <p:cNvSpPr/>
          <p:nvPr/>
        </p:nvSpPr>
        <p:spPr>
          <a:xfrm>
            <a:off x="297985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m29_12"/>
          <p:cNvSpPr/>
          <p:nvPr/>
        </p:nvSpPr>
        <p:spPr>
          <a:xfrm>
            <a:off x="312802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m29_13"/>
          <p:cNvSpPr/>
          <p:nvPr/>
        </p:nvSpPr>
        <p:spPr>
          <a:xfrm>
            <a:off x="327618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m30_03"/>
          <p:cNvSpPr/>
          <p:nvPr/>
        </p:nvSpPr>
        <p:spPr>
          <a:xfrm>
            <a:off x="179455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m30_04"/>
          <p:cNvSpPr/>
          <p:nvPr/>
        </p:nvSpPr>
        <p:spPr>
          <a:xfrm>
            <a:off x="194271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m30_05"/>
          <p:cNvSpPr/>
          <p:nvPr/>
        </p:nvSpPr>
        <p:spPr>
          <a:xfrm>
            <a:off x="209088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m30_06"/>
          <p:cNvSpPr/>
          <p:nvPr/>
        </p:nvSpPr>
        <p:spPr>
          <a:xfrm>
            <a:off x="223904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m30_07"/>
          <p:cNvSpPr/>
          <p:nvPr/>
        </p:nvSpPr>
        <p:spPr>
          <a:xfrm>
            <a:off x="2387206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m30_08"/>
          <p:cNvSpPr/>
          <p:nvPr/>
        </p:nvSpPr>
        <p:spPr>
          <a:xfrm>
            <a:off x="2535369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m30_09"/>
          <p:cNvSpPr/>
          <p:nvPr/>
        </p:nvSpPr>
        <p:spPr>
          <a:xfrm>
            <a:off x="2683532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m30_10"/>
          <p:cNvSpPr/>
          <p:nvPr/>
        </p:nvSpPr>
        <p:spPr>
          <a:xfrm>
            <a:off x="283169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m30_11"/>
          <p:cNvSpPr/>
          <p:nvPr/>
        </p:nvSpPr>
        <p:spPr>
          <a:xfrm>
            <a:off x="297985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m30_12"/>
          <p:cNvSpPr/>
          <p:nvPr/>
        </p:nvSpPr>
        <p:spPr>
          <a:xfrm>
            <a:off x="312802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m30_13"/>
          <p:cNvSpPr/>
          <p:nvPr/>
        </p:nvSpPr>
        <p:spPr>
          <a:xfrm>
            <a:off x="327618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m31_03"/>
          <p:cNvSpPr/>
          <p:nvPr/>
        </p:nvSpPr>
        <p:spPr>
          <a:xfrm>
            <a:off x="179455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m31_04"/>
          <p:cNvSpPr/>
          <p:nvPr/>
        </p:nvSpPr>
        <p:spPr>
          <a:xfrm>
            <a:off x="194271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m31_05"/>
          <p:cNvSpPr/>
          <p:nvPr/>
        </p:nvSpPr>
        <p:spPr>
          <a:xfrm>
            <a:off x="209088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m31_06"/>
          <p:cNvSpPr/>
          <p:nvPr/>
        </p:nvSpPr>
        <p:spPr>
          <a:xfrm>
            <a:off x="223904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m31_07"/>
          <p:cNvSpPr/>
          <p:nvPr/>
        </p:nvSpPr>
        <p:spPr>
          <a:xfrm>
            <a:off x="2387206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m31_08"/>
          <p:cNvSpPr/>
          <p:nvPr/>
        </p:nvSpPr>
        <p:spPr>
          <a:xfrm>
            <a:off x="2535369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m31_09"/>
          <p:cNvSpPr/>
          <p:nvPr/>
        </p:nvSpPr>
        <p:spPr>
          <a:xfrm>
            <a:off x="2683532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m31_10"/>
          <p:cNvSpPr/>
          <p:nvPr/>
        </p:nvSpPr>
        <p:spPr>
          <a:xfrm>
            <a:off x="283169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m31_11"/>
          <p:cNvSpPr/>
          <p:nvPr/>
        </p:nvSpPr>
        <p:spPr>
          <a:xfrm>
            <a:off x="297985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m31_12"/>
          <p:cNvSpPr/>
          <p:nvPr/>
        </p:nvSpPr>
        <p:spPr>
          <a:xfrm>
            <a:off x="312802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m31_13"/>
          <p:cNvSpPr/>
          <p:nvPr/>
        </p:nvSpPr>
        <p:spPr>
          <a:xfrm>
            <a:off x="327618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m32_03"/>
          <p:cNvSpPr/>
          <p:nvPr/>
        </p:nvSpPr>
        <p:spPr>
          <a:xfrm>
            <a:off x="179455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m32_04"/>
          <p:cNvSpPr/>
          <p:nvPr/>
        </p:nvSpPr>
        <p:spPr>
          <a:xfrm>
            <a:off x="194271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m32_05"/>
          <p:cNvSpPr/>
          <p:nvPr/>
        </p:nvSpPr>
        <p:spPr>
          <a:xfrm>
            <a:off x="209088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m32_06"/>
          <p:cNvSpPr/>
          <p:nvPr/>
        </p:nvSpPr>
        <p:spPr>
          <a:xfrm>
            <a:off x="2239043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m32_07"/>
          <p:cNvSpPr/>
          <p:nvPr/>
        </p:nvSpPr>
        <p:spPr>
          <a:xfrm>
            <a:off x="2387206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m32_08"/>
          <p:cNvSpPr/>
          <p:nvPr/>
        </p:nvSpPr>
        <p:spPr>
          <a:xfrm>
            <a:off x="2535369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m32_09"/>
          <p:cNvSpPr/>
          <p:nvPr/>
        </p:nvSpPr>
        <p:spPr>
          <a:xfrm>
            <a:off x="2683532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m32_10"/>
          <p:cNvSpPr/>
          <p:nvPr/>
        </p:nvSpPr>
        <p:spPr>
          <a:xfrm>
            <a:off x="283169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m32_11"/>
          <p:cNvSpPr/>
          <p:nvPr/>
        </p:nvSpPr>
        <p:spPr>
          <a:xfrm>
            <a:off x="297985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m32_12"/>
          <p:cNvSpPr/>
          <p:nvPr/>
        </p:nvSpPr>
        <p:spPr>
          <a:xfrm>
            <a:off x="312802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m33_03"/>
          <p:cNvSpPr/>
          <p:nvPr/>
        </p:nvSpPr>
        <p:spPr>
          <a:xfrm>
            <a:off x="179455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m33_04"/>
          <p:cNvSpPr/>
          <p:nvPr/>
        </p:nvSpPr>
        <p:spPr>
          <a:xfrm>
            <a:off x="194271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m33_05"/>
          <p:cNvSpPr/>
          <p:nvPr/>
        </p:nvSpPr>
        <p:spPr>
          <a:xfrm>
            <a:off x="209088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m33_06"/>
          <p:cNvSpPr/>
          <p:nvPr/>
        </p:nvSpPr>
        <p:spPr>
          <a:xfrm>
            <a:off x="2239043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m33_07"/>
          <p:cNvSpPr/>
          <p:nvPr/>
        </p:nvSpPr>
        <p:spPr>
          <a:xfrm>
            <a:off x="2387206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m33_08"/>
          <p:cNvSpPr/>
          <p:nvPr/>
        </p:nvSpPr>
        <p:spPr>
          <a:xfrm>
            <a:off x="2535369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m33_09"/>
          <p:cNvSpPr/>
          <p:nvPr/>
        </p:nvSpPr>
        <p:spPr>
          <a:xfrm>
            <a:off x="2683532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m33_10"/>
          <p:cNvSpPr/>
          <p:nvPr/>
        </p:nvSpPr>
        <p:spPr>
          <a:xfrm>
            <a:off x="283169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m33_11"/>
          <p:cNvSpPr/>
          <p:nvPr/>
        </p:nvSpPr>
        <p:spPr>
          <a:xfrm>
            <a:off x="297985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m33_12"/>
          <p:cNvSpPr/>
          <p:nvPr/>
        </p:nvSpPr>
        <p:spPr>
          <a:xfrm>
            <a:off x="312802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m34_03"/>
          <p:cNvSpPr/>
          <p:nvPr/>
        </p:nvSpPr>
        <p:spPr>
          <a:xfrm>
            <a:off x="179455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m34_04"/>
          <p:cNvSpPr/>
          <p:nvPr/>
        </p:nvSpPr>
        <p:spPr>
          <a:xfrm>
            <a:off x="194271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m34_05"/>
          <p:cNvSpPr/>
          <p:nvPr/>
        </p:nvSpPr>
        <p:spPr>
          <a:xfrm>
            <a:off x="2090880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m34_06"/>
          <p:cNvSpPr/>
          <p:nvPr/>
        </p:nvSpPr>
        <p:spPr>
          <a:xfrm>
            <a:off x="2239043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m34_07"/>
          <p:cNvSpPr/>
          <p:nvPr/>
        </p:nvSpPr>
        <p:spPr>
          <a:xfrm>
            <a:off x="2387206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m34_08"/>
          <p:cNvSpPr/>
          <p:nvPr/>
        </p:nvSpPr>
        <p:spPr>
          <a:xfrm>
            <a:off x="2535369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m34_09"/>
          <p:cNvSpPr/>
          <p:nvPr/>
        </p:nvSpPr>
        <p:spPr>
          <a:xfrm>
            <a:off x="2683532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m34_10"/>
          <p:cNvSpPr/>
          <p:nvPr/>
        </p:nvSpPr>
        <p:spPr>
          <a:xfrm>
            <a:off x="283169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m34_11"/>
          <p:cNvSpPr/>
          <p:nvPr/>
        </p:nvSpPr>
        <p:spPr>
          <a:xfrm>
            <a:off x="297985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m35_04"/>
          <p:cNvSpPr/>
          <p:nvPr/>
        </p:nvSpPr>
        <p:spPr>
          <a:xfrm>
            <a:off x="194271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m35_05"/>
          <p:cNvSpPr/>
          <p:nvPr/>
        </p:nvSpPr>
        <p:spPr>
          <a:xfrm>
            <a:off x="2090880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m35_06"/>
          <p:cNvSpPr/>
          <p:nvPr/>
        </p:nvSpPr>
        <p:spPr>
          <a:xfrm>
            <a:off x="2239043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m35_07"/>
          <p:cNvSpPr/>
          <p:nvPr/>
        </p:nvSpPr>
        <p:spPr>
          <a:xfrm>
            <a:off x="2387206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m35_08"/>
          <p:cNvSpPr/>
          <p:nvPr/>
        </p:nvSpPr>
        <p:spPr>
          <a:xfrm>
            <a:off x="2535369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m35_09"/>
          <p:cNvSpPr/>
          <p:nvPr/>
        </p:nvSpPr>
        <p:spPr>
          <a:xfrm>
            <a:off x="2683532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m35_10"/>
          <p:cNvSpPr/>
          <p:nvPr/>
        </p:nvSpPr>
        <p:spPr>
          <a:xfrm>
            <a:off x="2831694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m35_11"/>
          <p:cNvSpPr/>
          <p:nvPr/>
        </p:nvSpPr>
        <p:spPr>
          <a:xfrm>
            <a:off x="297985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m36_04"/>
          <p:cNvSpPr/>
          <p:nvPr/>
        </p:nvSpPr>
        <p:spPr>
          <a:xfrm>
            <a:off x="1942717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m36_05"/>
          <p:cNvSpPr/>
          <p:nvPr/>
        </p:nvSpPr>
        <p:spPr>
          <a:xfrm>
            <a:off x="2090880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m36_06"/>
          <p:cNvSpPr/>
          <p:nvPr/>
        </p:nvSpPr>
        <p:spPr>
          <a:xfrm>
            <a:off x="2239043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m36_07"/>
          <p:cNvSpPr/>
          <p:nvPr/>
        </p:nvSpPr>
        <p:spPr>
          <a:xfrm>
            <a:off x="2387206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m36_08"/>
          <p:cNvSpPr/>
          <p:nvPr/>
        </p:nvSpPr>
        <p:spPr>
          <a:xfrm>
            <a:off x="2535369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m36_09"/>
          <p:cNvSpPr/>
          <p:nvPr/>
        </p:nvSpPr>
        <p:spPr>
          <a:xfrm>
            <a:off x="2683532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m36_10"/>
          <p:cNvSpPr/>
          <p:nvPr/>
        </p:nvSpPr>
        <p:spPr>
          <a:xfrm>
            <a:off x="2831694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m37_04"/>
          <p:cNvSpPr/>
          <p:nvPr/>
        </p:nvSpPr>
        <p:spPr>
          <a:xfrm>
            <a:off x="1942717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m37_05"/>
          <p:cNvSpPr/>
          <p:nvPr/>
        </p:nvSpPr>
        <p:spPr>
          <a:xfrm>
            <a:off x="2090880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m37_06"/>
          <p:cNvSpPr/>
          <p:nvPr/>
        </p:nvSpPr>
        <p:spPr>
          <a:xfrm>
            <a:off x="2239043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m37_07"/>
          <p:cNvSpPr/>
          <p:nvPr/>
        </p:nvSpPr>
        <p:spPr>
          <a:xfrm>
            <a:off x="2387206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m37_08"/>
          <p:cNvSpPr/>
          <p:nvPr/>
        </p:nvSpPr>
        <p:spPr>
          <a:xfrm>
            <a:off x="2535369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m37_09"/>
          <p:cNvSpPr/>
          <p:nvPr/>
        </p:nvSpPr>
        <p:spPr>
          <a:xfrm>
            <a:off x="2683532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getal"/>
          <p:cNvSpPr txBox="1"/>
          <p:nvPr/>
        </p:nvSpPr>
        <p:spPr>
          <a:xfrm>
            <a:off x="4825879" y="1066773"/>
            <a:ext cx="4444888" cy="266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>
                <a:solidFill>
                  <a:srgbClr val="FF7A00"/>
                </a:solidFill>
                <a:latin typeface="Segoe UI"/>
              </a:rPr>
              <a:t>312</a:t>
            </a:r>
          </a:p>
        </p:txBody>
      </p:sp>
      <p:sp>
        <p:nvSpPr>
          <p:cNvPr id="328" name="!!eenheid"/>
          <p:cNvSpPr txBox="1"/>
          <p:nvPr/>
        </p:nvSpPr>
        <p:spPr>
          <a:xfrm>
            <a:off x="9016774" y="1587460"/>
            <a:ext cx="1904952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0">
                <a:solidFill>
                  <a:srgbClr val="8FB6D0"/>
                </a:solidFill>
                <a:latin typeface="Segoe UI"/>
              </a:rPr>
              <a:t>kPa</a:t>
            </a:r>
          </a:p>
        </p:txBody>
      </p:sp>
      <p:sp>
        <p:nvSpPr>
          <p:cNvPr id="329" name="!!kop"/>
          <p:cNvSpPr txBox="1"/>
          <p:nvPr/>
        </p:nvSpPr>
        <p:spPr>
          <a:xfrm>
            <a:off x="4825879" y="3848003"/>
            <a:ext cx="6095847" cy="152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Rood is waar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het duwt</a:t>
            </a:r>
          </a:p>
        </p:txBody>
      </p:sp>
      <p:sp>
        <p:nvSpPr>
          <p:cNvPr id="33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Alles boven 200 is te veel.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000">
        <p159:morph option="byObject"/>
      </p:transition>
    </mc:Choice>
    <mc:Fallback>
      <p:transition xmlns:p14="http://schemas.microsoft.com/office/powerpoint/2010/main" spd="slow" p14:dur="900" advClick="0" advTm="2000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m00_07"/>
          <p:cNvSpPr/>
          <p:nvPr/>
        </p:nvSpPr>
        <p:spPr>
          <a:xfrm>
            <a:off x="2387206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m00_08"/>
          <p:cNvSpPr/>
          <p:nvPr/>
        </p:nvSpPr>
        <p:spPr>
          <a:xfrm>
            <a:off x="2535369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m00_09"/>
          <p:cNvSpPr/>
          <p:nvPr/>
        </p:nvSpPr>
        <p:spPr>
          <a:xfrm>
            <a:off x="2683532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00_10"/>
          <p:cNvSpPr/>
          <p:nvPr/>
        </p:nvSpPr>
        <p:spPr>
          <a:xfrm>
            <a:off x="2831694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01_06"/>
          <p:cNvSpPr/>
          <p:nvPr/>
        </p:nvSpPr>
        <p:spPr>
          <a:xfrm>
            <a:off x="2239043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01_07"/>
          <p:cNvSpPr/>
          <p:nvPr/>
        </p:nvSpPr>
        <p:spPr>
          <a:xfrm>
            <a:off x="2387206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01_08"/>
          <p:cNvSpPr/>
          <p:nvPr/>
        </p:nvSpPr>
        <p:spPr>
          <a:xfrm>
            <a:off x="2535369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01_09"/>
          <p:cNvSpPr/>
          <p:nvPr/>
        </p:nvSpPr>
        <p:spPr>
          <a:xfrm>
            <a:off x="2683532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01_10"/>
          <p:cNvSpPr/>
          <p:nvPr/>
        </p:nvSpPr>
        <p:spPr>
          <a:xfrm>
            <a:off x="2831694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m01_11"/>
          <p:cNvSpPr/>
          <p:nvPr/>
        </p:nvSpPr>
        <p:spPr>
          <a:xfrm>
            <a:off x="2979857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02_05"/>
          <p:cNvSpPr/>
          <p:nvPr/>
        </p:nvSpPr>
        <p:spPr>
          <a:xfrm>
            <a:off x="209088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02_06"/>
          <p:cNvSpPr/>
          <p:nvPr/>
        </p:nvSpPr>
        <p:spPr>
          <a:xfrm>
            <a:off x="2239043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02_07"/>
          <p:cNvSpPr/>
          <p:nvPr/>
        </p:nvSpPr>
        <p:spPr>
          <a:xfrm>
            <a:off x="2387206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m02_08"/>
          <p:cNvSpPr/>
          <p:nvPr/>
        </p:nvSpPr>
        <p:spPr>
          <a:xfrm>
            <a:off x="2535369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AB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02_09"/>
          <p:cNvSpPr/>
          <p:nvPr/>
        </p:nvSpPr>
        <p:spPr>
          <a:xfrm>
            <a:off x="2683532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AB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02_10"/>
          <p:cNvSpPr/>
          <p:nvPr/>
        </p:nvSpPr>
        <p:spPr>
          <a:xfrm>
            <a:off x="2831694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02_11"/>
          <p:cNvSpPr/>
          <p:nvPr/>
        </p:nvSpPr>
        <p:spPr>
          <a:xfrm>
            <a:off x="2979857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02_12"/>
          <p:cNvSpPr/>
          <p:nvPr/>
        </p:nvSpPr>
        <p:spPr>
          <a:xfrm>
            <a:off x="312802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3_05"/>
          <p:cNvSpPr/>
          <p:nvPr/>
        </p:nvSpPr>
        <p:spPr>
          <a:xfrm>
            <a:off x="209088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m03_06"/>
          <p:cNvSpPr/>
          <p:nvPr/>
        </p:nvSpPr>
        <p:spPr>
          <a:xfrm>
            <a:off x="2239043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03_07"/>
          <p:cNvSpPr/>
          <p:nvPr/>
        </p:nvSpPr>
        <p:spPr>
          <a:xfrm>
            <a:off x="2387206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m03_08"/>
          <p:cNvSpPr/>
          <p:nvPr/>
        </p:nvSpPr>
        <p:spPr>
          <a:xfrm>
            <a:off x="2535369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4B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m03_09"/>
          <p:cNvSpPr/>
          <p:nvPr/>
        </p:nvSpPr>
        <p:spPr>
          <a:xfrm>
            <a:off x="2683532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4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03_10"/>
          <p:cNvSpPr/>
          <p:nvPr/>
        </p:nvSpPr>
        <p:spPr>
          <a:xfrm>
            <a:off x="2831694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m03_11"/>
          <p:cNvSpPr/>
          <p:nvPr/>
        </p:nvSpPr>
        <p:spPr>
          <a:xfrm>
            <a:off x="2979857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m03_12"/>
          <p:cNvSpPr/>
          <p:nvPr/>
        </p:nvSpPr>
        <p:spPr>
          <a:xfrm>
            <a:off x="312802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04_05"/>
          <p:cNvSpPr/>
          <p:nvPr/>
        </p:nvSpPr>
        <p:spPr>
          <a:xfrm>
            <a:off x="209088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m04_06"/>
          <p:cNvSpPr/>
          <p:nvPr/>
        </p:nvSpPr>
        <p:spPr>
          <a:xfrm>
            <a:off x="2239043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m04_07"/>
          <p:cNvSpPr/>
          <p:nvPr/>
        </p:nvSpPr>
        <p:spPr>
          <a:xfrm>
            <a:off x="2387206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04_08"/>
          <p:cNvSpPr/>
          <p:nvPr/>
        </p:nvSpPr>
        <p:spPr>
          <a:xfrm>
            <a:off x="2535369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7B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m04_09"/>
          <p:cNvSpPr/>
          <p:nvPr/>
        </p:nvSpPr>
        <p:spPr>
          <a:xfrm>
            <a:off x="2683532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7B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04_10"/>
          <p:cNvSpPr/>
          <p:nvPr/>
        </p:nvSpPr>
        <p:spPr>
          <a:xfrm>
            <a:off x="2831694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04_11"/>
          <p:cNvSpPr/>
          <p:nvPr/>
        </p:nvSpPr>
        <p:spPr>
          <a:xfrm>
            <a:off x="2979857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04_12"/>
          <p:cNvSpPr/>
          <p:nvPr/>
        </p:nvSpPr>
        <p:spPr>
          <a:xfrm>
            <a:off x="312802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05_05"/>
          <p:cNvSpPr/>
          <p:nvPr/>
        </p:nvSpPr>
        <p:spPr>
          <a:xfrm>
            <a:off x="209088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05_06"/>
          <p:cNvSpPr/>
          <p:nvPr/>
        </p:nvSpPr>
        <p:spPr>
          <a:xfrm>
            <a:off x="2239043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05_07"/>
          <p:cNvSpPr/>
          <p:nvPr/>
        </p:nvSpPr>
        <p:spPr>
          <a:xfrm>
            <a:off x="2387206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m05_08"/>
          <p:cNvSpPr/>
          <p:nvPr/>
        </p:nvSpPr>
        <p:spPr>
          <a:xfrm>
            <a:off x="2535369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m05_09"/>
          <p:cNvSpPr/>
          <p:nvPr/>
        </p:nvSpPr>
        <p:spPr>
          <a:xfrm>
            <a:off x="2683532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m05_10"/>
          <p:cNvSpPr/>
          <p:nvPr/>
        </p:nvSpPr>
        <p:spPr>
          <a:xfrm>
            <a:off x="2831694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m05_11"/>
          <p:cNvSpPr/>
          <p:nvPr/>
        </p:nvSpPr>
        <p:spPr>
          <a:xfrm>
            <a:off x="2979857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m05_12"/>
          <p:cNvSpPr/>
          <p:nvPr/>
        </p:nvSpPr>
        <p:spPr>
          <a:xfrm>
            <a:off x="312802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m06_05"/>
          <p:cNvSpPr/>
          <p:nvPr/>
        </p:nvSpPr>
        <p:spPr>
          <a:xfrm>
            <a:off x="209088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m06_06"/>
          <p:cNvSpPr/>
          <p:nvPr/>
        </p:nvSpPr>
        <p:spPr>
          <a:xfrm>
            <a:off x="2239043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m06_07"/>
          <p:cNvSpPr/>
          <p:nvPr/>
        </p:nvSpPr>
        <p:spPr>
          <a:xfrm>
            <a:off x="2387206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m06_08"/>
          <p:cNvSpPr/>
          <p:nvPr/>
        </p:nvSpPr>
        <p:spPr>
          <a:xfrm>
            <a:off x="2535369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m06_09"/>
          <p:cNvSpPr/>
          <p:nvPr/>
        </p:nvSpPr>
        <p:spPr>
          <a:xfrm>
            <a:off x="2683532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2A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m06_10"/>
          <p:cNvSpPr/>
          <p:nvPr/>
        </p:nvSpPr>
        <p:spPr>
          <a:xfrm>
            <a:off x="2831694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m06_11"/>
          <p:cNvSpPr/>
          <p:nvPr/>
        </p:nvSpPr>
        <p:spPr>
          <a:xfrm>
            <a:off x="2979857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m06_12"/>
          <p:cNvSpPr/>
          <p:nvPr/>
        </p:nvSpPr>
        <p:spPr>
          <a:xfrm>
            <a:off x="312802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m07_05"/>
          <p:cNvSpPr/>
          <p:nvPr/>
        </p:nvSpPr>
        <p:spPr>
          <a:xfrm>
            <a:off x="209088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m07_06"/>
          <p:cNvSpPr/>
          <p:nvPr/>
        </p:nvSpPr>
        <p:spPr>
          <a:xfrm>
            <a:off x="2239043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m07_07"/>
          <p:cNvSpPr/>
          <p:nvPr/>
        </p:nvSpPr>
        <p:spPr>
          <a:xfrm>
            <a:off x="2387206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m07_08"/>
          <p:cNvSpPr/>
          <p:nvPr/>
        </p:nvSpPr>
        <p:spPr>
          <a:xfrm>
            <a:off x="2535369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m07_09"/>
          <p:cNvSpPr/>
          <p:nvPr/>
        </p:nvSpPr>
        <p:spPr>
          <a:xfrm>
            <a:off x="2683532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3A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m07_10"/>
          <p:cNvSpPr/>
          <p:nvPr/>
        </p:nvSpPr>
        <p:spPr>
          <a:xfrm>
            <a:off x="2831694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m07_11"/>
          <p:cNvSpPr/>
          <p:nvPr/>
        </p:nvSpPr>
        <p:spPr>
          <a:xfrm>
            <a:off x="2979857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m07_12"/>
          <p:cNvSpPr/>
          <p:nvPr/>
        </p:nvSpPr>
        <p:spPr>
          <a:xfrm>
            <a:off x="312802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m08_05"/>
          <p:cNvSpPr/>
          <p:nvPr/>
        </p:nvSpPr>
        <p:spPr>
          <a:xfrm>
            <a:off x="209088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m08_06"/>
          <p:cNvSpPr/>
          <p:nvPr/>
        </p:nvSpPr>
        <p:spPr>
          <a:xfrm>
            <a:off x="2239043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m08_07"/>
          <p:cNvSpPr/>
          <p:nvPr/>
        </p:nvSpPr>
        <p:spPr>
          <a:xfrm>
            <a:off x="2387206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m08_08"/>
          <p:cNvSpPr/>
          <p:nvPr/>
        </p:nvSpPr>
        <p:spPr>
          <a:xfrm>
            <a:off x="2535369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m08_09"/>
          <p:cNvSpPr/>
          <p:nvPr/>
        </p:nvSpPr>
        <p:spPr>
          <a:xfrm>
            <a:off x="2683532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m08_10"/>
          <p:cNvSpPr/>
          <p:nvPr/>
        </p:nvSpPr>
        <p:spPr>
          <a:xfrm>
            <a:off x="2831694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m08_11"/>
          <p:cNvSpPr/>
          <p:nvPr/>
        </p:nvSpPr>
        <p:spPr>
          <a:xfrm>
            <a:off x="2979857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m08_12"/>
          <p:cNvSpPr/>
          <p:nvPr/>
        </p:nvSpPr>
        <p:spPr>
          <a:xfrm>
            <a:off x="312802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m09_05"/>
          <p:cNvSpPr/>
          <p:nvPr/>
        </p:nvSpPr>
        <p:spPr>
          <a:xfrm>
            <a:off x="209088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m09_06"/>
          <p:cNvSpPr/>
          <p:nvPr/>
        </p:nvSpPr>
        <p:spPr>
          <a:xfrm>
            <a:off x="2239043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m09_07"/>
          <p:cNvSpPr/>
          <p:nvPr/>
        </p:nvSpPr>
        <p:spPr>
          <a:xfrm>
            <a:off x="2387206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m09_08"/>
          <p:cNvSpPr/>
          <p:nvPr/>
        </p:nvSpPr>
        <p:spPr>
          <a:xfrm>
            <a:off x="2535369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m09_09"/>
          <p:cNvSpPr/>
          <p:nvPr/>
        </p:nvSpPr>
        <p:spPr>
          <a:xfrm>
            <a:off x="2683532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m09_10"/>
          <p:cNvSpPr/>
          <p:nvPr/>
        </p:nvSpPr>
        <p:spPr>
          <a:xfrm>
            <a:off x="2831694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m09_11"/>
          <p:cNvSpPr/>
          <p:nvPr/>
        </p:nvSpPr>
        <p:spPr>
          <a:xfrm>
            <a:off x="2979857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m09_12"/>
          <p:cNvSpPr/>
          <p:nvPr/>
        </p:nvSpPr>
        <p:spPr>
          <a:xfrm>
            <a:off x="312802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m10_06"/>
          <p:cNvSpPr/>
          <p:nvPr/>
        </p:nvSpPr>
        <p:spPr>
          <a:xfrm>
            <a:off x="2239043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m10_07"/>
          <p:cNvSpPr/>
          <p:nvPr/>
        </p:nvSpPr>
        <p:spPr>
          <a:xfrm>
            <a:off x="2387206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m10_08"/>
          <p:cNvSpPr/>
          <p:nvPr/>
        </p:nvSpPr>
        <p:spPr>
          <a:xfrm>
            <a:off x="2535369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m10_09"/>
          <p:cNvSpPr/>
          <p:nvPr/>
        </p:nvSpPr>
        <p:spPr>
          <a:xfrm>
            <a:off x="2683532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m10_10"/>
          <p:cNvSpPr/>
          <p:nvPr/>
        </p:nvSpPr>
        <p:spPr>
          <a:xfrm>
            <a:off x="2831694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m10_11"/>
          <p:cNvSpPr/>
          <p:nvPr/>
        </p:nvSpPr>
        <p:spPr>
          <a:xfrm>
            <a:off x="2979857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m10_12"/>
          <p:cNvSpPr/>
          <p:nvPr/>
        </p:nvSpPr>
        <p:spPr>
          <a:xfrm>
            <a:off x="3128020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m11_06"/>
          <p:cNvSpPr/>
          <p:nvPr/>
        </p:nvSpPr>
        <p:spPr>
          <a:xfrm>
            <a:off x="2239043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m11_07"/>
          <p:cNvSpPr/>
          <p:nvPr/>
        </p:nvSpPr>
        <p:spPr>
          <a:xfrm>
            <a:off x="2387206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m11_08"/>
          <p:cNvSpPr/>
          <p:nvPr/>
        </p:nvSpPr>
        <p:spPr>
          <a:xfrm>
            <a:off x="2535369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m11_09"/>
          <p:cNvSpPr/>
          <p:nvPr/>
        </p:nvSpPr>
        <p:spPr>
          <a:xfrm>
            <a:off x="2683532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m11_10"/>
          <p:cNvSpPr/>
          <p:nvPr/>
        </p:nvSpPr>
        <p:spPr>
          <a:xfrm>
            <a:off x="2831694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m11_11"/>
          <p:cNvSpPr/>
          <p:nvPr/>
        </p:nvSpPr>
        <p:spPr>
          <a:xfrm>
            <a:off x="2979857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m11_12"/>
          <p:cNvSpPr/>
          <p:nvPr/>
        </p:nvSpPr>
        <p:spPr>
          <a:xfrm>
            <a:off x="3128020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m12_06"/>
          <p:cNvSpPr/>
          <p:nvPr/>
        </p:nvSpPr>
        <p:spPr>
          <a:xfrm>
            <a:off x="2239043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m12_07"/>
          <p:cNvSpPr/>
          <p:nvPr/>
        </p:nvSpPr>
        <p:spPr>
          <a:xfrm>
            <a:off x="2387206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m12_08"/>
          <p:cNvSpPr/>
          <p:nvPr/>
        </p:nvSpPr>
        <p:spPr>
          <a:xfrm>
            <a:off x="2535369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m12_09"/>
          <p:cNvSpPr/>
          <p:nvPr/>
        </p:nvSpPr>
        <p:spPr>
          <a:xfrm>
            <a:off x="2683532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m12_10"/>
          <p:cNvSpPr/>
          <p:nvPr/>
        </p:nvSpPr>
        <p:spPr>
          <a:xfrm>
            <a:off x="2831694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m12_11"/>
          <p:cNvSpPr/>
          <p:nvPr/>
        </p:nvSpPr>
        <p:spPr>
          <a:xfrm>
            <a:off x="2979857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m12_12"/>
          <p:cNvSpPr/>
          <p:nvPr/>
        </p:nvSpPr>
        <p:spPr>
          <a:xfrm>
            <a:off x="3128020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m13_06"/>
          <p:cNvSpPr/>
          <p:nvPr/>
        </p:nvSpPr>
        <p:spPr>
          <a:xfrm>
            <a:off x="2239043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m13_07"/>
          <p:cNvSpPr/>
          <p:nvPr/>
        </p:nvSpPr>
        <p:spPr>
          <a:xfrm>
            <a:off x="2387206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m13_08"/>
          <p:cNvSpPr/>
          <p:nvPr/>
        </p:nvSpPr>
        <p:spPr>
          <a:xfrm>
            <a:off x="2535369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m13_09"/>
          <p:cNvSpPr/>
          <p:nvPr/>
        </p:nvSpPr>
        <p:spPr>
          <a:xfrm>
            <a:off x="2683532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m13_10"/>
          <p:cNvSpPr/>
          <p:nvPr/>
        </p:nvSpPr>
        <p:spPr>
          <a:xfrm>
            <a:off x="2831694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m13_11"/>
          <p:cNvSpPr/>
          <p:nvPr/>
        </p:nvSpPr>
        <p:spPr>
          <a:xfrm>
            <a:off x="2979857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m13_12"/>
          <p:cNvSpPr/>
          <p:nvPr/>
        </p:nvSpPr>
        <p:spPr>
          <a:xfrm>
            <a:off x="3128020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m14_06"/>
          <p:cNvSpPr/>
          <p:nvPr/>
        </p:nvSpPr>
        <p:spPr>
          <a:xfrm>
            <a:off x="2239043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m14_07"/>
          <p:cNvSpPr/>
          <p:nvPr/>
        </p:nvSpPr>
        <p:spPr>
          <a:xfrm>
            <a:off x="2387206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m14_08"/>
          <p:cNvSpPr/>
          <p:nvPr/>
        </p:nvSpPr>
        <p:spPr>
          <a:xfrm>
            <a:off x="2535369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m14_09"/>
          <p:cNvSpPr/>
          <p:nvPr/>
        </p:nvSpPr>
        <p:spPr>
          <a:xfrm>
            <a:off x="2683532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m14_10"/>
          <p:cNvSpPr/>
          <p:nvPr/>
        </p:nvSpPr>
        <p:spPr>
          <a:xfrm>
            <a:off x="2831694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m14_11"/>
          <p:cNvSpPr/>
          <p:nvPr/>
        </p:nvSpPr>
        <p:spPr>
          <a:xfrm>
            <a:off x="2979857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m14_12"/>
          <p:cNvSpPr/>
          <p:nvPr/>
        </p:nvSpPr>
        <p:spPr>
          <a:xfrm>
            <a:off x="3128020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m15_07"/>
          <p:cNvSpPr/>
          <p:nvPr/>
        </p:nvSpPr>
        <p:spPr>
          <a:xfrm>
            <a:off x="2387206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m15_08"/>
          <p:cNvSpPr/>
          <p:nvPr/>
        </p:nvSpPr>
        <p:spPr>
          <a:xfrm>
            <a:off x="2535369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m15_09"/>
          <p:cNvSpPr/>
          <p:nvPr/>
        </p:nvSpPr>
        <p:spPr>
          <a:xfrm>
            <a:off x="2683532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m15_10"/>
          <p:cNvSpPr/>
          <p:nvPr/>
        </p:nvSpPr>
        <p:spPr>
          <a:xfrm>
            <a:off x="2831694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m15_11"/>
          <p:cNvSpPr/>
          <p:nvPr/>
        </p:nvSpPr>
        <p:spPr>
          <a:xfrm>
            <a:off x="2979857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m15_12"/>
          <p:cNvSpPr/>
          <p:nvPr/>
        </p:nvSpPr>
        <p:spPr>
          <a:xfrm>
            <a:off x="3128020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m15_13"/>
          <p:cNvSpPr/>
          <p:nvPr/>
        </p:nvSpPr>
        <p:spPr>
          <a:xfrm>
            <a:off x="3276183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m16_07"/>
          <p:cNvSpPr/>
          <p:nvPr/>
        </p:nvSpPr>
        <p:spPr>
          <a:xfrm>
            <a:off x="2387206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m16_08"/>
          <p:cNvSpPr/>
          <p:nvPr/>
        </p:nvSpPr>
        <p:spPr>
          <a:xfrm>
            <a:off x="2535369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m16_09"/>
          <p:cNvSpPr/>
          <p:nvPr/>
        </p:nvSpPr>
        <p:spPr>
          <a:xfrm>
            <a:off x="2683532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m16_10"/>
          <p:cNvSpPr/>
          <p:nvPr/>
        </p:nvSpPr>
        <p:spPr>
          <a:xfrm>
            <a:off x="2831694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m16_11"/>
          <p:cNvSpPr/>
          <p:nvPr/>
        </p:nvSpPr>
        <p:spPr>
          <a:xfrm>
            <a:off x="2979857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m16_12"/>
          <p:cNvSpPr/>
          <p:nvPr/>
        </p:nvSpPr>
        <p:spPr>
          <a:xfrm>
            <a:off x="3128020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m16_13"/>
          <p:cNvSpPr/>
          <p:nvPr/>
        </p:nvSpPr>
        <p:spPr>
          <a:xfrm>
            <a:off x="3276183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m17_07"/>
          <p:cNvSpPr/>
          <p:nvPr/>
        </p:nvSpPr>
        <p:spPr>
          <a:xfrm>
            <a:off x="2387206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m17_08"/>
          <p:cNvSpPr/>
          <p:nvPr/>
        </p:nvSpPr>
        <p:spPr>
          <a:xfrm>
            <a:off x="2535369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m17_09"/>
          <p:cNvSpPr/>
          <p:nvPr/>
        </p:nvSpPr>
        <p:spPr>
          <a:xfrm>
            <a:off x="2683532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m17_10"/>
          <p:cNvSpPr/>
          <p:nvPr/>
        </p:nvSpPr>
        <p:spPr>
          <a:xfrm>
            <a:off x="2831694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m17_11"/>
          <p:cNvSpPr/>
          <p:nvPr/>
        </p:nvSpPr>
        <p:spPr>
          <a:xfrm>
            <a:off x="2979857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m17_12"/>
          <p:cNvSpPr/>
          <p:nvPr/>
        </p:nvSpPr>
        <p:spPr>
          <a:xfrm>
            <a:off x="3128020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m17_13"/>
          <p:cNvSpPr/>
          <p:nvPr/>
        </p:nvSpPr>
        <p:spPr>
          <a:xfrm>
            <a:off x="3276183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m18_06"/>
          <p:cNvSpPr/>
          <p:nvPr/>
        </p:nvSpPr>
        <p:spPr>
          <a:xfrm>
            <a:off x="223904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m18_07"/>
          <p:cNvSpPr/>
          <p:nvPr/>
        </p:nvSpPr>
        <p:spPr>
          <a:xfrm>
            <a:off x="2387206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m18_08"/>
          <p:cNvSpPr/>
          <p:nvPr/>
        </p:nvSpPr>
        <p:spPr>
          <a:xfrm>
            <a:off x="2535369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m18_09"/>
          <p:cNvSpPr/>
          <p:nvPr/>
        </p:nvSpPr>
        <p:spPr>
          <a:xfrm>
            <a:off x="2683532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m18_10"/>
          <p:cNvSpPr/>
          <p:nvPr/>
        </p:nvSpPr>
        <p:spPr>
          <a:xfrm>
            <a:off x="2831694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m18_11"/>
          <p:cNvSpPr/>
          <p:nvPr/>
        </p:nvSpPr>
        <p:spPr>
          <a:xfrm>
            <a:off x="2979857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m18_12"/>
          <p:cNvSpPr/>
          <p:nvPr/>
        </p:nvSpPr>
        <p:spPr>
          <a:xfrm>
            <a:off x="3128020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m18_13"/>
          <p:cNvSpPr/>
          <p:nvPr/>
        </p:nvSpPr>
        <p:spPr>
          <a:xfrm>
            <a:off x="327618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m19_06"/>
          <p:cNvSpPr/>
          <p:nvPr/>
        </p:nvSpPr>
        <p:spPr>
          <a:xfrm>
            <a:off x="223904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m19_07"/>
          <p:cNvSpPr/>
          <p:nvPr/>
        </p:nvSpPr>
        <p:spPr>
          <a:xfrm>
            <a:off x="2387206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m19_08"/>
          <p:cNvSpPr/>
          <p:nvPr/>
        </p:nvSpPr>
        <p:spPr>
          <a:xfrm>
            <a:off x="2535369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m19_09"/>
          <p:cNvSpPr/>
          <p:nvPr/>
        </p:nvSpPr>
        <p:spPr>
          <a:xfrm>
            <a:off x="2683532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m19_10"/>
          <p:cNvSpPr/>
          <p:nvPr/>
        </p:nvSpPr>
        <p:spPr>
          <a:xfrm>
            <a:off x="2831694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m19_11"/>
          <p:cNvSpPr/>
          <p:nvPr/>
        </p:nvSpPr>
        <p:spPr>
          <a:xfrm>
            <a:off x="2979857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m19_12"/>
          <p:cNvSpPr/>
          <p:nvPr/>
        </p:nvSpPr>
        <p:spPr>
          <a:xfrm>
            <a:off x="3128020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m19_13"/>
          <p:cNvSpPr/>
          <p:nvPr/>
        </p:nvSpPr>
        <p:spPr>
          <a:xfrm>
            <a:off x="327618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m20_06"/>
          <p:cNvSpPr/>
          <p:nvPr/>
        </p:nvSpPr>
        <p:spPr>
          <a:xfrm>
            <a:off x="223904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m20_07"/>
          <p:cNvSpPr/>
          <p:nvPr/>
        </p:nvSpPr>
        <p:spPr>
          <a:xfrm>
            <a:off x="2387206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m20_08"/>
          <p:cNvSpPr/>
          <p:nvPr/>
        </p:nvSpPr>
        <p:spPr>
          <a:xfrm>
            <a:off x="2535369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m20_09"/>
          <p:cNvSpPr/>
          <p:nvPr/>
        </p:nvSpPr>
        <p:spPr>
          <a:xfrm>
            <a:off x="2683532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m20_10"/>
          <p:cNvSpPr/>
          <p:nvPr/>
        </p:nvSpPr>
        <p:spPr>
          <a:xfrm>
            <a:off x="2831694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m20_11"/>
          <p:cNvSpPr/>
          <p:nvPr/>
        </p:nvSpPr>
        <p:spPr>
          <a:xfrm>
            <a:off x="2979857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m20_12"/>
          <p:cNvSpPr/>
          <p:nvPr/>
        </p:nvSpPr>
        <p:spPr>
          <a:xfrm>
            <a:off x="3128020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m20_13"/>
          <p:cNvSpPr/>
          <p:nvPr/>
        </p:nvSpPr>
        <p:spPr>
          <a:xfrm>
            <a:off x="327618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m21_05"/>
          <p:cNvSpPr/>
          <p:nvPr/>
        </p:nvSpPr>
        <p:spPr>
          <a:xfrm>
            <a:off x="209088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m21_06"/>
          <p:cNvSpPr/>
          <p:nvPr/>
        </p:nvSpPr>
        <p:spPr>
          <a:xfrm>
            <a:off x="223904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m21_07"/>
          <p:cNvSpPr/>
          <p:nvPr/>
        </p:nvSpPr>
        <p:spPr>
          <a:xfrm>
            <a:off x="2387206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m21_08"/>
          <p:cNvSpPr/>
          <p:nvPr/>
        </p:nvSpPr>
        <p:spPr>
          <a:xfrm>
            <a:off x="2535369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m21_09"/>
          <p:cNvSpPr/>
          <p:nvPr/>
        </p:nvSpPr>
        <p:spPr>
          <a:xfrm>
            <a:off x="2683532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m21_10"/>
          <p:cNvSpPr/>
          <p:nvPr/>
        </p:nvSpPr>
        <p:spPr>
          <a:xfrm>
            <a:off x="2831694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m21_11"/>
          <p:cNvSpPr/>
          <p:nvPr/>
        </p:nvSpPr>
        <p:spPr>
          <a:xfrm>
            <a:off x="2979857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m21_12"/>
          <p:cNvSpPr/>
          <p:nvPr/>
        </p:nvSpPr>
        <p:spPr>
          <a:xfrm>
            <a:off x="312802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m21_13"/>
          <p:cNvSpPr/>
          <p:nvPr/>
        </p:nvSpPr>
        <p:spPr>
          <a:xfrm>
            <a:off x="327618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m22_05"/>
          <p:cNvSpPr/>
          <p:nvPr/>
        </p:nvSpPr>
        <p:spPr>
          <a:xfrm>
            <a:off x="209088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m22_06"/>
          <p:cNvSpPr/>
          <p:nvPr/>
        </p:nvSpPr>
        <p:spPr>
          <a:xfrm>
            <a:off x="223904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m22_07"/>
          <p:cNvSpPr/>
          <p:nvPr/>
        </p:nvSpPr>
        <p:spPr>
          <a:xfrm>
            <a:off x="2387206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70C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m22_08"/>
          <p:cNvSpPr/>
          <p:nvPr/>
        </p:nvSpPr>
        <p:spPr>
          <a:xfrm>
            <a:off x="2535369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1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m22_09"/>
          <p:cNvSpPr/>
          <p:nvPr/>
        </p:nvSpPr>
        <p:spPr>
          <a:xfrm>
            <a:off x="2683532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m22_10"/>
          <p:cNvSpPr/>
          <p:nvPr/>
        </p:nvSpPr>
        <p:spPr>
          <a:xfrm>
            <a:off x="2831694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m22_11"/>
          <p:cNvSpPr/>
          <p:nvPr/>
        </p:nvSpPr>
        <p:spPr>
          <a:xfrm>
            <a:off x="2979857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m22_12"/>
          <p:cNvSpPr/>
          <p:nvPr/>
        </p:nvSpPr>
        <p:spPr>
          <a:xfrm>
            <a:off x="312802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m22_13"/>
          <p:cNvSpPr/>
          <p:nvPr/>
        </p:nvSpPr>
        <p:spPr>
          <a:xfrm>
            <a:off x="327618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m23_04"/>
          <p:cNvSpPr/>
          <p:nvPr/>
        </p:nvSpPr>
        <p:spPr>
          <a:xfrm>
            <a:off x="194271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m23_05"/>
          <p:cNvSpPr/>
          <p:nvPr/>
        </p:nvSpPr>
        <p:spPr>
          <a:xfrm>
            <a:off x="209088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m23_06"/>
          <p:cNvSpPr/>
          <p:nvPr/>
        </p:nvSpPr>
        <p:spPr>
          <a:xfrm>
            <a:off x="223904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62B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m23_07"/>
          <p:cNvSpPr/>
          <p:nvPr/>
        </p:nvSpPr>
        <p:spPr>
          <a:xfrm>
            <a:off x="238720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m23_08"/>
          <p:cNvSpPr/>
          <p:nvPr/>
        </p:nvSpPr>
        <p:spPr>
          <a:xfrm>
            <a:off x="2535369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4D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m23_09"/>
          <p:cNvSpPr/>
          <p:nvPr/>
        </p:nvSpPr>
        <p:spPr>
          <a:xfrm>
            <a:off x="2683532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m23_10"/>
          <p:cNvSpPr/>
          <p:nvPr/>
        </p:nvSpPr>
        <p:spPr>
          <a:xfrm>
            <a:off x="2831694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m23_11"/>
          <p:cNvSpPr/>
          <p:nvPr/>
        </p:nvSpPr>
        <p:spPr>
          <a:xfrm>
            <a:off x="297985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m23_12"/>
          <p:cNvSpPr/>
          <p:nvPr/>
        </p:nvSpPr>
        <p:spPr>
          <a:xfrm>
            <a:off x="312802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9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m23_13"/>
          <p:cNvSpPr/>
          <p:nvPr/>
        </p:nvSpPr>
        <p:spPr>
          <a:xfrm>
            <a:off x="327618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m23_14"/>
          <p:cNvSpPr/>
          <p:nvPr/>
        </p:nvSpPr>
        <p:spPr>
          <a:xfrm>
            <a:off x="342434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m24_04"/>
          <p:cNvSpPr/>
          <p:nvPr/>
        </p:nvSpPr>
        <p:spPr>
          <a:xfrm>
            <a:off x="194271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m24_05"/>
          <p:cNvSpPr/>
          <p:nvPr/>
        </p:nvSpPr>
        <p:spPr>
          <a:xfrm>
            <a:off x="209088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DB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m24_06"/>
          <p:cNvSpPr/>
          <p:nvPr/>
        </p:nvSpPr>
        <p:spPr>
          <a:xfrm>
            <a:off x="223904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DBC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m24_07"/>
          <p:cNvSpPr/>
          <p:nvPr/>
        </p:nvSpPr>
        <p:spPr>
          <a:xfrm>
            <a:off x="238720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m24_08"/>
          <p:cNvSpPr/>
          <p:nvPr/>
        </p:nvSpPr>
        <p:spPr>
          <a:xfrm>
            <a:off x="2535369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A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m24_09"/>
          <p:cNvSpPr/>
          <p:nvPr/>
        </p:nvSpPr>
        <p:spPr>
          <a:xfrm>
            <a:off x="2683532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m24_10"/>
          <p:cNvSpPr/>
          <p:nvPr/>
        </p:nvSpPr>
        <p:spPr>
          <a:xfrm>
            <a:off x="2831694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m24_11"/>
          <p:cNvSpPr/>
          <p:nvPr/>
        </p:nvSpPr>
        <p:spPr>
          <a:xfrm>
            <a:off x="297985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m24_12"/>
          <p:cNvSpPr/>
          <p:nvPr/>
        </p:nvSpPr>
        <p:spPr>
          <a:xfrm>
            <a:off x="312802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6A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m24_13"/>
          <p:cNvSpPr/>
          <p:nvPr/>
        </p:nvSpPr>
        <p:spPr>
          <a:xfrm>
            <a:off x="327618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m24_14"/>
          <p:cNvSpPr/>
          <p:nvPr/>
        </p:nvSpPr>
        <p:spPr>
          <a:xfrm>
            <a:off x="342434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m25_04"/>
          <p:cNvSpPr/>
          <p:nvPr/>
        </p:nvSpPr>
        <p:spPr>
          <a:xfrm>
            <a:off x="194271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m25_05"/>
          <p:cNvSpPr/>
          <p:nvPr/>
        </p:nvSpPr>
        <p:spPr>
          <a:xfrm>
            <a:off x="209088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9CC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m25_06"/>
          <p:cNvSpPr/>
          <p:nvPr/>
        </p:nvSpPr>
        <p:spPr>
          <a:xfrm>
            <a:off x="223904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D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m25_07"/>
          <p:cNvSpPr/>
          <p:nvPr/>
        </p:nvSpPr>
        <p:spPr>
          <a:xfrm>
            <a:off x="238720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8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m25_08"/>
          <p:cNvSpPr/>
          <p:nvPr/>
        </p:nvSpPr>
        <p:spPr>
          <a:xfrm>
            <a:off x="2535369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A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m25_09"/>
          <p:cNvSpPr/>
          <p:nvPr/>
        </p:nvSpPr>
        <p:spPr>
          <a:xfrm>
            <a:off x="2683532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m25_10"/>
          <p:cNvSpPr/>
          <p:nvPr/>
        </p:nvSpPr>
        <p:spPr>
          <a:xfrm>
            <a:off x="2831694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m25_11"/>
          <p:cNvSpPr/>
          <p:nvPr/>
        </p:nvSpPr>
        <p:spPr>
          <a:xfrm>
            <a:off x="297985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m25_12"/>
          <p:cNvSpPr/>
          <p:nvPr/>
        </p:nvSpPr>
        <p:spPr>
          <a:xfrm>
            <a:off x="312802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m25_13"/>
          <p:cNvSpPr/>
          <p:nvPr/>
        </p:nvSpPr>
        <p:spPr>
          <a:xfrm>
            <a:off x="327618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m25_14"/>
          <p:cNvSpPr/>
          <p:nvPr/>
        </p:nvSpPr>
        <p:spPr>
          <a:xfrm>
            <a:off x="342434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m26_03"/>
          <p:cNvSpPr/>
          <p:nvPr/>
        </p:nvSpPr>
        <p:spPr>
          <a:xfrm>
            <a:off x="179455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m26_04"/>
          <p:cNvSpPr/>
          <p:nvPr/>
        </p:nvSpPr>
        <p:spPr>
          <a:xfrm>
            <a:off x="194271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m26_05"/>
          <p:cNvSpPr/>
          <p:nvPr/>
        </p:nvSpPr>
        <p:spPr>
          <a:xfrm>
            <a:off x="209088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7D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m26_06"/>
          <p:cNvSpPr/>
          <p:nvPr/>
        </p:nvSpPr>
        <p:spPr>
          <a:xfrm>
            <a:off x="223904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BDC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m26_07"/>
          <p:cNvSpPr/>
          <p:nvPr/>
        </p:nvSpPr>
        <p:spPr>
          <a:xfrm>
            <a:off x="238720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B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m26_08"/>
          <p:cNvSpPr/>
          <p:nvPr/>
        </p:nvSpPr>
        <p:spPr>
          <a:xfrm>
            <a:off x="2535369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7D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m26_09"/>
          <p:cNvSpPr/>
          <p:nvPr/>
        </p:nvSpPr>
        <p:spPr>
          <a:xfrm>
            <a:off x="2683532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m26_10"/>
          <p:cNvSpPr/>
          <p:nvPr/>
        </p:nvSpPr>
        <p:spPr>
          <a:xfrm>
            <a:off x="283169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m26_11"/>
          <p:cNvSpPr/>
          <p:nvPr/>
        </p:nvSpPr>
        <p:spPr>
          <a:xfrm>
            <a:off x="297985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m26_12"/>
          <p:cNvSpPr/>
          <p:nvPr/>
        </p:nvSpPr>
        <p:spPr>
          <a:xfrm>
            <a:off x="312802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m26_13"/>
          <p:cNvSpPr/>
          <p:nvPr/>
        </p:nvSpPr>
        <p:spPr>
          <a:xfrm>
            <a:off x="327618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m26_14"/>
          <p:cNvSpPr/>
          <p:nvPr/>
        </p:nvSpPr>
        <p:spPr>
          <a:xfrm>
            <a:off x="342434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m27_03"/>
          <p:cNvSpPr/>
          <p:nvPr/>
        </p:nvSpPr>
        <p:spPr>
          <a:xfrm>
            <a:off x="179455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m27_04"/>
          <p:cNvSpPr/>
          <p:nvPr/>
        </p:nvSpPr>
        <p:spPr>
          <a:xfrm>
            <a:off x="194271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m27_05"/>
          <p:cNvSpPr/>
          <p:nvPr/>
        </p:nvSpPr>
        <p:spPr>
          <a:xfrm>
            <a:off x="209088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m27_06"/>
          <p:cNvSpPr/>
          <p:nvPr/>
        </p:nvSpPr>
        <p:spPr>
          <a:xfrm>
            <a:off x="223904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m27_07"/>
          <p:cNvSpPr/>
          <p:nvPr/>
        </p:nvSpPr>
        <p:spPr>
          <a:xfrm>
            <a:off x="238720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85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m27_08"/>
          <p:cNvSpPr/>
          <p:nvPr/>
        </p:nvSpPr>
        <p:spPr>
          <a:xfrm>
            <a:off x="2535369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FB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m27_09"/>
          <p:cNvSpPr/>
          <p:nvPr/>
        </p:nvSpPr>
        <p:spPr>
          <a:xfrm>
            <a:off x="2683532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m27_10"/>
          <p:cNvSpPr/>
          <p:nvPr/>
        </p:nvSpPr>
        <p:spPr>
          <a:xfrm>
            <a:off x="283169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m27_11"/>
          <p:cNvSpPr/>
          <p:nvPr/>
        </p:nvSpPr>
        <p:spPr>
          <a:xfrm>
            <a:off x="297985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m27_12"/>
          <p:cNvSpPr/>
          <p:nvPr/>
        </p:nvSpPr>
        <p:spPr>
          <a:xfrm>
            <a:off x="312802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m27_13"/>
          <p:cNvSpPr/>
          <p:nvPr/>
        </p:nvSpPr>
        <p:spPr>
          <a:xfrm>
            <a:off x="327618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m27_14"/>
          <p:cNvSpPr/>
          <p:nvPr/>
        </p:nvSpPr>
        <p:spPr>
          <a:xfrm>
            <a:off x="342434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m28_03"/>
          <p:cNvSpPr/>
          <p:nvPr/>
        </p:nvSpPr>
        <p:spPr>
          <a:xfrm>
            <a:off x="179455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m28_04"/>
          <p:cNvSpPr/>
          <p:nvPr/>
        </p:nvSpPr>
        <p:spPr>
          <a:xfrm>
            <a:off x="194271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m28_05"/>
          <p:cNvSpPr/>
          <p:nvPr/>
        </p:nvSpPr>
        <p:spPr>
          <a:xfrm>
            <a:off x="209088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m28_06"/>
          <p:cNvSpPr/>
          <p:nvPr/>
        </p:nvSpPr>
        <p:spPr>
          <a:xfrm>
            <a:off x="223904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m28_07"/>
          <p:cNvSpPr/>
          <p:nvPr/>
        </p:nvSpPr>
        <p:spPr>
          <a:xfrm>
            <a:off x="238720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m28_08"/>
          <p:cNvSpPr/>
          <p:nvPr/>
        </p:nvSpPr>
        <p:spPr>
          <a:xfrm>
            <a:off x="2535369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m28_09"/>
          <p:cNvSpPr/>
          <p:nvPr/>
        </p:nvSpPr>
        <p:spPr>
          <a:xfrm>
            <a:off x="2683532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m28_10"/>
          <p:cNvSpPr/>
          <p:nvPr/>
        </p:nvSpPr>
        <p:spPr>
          <a:xfrm>
            <a:off x="283169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m28_11"/>
          <p:cNvSpPr/>
          <p:nvPr/>
        </p:nvSpPr>
        <p:spPr>
          <a:xfrm>
            <a:off x="297985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m28_12"/>
          <p:cNvSpPr/>
          <p:nvPr/>
        </p:nvSpPr>
        <p:spPr>
          <a:xfrm>
            <a:off x="312802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m28_13"/>
          <p:cNvSpPr/>
          <p:nvPr/>
        </p:nvSpPr>
        <p:spPr>
          <a:xfrm>
            <a:off x="327618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m28_14"/>
          <p:cNvSpPr/>
          <p:nvPr/>
        </p:nvSpPr>
        <p:spPr>
          <a:xfrm>
            <a:off x="342434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m29_03"/>
          <p:cNvSpPr/>
          <p:nvPr/>
        </p:nvSpPr>
        <p:spPr>
          <a:xfrm>
            <a:off x="179455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m29_04"/>
          <p:cNvSpPr/>
          <p:nvPr/>
        </p:nvSpPr>
        <p:spPr>
          <a:xfrm>
            <a:off x="194271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m29_05"/>
          <p:cNvSpPr/>
          <p:nvPr/>
        </p:nvSpPr>
        <p:spPr>
          <a:xfrm>
            <a:off x="209088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m29_06"/>
          <p:cNvSpPr/>
          <p:nvPr/>
        </p:nvSpPr>
        <p:spPr>
          <a:xfrm>
            <a:off x="223904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m29_07"/>
          <p:cNvSpPr/>
          <p:nvPr/>
        </p:nvSpPr>
        <p:spPr>
          <a:xfrm>
            <a:off x="2387206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m29_08"/>
          <p:cNvSpPr/>
          <p:nvPr/>
        </p:nvSpPr>
        <p:spPr>
          <a:xfrm>
            <a:off x="2535369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m29_09"/>
          <p:cNvSpPr/>
          <p:nvPr/>
        </p:nvSpPr>
        <p:spPr>
          <a:xfrm>
            <a:off x="2683532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m29_10"/>
          <p:cNvSpPr/>
          <p:nvPr/>
        </p:nvSpPr>
        <p:spPr>
          <a:xfrm>
            <a:off x="283169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m29_11"/>
          <p:cNvSpPr/>
          <p:nvPr/>
        </p:nvSpPr>
        <p:spPr>
          <a:xfrm>
            <a:off x="297985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m29_12"/>
          <p:cNvSpPr/>
          <p:nvPr/>
        </p:nvSpPr>
        <p:spPr>
          <a:xfrm>
            <a:off x="312802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m29_13"/>
          <p:cNvSpPr/>
          <p:nvPr/>
        </p:nvSpPr>
        <p:spPr>
          <a:xfrm>
            <a:off x="327618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m30_03"/>
          <p:cNvSpPr/>
          <p:nvPr/>
        </p:nvSpPr>
        <p:spPr>
          <a:xfrm>
            <a:off x="179455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m30_04"/>
          <p:cNvSpPr/>
          <p:nvPr/>
        </p:nvSpPr>
        <p:spPr>
          <a:xfrm>
            <a:off x="194271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m30_05"/>
          <p:cNvSpPr/>
          <p:nvPr/>
        </p:nvSpPr>
        <p:spPr>
          <a:xfrm>
            <a:off x="209088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m30_06"/>
          <p:cNvSpPr/>
          <p:nvPr/>
        </p:nvSpPr>
        <p:spPr>
          <a:xfrm>
            <a:off x="223904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m30_07"/>
          <p:cNvSpPr/>
          <p:nvPr/>
        </p:nvSpPr>
        <p:spPr>
          <a:xfrm>
            <a:off x="2387206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m30_08"/>
          <p:cNvSpPr/>
          <p:nvPr/>
        </p:nvSpPr>
        <p:spPr>
          <a:xfrm>
            <a:off x="2535369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m30_09"/>
          <p:cNvSpPr/>
          <p:nvPr/>
        </p:nvSpPr>
        <p:spPr>
          <a:xfrm>
            <a:off x="2683532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m30_10"/>
          <p:cNvSpPr/>
          <p:nvPr/>
        </p:nvSpPr>
        <p:spPr>
          <a:xfrm>
            <a:off x="283169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m30_11"/>
          <p:cNvSpPr/>
          <p:nvPr/>
        </p:nvSpPr>
        <p:spPr>
          <a:xfrm>
            <a:off x="297985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m30_12"/>
          <p:cNvSpPr/>
          <p:nvPr/>
        </p:nvSpPr>
        <p:spPr>
          <a:xfrm>
            <a:off x="312802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m30_13"/>
          <p:cNvSpPr/>
          <p:nvPr/>
        </p:nvSpPr>
        <p:spPr>
          <a:xfrm>
            <a:off x="327618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m31_03"/>
          <p:cNvSpPr/>
          <p:nvPr/>
        </p:nvSpPr>
        <p:spPr>
          <a:xfrm>
            <a:off x="179455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m31_04"/>
          <p:cNvSpPr/>
          <p:nvPr/>
        </p:nvSpPr>
        <p:spPr>
          <a:xfrm>
            <a:off x="194271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m31_05"/>
          <p:cNvSpPr/>
          <p:nvPr/>
        </p:nvSpPr>
        <p:spPr>
          <a:xfrm>
            <a:off x="209088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m31_06"/>
          <p:cNvSpPr/>
          <p:nvPr/>
        </p:nvSpPr>
        <p:spPr>
          <a:xfrm>
            <a:off x="223904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m31_07"/>
          <p:cNvSpPr/>
          <p:nvPr/>
        </p:nvSpPr>
        <p:spPr>
          <a:xfrm>
            <a:off x="2387206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m31_08"/>
          <p:cNvSpPr/>
          <p:nvPr/>
        </p:nvSpPr>
        <p:spPr>
          <a:xfrm>
            <a:off x="2535369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m31_09"/>
          <p:cNvSpPr/>
          <p:nvPr/>
        </p:nvSpPr>
        <p:spPr>
          <a:xfrm>
            <a:off x="2683532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m31_10"/>
          <p:cNvSpPr/>
          <p:nvPr/>
        </p:nvSpPr>
        <p:spPr>
          <a:xfrm>
            <a:off x="283169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m31_11"/>
          <p:cNvSpPr/>
          <p:nvPr/>
        </p:nvSpPr>
        <p:spPr>
          <a:xfrm>
            <a:off x="297985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m31_12"/>
          <p:cNvSpPr/>
          <p:nvPr/>
        </p:nvSpPr>
        <p:spPr>
          <a:xfrm>
            <a:off x="312802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m31_13"/>
          <p:cNvSpPr/>
          <p:nvPr/>
        </p:nvSpPr>
        <p:spPr>
          <a:xfrm>
            <a:off x="327618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m32_03"/>
          <p:cNvSpPr/>
          <p:nvPr/>
        </p:nvSpPr>
        <p:spPr>
          <a:xfrm>
            <a:off x="179455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m32_04"/>
          <p:cNvSpPr/>
          <p:nvPr/>
        </p:nvSpPr>
        <p:spPr>
          <a:xfrm>
            <a:off x="194271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m32_05"/>
          <p:cNvSpPr/>
          <p:nvPr/>
        </p:nvSpPr>
        <p:spPr>
          <a:xfrm>
            <a:off x="209088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m32_06"/>
          <p:cNvSpPr/>
          <p:nvPr/>
        </p:nvSpPr>
        <p:spPr>
          <a:xfrm>
            <a:off x="2239043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m32_07"/>
          <p:cNvSpPr/>
          <p:nvPr/>
        </p:nvSpPr>
        <p:spPr>
          <a:xfrm>
            <a:off x="2387206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m32_08"/>
          <p:cNvSpPr/>
          <p:nvPr/>
        </p:nvSpPr>
        <p:spPr>
          <a:xfrm>
            <a:off x="2535369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m32_09"/>
          <p:cNvSpPr/>
          <p:nvPr/>
        </p:nvSpPr>
        <p:spPr>
          <a:xfrm>
            <a:off x="2683532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m32_10"/>
          <p:cNvSpPr/>
          <p:nvPr/>
        </p:nvSpPr>
        <p:spPr>
          <a:xfrm>
            <a:off x="283169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m32_11"/>
          <p:cNvSpPr/>
          <p:nvPr/>
        </p:nvSpPr>
        <p:spPr>
          <a:xfrm>
            <a:off x="297985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m32_12"/>
          <p:cNvSpPr/>
          <p:nvPr/>
        </p:nvSpPr>
        <p:spPr>
          <a:xfrm>
            <a:off x="312802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m33_03"/>
          <p:cNvSpPr/>
          <p:nvPr/>
        </p:nvSpPr>
        <p:spPr>
          <a:xfrm>
            <a:off x="179455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m33_04"/>
          <p:cNvSpPr/>
          <p:nvPr/>
        </p:nvSpPr>
        <p:spPr>
          <a:xfrm>
            <a:off x="194271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m33_05"/>
          <p:cNvSpPr/>
          <p:nvPr/>
        </p:nvSpPr>
        <p:spPr>
          <a:xfrm>
            <a:off x="209088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m33_06"/>
          <p:cNvSpPr/>
          <p:nvPr/>
        </p:nvSpPr>
        <p:spPr>
          <a:xfrm>
            <a:off x="2239043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m33_07"/>
          <p:cNvSpPr/>
          <p:nvPr/>
        </p:nvSpPr>
        <p:spPr>
          <a:xfrm>
            <a:off x="2387206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m33_08"/>
          <p:cNvSpPr/>
          <p:nvPr/>
        </p:nvSpPr>
        <p:spPr>
          <a:xfrm>
            <a:off x="2535369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m33_09"/>
          <p:cNvSpPr/>
          <p:nvPr/>
        </p:nvSpPr>
        <p:spPr>
          <a:xfrm>
            <a:off x="2683532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m33_10"/>
          <p:cNvSpPr/>
          <p:nvPr/>
        </p:nvSpPr>
        <p:spPr>
          <a:xfrm>
            <a:off x="283169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m33_11"/>
          <p:cNvSpPr/>
          <p:nvPr/>
        </p:nvSpPr>
        <p:spPr>
          <a:xfrm>
            <a:off x="297985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m33_12"/>
          <p:cNvSpPr/>
          <p:nvPr/>
        </p:nvSpPr>
        <p:spPr>
          <a:xfrm>
            <a:off x="312802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m34_03"/>
          <p:cNvSpPr/>
          <p:nvPr/>
        </p:nvSpPr>
        <p:spPr>
          <a:xfrm>
            <a:off x="179455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m34_04"/>
          <p:cNvSpPr/>
          <p:nvPr/>
        </p:nvSpPr>
        <p:spPr>
          <a:xfrm>
            <a:off x="194271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m34_05"/>
          <p:cNvSpPr/>
          <p:nvPr/>
        </p:nvSpPr>
        <p:spPr>
          <a:xfrm>
            <a:off x="2090880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m34_06"/>
          <p:cNvSpPr/>
          <p:nvPr/>
        </p:nvSpPr>
        <p:spPr>
          <a:xfrm>
            <a:off x="2239043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m34_07"/>
          <p:cNvSpPr/>
          <p:nvPr/>
        </p:nvSpPr>
        <p:spPr>
          <a:xfrm>
            <a:off x="2387206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m34_08"/>
          <p:cNvSpPr/>
          <p:nvPr/>
        </p:nvSpPr>
        <p:spPr>
          <a:xfrm>
            <a:off x="2535369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m34_09"/>
          <p:cNvSpPr/>
          <p:nvPr/>
        </p:nvSpPr>
        <p:spPr>
          <a:xfrm>
            <a:off x="2683532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m34_10"/>
          <p:cNvSpPr/>
          <p:nvPr/>
        </p:nvSpPr>
        <p:spPr>
          <a:xfrm>
            <a:off x="283169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m34_11"/>
          <p:cNvSpPr/>
          <p:nvPr/>
        </p:nvSpPr>
        <p:spPr>
          <a:xfrm>
            <a:off x="297985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m35_04"/>
          <p:cNvSpPr/>
          <p:nvPr/>
        </p:nvSpPr>
        <p:spPr>
          <a:xfrm>
            <a:off x="194271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m35_05"/>
          <p:cNvSpPr/>
          <p:nvPr/>
        </p:nvSpPr>
        <p:spPr>
          <a:xfrm>
            <a:off x="2090880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m35_06"/>
          <p:cNvSpPr/>
          <p:nvPr/>
        </p:nvSpPr>
        <p:spPr>
          <a:xfrm>
            <a:off x="2239043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m35_07"/>
          <p:cNvSpPr/>
          <p:nvPr/>
        </p:nvSpPr>
        <p:spPr>
          <a:xfrm>
            <a:off x="2387206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m35_08"/>
          <p:cNvSpPr/>
          <p:nvPr/>
        </p:nvSpPr>
        <p:spPr>
          <a:xfrm>
            <a:off x="2535369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m35_09"/>
          <p:cNvSpPr/>
          <p:nvPr/>
        </p:nvSpPr>
        <p:spPr>
          <a:xfrm>
            <a:off x="2683532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m35_10"/>
          <p:cNvSpPr/>
          <p:nvPr/>
        </p:nvSpPr>
        <p:spPr>
          <a:xfrm>
            <a:off x="2831694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m35_11"/>
          <p:cNvSpPr/>
          <p:nvPr/>
        </p:nvSpPr>
        <p:spPr>
          <a:xfrm>
            <a:off x="297985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m36_04"/>
          <p:cNvSpPr/>
          <p:nvPr/>
        </p:nvSpPr>
        <p:spPr>
          <a:xfrm>
            <a:off x="1942717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m36_05"/>
          <p:cNvSpPr/>
          <p:nvPr/>
        </p:nvSpPr>
        <p:spPr>
          <a:xfrm>
            <a:off x="2090880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m36_06"/>
          <p:cNvSpPr/>
          <p:nvPr/>
        </p:nvSpPr>
        <p:spPr>
          <a:xfrm>
            <a:off x="2239043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m36_07"/>
          <p:cNvSpPr/>
          <p:nvPr/>
        </p:nvSpPr>
        <p:spPr>
          <a:xfrm>
            <a:off x="2387206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m36_08"/>
          <p:cNvSpPr/>
          <p:nvPr/>
        </p:nvSpPr>
        <p:spPr>
          <a:xfrm>
            <a:off x="2535369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m36_09"/>
          <p:cNvSpPr/>
          <p:nvPr/>
        </p:nvSpPr>
        <p:spPr>
          <a:xfrm>
            <a:off x="2683532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m36_10"/>
          <p:cNvSpPr/>
          <p:nvPr/>
        </p:nvSpPr>
        <p:spPr>
          <a:xfrm>
            <a:off x="2831694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m37_04"/>
          <p:cNvSpPr/>
          <p:nvPr/>
        </p:nvSpPr>
        <p:spPr>
          <a:xfrm>
            <a:off x="1942717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m37_05"/>
          <p:cNvSpPr/>
          <p:nvPr/>
        </p:nvSpPr>
        <p:spPr>
          <a:xfrm>
            <a:off x="2090880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m37_06"/>
          <p:cNvSpPr/>
          <p:nvPr/>
        </p:nvSpPr>
        <p:spPr>
          <a:xfrm>
            <a:off x="2239043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m37_07"/>
          <p:cNvSpPr/>
          <p:nvPr/>
        </p:nvSpPr>
        <p:spPr>
          <a:xfrm>
            <a:off x="2387206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m37_08"/>
          <p:cNvSpPr/>
          <p:nvPr/>
        </p:nvSpPr>
        <p:spPr>
          <a:xfrm>
            <a:off x="2535369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m37_09"/>
          <p:cNvSpPr/>
          <p:nvPr/>
        </p:nvSpPr>
        <p:spPr>
          <a:xfrm>
            <a:off x="2683532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getal"/>
          <p:cNvSpPr txBox="1"/>
          <p:nvPr/>
        </p:nvSpPr>
        <p:spPr>
          <a:xfrm>
            <a:off x="4825879" y="1066773"/>
            <a:ext cx="4444888" cy="266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>
                <a:solidFill>
                  <a:srgbClr val="FF7A00"/>
                </a:solidFill>
                <a:latin typeface="Segoe UI"/>
              </a:rPr>
              <a:t>312</a:t>
            </a:r>
          </a:p>
        </p:txBody>
      </p:sp>
      <p:sp>
        <p:nvSpPr>
          <p:cNvPr id="328" name="!!eenheid"/>
          <p:cNvSpPr txBox="1"/>
          <p:nvPr/>
        </p:nvSpPr>
        <p:spPr>
          <a:xfrm>
            <a:off x="9016774" y="1587460"/>
            <a:ext cx="1904952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0">
                <a:solidFill>
                  <a:srgbClr val="8FB6D0"/>
                </a:solidFill>
                <a:latin typeface="Segoe UI"/>
              </a:rPr>
              <a:t>kPa</a:t>
            </a:r>
          </a:p>
        </p:txBody>
      </p:sp>
      <p:sp>
        <p:nvSpPr>
          <p:cNvPr id="329" name="!!kop"/>
          <p:cNvSpPr txBox="1"/>
          <p:nvPr/>
        </p:nvSpPr>
        <p:spPr>
          <a:xfrm>
            <a:off x="4825879" y="3848003"/>
            <a:ext cx="6095847" cy="152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Rood is waar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het duwt</a:t>
            </a:r>
          </a:p>
        </p:txBody>
      </p:sp>
      <p:sp>
        <p:nvSpPr>
          <p:cNvPr id="33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Alles boven 200 is te veel.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200">
        <p159:morph option="byObject"/>
      </p:transition>
    </mc:Choice>
    <mc:Fallback>
      <p:transition xmlns:p14="http://schemas.microsoft.com/office/powerpoint/2010/main" spd="slow" p14:dur="900" advClick="0" advTm="3200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m00_07"/>
          <p:cNvSpPr/>
          <p:nvPr/>
        </p:nvSpPr>
        <p:spPr>
          <a:xfrm>
            <a:off x="2387206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m00_08"/>
          <p:cNvSpPr/>
          <p:nvPr/>
        </p:nvSpPr>
        <p:spPr>
          <a:xfrm>
            <a:off x="2535369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m00_09"/>
          <p:cNvSpPr/>
          <p:nvPr/>
        </p:nvSpPr>
        <p:spPr>
          <a:xfrm>
            <a:off x="2683532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00_10"/>
          <p:cNvSpPr/>
          <p:nvPr/>
        </p:nvSpPr>
        <p:spPr>
          <a:xfrm>
            <a:off x="2831694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01_06"/>
          <p:cNvSpPr/>
          <p:nvPr/>
        </p:nvSpPr>
        <p:spPr>
          <a:xfrm>
            <a:off x="2239043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01_07"/>
          <p:cNvSpPr/>
          <p:nvPr/>
        </p:nvSpPr>
        <p:spPr>
          <a:xfrm>
            <a:off x="2387206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01_08"/>
          <p:cNvSpPr/>
          <p:nvPr/>
        </p:nvSpPr>
        <p:spPr>
          <a:xfrm>
            <a:off x="2535369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01_09"/>
          <p:cNvSpPr/>
          <p:nvPr/>
        </p:nvSpPr>
        <p:spPr>
          <a:xfrm>
            <a:off x="2683532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01_10"/>
          <p:cNvSpPr/>
          <p:nvPr/>
        </p:nvSpPr>
        <p:spPr>
          <a:xfrm>
            <a:off x="2831694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m01_11"/>
          <p:cNvSpPr/>
          <p:nvPr/>
        </p:nvSpPr>
        <p:spPr>
          <a:xfrm>
            <a:off x="2979857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02_05"/>
          <p:cNvSpPr/>
          <p:nvPr/>
        </p:nvSpPr>
        <p:spPr>
          <a:xfrm>
            <a:off x="209088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02_06"/>
          <p:cNvSpPr/>
          <p:nvPr/>
        </p:nvSpPr>
        <p:spPr>
          <a:xfrm>
            <a:off x="2239043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02_07"/>
          <p:cNvSpPr/>
          <p:nvPr/>
        </p:nvSpPr>
        <p:spPr>
          <a:xfrm>
            <a:off x="2387206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m02_08"/>
          <p:cNvSpPr/>
          <p:nvPr/>
        </p:nvSpPr>
        <p:spPr>
          <a:xfrm>
            <a:off x="2535369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CA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02_09"/>
          <p:cNvSpPr/>
          <p:nvPr/>
        </p:nvSpPr>
        <p:spPr>
          <a:xfrm>
            <a:off x="2683532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CA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02_10"/>
          <p:cNvSpPr/>
          <p:nvPr/>
        </p:nvSpPr>
        <p:spPr>
          <a:xfrm>
            <a:off x="2831694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02_11"/>
          <p:cNvSpPr/>
          <p:nvPr/>
        </p:nvSpPr>
        <p:spPr>
          <a:xfrm>
            <a:off x="2979857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02_12"/>
          <p:cNvSpPr/>
          <p:nvPr/>
        </p:nvSpPr>
        <p:spPr>
          <a:xfrm>
            <a:off x="312802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3_05"/>
          <p:cNvSpPr/>
          <p:nvPr/>
        </p:nvSpPr>
        <p:spPr>
          <a:xfrm>
            <a:off x="209088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m03_06"/>
          <p:cNvSpPr/>
          <p:nvPr/>
        </p:nvSpPr>
        <p:spPr>
          <a:xfrm>
            <a:off x="2239043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03_07"/>
          <p:cNvSpPr/>
          <p:nvPr/>
        </p:nvSpPr>
        <p:spPr>
          <a:xfrm>
            <a:off x="2387206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m03_08"/>
          <p:cNvSpPr/>
          <p:nvPr/>
        </p:nvSpPr>
        <p:spPr>
          <a:xfrm>
            <a:off x="2535369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5B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m03_09"/>
          <p:cNvSpPr/>
          <p:nvPr/>
        </p:nvSpPr>
        <p:spPr>
          <a:xfrm>
            <a:off x="2683532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6B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03_10"/>
          <p:cNvSpPr/>
          <p:nvPr/>
        </p:nvSpPr>
        <p:spPr>
          <a:xfrm>
            <a:off x="2831694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m03_11"/>
          <p:cNvSpPr/>
          <p:nvPr/>
        </p:nvSpPr>
        <p:spPr>
          <a:xfrm>
            <a:off x="2979857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m03_12"/>
          <p:cNvSpPr/>
          <p:nvPr/>
        </p:nvSpPr>
        <p:spPr>
          <a:xfrm>
            <a:off x="312802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04_05"/>
          <p:cNvSpPr/>
          <p:nvPr/>
        </p:nvSpPr>
        <p:spPr>
          <a:xfrm>
            <a:off x="209088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m04_06"/>
          <p:cNvSpPr/>
          <p:nvPr/>
        </p:nvSpPr>
        <p:spPr>
          <a:xfrm>
            <a:off x="2239043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m04_07"/>
          <p:cNvSpPr/>
          <p:nvPr/>
        </p:nvSpPr>
        <p:spPr>
          <a:xfrm>
            <a:off x="2387206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04_08"/>
          <p:cNvSpPr/>
          <p:nvPr/>
        </p:nvSpPr>
        <p:spPr>
          <a:xfrm>
            <a:off x="2535369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9B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m04_09"/>
          <p:cNvSpPr/>
          <p:nvPr/>
        </p:nvSpPr>
        <p:spPr>
          <a:xfrm>
            <a:off x="2683532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AB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04_10"/>
          <p:cNvSpPr/>
          <p:nvPr/>
        </p:nvSpPr>
        <p:spPr>
          <a:xfrm>
            <a:off x="2831694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04_11"/>
          <p:cNvSpPr/>
          <p:nvPr/>
        </p:nvSpPr>
        <p:spPr>
          <a:xfrm>
            <a:off x="2979857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04_12"/>
          <p:cNvSpPr/>
          <p:nvPr/>
        </p:nvSpPr>
        <p:spPr>
          <a:xfrm>
            <a:off x="312802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05_05"/>
          <p:cNvSpPr/>
          <p:nvPr/>
        </p:nvSpPr>
        <p:spPr>
          <a:xfrm>
            <a:off x="209088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05_06"/>
          <p:cNvSpPr/>
          <p:nvPr/>
        </p:nvSpPr>
        <p:spPr>
          <a:xfrm>
            <a:off x="2239043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05_07"/>
          <p:cNvSpPr/>
          <p:nvPr/>
        </p:nvSpPr>
        <p:spPr>
          <a:xfrm>
            <a:off x="2387206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m05_08"/>
          <p:cNvSpPr/>
          <p:nvPr/>
        </p:nvSpPr>
        <p:spPr>
          <a:xfrm>
            <a:off x="2535369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7B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m05_09"/>
          <p:cNvSpPr/>
          <p:nvPr/>
        </p:nvSpPr>
        <p:spPr>
          <a:xfrm>
            <a:off x="2683532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8B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m05_10"/>
          <p:cNvSpPr/>
          <p:nvPr/>
        </p:nvSpPr>
        <p:spPr>
          <a:xfrm>
            <a:off x="2831694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m05_11"/>
          <p:cNvSpPr/>
          <p:nvPr/>
        </p:nvSpPr>
        <p:spPr>
          <a:xfrm>
            <a:off x="2979857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m05_12"/>
          <p:cNvSpPr/>
          <p:nvPr/>
        </p:nvSpPr>
        <p:spPr>
          <a:xfrm>
            <a:off x="312802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m06_05"/>
          <p:cNvSpPr/>
          <p:nvPr/>
        </p:nvSpPr>
        <p:spPr>
          <a:xfrm>
            <a:off x="209088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m06_06"/>
          <p:cNvSpPr/>
          <p:nvPr/>
        </p:nvSpPr>
        <p:spPr>
          <a:xfrm>
            <a:off x="2239043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m06_07"/>
          <p:cNvSpPr/>
          <p:nvPr/>
        </p:nvSpPr>
        <p:spPr>
          <a:xfrm>
            <a:off x="2387206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m06_08"/>
          <p:cNvSpPr/>
          <p:nvPr/>
        </p:nvSpPr>
        <p:spPr>
          <a:xfrm>
            <a:off x="2535369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m06_09"/>
          <p:cNvSpPr/>
          <p:nvPr/>
        </p:nvSpPr>
        <p:spPr>
          <a:xfrm>
            <a:off x="2683532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m06_10"/>
          <p:cNvSpPr/>
          <p:nvPr/>
        </p:nvSpPr>
        <p:spPr>
          <a:xfrm>
            <a:off x="2831694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m06_11"/>
          <p:cNvSpPr/>
          <p:nvPr/>
        </p:nvSpPr>
        <p:spPr>
          <a:xfrm>
            <a:off x="2979857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m06_12"/>
          <p:cNvSpPr/>
          <p:nvPr/>
        </p:nvSpPr>
        <p:spPr>
          <a:xfrm>
            <a:off x="312802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m07_05"/>
          <p:cNvSpPr/>
          <p:nvPr/>
        </p:nvSpPr>
        <p:spPr>
          <a:xfrm>
            <a:off x="209088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m07_06"/>
          <p:cNvSpPr/>
          <p:nvPr/>
        </p:nvSpPr>
        <p:spPr>
          <a:xfrm>
            <a:off x="2239043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m07_07"/>
          <p:cNvSpPr/>
          <p:nvPr/>
        </p:nvSpPr>
        <p:spPr>
          <a:xfrm>
            <a:off x="2387206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m07_08"/>
          <p:cNvSpPr/>
          <p:nvPr/>
        </p:nvSpPr>
        <p:spPr>
          <a:xfrm>
            <a:off x="2535369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m07_09"/>
          <p:cNvSpPr/>
          <p:nvPr/>
        </p:nvSpPr>
        <p:spPr>
          <a:xfrm>
            <a:off x="2683532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8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m07_10"/>
          <p:cNvSpPr/>
          <p:nvPr/>
        </p:nvSpPr>
        <p:spPr>
          <a:xfrm>
            <a:off x="2831694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m07_11"/>
          <p:cNvSpPr/>
          <p:nvPr/>
        </p:nvSpPr>
        <p:spPr>
          <a:xfrm>
            <a:off x="2979857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m07_12"/>
          <p:cNvSpPr/>
          <p:nvPr/>
        </p:nvSpPr>
        <p:spPr>
          <a:xfrm>
            <a:off x="312802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m08_05"/>
          <p:cNvSpPr/>
          <p:nvPr/>
        </p:nvSpPr>
        <p:spPr>
          <a:xfrm>
            <a:off x="209088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m08_06"/>
          <p:cNvSpPr/>
          <p:nvPr/>
        </p:nvSpPr>
        <p:spPr>
          <a:xfrm>
            <a:off x="2239043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m08_07"/>
          <p:cNvSpPr/>
          <p:nvPr/>
        </p:nvSpPr>
        <p:spPr>
          <a:xfrm>
            <a:off x="2387206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m08_08"/>
          <p:cNvSpPr/>
          <p:nvPr/>
        </p:nvSpPr>
        <p:spPr>
          <a:xfrm>
            <a:off x="2535369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m08_09"/>
          <p:cNvSpPr/>
          <p:nvPr/>
        </p:nvSpPr>
        <p:spPr>
          <a:xfrm>
            <a:off x="2683532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m08_10"/>
          <p:cNvSpPr/>
          <p:nvPr/>
        </p:nvSpPr>
        <p:spPr>
          <a:xfrm>
            <a:off x="2831694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m08_11"/>
          <p:cNvSpPr/>
          <p:nvPr/>
        </p:nvSpPr>
        <p:spPr>
          <a:xfrm>
            <a:off x="2979857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m08_12"/>
          <p:cNvSpPr/>
          <p:nvPr/>
        </p:nvSpPr>
        <p:spPr>
          <a:xfrm>
            <a:off x="312802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m09_05"/>
          <p:cNvSpPr/>
          <p:nvPr/>
        </p:nvSpPr>
        <p:spPr>
          <a:xfrm>
            <a:off x="209088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m09_06"/>
          <p:cNvSpPr/>
          <p:nvPr/>
        </p:nvSpPr>
        <p:spPr>
          <a:xfrm>
            <a:off x="2239043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m09_07"/>
          <p:cNvSpPr/>
          <p:nvPr/>
        </p:nvSpPr>
        <p:spPr>
          <a:xfrm>
            <a:off x="2387206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m09_08"/>
          <p:cNvSpPr/>
          <p:nvPr/>
        </p:nvSpPr>
        <p:spPr>
          <a:xfrm>
            <a:off x="2535369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m09_09"/>
          <p:cNvSpPr/>
          <p:nvPr/>
        </p:nvSpPr>
        <p:spPr>
          <a:xfrm>
            <a:off x="2683532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m09_10"/>
          <p:cNvSpPr/>
          <p:nvPr/>
        </p:nvSpPr>
        <p:spPr>
          <a:xfrm>
            <a:off x="2831694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m09_11"/>
          <p:cNvSpPr/>
          <p:nvPr/>
        </p:nvSpPr>
        <p:spPr>
          <a:xfrm>
            <a:off x="2979857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m09_12"/>
          <p:cNvSpPr/>
          <p:nvPr/>
        </p:nvSpPr>
        <p:spPr>
          <a:xfrm>
            <a:off x="312802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m10_06"/>
          <p:cNvSpPr/>
          <p:nvPr/>
        </p:nvSpPr>
        <p:spPr>
          <a:xfrm>
            <a:off x="2239043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m10_07"/>
          <p:cNvSpPr/>
          <p:nvPr/>
        </p:nvSpPr>
        <p:spPr>
          <a:xfrm>
            <a:off x="2387206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m10_08"/>
          <p:cNvSpPr/>
          <p:nvPr/>
        </p:nvSpPr>
        <p:spPr>
          <a:xfrm>
            <a:off x="2535369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m10_09"/>
          <p:cNvSpPr/>
          <p:nvPr/>
        </p:nvSpPr>
        <p:spPr>
          <a:xfrm>
            <a:off x="2683532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m10_10"/>
          <p:cNvSpPr/>
          <p:nvPr/>
        </p:nvSpPr>
        <p:spPr>
          <a:xfrm>
            <a:off x="2831694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m10_11"/>
          <p:cNvSpPr/>
          <p:nvPr/>
        </p:nvSpPr>
        <p:spPr>
          <a:xfrm>
            <a:off x="2979857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m10_12"/>
          <p:cNvSpPr/>
          <p:nvPr/>
        </p:nvSpPr>
        <p:spPr>
          <a:xfrm>
            <a:off x="3128020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m11_06"/>
          <p:cNvSpPr/>
          <p:nvPr/>
        </p:nvSpPr>
        <p:spPr>
          <a:xfrm>
            <a:off x="2239043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m11_07"/>
          <p:cNvSpPr/>
          <p:nvPr/>
        </p:nvSpPr>
        <p:spPr>
          <a:xfrm>
            <a:off x="2387206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m11_08"/>
          <p:cNvSpPr/>
          <p:nvPr/>
        </p:nvSpPr>
        <p:spPr>
          <a:xfrm>
            <a:off x="2535369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m11_09"/>
          <p:cNvSpPr/>
          <p:nvPr/>
        </p:nvSpPr>
        <p:spPr>
          <a:xfrm>
            <a:off x="2683532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m11_10"/>
          <p:cNvSpPr/>
          <p:nvPr/>
        </p:nvSpPr>
        <p:spPr>
          <a:xfrm>
            <a:off x="2831694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m11_11"/>
          <p:cNvSpPr/>
          <p:nvPr/>
        </p:nvSpPr>
        <p:spPr>
          <a:xfrm>
            <a:off x="2979857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m11_12"/>
          <p:cNvSpPr/>
          <p:nvPr/>
        </p:nvSpPr>
        <p:spPr>
          <a:xfrm>
            <a:off x="3128020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m12_06"/>
          <p:cNvSpPr/>
          <p:nvPr/>
        </p:nvSpPr>
        <p:spPr>
          <a:xfrm>
            <a:off x="2239043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m12_07"/>
          <p:cNvSpPr/>
          <p:nvPr/>
        </p:nvSpPr>
        <p:spPr>
          <a:xfrm>
            <a:off x="2387206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m12_08"/>
          <p:cNvSpPr/>
          <p:nvPr/>
        </p:nvSpPr>
        <p:spPr>
          <a:xfrm>
            <a:off x="2535369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m12_09"/>
          <p:cNvSpPr/>
          <p:nvPr/>
        </p:nvSpPr>
        <p:spPr>
          <a:xfrm>
            <a:off x="2683532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m12_10"/>
          <p:cNvSpPr/>
          <p:nvPr/>
        </p:nvSpPr>
        <p:spPr>
          <a:xfrm>
            <a:off x="2831694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m12_11"/>
          <p:cNvSpPr/>
          <p:nvPr/>
        </p:nvSpPr>
        <p:spPr>
          <a:xfrm>
            <a:off x="2979857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m12_12"/>
          <p:cNvSpPr/>
          <p:nvPr/>
        </p:nvSpPr>
        <p:spPr>
          <a:xfrm>
            <a:off x="3128020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m13_06"/>
          <p:cNvSpPr/>
          <p:nvPr/>
        </p:nvSpPr>
        <p:spPr>
          <a:xfrm>
            <a:off x="2239043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m13_07"/>
          <p:cNvSpPr/>
          <p:nvPr/>
        </p:nvSpPr>
        <p:spPr>
          <a:xfrm>
            <a:off x="2387206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m13_08"/>
          <p:cNvSpPr/>
          <p:nvPr/>
        </p:nvSpPr>
        <p:spPr>
          <a:xfrm>
            <a:off x="2535369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m13_09"/>
          <p:cNvSpPr/>
          <p:nvPr/>
        </p:nvSpPr>
        <p:spPr>
          <a:xfrm>
            <a:off x="2683532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m13_10"/>
          <p:cNvSpPr/>
          <p:nvPr/>
        </p:nvSpPr>
        <p:spPr>
          <a:xfrm>
            <a:off x="2831694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m13_11"/>
          <p:cNvSpPr/>
          <p:nvPr/>
        </p:nvSpPr>
        <p:spPr>
          <a:xfrm>
            <a:off x="2979857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m13_12"/>
          <p:cNvSpPr/>
          <p:nvPr/>
        </p:nvSpPr>
        <p:spPr>
          <a:xfrm>
            <a:off x="3128020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m14_06"/>
          <p:cNvSpPr/>
          <p:nvPr/>
        </p:nvSpPr>
        <p:spPr>
          <a:xfrm>
            <a:off x="2239043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m14_07"/>
          <p:cNvSpPr/>
          <p:nvPr/>
        </p:nvSpPr>
        <p:spPr>
          <a:xfrm>
            <a:off x="2387206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m14_08"/>
          <p:cNvSpPr/>
          <p:nvPr/>
        </p:nvSpPr>
        <p:spPr>
          <a:xfrm>
            <a:off x="2535369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m14_09"/>
          <p:cNvSpPr/>
          <p:nvPr/>
        </p:nvSpPr>
        <p:spPr>
          <a:xfrm>
            <a:off x="2683532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m14_10"/>
          <p:cNvSpPr/>
          <p:nvPr/>
        </p:nvSpPr>
        <p:spPr>
          <a:xfrm>
            <a:off x="2831694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m14_11"/>
          <p:cNvSpPr/>
          <p:nvPr/>
        </p:nvSpPr>
        <p:spPr>
          <a:xfrm>
            <a:off x="2979857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m14_12"/>
          <p:cNvSpPr/>
          <p:nvPr/>
        </p:nvSpPr>
        <p:spPr>
          <a:xfrm>
            <a:off x="3128020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m15_07"/>
          <p:cNvSpPr/>
          <p:nvPr/>
        </p:nvSpPr>
        <p:spPr>
          <a:xfrm>
            <a:off x="2387206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m15_08"/>
          <p:cNvSpPr/>
          <p:nvPr/>
        </p:nvSpPr>
        <p:spPr>
          <a:xfrm>
            <a:off x="2535369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m15_09"/>
          <p:cNvSpPr/>
          <p:nvPr/>
        </p:nvSpPr>
        <p:spPr>
          <a:xfrm>
            <a:off x="2683532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m15_10"/>
          <p:cNvSpPr/>
          <p:nvPr/>
        </p:nvSpPr>
        <p:spPr>
          <a:xfrm>
            <a:off x="2831694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m15_11"/>
          <p:cNvSpPr/>
          <p:nvPr/>
        </p:nvSpPr>
        <p:spPr>
          <a:xfrm>
            <a:off x="2979857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m15_12"/>
          <p:cNvSpPr/>
          <p:nvPr/>
        </p:nvSpPr>
        <p:spPr>
          <a:xfrm>
            <a:off x="3128020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m15_13"/>
          <p:cNvSpPr/>
          <p:nvPr/>
        </p:nvSpPr>
        <p:spPr>
          <a:xfrm>
            <a:off x="3276183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m16_07"/>
          <p:cNvSpPr/>
          <p:nvPr/>
        </p:nvSpPr>
        <p:spPr>
          <a:xfrm>
            <a:off x="2387206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m16_08"/>
          <p:cNvSpPr/>
          <p:nvPr/>
        </p:nvSpPr>
        <p:spPr>
          <a:xfrm>
            <a:off x="2535369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m16_09"/>
          <p:cNvSpPr/>
          <p:nvPr/>
        </p:nvSpPr>
        <p:spPr>
          <a:xfrm>
            <a:off x="2683532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m16_10"/>
          <p:cNvSpPr/>
          <p:nvPr/>
        </p:nvSpPr>
        <p:spPr>
          <a:xfrm>
            <a:off x="2831694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m16_11"/>
          <p:cNvSpPr/>
          <p:nvPr/>
        </p:nvSpPr>
        <p:spPr>
          <a:xfrm>
            <a:off x="2979857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m16_12"/>
          <p:cNvSpPr/>
          <p:nvPr/>
        </p:nvSpPr>
        <p:spPr>
          <a:xfrm>
            <a:off x="3128020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m16_13"/>
          <p:cNvSpPr/>
          <p:nvPr/>
        </p:nvSpPr>
        <p:spPr>
          <a:xfrm>
            <a:off x="3276183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m17_07"/>
          <p:cNvSpPr/>
          <p:nvPr/>
        </p:nvSpPr>
        <p:spPr>
          <a:xfrm>
            <a:off x="2387206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m17_08"/>
          <p:cNvSpPr/>
          <p:nvPr/>
        </p:nvSpPr>
        <p:spPr>
          <a:xfrm>
            <a:off x="2535369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m17_09"/>
          <p:cNvSpPr/>
          <p:nvPr/>
        </p:nvSpPr>
        <p:spPr>
          <a:xfrm>
            <a:off x="2683532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m17_10"/>
          <p:cNvSpPr/>
          <p:nvPr/>
        </p:nvSpPr>
        <p:spPr>
          <a:xfrm>
            <a:off x="2831694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m17_11"/>
          <p:cNvSpPr/>
          <p:nvPr/>
        </p:nvSpPr>
        <p:spPr>
          <a:xfrm>
            <a:off x="2979857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m17_12"/>
          <p:cNvSpPr/>
          <p:nvPr/>
        </p:nvSpPr>
        <p:spPr>
          <a:xfrm>
            <a:off x="3128020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m17_13"/>
          <p:cNvSpPr/>
          <p:nvPr/>
        </p:nvSpPr>
        <p:spPr>
          <a:xfrm>
            <a:off x="3276183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m18_06"/>
          <p:cNvSpPr/>
          <p:nvPr/>
        </p:nvSpPr>
        <p:spPr>
          <a:xfrm>
            <a:off x="223904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m18_07"/>
          <p:cNvSpPr/>
          <p:nvPr/>
        </p:nvSpPr>
        <p:spPr>
          <a:xfrm>
            <a:off x="2387206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m18_08"/>
          <p:cNvSpPr/>
          <p:nvPr/>
        </p:nvSpPr>
        <p:spPr>
          <a:xfrm>
            <a:off x="2535369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m18_09"/>
          <p:cNvSpPr/>
          <p:nvPr/>
        </p:nvSpPr>
        <p:spPr>
          <a:xfrm>
            <a:off x="2683532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m18_10"/>
          <p:cNvSpPr/>
          <p:nvPr/>
        </p:nvSpPr>
        <p:spPr>
          <a:xfrm>
            <a:off x="2831694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m18_11"/>
          <p:cNvSpPr/>
          <p:nvPr/>
        </p:nvSpPr>
        <p:spPr>
          <a:xfrm>
            <a:off x="2979857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m18_12"/>
          <p:cNvSpPr/>
          <p:nvPr/>
        </p:nvSpPr>
        <p:spPr>
          <a:xfrm>
            <a:off x="3128020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m18_13"/>
          <p:cNvSpPr/>
          <p:nvPr/>
        </p:nvSpPr>
        <p:spPr>
          <a:xfrm>
            <a:off x="327618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m19_06"/>
          <p:cNvSpPr/>
          <p:nvPr/>
        </p:nvSpPr>
        <p:spPr>
          <a:xfrm>
            <a:off x="223904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m19_07"/>
          <p:cNvSpPr/>
          <p:nvPr/>
        </p:nvSpPr>
        <p:spPr>
          <a:xfrm>
            <a:off x="2387206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m19_08"/>
          <p:cNvSpPr/>
          <p:nvPr/>
        </p:nvSpPr>
        <p:spPr>
          <a:xfrm>
            <a:off x="2535369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m19_09"/>
          <p:cNvSpPr/>
          <p:nvPr/>
        </p:nvSpPr>
        <p:spPr>
          <a:xfrm>
            <a:off x="2683532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m19_10"/>
          <p:cNvSpPr/>
          <p:nvPr/>
        </p:nvSpPr>
        <p:spPr>
          <a:xfrm>
            <a:off x="2831694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m19_11"/>
          <p:cNvSpPr/>
          <p:nvPr/>
        </p:nvSpPr>
        <p:spPr>
          <a:xfrm>
            <a:off x="2979857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m19_12"/>
          <p:cNvSpPr/>
          <p:nvPr/>
        </p:nvSpPr>
        <p:spPr>
          <a:xfrm>
            <a:off x="3128020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m19_13"/>
          <p:cNvSpPr/>
          <p:nvPr/>
        </p:nvSpPr>
        <p:spPr>
          <a:xfrm>
            <a:off x="327618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m20_06"/>
          <p:cNvSpPr/>
          <p:nvPr/>
        </p:nvSpPr>
        <p:spPr>
          <a:xfrm>
            <a:off x="223904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m20_07"/>
          <p:cNvSpPr/>
          <p:nvPr/>
        </p:nvSpPr>
        <p:spPr>
          <a:xfrm>
            <a:off x="2387206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m20_08"/>
          <p:cNvSpPr/>
          <p:nvPr/>
        </p:nvSpPr>
        <p:spPr>
          <a:xfrm>
            <a:off x="2535369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m20_09"/>
          <p:cNvSpPr/>
          <p:nvPr/>
        </p:nvSpPr>
        <p:spPr>
          <a:xfrm>
            <a:off x="2683532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m20_10"/>
          <p:cNvSpPr/>
          <p:nvPr/>
        </p:nvSpPr>
        <p:spPr>
          <a:xfrm>
            <a:off x="2831694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m20_11"/>
          <p:cNvSpPr/>
          <p:nvPr/>
        </p:nvSpPr>
        <p:spPr>
          <a:xfrm>
            <a:off x="2979857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m20_12"/>
          <p:cNvSpPr/>
          <p:nvPr/>
        </p:nvSpPr>
        <p:spPr>
          <a:xfrm>
            <a:off x="3128020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m20_13"/>
          <p:cNvSpPr/>
          <p:nvPr/>
        </p:nvSpPr>
        <p:spPr>
          <a:xfrm>
            <a:off x="327618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m21_05"/>
          <p:cNvSpPr/>
          <p:nvPr/>
        </p:nvSpPr>
        <p:spPr>
          <a:xfrm>
            <a:off x="209088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m21_06"/>
          <p:cNvSpPr/>
          <p:nvPr/>
        </p:nvSpPr>
        <p:spPr>
          <a:xfrm>
            <a:off x="223904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m21_07"/>
          <p:cNvSpPr/>
          <p:nvPr/>
        </p:nvSpPr>
        <p:spPr>
          <a:xfrm>
            <a:off x="2387206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m21_08"/>
          <p:cNvSpPr/>
          <p:nvPr/>
        </p:nvSpPr>
        <p:spPr>
          <a:xfrm>
            <a:off x="2535369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m21_09"/>
          <p:cNvSpPr/>
          <p:nvPr/>
        </p:nvSpPr>
        <p:spPr>
          <a:xfrm>
            <a:off x="2683532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m21_10"/>
          <p:cNvSpPr/>
          <p:nvPr/>
        </p:nvSpPr>
        <p:spPr>
          <a:xfrm>
            <a:off x="2831694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m21_11"/>
          <p:cNvSpPr/>
          <p:nvPr/>
        </p:nvSpPr>
        <p:spPr>
          <a:xfrm>
            <a:off x="2979857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m21_12"/>
          <p:cNvSpPr/>
          <p:nvPr/>
        </p:nvSpPr>
        <p:spPr>
          <a:xfrm>
            <a:off x="312802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m21_13"/>
          <p:cNvSpPr/>
          <p:nvPr/>
        </p:nvSpPr>
        <p:spPr>
          <a:xfrm>
            <a:off x="327618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m22_05"/>
          <p:cNvSpPr/>
          <p:nvPr/>
        </p:nvSpPr>
        <p:spPr>
          <a:xfrm>
            <a:off x="209088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m22_06"/>
          <p:cNvSpPr/>
          <p:nvPr/>
        </p:nvSpPr>
        <p:spPr>
          <a:xfrm>
            <a:off x="223904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m22_07"/>
          <p:cNvSpPr/>
          <p:nvPr/>
        </p:nvSpPr>
        <p:spPr>
          <a:xfrm>
            <a:off x="2387206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EB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m22_08"/>
          <p:cNvSpPr/>
          <p:nvPr/>
        </p:nvSpPr>
        <p:spPr>
          <a:xfrm>
            <a:off x="2535369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m22_09"/>
          <p:cNvSpPr/>
          <p:nvPr/>
        </p:nvSpPr>
        <p:spPr>
          <a:xfrm>
            <a:off x="2683532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m22_10"/>
          <p:cNvSpPr/>
          <p:nvPr/>
        </p:nvSpPr>
        <p:spPr>
          <a:xfrm>
            <a:off x="2831694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m22_11"/>
          <p:cNvSpPr/>
          <p:nvPr/>
        </p:nvSpPr>
        <p:spPr>
          <a:xfrm>
            <a:off x="2979857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m22_12"/>
          <p:cNvSpPr/>
          <p:nvPr/>
        </p:nvSpPr>
        <p:spPr>
          <a:xfrm>
            <a:off x="312802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m22_13"/>
          <p:cNvSpPr/>
          <p:nvPr/>
        </p:nvSpPr>
        <p:spPr>
          <a:xfrm>
            <a:off x="327618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m23_04"/>
          <p:cNvSpPr/>
          <p:nvPr/>
        </p:nvSpPr>
        <p:spPr>
          <a:xfrm>
            <a:off x="194271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m23_05"/>
          <p:cNvSpPr/>
          <p:nvPr/>
        </p:nvSpPr>
        <p:spPr>
          <a:xfrm>
            <a:off x="209088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m23_06"/>
          <p:cNvSpPr/>
          <p:nvPr/>
        </p:nvSpPr>
        <p:spPr>
          <a:xfrm>
            <a:off x="223904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1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m23_07"/>
          <p:cNvSpPr/>
          <p:nvPr/>
        </p:nvSpPr>
        <p:spPr>
          <a:xfrm>
            <a:off x="238720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BEC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m23_08"/>
          <p:cNvSpPr/>
          <p:nvPr/>
        </p:nvSpPr>
        <p:spPr>
          <a:xfrm>
            <a:off x="2535369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90C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m23_09"/>
          <p:cNvSpPr/>
          <p:nvPr/>
        </p:nvSpPr>
        <p:spPr>
          <a:xfrm>
            <a:off x="2683532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m23_10"/>
          <p:cNvSpPr/>
          <p:nvPr/>
        </p:nvSpPr>
        <p:spPr>
          <a:xfrm>
            <a:off x="2831694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m23_11"/>
          <p:cNvSpPr/>
          <p:nvPr/>
        </p:nvSpPr>
        <p:spPr>
          <a:xfrm>
            <a:off x="297985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m23_12"/>
          <p:cNvSpPr/>
          <p:nvPr/>
        </p:nvSpPr>
        <p:spPr>
          <a:xfrm>
            <a:off x="312802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7A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m23_13"/>
          <p:cNvSpPr/>
          <p:nvPr/>
        </p:nvSpPr>
        <p:spPr>
          <a:xfrm>
            <a:off x="327618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m23_14"/>
          <p:cNvSpPr/>
          <p:nvPr/>
        </p:nvSpPr>
        <p:spPr>
          <a:xfrm>
            <a:off x="342434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m24_04"/>
          <p:cNvSpPr/>
          <p:nvPr/>
        </p:nvSpPr>
        <p:spPr>
          <a:xfrm>
            <a:off x="194271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m24_05"/>
          <p:cNvSpPr/>
          <p:nvPr/>
        </p:nvSpPr>
        <p:spPr>
          <a:xfrm>
            <a:off x="209088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m24_06"/>
          <p:cNvSpPr/>
          <p:nvPr/>
        </p:nvSpPr>
        <p:spPr>
          <a:xfrm>
            <a:off x="223904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A9C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m24_07"/>
          <p:cNvSpPr/>
          <p:nvPr/>
        </p:nvSpPr>
        <p:spPr>
          <a:xfrm>
            <a:off x="238720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C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m24_08"/>
          <p:cNvSpPr/>
          <p:nvPr/>
        </p:nvSpPr>
        <p:spPr>
          <a:xfrm>
            <a:off x="2535369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CEC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m24_09"/>
          <p:cNvSpPr/>
          <p:nvPr/>
        </p:nvSpPr>
        <p:spPr>
          <a:xfrm>
            <a:off x="2683532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m24_10"/>
          <p:cNvSpPr/>
          <p:nvPr/>
        </p:nvSpPr>
        <p:spPr>
          <a:xfrm>
            <a:off x="2831694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m24_11"/>
          <p:cNvSpPr/>
          <p:nvPr/>
        </p:nvSpPr>
        <p:spPr>
          <a:xfrm>
            <a:off x="297985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m24_12"/>
          <p:cNvSpPr/>
          <p:nvPr/>
        </p:nvSpPr>
        <p:spPr>
          <a:xfrm>
            <a:off x="312802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m24_13"/>
          <p:cNvSpPr/>
          <p:nvPr/>
        </p:nvSpPr>
        <p:spPr>
          <a:xfrm>
            <a:off x="327618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m24_14"/>
          <p:cNvSpPr/>
          <p:nvPr/>
        </p:nvSpPr>
        <p:spPr>
          <a:xfrm>
            <a:off x="342434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m25_04"/>
          <p:cNvSpPr/>
          <p:nvPr/>
        </p:nvSpPr>
        <p:spPr>
          <a:xfrm>
            <a:off x="194271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m25_05"/>
          <p:cNvSpPr/>
          <p:nvPr/>
        </p:nvSpPr>
        <p:spPr>
          <a:xfrm>
            <a:off x="209088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6EC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m25_06"/>
          <p:cNvSpPr/>
          <p:nvPr/>
        </p:nvSpPr>
        <p:spPr>
          <a:xfrm>
            <a:off x="223904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C6C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m25_07"/>
          <p:cNvSpPr/>
          <p:nvPr/>
        </p:nvSpPr>
        <p:spPr>
          <a:xfrm>
            <a:off x="238720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FF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m25_08"/>
          <p:cNvSpPr/>
          <p:nvPr/>
        </p:nvSpPr>
        <p:spPr>
          <a:xfrm>
            <a:off x="2535369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C9C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m25_09"/>
          <p:cNvSpPr/>
          <p:nvPr/>
        </p:nvSpPr>
        <p:spPr>
          <a:xfrm>
            <a:off x="2683532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m25_10"/>
          <p:cNvSpPr/>
          <p:nvPr/>
        </p:nvSpPr>
        <p:spPr>
          <a:xfrm>
            <a:off x="2831694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m25_11"/>
          <p:cNvSpPr/>
          <p:nvPr/>
        </p:nvSpPr>
        <p:spPr>
          <a:xfrm>
            <a:off x="297985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m25_12"/>
          <p:cNvSpPr/>
          <p:nvPr/>
        </p:nvSpPr>
        <p:spPr>
          <a:xfrm>
            <a:off x="312802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m25_13"/>
          <p:cNvSpPr/>
          <p:nvPr/>
        </p:nvSpPr>
        <p:spPr>
          <a:xfrm>
            <a:off x="327618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m25_14"/>
          <p:cNvSpPr/>
          <p:nvPr/>
        </p:nvSpPr>
        <p:spPr>
          <a:xfrm>
            <a:off x="342434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m26_03"/>
          <p:cNvSpPr/>
          <p:nvPr/>
        </p:nvSpPr>
        <p:spPr>
          <a:xfrm>
            <a:off x="179455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m26_04"/>
          <p:cNvSpPr/>
          <p:nvPr/>
        </p:nvSpPr>
        <p:spPr>
          <a:xfrm>
            <a:off x="194271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m26_05"/>
          <p:cNvSpPr/>
          <p:nvPr/>
        </p:nvSpPr>
        <p:spPr>
          <a:xfrm>
            <a:off x="209088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3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m26_06"/>
          <p:cNvSpPr/>
          <p:nvPr/>
        </p:nvSpPr>
        <p:spPr>
          <a:xfrm>
            <a:off x="223904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93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m26_07"/>
          <p:cNvSpPr/>
          <p:nvPr/>
        </p:nvSpPr>
        <p:spPr>
          <a:xfrm>
            <a:off x="238720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CBC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m26_08"/>
          <p:cNvSpPr/>
          <p:nvPr/>
        </p:nvSpPr>
        <p:spPr>
          <a:xfrm>
            <a:off x="2535369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7F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m26_09"/>
          <p:cNvSpPr/>
          <p:nvPr/>
        </p:nvSpPr>
        <p:spPr>
          <a:xfrm>
            <a:off x="2683532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m26_10"/>
          <p:cNvSpPr/>
          <p:nvPr/>
        </p:nvSpPr>
        <p:spPr>
          <a:xfrm>
            <a:off x="283169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m26_11"/>
          <p:cNvSpPr/>
          <p:nvPr/>
        </p:nvSpPr>
        <p:spPr>
          <a:xfrm>
            <a:off x="297985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m26_12"/>
          <p:cNvSpPr/>
          <p:nvPr/>
        </p:nvSpPr>
        <p:spPr>
          <a:xfrm>
            <a:off x="312802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m26_13"/>
          <p:cNvSpPr/>
          <p:nvPr/>
        </p:nvSpPr>
        <p:spPr>
          <a:xfrm>
            <a:off x="327618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m26_14"/>
          <p:cNvSpPr/>
          <p:nvPr/>
        </p:nvSpPr>
        <p:spPr>
          <a:xfrm>
            <a:off x="342434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m27_03"/>
          <p:cNvSpPr/>
          <p:nvPr/>
        </p:nvSpPr>
        <p:spPr>
          <a:xfrm>
            <a:off x="179455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m27_04"/>
          <p:cNvSpPr/>
          <p:nvPr/>
        </p:nvSpPr>
        <p:spPr>
          <a:xfrm>
            <a:off x="194271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m27_05"/>
          <p:cNvSpPr/>
          <p:nvPr/>
        </p:nvSpPr>
        <p:spPr>
          <a:xfrm>
            <a:off x="209088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m27_06"/>
          <p:cNvSpPr/>
          <p:nvPr/>
        </p:nvSpPr>
        <p:spPr>
          <a:xfrm>
            <a:off x="223904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5B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m27_07"/>
          <p:cNvSpPr/>
          <p:nvPr/>
        </p:nvSpPr>
        <p:spPr>
          <a:xfrm>
            <a:off x="238720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EB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m27_08"/>
          <p:cNvSpPr/>
          <p:nvPr/>
        </p:nvSpPr>
        <p:spPr>
          <a:xfrm>
            <a:off x="2535369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EA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m27_09"/>
          <p:cNvSpPr/>
          <p:nvPr/>
        </p:nvSpPr>
        <p:spPr>
          <a:xfrm>
            <a:off x="2683532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m27_10"/>
          <p:cNvSpPr/>
          <p:nvPr/>
        </p:nvSpPr>
        <p:spPr>
          <a:xfrm>
            <a:off x="283169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m27_11"/>
          <p:cNvSpPr/>
          <p:nvPr/>
        </p:nvSpPr>
        <p:spPr>
          <a:xfrm>
            <a:off x="297985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m27_12"/>
          <p:cNvSpPr/>
          <p:nvPr/>
        </p:nvSpPr>
        <p:spPr>
          <a:xfrm>
            <a:off x="312802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m27_13"/>
          <p:cNvSpPr/>
          <p:nvPr/>
        </p:nvSpPr>
        <p:spPr>
          <a:xfrm>
            <a:off x="327618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m27_14"/>
          <p:cNvSpPr/>
          <p:nvPr/>
        </p:nvSpPr>
        <p:spPr>
          <a:xfrm>
            <a:off x="342434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m28_03"/>
          <p:cNvSpPr/>
          <p:nvPr/>
        </p:nvSpPr>
        <p:spPr>
          <a:xfrm>
            <a:off x="179455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m28_04"/>
          <p:cNvSpPr/>
          <p:nvPr/>
        </p:nvSpPr>
        <p:spPr>
          <a:xfrm>
            <a:off x="194271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m28_05"/>
          <p:cNvSpPr/>
          <p:nvPr/>
        </p:nvSpPr>
        <p:spPr>
          <a:xfrm>
            <a:off x="209088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m28_06"/>
          <p:cNvSpPr/>
          <p:nvPr/>
        </p:nvSpPr>
        <p:spPr>
          <a:xfrm>
            <a:off x="223904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m28_07"/>
          <p:cNvSpPr/>
          <p:nvPr/>
        </p:nvSpPr>
        <p:spPr>
          <a:xfrm>
            <a:off x="238720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m28_08"/>
          <p:cNvSpPr/>
          <p:nvPr/>
        </p:nvSpPr>
        <p:spPr>
          <a:xfrm>
            <a:off x="2535369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m28_09"/>
          <p:cNvSpPr/>
          <p:nvPr/>
        </p:nvSpPr>
        <p:spPr>
          <a:xfrm>
            <a:off x="2683532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m28_10"/>
          <p:cNvSpPr/>
          <p:nvPr/>
        </p:nvSpPr>
        <p:spPr>
          <a:xfrm>
            <a:off x="283169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m28_11"/>
          <p:cNvSpPr/>
          <p:nvPr/>
        </p:nvSpPr>
        <p:spPr>
          <a:xfrm>
            <a:off x="297985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m28_12"/>
          <p:cNvSpPr/>
          <p:nvPr/>
        </p:nvSpPr>
        <p:spPr>
          <a:xfrm>
            <a:off x="312802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m28_13"/>
          <p:cNvSpPr/>
          <p:nvPr/>
        </p:nvSpPr>
        <p:spPr>
          <a:xfrm>
            <a:off x="327618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m28_14"/>
          <p:cNvSpPr/>
          <p:nvPr/>
        </p:nvSpPr>
        <p:spPr>
          <a:xfrm>
            <a:off x="342434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m29_03"/>
          <p:cNvSpPr/>
          <p:nvPr/>
        </p:nvSpPr>
        <p:spPr>
          <a:xfrm>
            <a:off x="179455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m29_04"/>
          <p:cNvSpPr/>
          <p:nvPr/>
        </p:nvSpPr>
        <p:spPr>
          <a:xfrm>
            <a:off x="194271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m29_05"/>
          <p:cNvSpPr/>
          <p:nvPr/>
        </p:nvSpPr>
        <p:spPr>
          <a:xfrm>
            <a:off x="209088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m29_06"/>
          <p:cNvSpPr/>
          <p:nvPr/>
        </p:nvSpPr>
        <p:spPr>
          <a:xfrm>
            <a:off x="223904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m29_07"/>
          <p:cNvSpPr/>
          <p:nvPr/>
        </p:nvSpPr>
        <p:spPr>
          <a:xfrm>
            <a:off x="2387206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m29_08"/>
          <p:cNvSpPr/>
          <p:nvPr/>
        </p:nvSpPr>
        <p:spPr>
          <a:xfrm>
            <a:off x="2535369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m29_09"/>
          <p:cNvSpPr/>
          <p:nvPr/>
        </p:nvSpPr>
        <p:spPr>
          <a:xfrm>
            <a:off x="2683532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m29_10"/>
          <p:cNvSpPr/>
          <p:nvPr/>
        </p:nvSpPr>
        <p:spPr>
          <a:xfrm>
            <a:off x="283169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m29_11"/>
          <p:cNvSpPr/>
          <p:nvPr/>
        </p:nvSpPr>
        <p:spPr>
          <a:xfrm>
            <a:off x="297985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m29_12"/>
          <p:cNvSpPr/>
          <p:nvPr/>
        </p:nvSpPr>
        <p:spPr>
          <a:xfrm>
            <a:off x="312802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m29_13"/>
          <p:cNvSpPr/>
          <p:nvPr/>
        </p:nvSpPr>
        <p:spPr>
          <a:xfrm>
            <a:off x="327618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m30_03"/>
          <p:cNvSpPr/>
          <p:nvPr/>
        </p:nvSpPr>
        <p:spPr>
          <a:xfrm>
            <a:off x="179455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m30_04"/>
          <p:cNvSpPr/>
          <p:nvPr/>
        </p:nvSpPr>
        <p:spPr>
          <a:xfrm>
            <a:off x="194271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m30_05"/>
          <p:cNvSpPr/>
          <p:nvPr/>
        </p:nvSpPr>
        <p:spPr>
          <a:xfrm>
            <a:off x="209088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m30_06"/>
          <p:cNvSpPr/>
          <p:nvPr/>
        </p:nvSpPr>
        <p:spPr>
          <a:xfrm>
            <a:off x="223904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m30_07"/>
          <p:cNvSpPr/>
          <p:nvPr/>
        </p:nvSpPr>
        <p:spPr>
          <a:xfrm>
            <a:off x="2387206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m30_08"/>
          <p:cNvSpPr/>
          <p:nvPr/>
        </p:nvSpPr>
        <p:spPr>
          <a:xfrm>
            <a:off x="2535369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m30_09"/>
          <p:cNvSpPr/>
          <p:nvPr/>
        </p:nvSpPr>
        <p:spPr>
          <a:xfrm>
            <a:off x="2683532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m30_10"/>
          <p:cNvSpPr/>
          <p:nvPr/>
        </p:nvSpPr>
        <p:spPr>
          <a:xfrm>
            <a:off x="283169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m30_11"/>
          <p:cNvSpPr/>
          <p:nvPr/>
        </p:nvSpPr>
        <p:spPr>
          <a:xfrm>
            <a:off x="297985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m30_12"/>
          <p:cNvSpPr/>
          <p:nvPr/>
        </p:nvSpPr>
        <p:spPr>
          <a:xfrm>
            <a:off x="312802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m30_13"/>
          <p:cNvSpPr/>
          <p:nvPr/>
        </p:nvSpPr>
        <p:spPr>
          <a:xfrm>
            <a:off x="327618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m31_03"/>
          <p:cNvSpPr/>
          <p:nvPr/>
        </p:nvSpPr>
        <p:spPr>
          <a:xfrm>
            <a:off x="179455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m31_04"/>
          <p:cNvSpPr/>
          <p:nvPr/>
        </p:nvSpPr>
        <p:spPr>
          <a:xfrm>
            <a:off x="194271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m31_05"/>
          <p:cNvSpPr/>
          <p:nvPr/>
        </p:nvSpPr>
        <p:spPr>
          <a:xfrm>
            <a:off x="209088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m31_06"/>
          <p:cNvSpPr/>
          <p:nvPr/>
        </p:nvSpPr>
        <p:spPr>
          <a:xfrm>
            <a:off x="223904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m31_07"/>
          <p:cNvSpPr/>
          <p:nvPr/>
        </p:nvSpPr>
        <p:spPr>
          <a:xfrm>
            <a:off x="2387206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m31_08"/>
          <p:cNvSpPr/>
          <p:nvPr/>
        </p:nvSpPr>
        <p:spPr>
          <a:xfrm>
            <a:off x="2535369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m31_09"/>
          <p:cNvSpPr/>
          <p:nvPr/>
        </p:nvSpPr>
        <p:spPr>
          <a:xfrm>
            <a:off x="2683532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m31_10"/>
          <p:cNvSpPr/>
          <p:nvPr/>
        </p:nvSpPr>
        <p:spPr>
          <a:xfrm>
            <a:off x="283169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m31_11"/>
          <p:cNvSpPr/>
          <p:nvPr/>
        </p:nvSpPr>
        <p:spPr>
          <a:xfrm>
            <a:off x="297985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m31_12"/>
          <p:cNvSpPr/>
          <p:nvPr/>
        </p:nvSpPr>
        <p:spPr>
          <a:xfrm>
            <a:off x="312802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m31_13"/>
          <p:cNvSpPr/>
          <p:nvPr/>
        </p:nvSpPr>
        <p:spPr>
          <a:xfrm>
            <a:off x="327618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m32_03"/>
          <p:cNvSpPr/>
          <p:nvPr/>
        </p:nvSpPr>
        <p:spPr>
          <a:xfrm>
            <a:off x="179455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m32_04"/>
          <p:cNvSpPr/>
          <p:nvPr/>
        </p:nvSpPr>
        <p:spPr>
          <a:xfrm>
            <a:off x="194271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m32_05"/>
          <p:cNvSpPr/>
          <p:nvPr/>
        </p:nvSpPr>
        <p:spPr>
          <a:xfrm>
            <a:off x="209088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m32_06"/>
          <p:cNvSpPr/>
          <p:nvPr/>
        </p:nvSpPr>
        <p:spPr>
          <a:xfrm>
            <a:off x="2239043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m32_07"/>
          <p:cNvSpPr/>
          <p:nvPr/>
        </p:nvSpPr>
        <p:spPr>
          <a:xfrm>
            <a:off x="2387206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m32_08"/>
          <p:cNvSpPr/>
          <p:nvPr/>
        </p:nvSpPr>
        <p:spPr>
          <a:xfrm>
            <a:off x="2535369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m32_09"/>
          <p:cNvSpPr/>
          <p:nvPr/>
        </p:nvSpPr>
        <p:spPr>
          <a:xfrm>
            <a:off x="2683532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m32_10"/>
          <p:cNvSpPr/>
          <p:nvPr/>
        </p:nvSpPr>
        <p:spPr>
          <a:xfrm>
            <a:off x="283169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m32_11"/>
          <p:cNvSpPr/>
          <p:nvPr/>
        </p:nvSpPr>
        <p:spPr>
          <a:xfrm>
            <a:off x="297985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m32_12"/>
          <p:cNvSpPr/>
          <p:nvPr/>
        </p:nvSpPr>
        <p:spPr>
          <a:xfrm>
            <a:off x="312802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m33_03"/>
          <p:cNvSpPr/>
          <p:nvPr/>
        </p:nvSpPr>
        <p:spPr>
          <a:xfrm>
            <a:off x="179455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m33_04"/>
          <p:cNvSpPr/>
          <p:nvPr/>
        </p:nvSpPr>
        <p:spPr>
          <a:xfrm>
            <a:off x="194271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m33_05"/>
          <p:cNvSpPr/>
          <p:nvPr/>
        </p:nvSpPr>
        <p:spPr>
          <a:xfrm>
            <a:off x="209088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m33_06"/>
          <p:cNvSpPr/>
          <p:nvPr/>
        </p:nvSpPr>
        <p:spPr>
          <a:xfrm>
            <a:off x="2239043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m33_07"/>
          <p:cNvSpPr/>
          <p:nvPr/>
        </p:nvSpPr>
        <p:spPr>
          <a:xfrm>
            <a:off x="2387206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m33_08"/>
          <p:cNvSpPr/>
          <p:nvPr/>
        </p:nvSpPr>
        <p:spPr>
          <a:xfrm>
            <a:off x="2535369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m33_09"/>
          <p:cNvSpPr/>
          <p:nvPr/>
        </p:nvSpPr>
        <p:spPr>
          <a:xfrm>
            <a:off x="2683532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m33_10"/>
          <p:cNvSpPr/>
          <p:nvPr/>
        </p:nvSpPr>
        <p:spPr>
          <a:xfrm>
            <a:off x="283169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m33_11"/>
          <p:cNvSpPr/>
          <p:nvPr/>
        </p:nvSpPr>
        <p:spPr>
          <a:xfrm>
            <a:off x="297985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m33_12"/>
          <p:cNvSpPr/>
          <p:nvPr/>
        </p:nvSpPr>
        <p:spPr>
          <a:xfrm>
            <a:off x="312802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m34_03"/>
          <p:cNvSpPr/>
          <p:nvPr/>
        </p:nvSpPr>
        <p:spPr>
          <a:xfrm>
            <a:off x="179455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m34_04"/>
          <p:cNvSpPr/>
          <p:nvPr/>
        </p:nvSpPr>
        <p:spPr>
          <a:xfrm>
            <a:off x="194271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m34_05"/>
          <p:cNvSpPr/>
          <p:nvPr/>
        </p:nvSpPr>
        <p:spPr>
          <a:xfrm>
            <a:off x="2090880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m34_06"/>
          <p:cNvSpPr/>
          <p:nvPr/>
        </p:nvSpPr>
        <p:spPr>
          <a:xfrm>
            <a:off x="2239043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m34_07"/>
          <p:cNvSpPr/>
          <p:nvPr/>
        </p:nvSpPr>
        <p:spPr>
          <a:xfrm>
            <a:off x="2387206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m34_08"/>
          <p:cNvSpPr/>
          <p:nvPr/>
        </p:nvSpPr>
        <p:spPr>
          <a:xfrm>
            <a:off x="2535369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m34_09"/>
          <p:cNvSpPr/>
          <p:nvPr/>
        </p:nvSpPr>
        <p:spPr>
          <a:xfrm>
            <a:off x="2683532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m34_10"/>
          <p:cNvSpPr/>
          <p:nvPr/>
        </p:nvSpPr>
        <p:spPr>
          <a:xfrm>
            <a:off x="283169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m34_11"/>
          <p:cNvSpPr/>
          <p:nvPr/>
        </p:nvSpPr>
        <p:spPr>
          <a:xfrm>
            <a:off x="297985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m35_04"/>
          <p:cNvSpPr/>
          <p:nvPr/>
        </p:nvSpPr>
        <p:spPr>
          <a:xfrm>
            <a:off x="194271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m35_05"/>
          <p:cNvSpPr/>
          <p:nvPr/>
        </p:nvSpPr>
        <p:spPr>
          <a:xfrm>
            <a:off x="2090880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m35_06"/>
          <p:cNvSpPr/>
          <p:nvPr/>
        </p:nvSpPr>
        <p:spPr>
          <a:xfrm>
            <a:off x="2239043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m35_07"/>
          <p:cNvSpPr/>
          <p:nvPr/>
        </p:nvSpPr>
        <p:spPr>
          <a:xfrm>
            <a:off x="2387206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m35_08"/>
          <p:cNvSpPr/>
          <p:nvPr/>
        </p:nvSpPr>
        <p:spPr>
          <a:xfrm>
            <a:off x="2535369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m35_09"/>
          <p:cNvSpPr/>
          <p:nvPr/>
        </p:nvSpPr>
        <p:spPr>
          <a:xfrm>
            <a:off x="2683532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m35_10"/>
          <p:cNvSpPr/>
          <p:nvPr/>
        </p:nvSpPr>
        <p:spPr>
          <a:xfrm>
            <a:off x="2831694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m35_11"/>
          <p:cNvSpPr/>
          <p:nvPr/>
        </p:nvSpPr>
        <p:spPr>
          <a:xfrm>
            <a:off x="297985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m36_04"/>
          <p:cNvSpPr/>
          <p:nvPr/>
        </p:nvSpPr>
        <p:spPr>
          <a:xfrm>
            <a:off x="1942717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m36_05"/>
          <p:cNvSpPr/>
          <p:nvPr/>
        </p:nvSpPr>
        <p:spPr>
          <a:xfrm>
            <a:off x="2090880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m36_06"/>
          <p:cNvSpPr/>
          <p:nvPr/>
        </p:nvSpPr>
        <p:spPr>
          <a:xfrm>
            <a:off x="2239043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m36_07"/>
          <p:cNvSpPr/>
          <p:nvPr/>
        </p:nvSpPr>
        <p:spPr>
          <a:xfrm>
            <a:off x="2387206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m36_08"/>
          <p:cNvSpPr/>
          <p:nvPr/>
        </p:nvSpPr>
        <p:spPr>
          <a:xfrm>
            <a:off x="2535369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m36_09"/>
          <p:cNvSpPr/>
          <p:nvPr/>
        </p:nvSpPr>
        <p:spPr>
          <a:xfrm>
            <a:off x="2683532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m36_10"/>
          <p:cNvSpPr/>
          <p:nvPr/>
        </p:nvSpPr>
        <p:spPr>
          <a:xfrm>
            <a:off x="2831694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m37_04"/>
          <p:cNvSpPr/>
          <p:nvPr/>
        </p:nvSpPr>
        <p:spPr>
          <a:xfrm>
            <a:off x="1942717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m37_05"/>
          <p:cNvSpPr/>
          <p:nvPr/>
        </p:nvSpPr>
        <p:spPr>
          <a:xfrm>
            <a:off x="2090880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m37_06"/>
          <p:cNvSpPr/>
          <p:nvPr/>
        </p:nvSpPr>
        <p:spPr>
          <a:xfrm>
            <a:off x="2239043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m37_07"/>
          <p:cNvSpPr/>
          <p:nvPr/>
        </p:nvSpPr>
        <p:spPr>
          <a:xfrm>
            <a:off x="2387206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m37_08"/>
          <p:cNvSpPr/>
          <p:nvPr/>
        </p:nvSpPr>
        <p:spPr>
          <a:xfrm>
            <a:off x="2535369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m37_09"/>
          <p:cNvSpPr/>
          <p:nvPr/>
        </p:nvSpPr>
        <p:spPr>
          <a:xfrm>
            <a:off x="2683532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getal"/>
          <p:cNvSpPr txBox="1"/>
          <p:nvPr/>
        </p:nvSpPr>
        <p:spPr>
          <a:xfrm>
            <a:off x="4825879" y="1066773"/>
            <a:ext cx="4444888" cy="266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>
                <a:solidFill>
                  <a:srgbClr val="FF7A00"/>
                </a:solidFill>
                <a:latin typeface="Segoe UI"/>
              </a:rPr>
              <a:t>256</a:t>
            </a:r>
          </a:p>
        </p:txBody>
      </p:sp>
      <p:sp>
        <p:nvSpPr>
          <p:cNvPr id="328" name="!!eenheid"/>
          <p:cNvSpPr txBox="1"/>
          <p:nvPr/>
        </p:nvSpPr>
        <p:spPr>
          <a:xfrm>
            <a:off x="9016774" y="1587460"/>
            <a:ext cx="1904952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0">
                <a:solidFill>
                  <a:srgbClr val="8FB6D0"/>
                </a:solidFill>
                <a:latin typeface="Segoe UI"/>
              </a:rPr>
              <a:t>kPa</a:t>
            </a:r>
          </a:p>
        </p:txBody>
      </p:sp>
      <p:sp>
        <p:nvSpPr>
          <p:cNvPr id="329" name="!!kop"/>
          <p:cNvSpPr txBox="1"/>
          <p:nvPr/>
        </p:nvSpPr>
        <p:spPr>
          <a:xfrm>
            <a:off x="4825879" y="3848003"/>
            <a:ext cx="6095847" cy="152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Rood is waar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het duwt</a:t>
            </a:r>
          </a:p>
        </p:txBody>
      </p:sp>
      <p:sp>
        <p:nvSpPr>
          <p:cNvPr id="33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Alles boven 200 is te veel.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000">
        <p159:morph option="byObject"/>
      </p:transition>
    </mc:Choice>
    <mc:Fallback>
      <p:transition xmlns:p14="http://schemas.microsoft.com/office/powerpoint/2010/main" spd="slow" p14:dur="900" advClick="0" advTm="2000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m00_07"/>
          <p:cNvSpPr/>
          <p:nvPr/>
        </p:nvSpPr>
        <p:spPr>
          <a:xfrm>
            <a:off x="2387206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m00_08"/>
          <p:cNvSpPr/>
          <p:nvPr/>
        </p:nvSpPr>
        <p:spPr>
          <a:xfrm>
            <a:off x="2535369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m00_09"/>
          <p:cNvSpPr/>
          <p:nvPr/>
        </p:nvSpPr>
        <p:spPr>
          <a:xfrm>
            <a:off x="2683532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00_10"/>
          <p:cNvSpPr/>
          <p:nvPr/>
        </p:nvSpPr>
        <p:spPr>
          <a:xfrm>
            <a:off x="2831694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01_06"/>
          <p:cNvSpPr/>
          <p:nvPr/>
        </p:nvSpPr>
        <p:spPr>
          <a:xfrm>
            <a:off x="2239043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01_07"/>
          <p:cNvSpPr/>
          <p:nvPr/>
        </p:nvSpPr>
        <p:spPr>
          <a:xfrm>
            <a:off x="2387206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01_08"/>
          <p:cNvSpPr/>
          <p:nvPr/>
        </p:nvSpPr>
        <p:spPr>
          <a:xfrm>
            <a:off x="2535369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01_09"/>
          <p:cNvSpPr/>
          <p:nvPr/>
        </p:nvSpPr>
        <p:spPr>
          <a:xfrm>
            <a:off x="2683532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01_10"/>
          <p:cNvSpPr/>
          <p:nvPr/>
        </p:nvSpPr>
        <p:spPr>
          <a:xfrm>
            <a:off x="2831694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m01_11"/>
          <p:cNvSpPr/>
          <p:nvPr/>
        </p:nvSpPr>
        <p:spPr>
          <a:xfrm>
            <a:off x="2979857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02_05"/>
          <p:cNvSpPr/>
          <p:nvPr/>
        </p:nvSpPr>
        <p:spPr>
          <a:xfrm>
            <a:off x="209088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02_06"/>
          <p:cNvSpPr/>
          <p:nvPr/>
        </p:nvSpPr>
        <p:spPr>
          <a:xfrm>
            <a:off x="2239043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02_07"/>
          <p:cNvSpPr/>
          <p:nvPr/>
        </p:nvSpPr>
        <p:spPr>
          <a:xfrm>
            <a:off x="2387206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m02_08"/>
          <p:cNvSpPr/>
          <p:nvPr/>
        </p:nvSpPr>
        <p:spPr>
          <a:xfrm>
            <a:off x="2535369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02_09"/>
          <p:cNvSpPr/>
          <p:nvPr/>
        </p:nvSpPr>
        <p:spPr>
          <a:xfrm>
            <a:off x="2683532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02_10"/>
          <p:cNvSpPr/>
          <p:nvPr/>
        </p:nvSpPr>
        <p:spPr>
          <a:xfrm>
            <a:off x="2831694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02_11"/>
          <p:cNvSpPr/>
          <p:nvPr/>
        </p:nvSpPr>
        <p:spPr>
          <a:xfrm>
            <a:off x="2979857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02_12"/>
          <p:cNvSpPr/>
          <p:nvPr/>
        </p:nvSpPr>
        <p:spPr>
          <a:xfrm>
            <a:off x="312802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3_05"/>
          <p:cNvSpPr/>
          <p:nvPr/>
        </p:nvSpPr>
        <p:spPr>
          <a:xfrm>
            <a:off x="209088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m03_06"/>
          <p:cNvSpPr/>
          <p:nvPr/>
        </p:nvSpPr>
        <p:spPr>
          <a:xfrm>
            <a:off x="2239043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03_07"/>
          <p:cNvSpPr/>
          <p:nvPr/>
        </p:nvSpPr>
        <p:spPr>
          <a:xfrm>
            <a:off x="2387206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m03_08"/>
          <p:cNvSpPr/>
          <p:nvPr/>
        </p:nvSpPr>
        <p:spPr>
          <a:xfrm>
            <a:off x="2535369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m03_09"/>
          <p:cNvSpPr/>
          <p:nvPr/>
        </p:nvSpPr>
        <p:spPr>
          <a:xfrm>
            <a:off x="2683532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03_10"/>
          <p:cNvSpPr/>
          <p:nvPr/>
        </p:nvSpPr>
        <p:spPr>
          <a:xfrm>
            <a:off x="2831694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m03_11"/>
          <p:cNvSpPr/>
          <p:nvPr/>
        </p:nvSpPr>
        <p:spPr>
          <a:xfrm>
            <a:off x="2979857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m03_12"/>
          <p:cNvSpPr/>
          <p:nvPr/>
        </p:nvSpPr>
        <p:spPr>
          <a:xfrm>
            <a:off x="312802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04_05"/>
          <p:cNvSpPr/>
          <p:nvPr/>
        </p:nvSpPr>
        <p:spPr>
          <a:xfrm>
            <a:off x="209088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m04_06"/>
          <p:cNvSpPr/>
          <p:nvPr/>
        </p:nvSpPr>
        <p:spPr>
          <a:xfrm>
            <a:off x="2239043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m04_07"/>
          <p:cNvSpPr/>
          <p:nvPr/>
        </p:nvSpPr>
        <p:spPr>
          <a:xfrm>
            <a:off x="2387206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04_08"/>
          <p:cNvSpPr/>
          <p:nvPr/>
        </p:nvSpPr>
        <p:spPr>
          <a:xfrm>
            <a:off x="2535369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m04_09"/>
          <p:cNvSpPr/>
          <p:nvPr/>
        </p:nvSpPr>
        <p:spPr>
          <a:xfrm>
            <a:off x="2683532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04_10"/>
          <p:cNvSpPr/>
          <p:nvPr/>
        </p:nvSpPr>
        <p:spPr>
          <a:xfrm>
            <a:off x="2831694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04_11"/>
          <p:cNvSpPr/>
          <p:nvPr/>
        </p:nvSpPr>
        <p:spPr>
          <a:xfrm>
            <a:off x="2979857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04_12"/>
          <p:cNvSpPr/>
          <p:nvPr/>
        </p:nvSpPr>
        <p:spPr>
          <a:xfrm>
            <a:off x="312802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05_05"/>
          <p:cNvSpPr/>
          <p:nvPr/>
        </p:nvSpPr>
        <p:spPr>
          <a:xfrm>
            <a:off x="209088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05_06"/>
          <p:cNvSpPr/>
          <p:nvPr/>
        </p:nvSpPr>
        <p:spPr>
          <a:xfrm>
            <a:off x="2239043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05_07"/>
          <p:cNvSpPr/>
          <p:nvPr/>
        </p:nvSpPr>
        <p:spPr>
          <a:xfrm>
            <a:off x="2387206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m05_08"/>
          <p:cNvSpPr/>
          <p:nvPr/>
        </p:nvSpPr>
        <p:spPr>
          <a:xfrm>
            <a:off x="2535369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m05_09"/>
          <p:cNvSpPr/>
          <p:nvPr/>
        </p:nvSpPr>
        <p:spPr>
          <a:xfrm>
            <a:off x="2683532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m05_10"/>
          <p:cNvSpPr/>
          <p:nvPr/>
        </p:nvSpPr>
        <p:spPr>
          <a:xfrm>
            <a:off x="2831694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m05_11"/>
          <p:cNvSpPr/>
          <p:nvPr/>
        </p:nvSpPr>
        <p:spPr>
          <a:xfrm>
            <a:off x="2979857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m05_12"/>
          <p:cNvSpPr/>
          <p:nvPr/>
        </p:nvSpPr>
        <p:spPr>
          <a:xfrm>
            <a:off x="312802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m06_05"/>
          <p:cNvSpPr/>
          <p:nvPr/>
        </p:nvSpPr>
        <p:spPr>
          <a:xfrm>
            <a:off x="209088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m06_06"/>
          <p:cNvSpPr/>
          <p:nvPr/>
        </p:nvSpPr>
        <p:spPr>
          <a:xfrm>
            <a:off x="2239043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m06_07"/>
          <p:cNvSpPr/>
          <p:nvPr/>
        </p:nvSpPr>
        <p:spPr>
          <a:xfrm>
            <a:off x="2387206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m06_08"/>
          <p:cNvSpPr/>
          <p:nvPr/>
        </p:nvSpPr>
        <p:spPr>
          <a:xfrm>
            <a:off x="2535369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CA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m06_09"/>
          <p:cNvSpPr/>
          <p:nvPr/>
        </p:nvSpPr>
        <p:spPr>
          <a:xfrm>
            <a:off x="2683532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E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m06_10"/>
          <p:cNvSpPr/>
          <p:nvPr/>
        </p:nvSpPr>
        <p:spPr>
          <a:xfrm>
            <a:off x="2831694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m06_11"/>
          <p:cNvSpPr/>
          <p:nvPr/>
        </p:nvSpPr>
        <p:spPr>
          <a:xfrm>
            <a:off x="2979857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m06_12"/>
          <p:cNvSpPr/>
          <p:nvPr/>
        </p:nvSpPr>
        <p:spPr>
          <a:xfrm>
            <a:off x="312802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m07_05"/>
          <p:cNvSpPr/>
          <p:nvPr/>
        </p:nvSpPr>
        <p:spPr>
          <a:xfrm>
            <a:off x="209088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m07_06"/>
          <p:cNvSpPr/>
          <p:nvPr/>
        </p:nvSpPr>
        <p:spPr>
          <a:xfrm>
            <a:off x="2239043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m07_07"/>
          <p:cNvSpPr/>
          <p:nvPr/>
        </p:nvSpPr>
        <p:spPr>
          <a:xfrm>
            <a:off x="2387206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m07_08"/>
          <p:cNvSpPr/>
          <p:nvPr/>
        </p:nvSpPr>
        <p:spPr>
          <a:xfrm>
            <a:off x="2535369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m07_09"/>
          <p:cNvSpPr/>
          <p:nvPr/>
        </p:nvSpPr>
        <p:spPr>
          <a:xfrm>
            <a:off x="2683532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8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m07_10"/>
          <p:cNvSpPr/>
          <p:nvPr/>
        </p:nvSpPr>
        <p:spPr>
          <a:xfrm>
            <a:off x="2831694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m07_11"/>
          <p:cNvSpPr/>
          <p:nvPr/>
        </p:nvSpPr>
        <p:spPr>
          <a:xfrm>
            <a:off x="2979857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m07_12"/>
          <p:cNvSpPr/>
          <p:nvPr/>
        </p:nvSpPr>
        <p:spPr>
          <a:xfrm>
            <a:off x="312802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m08_05"/>
          <p:cNvSpPr/>
          <p:nvPr/>
        </p:nvSpPr>
        <p:spPr>
          <a:xfrm>
            <a:off x="209088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m08_06"/>
          <p:cNvSpPr/>
          <p:nvPr/>
        </p:nvSpPr>
        <p:spPr>
          <a:xfrm>
            <a:off x="2239043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m08_07"/>
          <p:cNvSpPr/>
          <p:nvPr/>
        </p:nvSpPr>
        <p:spPr>
          <a:xfrm>
            <a:off x="2387206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m08_08"/>
          <p:cNvSpPr/>
          <p:nvPr/>
        </p:nvSpPr>
        <p:spPr>
          <a:xfrm>
            <a:off x="2535369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m08_09"/>
          <p:cNvSpPr/>
          <p:nvPr/>
        </p:nvSpPr>
        <p:spPr>
          <a:xfrm>
            <a:off x="2683532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m08_10"/>
          <p:cNvSpPr/>
          <p:nvPr/>
        </p:nvSpPr>
        <p:spPr>
          <a:xfrm>
            <a:off x="2831694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m08_11"/>
          <p:cNvSpPr/>
          <p:nvPr/>
        </p:nvSpPr>
        <p:spPr>
          <a:xfrm>
            <a:off x="2979857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m08_12"/>
          <p:cNvSpPr/>
          <p:nvPr/>
        </p:nvSpPr>
        <p:spPr>
          <a:xfrm>
            <a:off x="312802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m09_05"/>
          <p:cNvSpPr/>
          <p:nvPr/>
        </p:nvSpPr>
        <p:spPr>
          <a:xfrm>
            <a:off x="209088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m09_06"/>
          <p:cNvSpPr/>
          <p:nvPr/>
        </p:nvSpPr>
        <p:spPr>
          <a:xfrm>
            <a:off x="2239043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m09_07"/>
          <p:cNvSpPr/>
          <p:nvPr/>
        </p:nvSpPr>
        <p:spPr>
          <a:xfrm>
            <a:off x="2387206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m09_08"/>
          <p:cNvSpPr/>
          <p:nvPr/>
        </p:nvSpPr>
        <p:spPr>
          <a:xfrm>
            <a:off x="2535369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m09_09"/>
          <p:cNvSpPr/>
          <p:nvPr/>
        </p:nvSpPr>
        <p:spPr>
          <a:xfrm>
            <a:off x="2683532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m09_10"/>
          <p:cNvSpPr/>
          <p:nvPr/>
        </p:nvSpPr>
        <p:spPr>
          <a:xfrm>
            <a:off x="2831694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m09_11"/>
          <p:cNvSpPr/>
          <p:nvPr/>
        </p:nvSpPr>
        <p:spPr>
          <a:xfrm>
            <a:off x="2979857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m09_12"/>
          <p:cNvSpPr/>
          <p:nvPr/>
        </p:nvSpPr>
        <p:spPr>
          <a:xfrm>
            <a:off x="312802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m10_06"/>
          <p:cNvSpPr/>
          <p:nvPr/>
        </p:nvSpPr>
        <p:spPr>
          <a:xfrm>
            <a:off x="2239043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m10_07"/>
          <p:cNvSpPr/>
          <p:nvPr/>
        </p:nvSpPr>
        <p:spPr>
          <a:xfrm>
            <a:off x="2387206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m10_08"/>
          <p:cNvSpPr/>
          <p:nvPr/>
        </p:nvSpPr>
        <p:spPr>
          <a:xfrm>
            <a:off x="2535369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m10_09"/>
          <p:cNvSpPr/>
          <p:nvPr/>
        </p:nvSpPr>
        <p:spPr>
          <a:xfrm>
            <a:off x="2683532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m10_10"/>
          <p:cNvSpPr/>
          <p:nvPr/>
        </p:nvSpPr>
        <p:spPr>
          <a:xfrm>
            <a:off x="2831694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m10_11"/>
          <p:cNvSpPr/>
          <p:nvPr/>
        </p:nvSpPr>
        <p:spPr>
          <a:xfrm>
            <a:off x="2979857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m10_12"/>
          <p:cNvSpPr/>
          <p:nvPr/>
        </p:nvSpPr>
        <p:spPr>
          <a:xfrm>
            <a:off x="3128020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m11_06"/>
          <p:cNvSpPr/>
          <p:nvPr/>
        </p:nvSpPr>
        <p:spPr>
          <a:xfrm>
            <a:off x="2239043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m11_07"/>
          <p:cNvSpPr/>
          <p:nvPr/>
        </p:nvSpPr>
        <p:spPr>
          <a:xfrm>
            <a:off x="2387206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m11_08"/>
          <p:cNvSpPr/>
          <p:nvPr/>
        </p:nvSpPr>
        <p:spPr>
          <a:xfrm>
            <a:off x="2535369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m11_09"/>
          <p:cNvSpPr/>
          <p:nvPr/>
        </p:nvSpPr>
        <p:spPr>
          <a:xfrm>
            <a:off x="2683532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m11_10"/>
          <p:cNvSpPr/>
          <p:nvPr/>
        </p:nvSpPr>
        <p:spPr>
          <a:xfrm>
            <a:off x="2831694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m11_11"/>
          <p:cNvSpPr/>
          <p:nvPr/>
        </p:nvSpPr>
        <p:spPr>
          <a:xfrm>
            <a:off x="2979857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m11_12"/>
          <p:cNvSpPr/>
          <p:nvPr/>
        </p:nvSpPr>
        <p:spPr>
          <a:xfrm>
            <a:off x="3128020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m12_06"/>
          <p:cNvSpPr/>
          <p:nvPr/>
        </p:nvSpPr>
        <p:spPr>
          <a:xfrm>
            <a:off x="2239043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m12_07"/>
          <p:cNvSpPr/>
          <p:nvPr/>
        </p:nvSpPr>
        <p:spPr>
          <a:xfrm>
            <a:off x="2387206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m12_08"/>
          <p:cNvSpPr/>
          <p:nvPr/>
        </p:nvSpPr>
        <p:spPr>
          <a:xfrm>
            <a:off x="2535369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m12_09"/>
          <p:cNvSpPr/>
          <p:nvPr/>
        </p:nvSpPr>
        <p:spPr>
          <a:xfrm>
            <a:off x="2683532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m12_10"/>
          <p:cNvSpPr/>
          <p:nvPr/>
        </p:nvSpPr>
        <p:spPr>
          <a:xfrm>
            <a:off x="2831694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m12_11"/>
          <p:cNvSpPr/>
          <p:nvPr/>
        </p:nvSpPr>
        <p:spPr>
          <a:xfrm>
            <a:off x="2979857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m12_12"/>
          <p:cNvSpPr/>
          <p:nvPr/>
        </p:nvSpPr>
        <p:spPr>
          <a:xfrm>
            <a:off x="3128020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m13_06"/>
          <p:cNvSpPr/>
          <p:nvPr/>
        </p:nvSpPr>
        <p:spPr>
          <a:xfrm>
            <a:off x="2239043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m13_07"/>
          <p:cNvSpPr/>
          <p:nvPr/>
        </p:nvSpPr>
        <p:spPr>
          <a:xfrm>
            <a:off x="2387206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m13_08"/>
          <p:cNvSpPr/>
          <p:nvPr/>
        </p:nvSpPr>
        <p:spPr>
          <a:xfrm>
            <a:off x="2535369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m13_09"/>
          <p:cNvSpPr/>
          <p:nvPr/>
        </p:nvSpPr>
        <p:spPr>
          <a:xfrm>
            <a:off x="2683532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m13_10"/>
          <p:cNvSpPr/>
          <p:nvPr/>
        </p:nvSpPr>
        <p:spPr>
          <a:xfrm>
            <a:off x="2831694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m13_11"/>
          <p:cNvSpPr/>
          <p:nvPr/>
        </p:nvSpPr>
        <p:spPr>
          <a:xfrm>
            <a:off x="2979857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m13_12"/>
          <p:cNvSpPr/>
          <p:nvPr/>
        </p:nvSpPr>
        <p:spPr>
          <a:xfrm>
            <a:off x="3128020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m14_06"/>
          <p:cNvSpPr/>
          <p:nvPr/>
        </p:nvSpPr>
        <p:spPr>
          <a:xfrm>
            <a:off x="2239043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m14_07"/>
          <p:cNvSpPr/>
          <p:nvPr/>
        </p:nvSpPr>
        <p:spPr>
          <a:xfrm>
            <a:off x="2387206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m14_08"/>
          <p:cNvSpPr/>
          <p:nvPr/>
        </p:nvSpPr>
        <p:spPr>
          <a:xfrm>
            <a:off x="2535369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m14_09"/>
          <p:cNvSpPr/>
          <p:nvPr/>
        </p:nvSpPr>
        <p:spPr>
          <a:xfrm>
            <a:off x="2683532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m14_10"/>
          <p:cNvSpPr/>
          <p:nvPr/>
        </p:nvSpPr>
        <p:spPr>
          <a:xfrm>
            <a:off x="2831694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m14_11"/>
          <p:cNvSpPr/>
          <p:nvPr/>
        </p:nvSpPr>
        <p:spPr>
          <a:xfrm>
            <a:off x="2979857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m14_12"/>
          <p:cNvSpPr/>
          <p:nvPr/>
        </p:nvSpPr>
        <p:spPr>
          <a:xfrm>
            <a:off x="3128020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m15_07"/>
          <p:cNvSpPr/>
          <p:nvPr/>
        </p:nvSpPr>
        <p:spPr>
          <a:xfrm>
            <a:off x="2387206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m15_08"/>
          <p:cNvSpPr/>
          <p:nvPr/>
        </p:nvSpPr>
        <p:spPr>
          <a:xfrm>
            <a:off x="2535369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m15_09"/>
          <p:cNvSpPr/>
          <p:nvPr/>
        </p:nvSpPr>
        <p:spPr>
          <a:xfrm>
            <a:off x="2683532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m15_10"/>
          <p:cNvSpPr/>
          <p:nvPr/>
        </p:nvSpPr>
        <p:spPr>
          <a:xfrm>
            <a:off x="2831694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m15_11"/>
          <p:cNvSpPr/>
          <p:nvPr/>
        </p:nvSpPr>
        <p:spPr>
          <a:xfrm>
            <a:off x="2979857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m15_12"/>
          <p:cNvSpPr/>
          <p:nvPr/>
        </p:nvSpPr>
        <p:spPr>
          <a:xfrm>
            <a:off x="3128020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m15_13"/>
          <p:cNvSpPr/>
          <p:nvPr/>
        </p:nvSpPr>
        <p:spPr>
          <a:xfrm>
            <a:off x="3276183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m16_07"/>
          <p:cNvSpPr/>
          <p:nvPr/>
        </p:nvSpPr>
        <p:spPr>
          <a:xfrm>
            <a:off x="2387206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m16_08"/>
          <p:cNvSpPr/>
          <p:nvPr/>
        </p:nvSpPr>
        <p:spPr>
          <a:xfrm>
            <a:off x="2535369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m16_09"/>
          <p:cNvSpPr/>
          <p:nvPr/>
        </p:nvSpPr>
        <p:spPr>
          <a:xfrm>
            <a:off x="2683532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m16_10"/>
          <p:cNvSpPr/>
          <p:nvPr/>
        </p:nvSpPr>
        <p:spPr>
          <a:xfrm>
            <a:off x="2831694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m16_11"/>
          <p:cNvSpPr/>
          <p:nvPr/>
        </p:nvSpPr>
        <p:spPr>
          <a:xfrm>
            <a:off x="2979857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m16_12"/>
          <p:cNvSpPr/>
          <p:nvPr/>
        </p:nvSpPr>
        <p:spPr>
          <a:xfrm>
            <a:off x="3128020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m16_13"/>
          <p:cNvSpPr/>
          <p:nvPr/>
        </p:nvSpPr>
        <p:spPr>
          <a:xfrm>
            <a:off x="3276183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m17_07"/>
          <p:cNvSpPr/>
          <p:nvPr/>
        </p:nvSpPr>
        <p:spPr>
          <a:xfrm>
            <a:off x="2387206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m17_08"/>
          <p:cNvSpPr/>
          <p:nvPr/>
        </p:nvSpPr>
        <p:spPr>
          <a:xfrm>
            <a:off x="2535369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m17_09"/>
          <p:cNvSpPr/>
          <p:nvPr/>
        </p:nvSpPr>
        <p:spPr>
          <a:xfrm>
            <a:off x="2683532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m17_10"/>
          <p:cNvSpPr/>
          <p:nvPr/>
        </p:nvSpPr>
        <p:spPr>
          <a:xfrm>
            <a:off x="2831694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m17_11"/>
          <p:cNvSpPr/>
          <p:nvPr/>
        </p:nvSpPr>
        <p:spPr>
          <a:xfrm>
            <a:off x="2979857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m17_12"/>
          <p:cNvSpPr/>
          <p:nvPr/>
        </p:nvSpPr>
        <p:spPr>
          <a:xfrm>
            <a:off x="3128020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m17_13"/>
          <p:cNvSpPr/>
          <p:nvPr/>
        </p:nvSpPr>
        <p:spPr>
          <a:xfrm>
            <a:off x="3276183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m18_06"/>
          <p:cNvSpPr/>
          <p:nvPr/>
        </p:nvSpPr>
        <p:spPr>
          <a:xfrm>
            <a:off x="223904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m18_07"/>
          <p:cNvSpPr/>
          <p:nvPr/>
        </p:nvSpPr>
        <p:spPr>
          <a:xfrm>
            <a:off x="2387206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m18_08"/>
          <p:cNvSpPr/>
          <p:nvPr/>
        </p:nvSpPr>
        <p:spPr>
          <a:xfrm>
            <a:off x="2535369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m18_09"/>
          <p:cNvSpPr/>
          <p:nvPr/>
        </p:nvSpPr>
        <p:spPr>
          <a:xfrm>
            <a:off x="2683532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m18_10"/>
          <p:cNvSpPr/>
          <p:nvPr/>
        </p:nvSpPr>
        <p:spPr>
          <a:xfrm>
            <a:off x="2831694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m18_11"/>
          <p:cNvSpPr/>
          <p:nvPr/>
        </p:nvSpPr>
        <p:spPr>
          <a:xfrm>
            <a:off x="2979857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m18_12"/>
          <p:cNvSpPr/>
          <p:nvPr/>
        </p:nvSpPr>
        <p:spPr>
          <a:xfrm>
            <a:off x="3128020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m18_13"/>
          <p:cNvSpPr/>
          <p:nvPr/>
        </p:nvSpPr>
        <p:spPr>
          <a:xfrm>
            <a:off x="327618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m19_06"/>
          <p:cNvSpPr/>
          <p:nvPr/>
        </p:nvSpPr>
        <p:spPr>
          <a:xfrm>
            <a:off x="223904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m19_07"/>
          <p:cNvSpPr/>
          <p:nvPr/>
        </p:nvSpPr>
        <p:spPr>
          <a:xfrm>
            <a:off x="2387206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m19_08"/>
          <p:cNvSpPr/>
          <p:nvPr/>
        </p:nvSpPr>
        <p:spPr>
          <a:xfrm>
            <a:off x="2535369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m19_09"/>
          <p:cNvSpPr/>
          <p:nvPr/>
        </p:nvSpPr>
        <p:spPr>
          <a:xfrm>
            <a:off x="2683532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m19_10"/>
          <p:cNvSpPr/>
          <p:nvPr/>
        </p:nvSpPr>
        <p:spPr>
          <a:xfrm>
            <a:off x="2831694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m19_11"/>
          <p:cNvSpPr/>
          <p:nvPr/>
        </p:nvSpPr>
        <p:spPr>
          <a:xfrm>
            <a:off x="2979857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m19_12"/>
          <p:cNvSpPr/>
          <p:nvPr/>
        </p:nvSpPr>
        <p:spPr>
          <a:xfrm>
            <a:off x="3128020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m19_13"/>
          <p:cNvSpPr/>
          <p:nvPr/>
        </p:nvSpPr>
        <p:spPr>
          <a:xfrm>
            <a:off x="327618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m20_06"/>
          <p:cNvSpPr/>
          <p:nvPr/>
        </p:nvSpPr>
        <p:spPr>
          <a:xfrm>
            <a:off x="223904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m20_07"/>
          <p:cNvSpPr/>
          <p:nvPr/>
        </p:nvSpPr>
        <p:spPr>
          <a:xfrm>
            <a:off x="2387206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m20_08"/>
          <p:cNvSpPr/>
          <p:nvPr/>
        </p:nvSpPr>
        <p:spPr>
          <a:xfrm>
            <a:off x="2535369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9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m20_09"/>
          <p:cNvSpPr/>
          <p:nvPr/>
        </p:nvSpPr>
        <p:spPr>
          <a:xfrm>
            <a:off x="2683532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m20_10"/>
          <p:cNvSpPr/>
          <p:nvPr/>
        </p:nvSpPr>
        <p:spPr>
          <a:xfrm>
            <a:off x="2831694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m20_11"/>
          <p:cNvSpPr/>
          <p:nvPr/>
        </p:nvSpPr>
        <p:spPr>
          <a:xfrm>
            <a:off x="2979857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m20_12"/>
          <p:cNvSpPr/>
          <p:nvPr/>
        </p:nvSpPr>
        <p:spPr>
          <a:xfrm>
            <a:off x="3128020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m20_13"/>
          <p:cNvSpPr/>
          <p:nvPr/>
        </p:nvSpPr>
        <p:spPr>
          <a:xfrm>
            <a:off x="327618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m21_05"/>
          <p:cNvSpPr/>
          <p:nvPr/>
        </p:nvSpPr>
        <p:spPr>
          <a:xfrm>
            <a:off x="209088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m21_06"/>
          <p:cNvSpPr/>
          <p:nvPr/>
        </p:nvSpPr>
        <p:spPr>
          <a:xfrm>
            <a:off x="223904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m21_07"/>
          <p:cNvSpPr/>
          <p:nvPr/>
        </p:nvSpPr>
        <p:spPr>
          <a:xfrm>
            <a:off x="2387206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m21_08"/>
          <p:cNvSpPr/>
          <p:nvPr/>
        </p:nvSpPr>
        <p:spPr>
          <a:xfrm>
            <a:off x="2535369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m21_09"/>
          <p:cNvSpPr/>
          <p:nvPr/>
        </p:nvSpPr>
        <p:spPr>
          <a:xfrm>
            <a:off x="2683532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m21_10"/>
          <p:cNvSpPr/>
          <p:nvPr/>
        </p:nvSpPr>
        <p:spPr>
          <a:xfrm>
            <a:off x="2831694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m21_11"/>
          <p:cNvSpPr/>
          <p:nvPr/>
        </p:nvSpPr>
        <p:spPr>
          <a:xfrm>
            <a:off x="2979857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m21_12"/>
          <p:cNvSpPr/>
          <p:nvPr/>
        </p:nvSpPr>
        <p:spPr>
          <a:xfrm>
            <a:off x="312802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m21_13"/>
          <p:cNvSpPr/>
          <p:nvPr/>
        </p:nvSpPr>
        <p:spPr>
          <a:xfrm>
            <a:off x="327618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m22_05"/>
          <p:cNvSpPr/>
          <p:nvPr/>
        </p:nvSpPr>
        <p:spPr>
          <a:xfrm>
            <a:off x="209088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m22_06"/>
          <p:cNvSpPr/>
          <p:nvPr/>
        </p:nvSpPr>
        <p:spPr>
          <a:xfrm>
            <a:off x="223904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m22_07"/>
          <p:cNvSpPr/>
          <p:nvPr/>
        </p:nvSpPr>
        <p:spPr>
          <a:xfrm>
            <a:off x="2387206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F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m22_08"/>
          <p:cNvSpPr/>
          <p:nvPr/>
        </p:nvSpPr>
        <p:spPr>
          <a:xfrm>
            <a:off x="2535369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m22_09"/>
          <p:cNvSpPr/>
          <p:nvPr/>
        </p:nvSpPr>
        <p:spPr>
          <a:xfrm>
            <a:off x="2683532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m22_10"/>
          <p:cNvSpPr/>
          <p:nvPr/>
        </p:nvSpPr>
        <p:spPr>
          <a:xfrm>
            <a:off x="2831694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m22_11"/>
          <p:cNvSpPr/>
          <p:nvPr/>
        </p:nvSpPr>
        <p:spPr>
          <a:xfrm>
            <a:off x="2979857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m22_12"/>
          <p:cNvSpPr/>
          <p:nvPr/>
        </p:nvSpPr>
        <p:spPr>
          <a:xfrm>
            <a:off x="312802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m22_13"/>
          <p:cNvSpPr/>
          <p:nvPr/>
        </p:nvSpPr>
        <p:spPr>
          <a:xfrm>
            <a:off x="327618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m23_04"/>
          <p:cNvSpPr/>
          <p:nvPr/>
        </p:nvSpPr>
        <p:spPr>
          <a:xfrm>
            <a:off x="194271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m23_05"/>
          <p:cNvSpPr/>
          <p:nvPr/>
        </p:nvSpPr>
        <p:spPr>
          <a:xfrm>
            <a:off x="209088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m23_06"/>
          <p:cNvSpPr/>
          <p:nvPr/>
        </p:nvSpPr>
        <p:spPr>
          <a:xfrm>
            <a:off x="223904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5B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m23_07"/>
          <p:cNvSpPr/>
          <p:nvPr/>
        </p:nvSpPr>
        <p:spPr>
          <a:xfrm>
            <a:off x="238720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CB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m23_08"/>
          <p:cNvSpPr/>
          <p:nvPr/>
        </p:nvSpPr>
        <p:spPr>
          <a:xfrm>
            <a:off x="2535369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CB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m23_09"/>
          <p:cNvSpPr/>
          <p:nvPr/>
        </p:nvSpPr>
        <p:spPr>
          <a:xfrm>
            <a:off x="2683532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m23_10"/>
          <p:cNvSpPr/>
          <p:nvPr/>
        </p:nvSpPr>
        <p:spPr>
          <a:xfrm>
            <a:off x="2831694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m23_11"/>
          <p:cNvSpPr/>
          <p:nvPr/>
        </p:nvSpPr>
        <p:spPr>
          <a:xfrm>
            <a:off x="297985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m23_12"/>
          <p:cNvSpPr/>
          <p:nvPr/>
        </p:nvSpPr>
        <p:spPr>
          <a:xfrm>
            <a:off x="312802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m23_13"/>
          <p:cNvSpPr/>
          <p:nvPr/>
        </p:nvSpPr>
        <p:spPr>
          <a:xfrm>
            <a:off x="327618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m23_14"/>
          <p:cNvSpPr/>
          <p:nvPr/>
        </p:nvSpPr>
        <p:spPr>
          <a:xfrm>
            <a:off x="342434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m24_04"/>
          <p:cNvSpPr/>
          <p:nvPr/>
        </p:nvSpPr>
        <p:spPr>
          <a:xfrm>
            <a:off x="194271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m24_05"/>
          <p:cNvSpPr/>
          <p:nvPr/>
        </p:nvSpPr>
        <p:spPr>
          <a:xfrm>
            <a:off x="209088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2A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m24_06"/>
          <p:cNvSpPr/>
          <p:nvPr/>
        </p:nvSpPr>
        <p:spPr>
          <a:xfrm>
            <a:off x="223904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64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m24_07"/>
          <p:cNvSpPr/>
          <p:nvPr/>
        </p:nvSpPr>
        <p:spPr>
          <a:xfrm>
            <a:off x="238720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8FC4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m24_08"/>
          <p:cNvSpPr/>
          <p:nvPr/>
        </p:nvSpPr>
        <p:spPr>
          <a:xfrm>
            <a:off x="2535369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9B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m24_09"/>
          <p:cNvSpPr/>
          <p:nvPr/>
        </p:nvSpPr>
        <p:spPr>
          <a:xfrm>
            <a:off x="2683532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m24_10"/>
          <p:cNvSpPr/>
          <p:nvPr/>
        </p:nvSpPr>
        <p:spPr>
          <a:xfrm>
            <a:off x="2831694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m24_11"/>
          <p:cNvSpPr/>
          <p:nvPr/>
        </p:nvSpPr>
        <p:spPr>
          <a:xfrm>
            <a:off x="297985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m24_12"/>
          <p:cNvSpPr/>
          <p:nvPr/>
        </p:nvSpPr>
        <p:spPr>
          <a:xfrm>
            <a:off x="312802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F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m24_13"/>
          <p:cNvSpPr/>
          <p:nvPr/>
        </p:nvSpPr>
        <p:spPr>
          <a:xfrm>
            <a:off x="327618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m24_14"/>
          <p:cNvSpPr/>
          <p:nvPr/>
        </p:nvSpPr>
        <p:spPr>
          <a:xfrm>
            <a:off x="342434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m25_04"/>
          <p:cNvSpPr/>
          <p:nvPr/>
        </p:nvSpPr>
        <p:spPr>
          <a:xfrm>
            <a:off x="194271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0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m25_05"/>
          <p:cNvSpPr/>
          <p:nvPr/>
        </p:nvSpPr>
        <p:spPr>
          <a:xfrm>
            <a:off x="209088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B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m25_06"/>
          <p:cNvSpPr/>
          <p:nvPr/>
        </p:nvSpPr>
        <p:spPr>
          <a:xfrm>
            <a:off x="223904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78C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m25_07"/>
          <p:cNvSpPr/>
          <p:nvPr/>
        </p:nvSpPr>
        <p:spPr>
          <a:xfrm>
            <a:off x="238720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90C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m25_08"/>
          <p:cNvSpPr/>
          <p:nvPr/>
        </p:nvSpPr>
        <p:spPr>
          <a:xfrm>
            <a:off x="2535369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1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m25_09"/>
          <p:cNvSpPr/>
          <p:nvPr/>
        </p:nvSpPr>
        <p:spPr>
          <a:xfrm>
            <a:off x="2683532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m25_10"/>
          <p:cNvSpPr/>
          <p:nvPr/>
        </p:nvSpPr>
        <p:spPr>
          <a:xfrm>
            <a:off x="2831694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m25_11"/>
          <p:cNvSpPr/>
          <p:nvPr/>
        </p:nvSpPr>
        <p:spPr>
          <a:xfrm>
            <a:off x="297985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m25_12"/>
          <p:cNvSpPr/>
          <p:nvPr/>
        </p:nvSpPr>
        <p:spPr>
          <a:xfrm>
            <a:off x="312802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m25_13"/>
          <p:cNvSpPr/>
          <p:nvPr/>
        </p:nvSpPr>
        <p:spPr>
          <a:xfrm>
            <a:off x="327618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m25_14"/>
          <p:cNvSpPr/>
          <p:nvPr/>
        </p:nvSpPr>
        <p:spPr>
          <a:xfrm>
            <a:off x="342434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m26_03"/>
          <p:cNvSpPr/>
          <p:nvPr/>
        </p:nvSpPr>
        <p:spPr>
          <a:xfrm>
            <a:off x="179455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m26_04"/>
          <p:cNvSpPr/>
          <p:nvPr/>
        </p:nvSpPr>
        <p:spPr>
          <a:xfrm>
            <a:off x="194271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m26_05"/>
          <p:cNvSpPr/>
          <p:nvPr/>
        </p:nvSpPr>
        <p:spPr>
          <a:xfrm>
            <a:off x="209088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5B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m26_06"/>
          <p:cNvSpPr/>
          <p:nvPr/>
        </p:nvSpPr>
        <p:spPr>
          <a:xfrm>
            <a:off x="223904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m26_07"/>
          <p:cNvSpPr/>
          <p:nvPr/>
        </p:nvSpPr>
        <p:spPr>
          <a:xfrm>
            <a:off x="238720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59B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m26_08"/>
          <p:cNvSpPr/>
          <p:nvPr/>
        </p:nvSpPr>
        <p:spPr>
          <a:xfrm>
            <a:off x="2535369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2A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m26_09"/>
          <p:cNvSpPr/>
          <p:nvPr/>
        </p:nvSpPr>
        <p:spPr>
          <a:xfrm>
            <a:off x="2683532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m26_10"/>
          <p:cNvSpPr/>
          <p:nvPr/>
        </p:nvSpPr>
        <p:spPr>
          <a:xfrm>
            <a:off x="283169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m26_11"/>
          <p:cNvSpPr/>
          <p:nvPr/>
        </p:nvSpPr>
        <p:spPr>
          <a:xfrm>
            <a:off x="297985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m26_12"/>
          <p:cNvSpPr/>
          <p:nvPr/>
        </p:nvSpPr>
        <p:spPr>
          <a:xfrm>
            <a:off x="312802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m26_13"/>
          <p:cNvSpPr/>
          <p:nvPr/>
        </p:nvSpPr>
        <p:spPr>
          <a:xfrm>
            <a:off x="327618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m26_14"/>
          <p:cNvSpPr/>
          <p:nvPr/>
        </p:nvSpPr>
        <p:spPr>
          <a:xfrm>
            <a:off x="342434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m27_03"/>
          <p:cNvSpPr/>
          <p:nvPr/>
        </p:nvSpPr>
        <p:spPr>
          <a:xfrm>
            <a:off x="179455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m27_04"/>
          <p:cNvSpPr/>
          <p:nvPr/>
        </p:nvSpPr>
        <p:spPr>
          <a:xfrm>
            <a:off x="194271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m27_05"/>
          <p:cNvSpPr/>
          <p:nvPr/>
        </p:nvSpPr>
        <p:spPr>
          <a:xfrm>
            <a:off x="209088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m27_06"/>
          <p:cNvSpPr/>
          <p:nvPr/>
        </p:nvSpPr>
        <p:spPr>
          <a:xfrm>
            <a:off x="223904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m27_07"/>
          <p:cNvSpPr/>
          <p:nvPr/>
        </p:nvSpPr>
        <p:spPr>
          <a:xfrm>
            <a:off x="238720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m27_08"/>
          <p:cNvSpPr/>
          <p:nvPr/>
        </p:nvSpPr>
        <p:spPr>
          <a:xfrm>
            <a:off x="2535369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m27_09"/>
          <p:cNvSpPr/>
          <p:nvPr/>
        </p:nvSpPr>
        <p:spPr>
          <a:xfrm>
            <a:off x="2683532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m27_10"/>
          <p:cNvSpPr/>
          <p:nvPr/>
        </p:nvSpPr>
        <p:spPr>
          <a:xfrm>
            <a:off x="283169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m27_11"/>
          <p:cNvSpPr/>
          <p:nvPr/>
        </p:nvSpPr>
        <p:spPr>
          <a:xfrm>
            <a:off x="297985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m27_12"/>
          <p:cNvSpPr/>
          <p:nvPr/>
        </p:nvSpPr>
        <p:spPr>
          <a:xfrm>
            <a:off x="312802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m27_13"/>
          <p:cNvSpPr/>
          <p:nvPr/>
        </p:nvSpPr>
        <p:spPr>
          <a:xfrm>
            <a:off x="327618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m27_14"/>
          <p:cNvSpPr/>
          <p:nvPr/>
        </p:nvSpPr>
        <p:spPr>
          <a:xfrm>
            <a:off x="342434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m28_03"/>
          <p:cNvSpPr/>
          <p:nvPr/>
        </p:nvSpPr>
        <p:spPr>
          <a:xfrm>
            <a:off x="179455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m28_04"/>
          <p:cNvSpPr/>
          <p:nvPr/>
        </p:nvSpPr>
        <p:spPr>
          <a:xfrm>
            <a:off x="194271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m28_05"/>
          <p:cNvSpPr/>
          <p:nvPr/>
        </p:nvSpPr>
        <p:spPr>
          <a:xfrm>
            <a:off x="209088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m28_06"/>
          <p:cNvSpPr/>
          <p:nvPr/>
        </p:nvSpPr>
        <p:spPr>
          <a:xfrm>
            <a:off x="223904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m28_07"/>
          <p:cNvSpPr/>
          <p:nvPr/>
        </p:nvSpPr>
        <p:spPr>
          <a:xfrm>
            <a:off x="238720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m28_08"/>
          <p:cNvSpPr/>
          <p:nvPr/>
        </p:nvSpPr>
        <p:spPr>
          <a:xfrm>
            <a:off x="2535369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m28_09"/>
          <p:cNvSpPr/>
          <p:nvPr/>
        </p:nvSpPr>
        <p:spPr>
          <a:xfrm>
            <a:off x="2683532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m28_10"/>
          <p:cNvSpPr/>
          <p:nvPr/>
        </p:nvSpPr>
        <p:spPr>
          <a:xfrm>
            <a:off x="283169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m28_11"/>
          <p:cNvSpPr/>
          <p:nvPr/>
        </p:nvSpPr>
        <p:spPr>
          <a:xfrm>
            <a:off x="297985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m28_12"/>
          <p:cNvSpPr/>
          <p:nvPr/>
        </p:nvSpPr>
        <p:spPr>
          <a:xfrm>
            <a:off x="312802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m28_13"/>
          <p:cNvSpPr/>
          <p:nvPr/>
        </p:nvSpPr>
        <p:spPr>
          <a:xfrm>
            <a:off x="327618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m28_14"/>
          <p:cNvSpPr/>
          <p:nvPr/>
        </p:nvSpPr>
        <p:spPr>
          <a:xfrm>
            <a:off x="342434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m29_03"/>
          <p:cNvSpPr/>
          <p:nvPr/>
        </p:nvSpPr>
        <p:spPr>
          <a:xfrm>
            <a:off x="179455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m29_04"/>
          <p:cNvSpPr/>
          <p:nvPr/>
        </p:nvSpPr>
        <p:spPr>
          <a:xfrm>
            <a:off x="194271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m29_05"/>
          <p:cNvSpPr/>
          <p:nvPr/>
        </p:nvSpPr>
        <p:spPr>
          <a:xfrm>
            <a:off x="209088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m29_06"/>
          <p:cNvSpPr/>
          <p:nvPr/>
        </p:nvSpPr>
        <p:spPr>
          <a:xfrm>
            <a:off x="223904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m29_07"/>
          <p:cNvSpPr/>
          <p:nvPr/>
        </p:nvSpPr>
        <p:spPr>
          <a:xfrm>
            <a:off x="2387206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m29_08"/>
          <p:cNvSpPr/>
          <p:nvPr/>
        </p:nvSpPr>
        <p:spPr>
          <a:xfrm>
            <a:off x="2535369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m29_09"/>
          <p:cNvSpPr/>
          <p:nvPr/>
        </p:nvSpPr>
        <p:spPr>
          <a:xfrm>
            <a:off x="2683532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m29_10"/>
          <p:cNvSpPr/>
          <p:nvPr/>
        </p:nvSpPr>
        <p:spPr>
          <a:xfrm>
            <a:off x="283169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m29_11"/>
          <p:cNvSpPr/>
          <p:nvPr/>
        </p:nvSpPr>
        <p:spPr>
          <a:xfrm>
            <a:off x="297985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m29_12"/>
          <p:cNvSpPr/>
          <p:nvPr/>
        </p:nvSpPr>
        <p:spPr>
          <a:xfrm>
            <a:off x="312802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m29_13"/>
          <p:cNvSpPr/>
          <p:nvPr/>
        </p:nvSpPr>
        <p:spPr>
          <a:xfrm>
            <a:off x="327618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m30_03"/>
          <p:cNvSpPr/>
          <p:nvPr/>
        </p:nvSpPr>
        <p:spPr>
          <a:xfrm>
            <a:off x="179455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m30_04"/>
          <p:cNvSpPr/>
          <p:nvPr/>
        </p:nvSpPr>
        <p:spPr>
          <a:xfrm>
            <a:off x="194271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m30_05"/>
          <p:cNvSpPr/>
          <p:nvPr/>
        </p:nvSpPr>
        <p:spPr>
          <a:xfrm>
            <a:off x="209088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m30_06"/>
          <p:cNvSpPr/>
          <p:nvPr/>
        </p:nvSpPr>
        <p:spPr>
          <a:xfrm>
            <a:off x="223904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m30_07"/>
          <p:cNvSpPr/>
          <p:nvPr/>
        </p:nvSpPr>
        <p:spPr>
          <a:xfrm>
            <a:off x="2387206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m30_08"/>
          <p:cNvSpPr/>
          <p:nvPr/>
        </p:nvSpPr>
        <p:spPr>
          <a:xfrm>
            <a:off x="2535369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m30_09"/>
          <p:cNvSpPr/>
          <p:nvPr/>
        </p:nvSpPr>
        <p:spPr>
          <a:xfrm>
            <a:off x="2683532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m30_10"/>
          <p:cNvSpPr/>
          <p:nvPr/>
        </p:nvSpPr>
        <p:spPr>
          <a:xfrm>
            <a:off x="283169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m30_11"/>
          <p:cNvSpPr/>
          <p:nvPr/>
        </p:nvSpPr>
        <p:spPr>
          <a:xfrm>
            <a:off x="297985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m30_12"/>
          <p:cNvSpPr/>
          <p:nvPr/>
        </p:nvSpPr>
        <p:spPr>
          <a:xfrm>
            <a:off x="312802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m30_13"/>
          <p:cNvSpPr/>
          <p:nvPr/>
        </p:nvSpPr>
        <p:spPr>
          <a:xfrm>
            <a:off x="327618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m31_03"/>
          <p:cNvSpPr/>
          <p:nvPr/>
        </p:nvSpPr>
        <p:spPr>
          <a:xfrm>
            <a:off x="179455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m31_04"/>
          <p:cNvSpPr/>
          <p:nvPr/>
        </p:nvSpPr>
        <p:spPr>
          <a:xfrm>
            <a:off x="194271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m31_05"/>
          <p:cNvSpPr/>
          <p:nvPr/>
        </p:nvSpPr>
        <p:spPr>
          <a:xfrm>
            <a:off x="209088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m31_06"/>
          <p:cNvSpPr/>
          <p:nvPr/>
        </p:nvSpPr>
        <p:spPr>
          <a:xfrm>
            <a:off x="223904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m31_07"/>
          <p:cNvSpPr/>
          <p:nvPr/>
        </p:nvSpPr>
        <p:spPr>
          <a:xfrm>
            <a:off x="2387206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m31_08"/>
          <p:cNvSpPr/>
          <p:nvPr/>
        </p:nvSpPr>
        <p:spPr>
          <a:xfrm>
            <a:off x="2535369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m31_09"/>
          <p:cNvSpPr/>
          <p:nvPr/>
        </p:nvSpPr>
        <p:spPr>
          <a:xfrm>
            <a:off x="2683532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m31_10"/>
          <p:cNvSpPr/>
          <p:nvPr/>
        </p:nvSpPr>
        <p:spPr>
          <a:xfrm>
            <a:off x="283169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m31_11"/>
          <p:cNvSpPr/>
          <p:nvPr/>
        </p:nvSpPr>
        <p:spPr>
          <a:xfrm>
            <a:off x="297985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m31_12"/>
          <p:cNvSpPr/>
          <p:nvPr/>
        </p:nvSpPr>
        <p:spPr>
          <a:xfrm>
            <a:off x="312802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m31_13"/>
          <p:cNvSpPr/>
          <p:nvPr/>
        </p:nvSpPr>
        <p:spPr>
          <a:xfrm>
            <a:off x="327618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m32_03"/>
          <p:cNvSpPr/>
          <p:nvPr/>
        </p:nvSpPr>
        <p:spPr>
          <a:xfrm>
            <a:off x="179455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m32_04"/>
          <p:cNvSpPr/>
          <p:nvPr/>
        </p:nvSpPr>
        <p:spPr>
          <a:xfrm>
            <a:off x="194271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m32_05"/>
          <p:cNvSpPr/>
          <p:nvPr/>
        </p:nvSpPr>
        <p:spPr>
          <a:xfrm>
            <a:off x="209088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m32_06"/>
          <p:cNvSpPr/>
          <p:nvPr/>
        </p:nvSpPr>
        <p:spPr>
          <a:xfrm>
            <a:off x="2239043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m32_07"/>
          <p:cNvSpPr/>
          <p:nvPr/>
        </p:nvSpPr>
        <p:spPr>
          <a:xfrm>
            <a:off x="2387206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m32_08"/>
          <p:cNvSpPr/>
          <p:nvPr/>
        </p:nvSpPr>
        <p:spPr>
          <a:xfrm>
            <a:off x="2535369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m32_09"/>
          <p:cNvSpPr/>
          <p:nvPr/>
        </p:nvSpPr>
        <p:spPr>
          <a:xfrm>
            <a:off x="2683532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m32_10"/>
          <p:cNvSpPr/>
          <p:nvPr/>
        </p:nvSpPr>
        <p:spPr>
          <a:xfrm>
            <a:off x="283169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m32_11"/>
          <p:cNvSpPr/>
          <p:nvPr/>
        </p:nvSpPr>
        <p:spPr>
          <a:xfrm>
            <a:off x="297985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m32_12"/>
          <p:cNvSpPr/>
          <p:nvPr/>
        </p:nvSpPr>
        <p:spPr>
          <a:xfrm>
            <a:off x="312802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m33_03"/>
          <p:cNvSpPr/>
          <p:nvPr/>
        </p:nvSpPr>
        <p:spPr>
          <a:xfrm>
            <a:off x="179455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m33_04"/>
          <p:cNvSpPr/>
          <p:nvPr/>
        </p:nvSpPr>
        <p:spPr>
          <a:xfrm>
            <a:off x="194271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m33_05"/>
          <p:cNvSpPr/>
          <p:nvPr/>
        </p:nvSpPr>
        <p:spPr>
          <a:xfrm>
            <a:off x="209088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m33_06"/>
          <p:cNvSpPr/>
          <p:nvPr/>
        </p:nvSpPr>
        <p:spPr>
          <a:xfrm>
            <a:off x="2239043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m33_07"/>
          <p:cNvSpPr/>
          <p:nvPr/>
        </p:nvSpPr>
        <p:spPr>
          <a:xfrm>
            <a:off x="2387206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m33_08"/>
          <p:cNvSpPr/>
          <p:nvPr/>
        </p:nvSpPr>
        <p:spPr>
          <a:xfrm>
            <a:off x="2535369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m33_09"/>
          <p:cNvSpPr/>
          <p:nvPr/>
        </p:nvSpPr>
        <p:spPr>
          <a:xfrm>
            <a:off x="2683532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m33_10"/>
          <p:cNvSpPr/>
          <p:nvPr/>
        </p:nvSpPr>
        <p:spPr>
          <a:xfrm>
            <a:off x="283169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m33_11"/>
          <p:cNvSpPr/>
          <p:nvPr/>
        </p:nvSpPr>
        <p:spPr>
          <a:xfrm>
            <a:off x="297985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m33_12"/>
          <p:cNvSpPr/>
          <p:nvPr/>
        </p:nvSpPr>
        <p:spPr>
          <a:xfrm>
            <a:off x="312802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m34_03"/>
          <p:cNvSpPr/>
          <p:nvPr/>
        </p:nvSpPr>
        <p:spPr>
          <a:xfrm>
            <a:off x="179455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m34_04"/>
          <p:cNvSpPr/>
          <p:nvPr/>
        </p:nvSpPr>
        <p:spPr>
          <a:xfrm>
            <a:off x="194271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m34_05"/>
          <p:cNvSpPr/>
          <p:nvPr/>
        </p:nvSpPr>
        <p:spPr>
          <a:xfrm>
            <a:off x="2090880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m34_06"/>
          <p:cNvSpPr/>
          <p:nvPr/>
        </p:nvSpPr>
        <p:spPr>
          <a:xfrm>
            <a:off x="2239043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m34_07"/>
          <p:cNvSpPr/>
          <p:nvPr/>
        </p:nvSpPr>
        <p:spPr>
          <a:xfrm>
            <a:off x="2387206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m34_08"/>
          <p:cNvSpPr/>
          <p:nvPr/>
        </p:nvSpPr>
        <p:spPr>
          <a:xfrm>
            <a:off x="2535369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m34_09"/>
          <p:cNvSpPr/>
          <p:nvPr/>
        </p:nvSpPr>
        <p:spPr>
          <a:xfrm>
            <a:off x="2683532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m34_10"/>
          <p:cNvSpPr/>
          <p:nvPr/>
        </p:nvSpPr>
        <p:spPr>
          <a:xfrm>
            <a:off x="283169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m34_11"/>
          <p:cNvSpPr/>
          <p:nvPr/>
        </p:nvSpPr>
        <p:spPr>
          <a:xfrm>
            <a:off x="297985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m35_04"/>
          <p:cNvSpPr/>
          <p:nvPr/>
        </p:nvSpPr>
        <p:spPr>
          <a:xfrm>
            <a:off x="194271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m35_05"/>
          <p:cNvSpPr/>
          <p:nvPr/>
        </p:nvSpPr>
        <p:spPr>
          <a:xfrm>
            <a:off x="2090880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m35_06"/>
          <p:cNvSpPr/>
          <p:nvPr/>
        </p:nvSpPr>
        <p:spPr>
          <a:xfrm>
            <a:off x="2239043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m35_07"/>
          <p:cNvSpPr/>
          <p:nvPr/>
        </p:nvSpPr>
        <p:spPr>
          <a:xfrm>
            <a:off x="2387206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m35_08"/>
          <p:cNvSpPr/>
          <p:nvPr/>
        </p:nvSpPr>
        <p:spPr>
          <a:xfrm>
            <a:off x="2535369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m35_09"/>
          <p:cNvSpPr/>
          <p:nvPr/>
        </p:nvSpPr>
        <p:spPr>
          <a:xfrm>
            <a:off x="2683532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m35_10"/>
          <p:cNvSpPr/>
          <p:nvPr/>
        </p:nvSpPr>
        <p:spPr>
          <a:xfrm>
            <a:off x="2831694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m35_11"/>
          <p:cNvSpPr/>
          <p:nvPr/>
        </p:nvSpPr>
        <p:spPr>
          <a:xfrm>
            <a:off x="297985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m36_04"/>
          <p:cNvSpPr/>
          <p:nvPr/>
        </p:nvSpPr>
        <p:spPr>
          <a:xfrm>
            <a:off x="1942717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m36_05"/>
          <p:cNvSpPr/>
          <p:nvPr/>
        </p:nvSpPr>
        <p:spPr>
          <a:xfrm>
            <a:off x="2090880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m36_06"/>
          <p:cNvSpPr/>
          <p:nvPr/>
        </p:nvSpPr>
        <p:spPr>
          <a:xfrm>
            <a:off x="2239043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m36_07"/>
          <p:cNvSpPr/>
          <p:nvPr/>
        </p:nvSpPr>
        <p:spPr>
          <a:xfrm>
            <a:off x="2387206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m36_08"/>
          <p:cNvSpPr/>
          <p:nvPr/>
        </p:nvSpPr>
        <p:spPr>
          <a:xfrm>
            <a:off x="2535369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m36_09"/>
          <p:cNvSpPr/>
          <p:nvPr/>
        </p:nvSpPr>
        <p:spPr>
          <a:xfrm>
            <a:off x="2683532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m36_10"/>
          <p:cNvSpPr/>
          <p:nvPr/>
        </p:nvSpPr>
        <p:spPr>
          <a:xfrm>
            <a:off x="2831694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m37_04"/>
          <p:cNvSpPr/>
          <p:nvPr/>
        </p:nvSpPr>
        <p:spPr>
          <a:xfrm>
            <a:off x="1942717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m37_05"/>
          <p:cNvSpPr/>
          <p:nvPr/>
        </p:nvSpPr>
        <p:spPr>
          <a:xfrm>
            <a:off x="2090880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m37_06"/>
          <p:cNvSpPr/>
          <p:nvPr/>
        </p:nvSpPr>
        <p:spPr>
          <a:xfrm>
            <a:off x="2239043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m37_07"/>
          <p:cNvSpPr/>
          <p:nvPr/>
        </p:nvSpPr>
        <p:spPr>
          <a:xfrm>
            <a:off x="2387206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m37_08"/>
          <p:cNvSpPr/>
          <p:nvPr/>
        </p:nvSpPr>
        <p:spPr>
          <a:xfrm>
            <a:off x="2535369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m37_09"/>
          <p:cNvSpPr/>
          <p:nvPr/>
        </p:nvSpPr>
        <p:spPr>
          <a:xfrm>
            <a:off x="2683532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getal"/>
          <p:cNvSpPr txBox="1"/>
          <p:nvPr/>
        </p:nvSpPr>
        <p:spPr>
          <a:xfrm>
            <a:off x="4825879" y="1066773"/>
            <a:ext cx="4444888" cy="266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>
                <a:solidFill>
                  <a:srgbClr val="52BDEC"/>
                </a:solidFill>
                <a:latin typeface="Segoe UI"/>
              </a:rPr>
              <a:t>212</a:t>
            </a:r>
          </a:p>
        </p:txBody>
      </p:sp>
      <p:sp>
        <p:nvSpPr>
          <p:cNvPr id="328" name="!!eenheid"/>
          <p:cNvSpPr txBox="1"/>
          <p:nvPr/>
        </p:nvSpPr>
        <p:spPr>
          <a:xfrm>
            <a:off x="9016774" y="1587460"/>
            <a:ext cx="1904952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0">
                <a:solidFill>
                  <a:srgbClr val="8FB6D0"/>
                </a:solidFill>
                <a:latin typeface="Segoe UI"/>
              </a:rPr>
              <a:t>kPa</a:t>
            </a:r>
          </a:p>
        </p:txBody>
      </p:sp>
      <p:sp>
        <p:nvSpPr>
          <p:cNvPr id="329" name="!!kop"/>
          <p:cNvSpPr txBox="1"/>
          <p:nvPr/>
        </p:nvSpPr>
        <p:spPr>
          <a:xfrm>
            <a:off x="4825879" y="3848003"/>
            <a:ext cx="6095847" cy="152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En kijk: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het rood is weg</a:t>
            </a:r>
          </a:p>
        </p:txBody>
      </p:sp>
      <p:sp>
        <p:nvSpPr>
          <p:cNvPr id="33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De druk zit nu verdeeld over de hele voet.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000">
        <p159:morph option="byObject"/>
      </p:transition>
    </mc:Choice>
    <mc:Fallback>
      <p:transition xmlns:p14="http://schemas.microsoft.com/office/powerpoint/2010/main" spd="slow" p14:dur="900" advClick="0" advTm="2000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m00_07"/>
          <p:cNvSpPr/>
          <p:nvPr/>
        </p:nvSpPr>
        <p:spPr>
          <a:xfrm>
            <a:off x="2387206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m00_08"/>
          <p:cNvSpPr/>
          <p:nvPr/>
        </p:nvSpPr>
        <p:spPr>
          <a:xfrm>
            <a:off x="2535369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m00_09"/>
          <p:cNvSpPr/>
          <p:nvPr/>
        </p:nvSpPr>
        <p:spPr>
          <a:xfrm>
            <a:off x="2683532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00_10"/>
          <p:cNvSpPr/>
          <p:nvPr/>
        </p:nvSpPr>
        <p:spPr>
          <a:xfrm>
            <a:off x="2831694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01_06"/>
          <p:cNvSpPr/>
          <p:nvPr/>
        </p:nvSpPr>
        <p:spPr>
          <a:xfrm>
            <a:off x="2239043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01_07"/>
          <p:cNvSpPr/>
          <p:nvPr/>
        </p:nvSpPr>
        <p:spPr>
          <a:xfrm>
            <a:off x="2387206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01_08"/>
          <p:cNvSpPr/>
          <p:nvPr/>
        </p:nvSpPr>
        <p:spPr>
          <a:xfrm>
            <a:off x="2535369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01_09"/>
          <p:cNvSpPr/>
          <p:nvPr/>
        </p:nvSpPr>
        <p:spPr>
          <a:xfrm>
            <a:off x="2683532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01_10"/>
          <p:cNvSpPr/>
          <p:nvPr/>
        </p:nvSpPr>
        <p:spPr>
          <a:xfrm>
            <a:off x="2831694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m01_11"/>
          <p:cNvSpPr/>
          <p:nvPr/>
        </p:nvSpPr>
        <p:spPr>
          <a:xfrm>
            <a:off x="2979857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02_05"/>
          <p:cNvSpPr/>
          <p:nvPr/>
        </p:nvSpPr>
        <p:spPr>
          <a:xfrm>
            <a:off x="209088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02_06"/>
          <p:cNvSpPr/>
          <p:nvPr/>
        </p:nvSpPr>
        <p:spPr>
          <a:xfrm>
            <a:off x="2239043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02_07"/>
          <p:cNvSpPr/>
          <p:nvPr/>
        </p:nvSpPr>
        <p:spPr>
          <a:xfrm>
            <a:off x="2387206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m02_08"/>
          <p:cNvSpPr/>
          <p:nvPr/>
        </p:nvSpPr>
        <p:spPr>
          <a:xfrm>
            <a:off x="2535369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02_09"/>
          <p:cNvSpPr/>
          <p:nvPr/>
        </p:nvSpPr>
        <p:spPr>
          <a:xfrm>
            <a:off x="2683532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02_10"/>
          <p:cNvSpPr/>
          <p:nvPr/>
        </p:nvSpPr>
        <p:spPr>
          <a:xfrm>
            <a:off x="2831694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02_11"/>
          <p:cNvSpPr/>
          <p:nvPr/>
        </p:nvSpPr>
        <p:spPr>
          <a:xfrm>
            <a:off x="2979857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02_12"/>
          <p:cNvSpPr/>
          <p:nvPr/>
        </p:nvSpPr>
        <p:spPr>
          <a:xfrm>
            <a:off x="312802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3_05"/>
          <p:cNvSpPr/>
          <p:nvPr/>
        </p:nvSpPr>
        <p:spPr>
          <a:xfrm>
            <a:off x="209088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m03_06"/>
          <p:cNvSpPr/>
          <p:nvPr/>
        </p:nvSpPr>
        <p:spPr>
          <a:xfrm>
            <a:off x="2239043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03_07"/>
          <p:cNvSpPr/>
          <p:nvPr/>
        </p:nvSpPr>
        <p:spPr>
          <a:xfrm>
            <a:off x="2387206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m03_08"/>
          <p:cNvSpPr/>
          <p:nvPr/>
        </p:nvSpPr>
        <p:spPr>
          <a:xfrm>
            <a:off x="2535369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m03_09"/>
          <p:cNvSpPr/>
          <p:nvPr/>
        </p:nvSpPr>
        <p:spPr>
          <a:xfrm>
            <a:off x="2683532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03_10"/>
          <p:cNvSpPr/>
          <p:nvPr/>
        </p:nvSpPr>
        <p:spPr>
          <a:xfrm>
            <a:off x="2831694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m03_11"/>
          <p:cNvSpPr/>
          <p:nvPr/>
        </p:nvSpPr>
        <p:spPr>
          <a:xfrm>
            <a:off x="2979857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m03_12"/>
          <p:cNvSpPr/>
          <p:nvPr/>
        </p:nvSpPr>
        <p:spPr>
          <a:xfrm>
            <a:off x="312802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04_05"/>
          <p:cNvSpPr/>
          <p:nvPr/>
        </p:nvSpPr>
        <p:spPr>
          <a:xfrm>
            <a:off x="209088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m04_06"/>
          <p:cNvSpPr/>
          <p:nvPr/>
        </p:nvSpPr>
        <p:spPr>
          <a:xfrm>
            <a:off x="2239043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m04_07"/>
          <p:cNvSpPr/>
          <p:nvPr/>
        </p:nvSpPr>
        <p:spPr>
          <a:xfrm>
            <a:off x="2387206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04_08"/>
          <p:cNvSpPr/>
          <p:nvPr/>
        </p:nvSpPr>
        <p:spPr>
          <a:xfrm>
            <a:off x="2535369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8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m04_09"/>
          <p:cNvSpPr/>
          <p:nvPr/>
        </p:nvSpPr>
        <p:spPr>
          <a:xfrm>
            <a:off x="2683532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9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04_10"/>
          <p:cNvSpPr/>
          <p:nvPr/>
        </p:nvSpPr>
        <p:spPr>
          <a:xfrm>
            <a:off x="2831694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04_11"/>
          <p:cNvSpPr/>
          <p:nvPr/>
        </p:nvSpPr>
        <p:spPr>
          <a:xfrm>
            <a:off x="2979857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04_12"/>
          <p:cNvSpPr/>
          <p:nvPr/>
        </p:nvSpPr>
        <p:spPr>
          <a:xfrm>
            <a:off x="312802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05_05"/>
          <p:cNvSpPr/>
          <p:nvPr/>
        </p:nvSpPr>
        <p:spPr>
          <a:xfrm>
            <a:off x="209088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05_06"/>
          <p:cNvSpPr/>
          <p:nvPr/>
        </p:nvSpPr>
        <p:spPr>
          <a:xfrm>
            <a:off x="2239043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05_07"/>
          <p:cNvSpPr/>
          <p:nvPr/>
        </p:nvSpPr>
        <p:spPr>
          <a:xfrm>
            <a:off x="2387206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m05_08"/>
          <p:cNvSpPr/>
          <p:nvPr/>
        </p:nvSpPr>
        <p:spPr>
          <a:xfrm>
            <a:off x="2535369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m05_09"/>
          <p:cNvSpPr/>
          <p:nvPr/>
        </p:nvSpPr>
        <p:spPr>
          <a:xfrm>
            <a:off x="2683532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m05_10"/>
          <p:cNvSpPr/>
          <p:nvPr/>
        </p:nvSpPr>
        <p:spPr>
          <a:xfrm>
            <a:off x="2831694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m05_11"/>
          <p:cNvSpPr/>
          <p:nvPr/>
        </p:nvSpPr>
        <p:spPr>
          <a:xfrm>
            <a:off x="2979857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m05_12"/>
          <p:cNvSpPr/>
          <p:nvPr/>
        </p:nvSpPr>
        <p:spPr>
          <a:xfrm>
            <a:off x="312802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m06_05"/>
          <p:cNvSpPr/>
          <p:nvPr/>
        </p:nvSpPr>
        <p:spPr>
          <a:xfrm>
            <a:off x="209088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m06_06"/>
          <p:cNvSpPr/>
          <p:nvPr/>
        </p:nvSpPr>
        <p:spPr>
          <a:xfrm>
            <a:off x="2239043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m06_07"/>
          <p:cNvSpPr/>
          <p:nvPr/>
        </p:nvSpPr>
        <p:spPr>
          <a:xfrm>
            <a:off x="2387206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m06_08"/>
          <p:cNvSpPr/>
          <p:nvPr/>
        </p:nvSpPr>
        <p:spPr>
          <a:xfrm>
            <a:off x="2535369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7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m06_09"/>
          <p:cNvSpPr/>
          <p:nvPr/>
        </p:nvSpPr>
        <p:spPr>
          <a:xfrm>
            <a:off x="2683532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m06_10"/>
          <p:cNvSpPr/>
          <p:nvPr/>
        </p:nvSpPr>
        <p:spPr>
          <a:xfrm>
            <a:off x="2831694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m06_11"/>
          <p:cNvSpPr/>
          <p:nvPr/>
        </p:nvSpPr>
        <p:spPr>
          <a:xfrm>
            <a:off x="2979857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m06_12"/>
          <p:cNvSpPr/>
          <p:nvPr/>
        </p:nvSpPr>
        <p:spPr>
          <a:xfrm>
            <a:off x="312802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m07_05"/>
          <p:cNvSpPr/>
          <p:nvPr/>
        </p:nvSpPr>
        <p:spPr>
          <a:xfrm>
            <a:off x="209088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m07_06"/>
          <p:cNvSpPr/>
          <p:nvPr/>
        </p:nvSpPr>
        <p:spPr>
          <a:xfrm>
            <a:off x="2239043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m07_07"/>
          <p:cNvSpPr/>
          <p:nvPr/>
        </p:nvSpPr>
        <p:spPr>
          <a:xfrm>
            <a:off x="2387206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m07_08"/>
          <p:cNvSpPr/>
          <p:nvPr/>
        </p:nvSpPr>
        <p:spPr>
          <a:xfrm>
            <a:off x="2535369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3A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m07_09"/>
          <p:cNvSpPr/>
          <p:nvPr/>
        </p:nvSpPr>
        <p:spPr>
          <a:xfrm>
            <a:off x="2683532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6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m07_10"/>
          <p:cNvSpPr/>
          <p:nvPr/>
        </p:nvSpPr>
        <p:spPr>
          <a:xfrm>
            <a:off x="2831694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m07_11"/>
          <p:cNvSpPr/>
          <p:nvPr/>
        </p:nvSpPr>
        <p:spPr>
          <a:xfrm>
            <a:off x="2979857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m07_12"/>
          <p:cNvSpPr/>
          <p:nvPr/>
        </p:nvSpPr>
        <p:spPr>
          <a:xfrm>
            <a:off x="312802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m08_05"/>
          <p:cNvSpPr/>
          <p:nvPr/>
        </p:nvSpPr>
        <p:spPr>
          <a:xfrm>
            <a:off x="209088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m08_06"/>
          <p:cNvSpPr/>
          <p:nvPr/>
        </p:nvSpPr>
        <p:spPr>
          <a:xfrm>
            <a:off x="2239043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m08_07"/>
          <p:cNvSpPr/>
          <p:nvPr/>
        </p:nvSpPr>
        <p:spPr>
          <a:xfrm>
            <a:off x="2387206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m08_08"/>
          <p:cNvSpPr/>
          <p:nvPr/>
        </p:nvSpPr>
        <p:spPr>
          <a:xfrm>
            <a:off x="2535369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m08_09"/>
          <p:cNvSpPr/>
          <p:nvPr/>
        </p:nvSpPr>
        <p:spPr>
          <a:xfrm>
            <a:off x="2683532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m08_10"/>
          <p:cNvSpPr/>
          <p:nvPr/>
        </p:nvSpPr>
        <p:spPr>
          <a:xfrm>
            <a:off x="2831694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m08_11"/>
          <p:cNvSpPr/>
          <p:nvPr/>
        </p:nvSpPr>
        <p:spPr>
          <a:xfrm>
            <a:off x="2979857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m08_12"/>
          <p:cNvSpPr/>
          <p:nvPr/>
        </p:nvSpPr>
        <p:spPr>
          <a:xfrm>
            <a:off x="312802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m09_05"/>
          <p:cNvSpPr/>
          <p:nvPr/>
        </p:nvSpPr>
        <p:spPr>
          <a:xfrm>
            <a:off x="209088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m09_06"/>
          <p:cNvSpPr/>
          <p:nvPr/>
        </p:nvSpPr>
        <p:spPr>
          <a:xfrm>
            <a:off x="2239043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m09_07"/>
          <p:cNvSpPr/>
          <p:nvPr/>
        </p:nvSpPr>
        <p:spPr>
          <a:xfrm>
            <a:off x="2387206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m09_08"/>
          <p:cNvSpPr/>
          <p:nvPr/>
        </p:nvSpPr>
        <p:spPr>
          <a:xfrm>
            <a:off x="2535369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m09_09"/>
          <p:cNvSpPr/>
          <p:nvPr/>
        </p:nvSpPr>
        <p:spPr>
          <a:xfrm>
            <a:off x="2683532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m09_10"/>
          <p:cNvSpPr/>
          <p:nvPr/>
        </p:nvSpPr>
        <p:spPr>
          <a:xfrm>
            <a:off x="2831694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m09_11"/>
          <p:cNvSpPr/>
          <p:nvPr/>
        </p:nvSpPr>
        <p:spPr>
          <a:xfrm>
            <a:off x="2979857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m09_12"/>
          <p:cNvSpPr/>
          <p:nvPr/>
        </p:nvSpPr>
        <p:spPr>
          <a:xfrm>
            <a:off x="312802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m10_06"/>
          <p:cNvSpPr/>
          <p:nvPr/>
        </p:nvSpPr>
        <p:spPr>
          <a:xfrm>
            <a:off x="2239043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m10_07"/>
          <p:cNvSpPr/>
          <p:nvPr/>
        </p:nvSpPr>
        <p:spPr>
          <a:xfrm>
            <a:off x="2387206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m10_08"/>
          <p:cNvSpPr/>
          <p:nvPr/>
        </p:nvSpPr>
        <p:spPr>
          <a:xfrm>
            <a:off x="2535369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m10_09"/>
          <p:cNvSpPr/>
          <p:nvPr/>
        </p:nvSpPr>
        <p:spPr>
          <a:xfrm>
            <a:off x="2683532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m10_10"/>
          <p:cNvSpPr/>
          <p:nvPr/>
        </p:nvSpPr>
        <p:spPr>
          <a:xfrm>
            <a:off x="2831694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m10_11"/>
          <p:cNvSpPr/>
          <p:nvPr/>
        </p:nvSpPr>
        <p:spPr>
          <a:xfrm>
            <a:off x="2979857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m10_12"/>
          <p:cNvSpPr/>
          <p:nvPr/>
        </p:nvSpPr>
        <p:spPr>
          <a:xfrm>
            <a:off x="3128020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m11_06"/>
          <p:cNvSpPr/>
          <p:nvPr/>
        </p:nvSpPr>
        <p:spPr>
          <a:xfrm>
            <a:off x="2239043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m11_07"/>
          <p:cNvSpPr/>
          <p:nvPr/>
        </p:nvSpPr>
        <p:spPr>
          <a:xfrm>
            <a:off x="2387206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m11_08"/>
          <p:cNvSpPr/>
          <p:nvPr/>
        </p:nvSpPr>
        <p:spPr>
          <a:xfrm>
            <a:off x="2535369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m11_09"/>
          <p:cNvSpPr/>
          <p:nvPr/>
        </p:nvSpPr>
        <p:spPr>
          <a:xfrm>
            <a:off x="2683532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m11_10"/>
          <p:cNvSpPr/>
          <p:nvPr/>
        </p:nvSpPr>
        <p:spPr>
          <a:xfrm>
            <a:off x="2831694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m11_11"/>
          <p:cNvSpPr/>
          <p:nvPr/>
        </p:nvSpPr>
        <p:spPr>
          <a:xfrm>
            <a:off x="2979857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m11_12"/>
          <p:cNvSpPr/>
          <p:nvPr/>
        </p:nvSpPr>
        <p:spPr>
          <a:xfrm>
            <a:off x="3128020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m12_06"/>
          <p:cNvSpPr/>
          <p:nvPr/>
        </p:nvSpPr>
        <p:spPr>
          <a:xfrm>
            <a:off x="2239043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m12_07"/>
          <p:cNvSpPr/>
          <p:nvPr/>
        </p:nvSpPr>
        <p:spPr>
          <a:xfrm>
            <a:off x="2387206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m12_08"/>
          <p:cNvSpPr/>
          <p:nvPr/>
        </p:nvSpPr>
        <p:spPr>
          <a:xfrm>
            <a:off x="2535369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m12_09"/>
          <p:cNvSpPr/>
          <p:nvPr/>
        </p:nvSpPr>
        <p:spPr>
          <a:xfrm>
            <a:off x="2683532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m12_10"/>
          <p:cNvSpPr/>
          <p:nvPr/>
        </p:nvSpPr>
        <p:spPr>
          <a:xfrm>
            <a:off x="2831694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m12_11"/>
          <p:cNvSpPr/>
          <p:nvPr/>
        </p:nvSpPr>
        <p:spPr>
          <a:xfrm>
            <a:off x="2979857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m12_12"/>
          <p:cNvSpPr/>
          <p:nvPr/>
        </p:nvSpPr>
        <p:spPr>
          <a:xfrm>
            <a:off x="3128020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m13_06"/>
          <p:cNvSpPr/>
          <p:nvPr/>
        </p:nvSpPr>
        <p:spPr>
          <a:xfrm>
            <a:off x="2239043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m13_07"/>
          <p:cNvSpPr/>
          <p:nvPr/>
        </p:nvSpPr>
        <p:spPr>
          <a:xfrm>
            <a:off x="2387206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m13_08"/>
          <p:cNvSpPr/>
          <p:nvPr/>
        </p:nvSpPr>
        <p:spPr>
          <a:xfrm>
            <a:off x="2535369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m13_09"/>
          <p:cNvSpPr/>
          <p:nvPr/>
        </p:nvSpPr>
        <p:spPr>
          <a:xfrm>
            <a:off x="2683532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m13_10"/>
          <p:cNvSpPr/>
          <p:nvPr/>
        </p:nvSpPr>
        <p:spPr>
          <a:xfrm>
            <a:off x="2831694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m13_11"/>
          <p:cNvSpPr/>
          <p:nvPr/>
        </p:nvSpPr>
        <p:spPr>
          <a:xfrm>
            <a:off x="2979857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m13_12"/>
          <p:cNvSpPr/>
          <p:nvPr/>
        </p:nvSpPr>
        <p:spPr>
          <a:xfrm>
            <a:off x="3128020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m14_06"/>
          <p:cNvSpPr/>
          <p:nvPr/>
        </p:nvSpPr>
        <p:spPr>
          <a:xfrm>
            <a:off x="2239043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m14_07"/>
          <p:cNvSpPr/>
          <p:nvPr/>
        </p:nvSpPr>
        <p:spPr>
          <a:xfrm>
            <a:off x="2387206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m14_08"/>
          <p:cNvSpPr/>
          <p:nvPr/>
        </p:nvSpPr>
        <p:spPr>
          <a:xfrm>
            <a:off x="2535369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m14_09"/>
          <p:cNvSpPr/>
          <p:nvPr/>
        </p:nvSpPr>
        <p:spPr>
          <a:xfrm>
            <a:off x="2683532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m14_10"/>
          <p:cNvSpPr/>
          <p:nvPr/>
        </p:nvSpPr>
        <p:spPr>
          <a:xfrm>
            <a:off x="2831694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m14_11"/>
          <p:cNvSpPr/>
          <p:nvPr/>
        </p:nvSpPr>
        <p:spPr>
          <a:xfrm>
            <a:off x="2979857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m14_12"/>
          <p:cNvSpPr/>
          <p:nvPr/>
        </p:nvSpPr>
        <p:spPr>
          <a:xfrm>
            <a:off x="3128020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m15_07"/>
          <p:cNvSpPr/>
          <p:nvPr/>
        </p:nvSpPr>
        <p:spPr>
          <a:xfrm>
            <a:off x="2387206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m15_08"/>
          <p:cNvSpPr/>
          <p:nvPr/>
        </p:nvSpPr>
        <p:spPr>
          <a:xfrm>
            <a:off x="2535369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m15_09"/>
          <p:cNvSpPr/>
          <p:nvPr/>
        </p:nvSpPr>
        <p:spPr>
          <a:xfrm>
            <a:off x="2683532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m15_10"/>
          <p:cNvSpPr/>
          <p:nvPr/>
        </p:nvSpPr>
        <p:spPr>
          <a:xfrm>
            <a:off x="2831694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m15_11"/>
          <p:cNvSpPr/>
          <p:nvPr/>
        </p:nvSpPr>
        <p:spPr>
          <a:xfrm>
            <a:off x="2979857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m15_12"/>
          <p:cNvSpPr/>
          <p:nvPr/>
        </p:nvSpPr>
        <p:spPr>
          <a:xfrm>
            <a:off x="3128020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m15_13"/>
          <p:cNvSpPr/>
          <p:nvPr/>
        </p:nvSpPr>
        <p:spPr>
          <a:xfrm>
            <a:off x="3276183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m16_07"/>
          <p:cNvSpPr/>
          <p:nvPr/>
        </p:nvSpPr>
        <p:spPr>
          <a:xfrm>
            <a:off x="2387206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m16_08"/>
          <p:cNvSpPr/>
          <p:nvPr/>
        </p:nvSpPr>
        <p:spPr>
          <a:xfrm>
            <a:off x="2535369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m16_09"/>
          <p:cNvSpPr/>
          <p:nvPr/>
        </p:nvSpPr>
        <p:spPr>
          <a:xfrm>
            <a:off x="2683532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m16_10"/>
          <p:cNvSpPr/>
          <p:nvPr/>
        </p:nvSpPr>
        <p:spPr>
          <a:xfrm>
            <a:off x="2831694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m16_11"/>
          <p:cNvSpPr/>
          <p:nvPr/>
        </p:nvSpPr>
        <p:spPr>
          <a:xfrm>
            <a:off x="2979857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m16_12"/>
          <p:cNvSpPr/>
          <p:nvPr/>
        </p:nvSpPr>
        <p:spPr>
          <a:xfrm>
            <a:off x="3128020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m16_13"/>
          <p:cNvSpPr/>
          <p:nvPr/>
        </p:nvSpPr>
        <p:spPr>
          <a:xfrm>
            <a:off x="3276183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m17_07"/>
          <p:cNvSpPr/>
          <p:nvPr/>
        </p:nvSpPr>
        <p:spPr>
          <a:xfrm>
            <a:off x="2387206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m17_08"/>
          <p:cNvSpPr/>
          <p:nvPr/>
        </p:nvSpPr>
        <p:spPr>
          <a:xfrm>
            <a:off x="2535369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m17_09"/>
          <p:cNvSpPr/>
          <p:nvPr/>
        </p:nvSpPr>
        <p:spPr>
          <a:xfrm>
            <a:off x="2683532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m17_10"/>
          <p:cNvSpPr/>
          <p:nvPr/>
        </p:nvSpPr>
        <p:spPr>
          <a:xfrm>
            <a:off x="2831694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m17_11"/>
          <p:cNvSpPr/>
          <p:nvPr/>
        </p:nvSpPr>
        <p:spPr>
          <a:xfrm>
            <a:off x="2979857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m17_12"/>
          <p:cNvSpPr/>
          <p:nvPr/>
        </p:nvSpPr>
        <p:spPr>
          <a:xfrm>
            <a:off x="3128020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m17_13"/>
          <p:cNvSpPr/>
          <p:nvPr/>
        </p:nvSpPr>
        <p:spPr>
          <a:xfrm>
            <a:off x="3276183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m18_06"/>
          <p:cNvSpPr/>
          <p:nvPr/>
        </p:nvSpPr>
        <p:spPr>
          <a:xfrm>
            <a:off x="223904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m18_07"/>
          <p:cNvSpPr/>
          <p:nvPr/>
        </p:nvSpPr>
        <p:spPr>
          <a:xfrm>
            <a:off x="2387206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m18_08"/>
          <p:cNvSpPr/>
          <p:nvPr/>
        </p:nvSpPr>
        <p:spPr>
          <a:xfrm>
            <a:off x="2535369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m18_09"/>
          <p:cNvSpPr/>
          <p:nvPr/>
        </p:nvSpPr>
        <p:spPr>
          <a:xfrm>
            <a:off x="2683532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m18_10"/>
          <p:cNvSpPr/>
          <p:nvPr/>
        </p:nvSpPr>
        <p:spPr>
          <a:xfrm>
            <a:off x="2831694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m18_11"/>
          <p:cNvSpPr/>
          <p:nvPr/>
        </p:nvSpPr>
        <p:spPr>
          <a:xfrm>
            <a:off x="2979857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m18_12"/>
          <p:cNvSpPr/>
          <p:nvPr/>
        </p:nvSpPr>
        <p:spPr>
          <a:xfrm>
            <a:off x="3128020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m18_13"/>
          <p:cNvSpPr/>
          <p:nvPr/>
        </p:nvSpPr>
        <p:spPr>
          <a:xfrm>
            <a:off x="327618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m19_06"/>
          <p:cNvSpPr/>
          <p:nvPr/>
        </p:nvSpPr>
        <p:spPr>
          <a:xfrm>
            <a:off x="223904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m19_07"/>
          <p:cNvSpPr/>
          <p:nvPr/>
        </p:nvSpPr>
        <p:spPr>
          <a:xfrm>
            <a:off x="2387206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m19_08"/>
          <p:cNvSpPr/>
          <p:nvPr/>
        </p:nvSpPr>
        <p:spPr>
          <a:xfrm>
            <a:off x="2535369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m19_09"/>
          <p:cNvSpPr/>
          <p:nvPr/>
        </p:nvSpPr>
        <p:spPr>
          <a:xfrm>
            <a:off x="2683532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m19_10"/>
          <p:cNvSpPr/>
          <p:nvPr/>
        </p:nvSpPr>
        <p:spPr>
          <a:xfrm>
            <a:off x="2831694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m19_11"/>
          <p:cNvSpPr/>
          <p:nvPr/>
        </p:nvSpPr>
        <p:spPr>
          <a:xfrm>
            <a:off x="2979857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m19_12"/>
          <p:cNvSpPr/>
          <p:nvPr/>
        </p:nvSpPr>
        <p:spPr>
          <a:xfrm>
            <a:off x="3128020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m19_13"/>
          <p:cNvSpPr/>
          <p:nvPr/>
        </p:nvSpPr>
        <p:spPr>
          <a:xfrm>
            <a:off x="327618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m20_06"/>
          <p:cNvSpPr/>
          <p:nvPr/>
        </p:nvSpPr>
        <p:spPr>
          <a:xfrm>
            <a:off x="223904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m20_07"/>
          <p:cNvSpPr/>
          <p:nvPr/>
        </p:nvSpPr>
        <p:spPr>
          <a:xfrm>
            <a:off x="2387206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m20_08"/>
          <p:cNvSpPr/>
          <p:nvPr/>
        </p:nvSpPr>
        <p:spPr>
          <a:xfrm>
            <a:off x="2535369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m20_09"/>
          <p:cNvSpPr/>
          <p:nvPr/>
        </p:nvSpPr>
        <p:spPr>
          <a:xfrm>
            <a:off x="2683532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m20_10"/>
          <p:cNvSpPr/>
          <p:nvPr/>
        </p:nvSpPr>
        <p:spPr>
          <a:xfrm>
            <a:off x="2831694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m20_11"/>
          <p:cNvSpPr/>
          <p:nvPr/>
        </p:nvSpPr>
        <p:spPr>
          <a:xfrm>
            <a:off x="2979857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m20_12"/>
          <p:cNvSpPr/>
          <p:nvPr/>
        </p:nvSpPr>
        <p:spPr>
          <a:xfrm>
            <a:off x="3128020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m20_13"/>
          <p:cNvSpPr/>
          <p:nvPr/>
        </p:nvSpPr>
        <p:spPr>
          <a:xfrm>
            <a:off x="327618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m21_05"/>
          <p:cNvSpPr/>
          <p:nvPr/>
        </p:nvSpPr>
        <p:spPr>
          <a:xfrm>
            <a:off x="209088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m21_06"/>
          <p:cNvSpPr/>
          <p:nvPr/>
        </p:nvSpPr>
        <p:spPr>
          <a:xfrm>
            <a:off x="223904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m21_07"/>
          <p:cNvSpPr/>
          <p:nvPr/>
        </p:nvSpPr>
        <p:spPr>
          <a:xfrm>
            <a:off x="2387206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m21_08"/>
          <p:cNvSpPr/>
          <p:nvPr/>
        </p:nvSpPr>
        <p:spPr>
          <a:xfrm>
            <a:off x="2535369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m21_09"/>
          <p:cNvSpPr/>
          <p:nvPr/>
        </p:nvSpPr>
        <p:spPr>
          <a:xfrm>
            <a:off x="2683532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m21_10"/>
          <p:cNvSpPr/>
          <p:nvPr/>
        </p:nvSpPr>
        <p:spPr>
          <a:xfrm>
            <a:off x="2831694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m21_11"/>
          <p:cNvSpPr/>
          <p:nvPr/>
        </p:nvSpPr>
        <p:spPr>
          <a:xfrm>
            <a:off x="2979857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m21_12"/>
          <p:cNvSpPr/>
          <p:nvPr/>
        </p:nvSpPr>
        <p:spPr>
          <a:xfrm>
            <a:off x="312802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m21_13"/>
          <p:cNvSpPr/>
          <p:nvPr/>
        </p:nvSpPr>
        <p:spPr>
          <a:xfrm>
            <a:off x="327618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m22_05"/>
          <p:cNvSpPr/>
          <p:nvPr/>
        </p:nvSpPr>
        <p:spPr>
          <a:xfrm>
            <a:off x="209088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m22_06"/>
          <p:cNvSpPr/>
          <p:nvPr/>
        </p:nvSpPr>
        <p:spPr>
          <a:xfrm>
            <a:off x="223904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m22_07"/>
          <p:cNvSpPr/>
          <p:nvPr/>
        </p:nvSpPr>
        <p:spPr>
          <a:xfrm>
            <a:off x="2387206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m22_08"/>
          <p:cNvSpPr/>
          <p:nvPr/>
        </p:nvSpPr>
        <p:spPr>
          <a:xfrm>
            <a:off x="2535369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m22_09"/>
          <p:cNvSpPr/>
          <p:nvPr/>
        </p:nvSpPr>
        <p:spPr>
          <a:xfrm>
            <a:off x="2683532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m22_10"/>
          <p:cNvSpPr/>
          <p:nvPr/>
        </p:nvSpPr>
        <p:spPr>
          <a:xfrm>
            <a:off x="2831694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m22_11"/>
          <p:cNvSpPr/>
          <p:nvPr/>
        </p:nvSpPr>
        <p:spPr>
          <a:xfrm>
            <a:off x="2979857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m22_12"/>
          <p:cNvSpPr/>
          <p:nvPr/>
        </p:nvSpPr>
        <p:spPr>
          <a:xfrm>
            <a:off x="312802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m22_13"/>
          <p:cNvSpPr/>
          <p:nvPr/>
        </p:nvSpPr>
        <p:spPr>
          <a:xfrm>
            <a:off x="327618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m23_04"/>
          <p:cNvSpPr/>
          <p:nvPr/>
        </p:nvSpPr>
        <p:spPr>
          <a:xfrm>
            <a:off x="194271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m23_05"/>
          <p:cNvSpPr/>
          <p:nvPr/>
        </p:nvSpPr>
        <p:spPr>
          <a:xfrm>
            <a:off x="209088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m23_06"/>
          <p:cNvSpPr/>
          <p:nvPr/>
        </p:nvSpPr>
        <p:spPr>
          <a:xfrm>
            <a:off x="223904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m23_07"/>
          <p:cNvSpPr/>
          <p:nvPr/>
        </p:nvSpPr>
        <p:spPr>
          <a:xfrm>
            <a:off x="238720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4B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m23_08"/>
          <p:cNvSpPr/>
          <p:nvPr/>
        </p:nvSpPr>
        <p:spPr>
          <a:xfrm>
            <a:off x="2535369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m23_09"/>
          <p:cNvSpPr/>
          <p:nvPr/>
        </p:nvSpPr>
        <p:spPr>
          <a:xfrm>
            <a:off x="2683532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m23_10"/>
          <p:cNvSpPr/>
          <p:nvPr/>
        </p:nvSpPr>
        <p:spPr>
          <a:xfrm>
            <a:off x="2831694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m23_11"/>
          <p:cNvSpPr/>
          <p:nvPr/>
        </p:nvSpPr>
        <p:spPr>
          <a:xfrm>
            <a:off x="297985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m23_12"/>
          <p:cNvSpPr/>
          <p:nvPr/>
        </p:nvSpPr>
        <p:spPr>
          <a:xfrm>
            <a:off x="312802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m23_13"/>
          <p:cNvSpPr/>
          <p:nvPr/>
        </p:nvSpPr>
        <p:spPr>
          <a:xfrm>
            <a:off x="327618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m23_14"/>
          <p:cNvSpPr/>
          <p:nvPr/>
        </p:nvSpPr>
        <p:spPr>
          <a:xfrm>
            <a:off x="342434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m24_04"/>
          <p:cNvSpPr/>
          <p:nvPr/>
        </p:nvSpPr>
        <p:spPr>
          <a:xfrm>
            <a:off x="194271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m24_05"/>
          <p:cNvSpPr/>
          <p:nvPr/>
        </p:nvSpPr>
        <p:spPr>
          <a:xfrm>
            <a:off x="209088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8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m24_06"/>
          <p:cNvSpPr/>
          <p:nvPr/>
        </p:nvSpPr>
        <p:spPr>
          <a:xfrm>
            <a:off x="223904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m24_07"/>
          <p:cNvSpPr/>
          <p:nvPr/>
        </p:nvSpPr>
        <p:spPr>
          <a:xfrm>
            <a:off x="238720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m24_08"/>
          <p:cNvSpPr/>
          <p:nvPr/>
        </p:nvSpPr>
        <p:spPr>
          <a:xfrm>
            <a:off x="2535369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m24_09"/>
          <p:cNvSpPr/>
          <p:nvPr/>
        </p:nvSpPr>
        <p:spPr>
          <a:xfrm>
            <a:off x="2683532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m24_10"/>
          <p:cNvSpPr/>
          <p:nvPr/>
        </p:nvSpPr>
        <p:spPr>
          <a:xfrm>
            <a:off x="2831694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m24_11"/>
          <p:cNvSpPr/>
          <p:nvPr/>
        </p:nvSpPr>
        <p:spPr>
          <a:xfrm>
            <a:off x="297985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m24_12"/>
          <p:cNvSpPr/>
          <p:nvPr/>
        </p:nvSpPr>
        <p:spPr>
          <a:xfrm>
            <a:off x="312802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m24_13"/>
          <p:cNvSpPr/>
          <p:nvPr/>
        </p:nvSpPr>
        <p:spPr>
          <a:xfrm>
            <a:off x="327618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m24_14"/>
          <p:cNvSpPr/>
          <p:nvPr/>
        </p:nvSpPr>
        <p:spPr>
          <a:xfrm>
            <a:off x="342434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m25_04"/>
          <p:cNvSpPr/>
          <p:nvPr/>
        </p:nvSpPr>
        <p:spPr>
          <a:xfrm>
            <a:off x="194271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m25_05"/>
          <p:cNvSpPr/>
          <p:nvPr/>
        </p:nvSpPr>
        <p:spPr>
          <a:xfrm>
            <a:off x="209088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m25_06"/>
          <p:cNvSpPr/>
          <p:nvPr/>
        </p:nvSpPr>
        <p:spPr>
          <a:xfrm>
            <a:off x="223904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C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m25_07"/>
          <p:cNvSpPr/>
          <p:nvPr/>
        </p:nvSpPr>
        <p:spPr>
          <a:xfrm>
            <a:off x="238720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CB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m25_08"/>
          <p:cNvSpPr/>
          <p:nvPr/>
        </p:nvSpPr>
        <p:spPr>
          <a:xfrm>
            <a:off x="2535369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m25_09"/>
          <p:cNvSpPr/>
          <p:nvPr/>
        </p:nvSpPr>
        <p:spPr>
          <a:xfrm>
            <a:off x="2683532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m25_10"/>
          <p:cNvSpPr/>
          <p:nvPr/>
        </p:nvSpPr>
        <p:spPr>
          <a:xfrm>
            <a:off x="2831694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m25_11"/>
          <p:cNvSpPr/>
          <p:nvPr/>
        </p:nvSpPr>
        <p:spPr>
          <a:xfrm>
            <a:off x="297985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m25_12"/>
          <p:cNvSpPr/>
          <p:nvPr/>
        </p:nvSpPr>
        <p:spPr>
          <a:xfrm>
            <a:off x="312802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m25_13"/>
          <p:cNvSpPr/>
          <p:nvPr/>
        </p:nvSpPr>
        <p:spPr>
          <a:xfrm>
            <a:off x="327618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m25_14"/>
          <p:cNvSpPr/>
          <p:nvPr/>
        </p:nvSpPr>
        <p:spPr>
          <a:xfrm>
            <a:off x="342434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m26_03"/>
          <p:cNvSpPr/>
          <p:nvPr/>
        </p:nvSpPr>
        <p:spPr>
          <a:xfrm>
            <a:off x="179455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m26_04"/>
          <p:cNvSpPr/>
          <p:nvPr/>
        </p:nvSpPr>
        <p:spPr>
          <a:xfrm>
            <a:off x="194271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m26_05"/>
          <p:cNvSpPr/>
          <p:nvPr/>
        </p:nvSpPr>
        <p:spPr>
          <a:xfrm>
            <a:off x="209088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m26_06"/>
          <p:cNvSpPr/>
          <p:nvPr/>
        </p:nvSpPr>
        <p:spPr>
          <a:xfrm>
            <a:off x="223904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3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m26_07"/>
          <p:cNvSpPr/>
          <p:nvPr/>
        </p:nvSpPr>
        <p:spPr>
          <a:xfrm>
            <a:off x="238720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m26_08"/>
          <p:cNvSpPr/>
          <p:nvPr/>
        </p:nvSpPr>
        <p:spPr>
          <a:xfrm>
            <a:off x="2535369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m26_09"/>
          <p:cNvSpPr/>
          <p:nvPr/>
        </p:nvSpPr>
        <p:spPr>
          <a:xfrm>
            <a:off x="2683532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m26_10"/>
          <p:cNvSpPr/>
          <p:nvPr/>
        </p:nvSpPr>
        <p:spPr>
          <a:xfrm>
            <a:off x="283169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m26_11"/>
          <p:cNvSpPr/>
          <p:nvPr/>
        </p:nvSpPr>
        <p:spPr>
          <a:xfrm>
            <a:off x="297985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m26_12"/>
          <p:cNvSpPr/>
          <p:nvPr/>
        </p:nvSpPr>
        <p:spPr>
          <a:xfrm>
            <a:off x="312802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m26_13"/>
          <p:cNvSpPr/>
          <p:nvPr/>
        </p:nvSpPr>
        <p:spPr>
          <a:xfrm>
            <a:off x="327618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m26_14"/>
          <p:cNvSpPr/>
          <p:nvPr/>
        </p:nvSpPr>
        <p:spPr>
          <a:xfrm>
            <a:off x="342434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m27_03"/>
          <p:cNvSpPr/>
          <p:nvPr/>
        </p:nvSpPr>
        <p:spPr>
          <a:xfrm>
            <a:off x="179455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m27_04"/>
          <p:cNvSpPr/>
          <p:nvPr/>
        </p:nvSpPr>
        <p:spPr>
          <a:xfrm>
            <a:off x="194271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m27_05"/>
          <p:cNvSpPr/>
          <p:nvPr/>
        </p:nvSpPr>
        <p:spPr>
          <a:xfrm>
            <a:off x="209088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m27_06"/>
          <p:cNvSpPr/>
          <p:nvPr/>
        </p:nvSpPr>
        <p:spPr>
          <a:xfrm>
            <a:off x="223904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m27_07"/>
          <p:cNvSpPr/>
          <p:nvPr/>
        </p:nvSpPr>
        <p:spPr>
          <a:xfrm>
            <a:off x="238720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m27_08"/>
          <p:cNvSpPr/>
          <p:nvPr/>
        </p:nvSpPr>
        <p:spPr>
          <a:xfrm>
            <a:off x="2535369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m27_09"/>
          <p:cNvSpPr/>
          <p:nvPr/>
        </p:nvSpPr>
        <p:spPr>
          <a:xfrm>
            <a:off x="2683532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m27_10"/>
          <p:cNvSpPr/>
          <p:nvPr/>
        </p:nvSpPr>
        <p:spPr>
          <a:xfrm>
            <a:off x="283169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m27_11"/>
          <p:cNvSpPr/>
          <p:nvPr/>
        </p:nvSpPr>
        <p:spPr>
          <a:xfrm>
            <a:off x="297985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m27_12"/>
          <p:cNvSpPr/>
          <p:nvPr/>
        </p:nvSpPr>
        <p:spPr>
          <a:xfrm>
            <a:off x="312802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m27_13"/>
          <p:cNvSpPr/>
          <p:nvPr/>
        </p:nvSpPr>
        <p:spPr>
          <a:xfrm>
            <a:off x="327618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m27_14"/>
          <p:cNvSpPr/>
          <p:nvPr/>
        </p:nvSpPr>
        <p:spPr>
          <a:xfrm>
            <a:off x="342434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m28_03"/>
          <p:cNvSpPr/>
          <p:nvPr/>
        </p:nvSpPr>
        <p:spPr>
          <a:xfrm>
            <a:off x="179455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m28_04"/>
          <p:cNvSpPr/>
          <p:nvPr/>
        </p:nvSpPr>
        <p:spPr>
          <a:xfrm>
            <a:off x="194271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m28_05"/>
          <p:cNvSpPr/>
          <p:nvPr/>
        </p:nvSpPr>
        <p:spPr>
          <a:xfrm>
            <a:off x="209088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m28_06"/>
          <p:cNvSpPr/>
          <p:nvPr/>
        </p:nvSpPr>
        <p:spPr>
          <a:xfrm>
            <a:off x="223904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m28_07"/>
          <p:cNvSpPr/>
          <p:nvPr/>
        </p:nvSpPr>
        <p:spPr>
          <a:xfrm>
            <a:off x="238720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m28_08"/>
          <p:cNvSpPr/>
          <p:nvPr/>
        </p:nvSpPr>
        <p:spPr>
          <a:xfrm>
            <a:off x="2535369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m28_09"/>
          <p:cNvSpPr/>
          <p:nvPr/>
        </p:nvSpPr>
        <p:spPr>
          <a:xfrm>
            <a:off x="2683532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m28_10"/>
          <p:cNvSpPr/>
          <p:nvPr/>
        </p:nvSpPr>
        <p:spPr>
          <a:xfrm>
            <a:off x="283169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m28_11"/>
          <p:cNvSpPr/>
          <p:nvPr/>
        </p:nvSpPr>
        <p:spPr>
          <a:xfrm>
            <a:off x="297985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m28_12"/>
          <p:cNvSpPr/>
          <p:nvPr/>
        </p:nvSpPr>
        <p:spPr>
          <a:xfrm>
            <a:off x="312802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m28_13"/>
          <p:cNvSpPr/>
          <p:nvPr/>
        </p:nvSpPr>
        <p:spPr>
          <a:xfrm>
            <a:off x="327618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m28_14"/>
          <p:cNvSpPr/>
          <p:nvPr/>
        </p:nvSpPr>
        <p:spPr>
          <a:xfrm>
            <a:off x="342434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m29_03"/>
          <p:cNvSpPr/>
          <p:nvPr/>
        </p:nvSpPr>
        <p:spPr>
          <a:xfrm>
            <a:off x="179455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m29_04"/>
          <p:cNvSpPr/>
          <p:nvPr/>
        </p:nvSpPr>
        <p:spPr>
          <a:xfrm>
            <a:off x="194271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m29_05"/>
          <p:cNvSpPr/>
          <p:nvPr/>
        </p:nvSpPr>
        <p:spPr>
          <a:xfrm>
            <a:off x="209088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m29_06"/>
          <p:cNvSpPr/>
          <p:nvPr/>
        </p:nvSpPr>
        <p:spPr>
          <a:xfrm>
            <a:off x="223904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m29_07"/>
          <p:cNvSpPr/>
          <p:nvPr/>
        </p:nvSpPr>
        <p:spPr>
          <a:xfrm>
            <a:off x="2387206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m29_08"/>
          <p:cNvSpPr/>
          <p:nvPr/>
        </p:nvSpPr>
        <p:spPr>
          <a:xfrm>
            <a:off x="2535369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m29_09"/>
          <p:cNvSpPr/>
          <p:nvPr/>
        </p:nvSpPr>
        <p:spPr>
          <a:xfrm>
            <a:off x="2683532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m29_10"/>
          <p:cNvSpPr/>
          <p:nvPr/>
        </p:nvSpPr>
        <p:spPr>
          <a:xfrm>
            <a:off x="283169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m29_11"/>
          <p:cNvSpPr/>
          <p:nvPr/>
        </p:nvSpPr>
        <p:spPr>
          <a:xfrm>
            <a:off x="297985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m29_12"/>
          <p:cNvSpPr/>
          <p:nvPr/>
        </p:nvSpPr>
        <p:spPr>
          <a:xfrm>
            <a:off x="312802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m29_13"/>
          <p:cNvSpPr/>
          <p:nvPr/>
        </p:nvSpPr>
        <p:spPr>
          <a:xfrm>
            <a:off x="327618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m30_03"/>
          <p:cNvSpPr/>
          <p:nvPr/>
        </p:nvSpPr>
        <p:spPr>
          <a:xfrm>
            <a:off x="179455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m30_04"/>
          <p:cNvSpPr/>
          <p:nvPr/>
        </p:nvSpPr>
        <p:spPr>
          <a:xfrm>
            <a:off x="194271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m30_05"/>
          <p:cNvSpPr/>
          <p:nvPr/>
        </p:nvSpPr>
        <p:spPr>
          <a:xfrm>
            <a:off x="209088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m30_06"/>
          <p:cNvSpPr/>
          <p:nvPr/>
        </p:nvSpPr>
        <p:spPr>
          <a:xfrm>
            <a:off x="223904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m30_07"/>
          <p:cNvSpPr/>
          <p:nvPr/>
        </p:nvSpPr>
        <p:spPr>
          <a:xfrm>
            <a:off x="2387206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m30_08"/>
          <p:cNvSpPr/>
          <p:nvPr/>
        </p:nvSpPr>
        <p:spPr>
          <a:xfrm>
            <a:off x="2535369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m30_09"/>
          <p:cNvSpPr/>
          <p:nvPr/>
        </p:nvSpPr>
        <p:spPr>
          <a:xfrm>
            <a:off x="2683532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m30_10"/>
          <p:cNvSpPr/>
          <p:nvPr/>
        </p:nvSpPr>
        <p:spPr>
          <a:xfrm>
            <a:off x="283169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m30_11"/>
          <p:cNvSpPr/>
          <p:nvPr/>
        </p:nvSpPr>
        <p:spPr>
          <a:xfrm>
            <a:off x="297985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m30_12"/>
          <p:cNvSpPr/>
          <p:nvPr/>
        </p:nvSpPr>
        <p:spPr>
          <a:xfrm>
            <a:off x="312802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m30_13"/>
          <p:cNvSpPr/>
          <p:nvPr/>
        </p:nvSpPr>
        <p:spPr>
          <a:xfrm>
            <a:off x="327618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m31_03"/>
          <p:cNvSpPr/>
          <p:nvPr/>
        </p:nvSpPr>
        <p:spPr>
          <a:xfrm>
            <a:off x="179455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m31_04"/>
          <p:cNvSpPr/>
          <p:nvPr/>
        </p:nvSpPr>
        <p:spPr>
          <a:xfrm>
            <a:off x="194271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m31_05"/>
          <p:cNvSpPr/>
          <p:nvPr/>
        </p:nvSpPr>
        <p:spPr>
          <a:xfrm>
            <a:off x="209088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m31_06"/>
          <p:cNvSpPr/>
          <p:nvPr/>
        </p:nvSpPr>
        <p:spPr>
          <a:xfrm>
            <a:off x="223904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m31_07"/>
          <p:cNvSpPr/>
          <p:nvPr/>
        </p:nvSpPr>
        <p:spPr>
          <a:xfrm>
            <a:off x="2387206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m31_08"/>
          <p:cNvSpPr/>
          <p:nvPr/>
        </p:nvSpPr>
        <p:spPr>
          <a:xfrm>
            <a:off x="2535369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m31_09"/>
          <p:cNvSpPr/>
          <p:nvPr/>
        </p:nvSpPr>
        <p:spPr>
          <a:xfrm>
            <a:off x="2683532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m31_10"/>
          <p:cNvSpPr/>
          <p:nvPr/>
        </p:nvSpPr>
        <p:spPr>
          <a:xfrm>
            <a:off x="283169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m31_11"/>
          <p:cNvSpPr/>
          <p:nvPr/>
        </p:nvSpPr>
        <p:spPr>
          <a:xfrm>
            <a:off x="297985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m31_12"/>
          <p:cNvSpPr/>
          <p:nvPr/>
        </p:nvSpPr>
        <p:spPr>
          <a:xfrm>
            <a:off x="312802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m31_13"/>
          <p:cNvSpPr/>
          <p:nvPr/>
        </p:nvSpPr>
        <p:spPr>
          <a:xfrm>
            <a:off x="327618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m32_03"/>
          <p:cNvSpPr/>
          <p:nvPr/>
        </p:nvSpPr>
        <p:spPr>
          <a:xfrm>
            <a:off x="179455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m32_04"/>
          <p:cNvSpPr/>
          <p:nvPr/>
        </p:nvSpPr>
        <p:spPr>
          <a:xfrm>
            <a:off x="194271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m32_05"/>
          <p:cNvSpPr/>
          <p:nvPr/>
        </p:nvSpPr>
        <p:spPr>
          <a:xfrm>
            <a:off x="209088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m32_06"/>
          <p:cNvSpPr/>
          <p:nvPr/>
        </p:nvSpPr>
        <p:spPr>
          <a:xfrm>
            <a:off x="2239043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m32_07"/>
          <p:cNvSpPr/>
          <p:nvPr/>
        </p:nvSpPr>
        <p:spPr>
          <a:xfrm>
            <a:off x="2387206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m32_08"/>
          <p:cNvSpPr/>
          <p:nvPr/>
        </p:nvSpPr>
        <p:spPr>
          <a:xfrm>
            <a:off x="2535369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m32_09"/>
          <p:cNvSpPr/>
          <p:nvPr/>
        </p:nvSpPr>
        <p:spPr>
          <a:xfrm>
            <a:off x="2683532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m32_10"/>
          <p:cNvSpPr/>
          <p:nvPr/>
        </p:nvSpPr>
        <p:spPr>
          <a:xfrm>
            <a:off x="283169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m32_11"/>
          <p:cNvSpPr/>
          <p:nvPr/>
        </p:nvSpPr>
        <p:spPr>
          <a:xfrm>
            <a:off x="297985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m32_12"/>
          <p:cNvSpPr/>
          <p:nvPr/>
        </p:nvSpPr>
        <p:spPr>
          <a:xfrm>
            <a:off x="312802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m33_03"/>
          <p:cNvSpPr/>
          <p:nvPr/>
        </p:nvSpPr>
        <p:spPr>
          <a:xfrm>
            <a:off x="179455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m33_04"/>
          <p:cNvSpPr/>
          <p:nvPr/>
        </p:nvSpPr>
        <p:spPr>
          <a:xfrm>
            <a:off x="194271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m33_05"/>
          <p:cNvSpPr/>
          <p:nvPr/>
        </p:nvSpPr>
        <p:spPr>
          <a:xfrm>
            <a:off x="209088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m33_06"/>
          <p:cNvSpPr/>
          <p:nvPr/>
        </p:nvSpPr>
        <p:spPr>
          <a:xfrm>
            <a:off x="2239043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m33_07"/>
          <p:cNvSpPr/>
          <p:nvPr/>
        </p:nvSpPr>
        <p:spPr>
          <a:xfrm>
            <a:off x="2387206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m33_08"/>
          <p:cNvSpPr/>
          <p:nvPr/>
        </p:nvSpPr>
        <p:spPr>
          <a:xfrm>
            <a:off x="2535369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m33_09"/>
          <p:cNvSpPr/>
          <p:nvPr/>
        </p:nvSpPr>
        <p:spPr>
          <a:xfrm>
            <a:off x="2683532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m33_10"/>
          <p:cNvSpPr/>
          <p:nvPr/>
        </p:nvSpPr>
        <p:spPr>
          <a:xfrm>
            <a:off x="283169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m33_11"/>
          <p:cNvSpPr/>
          <p:nvPr/>
        </p:nvSpPr>
        <p:spPr>
          <a:xfrm>
            <a:off x="297985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m33_12"/>
          <p:cNvSpPr/>
          <p:nvPr/>
        </p:nvSpPr>
        <p:spPr>
          <a:xfrm>
            <a:off x="312802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m34_03"/>
          <p:cNvSpPr/>
          <p:nvPr/>
        </p:nvSpPr>
        <p:spPr>
          <a:xfrm>
            <a:off x="179455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m34_04"/>
          <p:cNvSpPr/>
          <p:nvPr/>
        </p:nvSpPr>
        <p:spPr>
          <a:xfrm>
            <a:off x="194271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m34_05"/>
          <p:cNvSpPr/>
          <p:nvPr/>
        </p:nvSpPr>
        <p:spPr>
          <a:xfrm>
            <a:off x="2090880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m34_06"/>
          <p:cNvSpPr/>
          <p:nvPr/>
        </p:nvSpPr>
        <p:spPr>
          <a:xfrm>
            <a:off x="2239043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m34_07"/>
          <p:cNvSpPr/>
          <p:nvPr/>
        </p:nvSpPr>
        <p:spPr>
          <a:xfrm>
            <a:off x="2387206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m34_08"/>
          <p:cNvSpPr/>
          <p:nvPr/>
        </p:nvSpPr>
        <p:spPr>
          <a:xfrm>
            <a:off x="2535369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m34_09"/>
          <p:cNvSpPr/>
          <p:nvPr/>
        </p:nvSpPr>
        <p:spPr>
          <a:xfrm>
            <a:off x="2683532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m34_10"/>
          <p:cNvSpPr/>
          <p:nvPr/>
        </p:nvSpPr>
        <p:spPr>
          <a:xfrm>
            <a:off x="283169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m34_11"/>
          <p:cNvSpPr/>
          <p:nvPr/>
        </p:nvSpPr>
        <p:spPr>
          <a:xfrm>
            <a:off x="297985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m35_04"/>
          <p:cNvSpPr/>
          <p:nvPr/>
        </p:nvSpPr>
        <p:spPr>
          <a:xfrm>
            <a:off x="194271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m35_05"/>
          <p:cNvSpPr/>
          <p:nvPr/>
        </p:nvSpPr>
        <p:spPr>
          <a:xfrm>
            <a:off x="2090880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m35_06"/>
          <p:cNvSpPr/>
          <p:nvPr/>
        </p:nvSpPr>
        <p:spPr>
          <a:xfrm>
            <a:off x="2239043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m35_07"/>
          <p:cNvSpPr/>
          <p:nvPr/>
        </p:nvSpPr>
        <p:spPr>
          <a:xfrm>
            <a:off x="2387206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m35_08"/>
          <p:cNvSpPr/>
          <p:nvPr/>
        </p:nvSpPr>
        <p:spPr>
          <a:xfrm>
            <a:off x="2535369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m35_09"/>
          <p:cNvSpPr/>
          <p:nvPr/>
        </p:nvSpPr>
        <p:spPr>
          <a:xfrm>
            <a:off x="2683532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m35_10"/>
          <p:cNvSpPr/>
          <p:nvPr/>
        </p:nvSpPr>
        <p:spPr>
          <a:xfrm>
            <a:off x="2831694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m35_11"/>
          <p:cNvSpPr/>
          <p:nvPr/>
        </p:nvSpPr>
        <p:spPr>
          <a:xfrm>
            <a:off x="297985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m36_04"/>
          <p:cNvSpPr/>
          <p:nvPr/>
        </p:nvSpPr>
        <p:spPr>
          <a:xfrm>
            <a:off x="1942717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m36_05"/>
          <p:cNvSpPr/>
          <p:nvPr/>
        </p:nvSpPr>
        <p:spPr>
          <a:xfrm>
            <a:off x="2090880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m36_06"/>
          <p:cNvSpPr/>
          <p:nvPr/>
        </p:nvSpPr>
        <p:spPr>
          <a:xfrm>
            <a:off x="2239043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m36_07"/>
          <p:cNvSpPr/>
          <p:nvPr/>
        </p:nvSpPr>
        <p:spPr>
          <a:xfrm>
            <a:off x="2387206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m36_08"/>
          <p:cNvSpPr/>
          <p:nvPr/>
        </p:nvSpPr>
        <p:spPr>
          <a:xfrm>
            <a:off x="2535369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m36_09"/>
          <p:cNvSpPr/>
          <p:nvPr/>
        </p:nvSpPr>
        <p:spPr>
          <a:xfrm>
            <a:off x="2683532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m36_10"/>
          <p:cNvSpPr/>
          <p:nvPr/>
        </p:nvSpPr>
        <p:spPr>
          <a:xfrm>
            <a:off x="2831694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m37_04"/>
          <p:cNvSpPr/>
          <p:nvPr/>
        </p:nvSpPr>
        <p:spPr>
          <a:xfrm>
            <a:off x="1942717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m37_05"/>
          <p:cNvSpPr/>
          <p:nvPr/>
        </p:nvSpPr>
        <p:spPr>
          <a:xfrm>
            <a:off x="2090880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m37_06"/>
          <p:cNvSpPr/>
          <p:nvPr/>
        </p:nvSpPr>
        <p:spPr>
          <a:xfrm>
            <a:off x="2239043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m37_07"/>
          <p:cNvSpPr/>
          <p:nvPr/>
        </p:nvSpPr>
        <p:spPr>
          <a:xfrm>
            <a:off x="2387206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m37_08"/>
          <p:cNvSpPr/>
          <p:nvPr/>
        </p:nvSpPr>
        <p:spPr>
          <a:xfrm>
            <a:off x="2535369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m37_09"/>
          <p:cNvSpPr/>
          <p:nvPr/>
        </p:nvSpPr>
        <p:spPr>
          <a:xfrm>
            <a:off x="2683532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getal"/>
          <p:cNvSpPr txBox="1"/>
          <p:nvPr/>
        </p:nvSpPr>
        <p:spPr>
          <a:xfrm>
            <a:off x="4825879" y="1066773"/>
            <a:ext cx="4444888" cy="266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>
                <a:solidFill>
                  <a:srgbClr val="52BDEC"/>
                </a:solidFill>
                <a:latin typeface="Segoe UI"/>
              </a:rPr>
              <a:t>186</a:t>
            </a:r>
          </a:p>
        </p:txBody>
      </p:sp>
      <p:sp>
        <p:nvSpPr>
          <p:cNvPr id="328" name="!!eenheid"/>
          <p:cNvSpPr txBox="1"/>
          <p:nvPr/>
        </p:nvSpPr>
        <p:spPr>
          <a:xfrm>
            <a:off x="9016774" y="1587460"/>
            <a:ext cx="1904952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0">
                <a:solidFill>
                  <a:srgbClr val="8FB6D0"/>
                </a:solidFill>
                <a:latin typeface="Segoe UI"/>
              </a:rPr>
              <a:t>kPa</a:t>
            </a:r>
          </a:p>
        </p:txBody>
      </p:sp>
      <p:sp>
        <p:nvSpPr>
          <p:cNvPr id="329" name="!!kop"/>
          <p:cNvSpPr txBox="1"/>
          <p:nvPr/>
        </p:nvSpPr>
        <p:spPr>
          <a:xfrm>
            <a:off x="4825879" y="3848003"/>
            <a:ext cx="6095847" cy="152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En kijk: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het rood is weg</a:t>
            </a:r>
          </a:p>
        </p:txBody>
      </p:sp>
      <p:sp>
        <p:nvSpPr>
          <p:cNvPr id="33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De druk zit nu verdeeld over de hele voet.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2000">
        <p159:morph option="byObject"/>
      </p:transition>
    </mc:Choice>
    <mc:Fallback>
      <p:transition xmlns:p14="http://schemas.microsoft.com/office/powerpoint/2010/main" spd="slow" p14:dur="900" advClick="0" advTm="2000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m00_07"/>
          <p:cNvSpPr/>
          <p:nvPr/>
        </p:nvSpPr>
        <p:spPr>
          <a:xfrm>
            <a:off x="2387206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m00_08"/>
          <p:cNvSpPr/>
          <p:nvPr/>
        </p:nvSpPr>
        <p:spPr>
          <a:xfrm>
            <a:off x="2535369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m00_09"/>
          <p:cNvSpPr/>
          <p:nvPr/>
        </p:nvSpPr>
        <p:spPr>
          <a:xfrm>
            <a:off x="2683532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00_10"/>
          <p:cNvSpPr/>
          <p:nvPr/>
        </p:nvSpPr>
        <p:spPr>
          <a:xfrm>
            <a:off x="2831694" y="578102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01_06"/>
          <p:cNvSpPr/>
          <p:nvPr/>
        </p:nvSpPr>
        <p:spPr>
          <a:xfrm>
            <a:off x="2239043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01_07"/>
          <p:cNvSpPr/>
          <p:nvPr/>
        </p:nvSpPr>
        <p:spPr>
          <a:xfrm>
            <a:off x="2387206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01_08"/>
          <p:cNvSpPr/>
          <p:nvPr/>
        </p:nvSpPr>
        <p:spPr>
          <a:xfrm>
            <a:off x="2535369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01_09"/>
          <p:cNvSpPr/>
          <p:nvPr/>
        </p:nvSpPr>
        <p:spPr>
          <a:xfrm>
            <a:off x="2683532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01_10"/>
          <p:cNvSpPr/>
          <p:nvPr/>
        </p:nvSpPr>
        <p:spPr>
          <a:xfrm>
            <a:off x="2831694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m01_11"/>
          <p:cNvSpPr/>
          <p:nvPr/>
        </p:nvSpPr>
        <p:spPr>
          <a:xfrm>
            <a:off x="2979857" y="564734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02_05"/>
          <p:cNvSpPr/>
          <p:nvPr/>
        </p:nvSpPr>
        <p:spPr>
          <a:xfrm>
            <a:off x="209088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02_06"/>
          <p:cNvSpPr/>
          <p:nvPr/>
        </p:nvSpPr>
        <p:spPr>
          <a:xfrm>
            <a:off x="2239043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02_07"/>
          <p:cNvSpPr/>
          <p:nvPr/>
        </p:nvSpPr>
        <p:spPr>
          <a:xfrm>
            <a:off x="2387206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m02_08"/>
          <p:cNvSpPr/>
          <p:nvPr/>
        </p:nvSpPr>
        <p:spPr>
          <a:xfrm>
            <a:off x="2535369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02_09"/>
          <p:cNvSpPr/>
          <p:nvPr/>
        </p:nvSpPr>
        <p:spPr>
          <a:xfrm>
            <a:off x="2683532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m02_10"/>
          <p:cNvSpPr/>
          <p:nvPr/>
        </p:nvSpPr>
        <p:spPr>
          <a:xfrm>
            <a:off x="2831694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m02_11"/>
          <p:cNvSpPr/>
          <p:nvPr/>
        </p:nvSpPr>
        <p:spPr>
          <a:xfrm>
            <a:off x="2979857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02_12"/>
          <p:cNvSpPr/>
          <p:nvPr/>
        </p:nvSpPr>
        <p:spPr>
          <a:xfrm>
            <a:off x="3128020" y="551366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3_05"/>
          <p:cNvSpPr/>
          <p:nvPr/>
        </p:nvSpPr>
        <p:spPr>
          <a:xfrm>
            <a:off x="209088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m03_06"/>
          <p:cNvSpPr/>
          <p:nvPr/>
        </p:nvSpPr>
        <p:spPr>
          <a:xfrm>
            <a:off x="2239043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03_07"/>
          <p:cNvSpPr/>
          <p:nvPr/>
        </p:nvSpPr>
        <p:spPr>
          <a:xfrm>
            <a:off x="2387206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m03_08"/>
          <p:cNvSpPr/>
          <p:nvPr/>
        </p:nvSpPr>
        <p:spPr>
          <a:xfrm>
            <a:off x="2535369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m03_09"/>
          <p:cNvSpPr/>
          <p:nvPr/>
        </p:nvSpPr>
        <p:spPr>
          <a:xfrm>
            <a:off x="2683532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03_10"/>
          <p:cNvSpPr/>
          <p:nvPr/>
        </p:nvSpPr>
        <p:spPr>
          <a:xfrm>
            <a:off x="2831694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m03_11"/>
          <p:cNvSpPr/>
          <p:nvPr/>
        </p:nvSpPr>
        <p:spPr>
          <a:xfrm>
            <a:off x="2979857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m03_12"/>
          <p:cNvSpPr/>
          <p:nvPr/>
        </p:nvSpPr>
        <p:spPr>
          <a:xfrm>
            <a:off x="3128020" y="537998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04_05"/>
          <p:cNvSpPr/>
          <p:nvPr/>
        </p:nvSpPr>
        <p:spPr>
          <a:xfrm>
            <a:off x="209088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m04_06"/>
          <p:cNvSpPr/>
          <p:nvPr/>
        </p:nvSpPr>
        <p:spPr>
          <a:xfrm>
            <a:off x="2239043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m04_07"/>
          <p:cNvSpPr/>
          <p:nvPr/>
        </p:nvSpPr>
        <p:spPr>
          <a:xfrm>
            <a:off x="2387206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04_08"/>
          <p:cNvSpPr/>
          <p:nvPr/>
        </p:nvSpPr>
        <p:spPr>
          <a:xfrm>
            <a:off x="2535369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8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m04_09"/>
          <p:cNvSpPr/>
          <p:nvPr/>
        </p:nvSpPr>
        <p:spPr>
          <a:xfrm>
            <a:off x="2683532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9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04_10"/>
          <p:cNvSpPr/>
          <p:nvPr/>
        </p:nvSpPr>
        <p:spPr>
          <a:xfrm>
            <a:off x="2831694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04_11"/>
          <p:cNvSpPr/>
          <p:nvPr/>
        </p:nvSpPr>
        <p:spPr>
          <a:xfrm>
            <a:off x="2979857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04_12"/>
          <p:cNvSpPr/>
          <p:nvPr/>
        </p:nvSpPr>
        <p:spPr>
          <a:xfrm>
            <a:off x="3128020" y="524630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05_05"/>
          <p:cNvSpPr/>
          <p:nvPr/>
        </p:nvSpPr>
        <p:spPr>
          <a:xfrm>
            <a:off x="209088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05_06"/>
          <p:cNvSpPr/>
          <p:nvPr/>
        </p:nvSpPr>
        <p:spPr>
          <a:xfrm>
            <a:off x="2239043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05_07"/>
          <p:cNvSpPr/>
          <p:nvPr/>
        </p:nvSpPr>
        <p:spPr>
          <a:xfrm>
            <a:off x="2387206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m05_08"/>
          <p:cNvSpPr/>
          <p:nvPr/>
        </p:nvSpPr>
        <p:spPr>
          <a:xfrm>
            <a:off x="2535369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m05_09"/>
          <p:cNvSpPr/>
          <p:nvPr/>
        </p:nvSpPr>
        <p:spPr>
          <a:xfrm>
            <a:off x="2683532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BA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m05_10"/>
          <p:cNvSpPr/>
          <p:nvPr/>
        </p:nvSpPr>
        <p:spPr>
          <a:xfrm>
            <a:off x="2831694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m05_11"/>
          <p:cNvSpPr/>
          <p:nvPr/>
        </p:nvSpPr>
        <p:spPr>
          <a:xfrm>
            <a:off x="2979857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m05_12"/>
          <p:cNvSpPr/>
          <p:nvPr/>
        </p:nvSpPr>
        <p:spPr>
          <a:xfrm>
            <a:off x="3128020" y="511262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m06_05"/>
          <p:cNvSpPr/>
          <p:nvPr/>
        </p:nvSpPr>
        <p:spPr>
          <a:xfrm>
            <a:off x="209088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m06_06"/>
          <p:cNvSpPr/>
          <p:nvPr/>
        </p:nvSpPr>
        <p:spPr>
          <a:xfrm>
            <a:off x="2239043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m06_07"/>
          <p:cNvSpPr/>
          <p:nvPr/>
        </p:nvSpPr>
        <p:spPr>
          <a:xfrm>
            <a:off x="2387206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m06_08"/>
          <p:cNvSpPr/>
          <p:nvPr/>
        </p:nvSpPr>
        <p:spPr>
          <a:xfrm>
            <a:off x="2535369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7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m06_09"/>
          <p:cNvSpPr/>
          <p:nvPr/>
        </p:nvSpPr>
        <p:spPr>
          <a:xfrm>
            <a:off x="2683532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m06_10"/>
          <p:cNvSpPr/>
          <p:nvPr/>
        </p:nvSpPr>
        <p:spPr>
          <a:xfrm>
            <a:off x="2831694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m06_11"/>
          <p:cNvSpPr/>
          <p:nvPr/>
        </p:nvSpPr>
        <p:spPr>
          <a:xfrm>
            <a:off x="2979857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m06_12"/>
          <p:cNvSpPr/>
          <p:nvPr/>
        </p:nvSpPr>
        <p:spPr>
          <a:xfrm>
            <a:off x="3128020" y="497894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m07_05"/>
          <p:cNvSpPr/>
          <p:nvPr/>
        </p:nvSpPr>
        <p:spPr>
          <a:xfrm>
            <a:off x="209088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m07_06"/>
          <p:cNvSpPr/>
          <p:nvPr/>
        </p:nvSpPr>
        <p:spPr>
          <a:xfrm>
            <a:off x="2239043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m07_07"/>
          <p:cNvSpPr/>
          <p:nvPr/>
        </p:nvSpPr>
        <p:spPr>
          <a:xfrm>
            <a:off x="2387206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m07_08"/>
          <p:cNvSpPr/>
          <p:nvPr/>
        </p:nvSpPr>
        <p:spPr>
          <a:xfrm>
            <a:off x="2535369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3A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m07_09"/>
          <p:cNvSpPr/>
          <p:nvPr/>
        </p:nvSpPr>
        <p:spPr>
          <a:xfrm>
            <a:off x="2683532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6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m07_10"/>
          <p:cNvSpPr/>
          <p:nvPr/>
        </p:nvSpPr>
        <p:spPr>
          <a:xfrm>
            <a:off x="2831694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m07_11"/>
          <p:cNvSpPr/>
          <p:nvPr/>
        </p:nvSpPr>
        <p:spPr>
          <a:xfrm>
            <a:off x="2979857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m07_12"/>
          <p:cNvSpPr/>
          <p:nvPr/>
        </p:nvSpPr>
        <p:spPr>
          <a:xfrm>
            <a:off x="3128020" y="484526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m08_05"/>
          <p:cNvSpPr/>
          <p:nvPr/>
        </p:nvSpPr>
        <p:spPr>
          <a:xfrm>
            <a:off x="209088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m08_06"/>
          <p:cNvSpPr/>
          <p:nvPr/>
        </p:nvSpPr>
        <p:spPr>
          <a:xfrm>
            <a:off x="2239043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m08_07"/>
          <p:cNvSpPr/>
          <p:nvPr/>
        </p:nvSpPr>
        <p:spPr>
          <a:xfrm>
            <a:off x="2387206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m08_08"/>
          <p:cNvSpPr/>
          <p:nvPr/>
        </p:nvSpPr>
        <p:spPr>
          <a:xfrm>
            <a:off x="2535369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m08_09"/>
          <p:cNvSpPr/>
          <p:nvPr/>
        </p:nvSpPr>
        <p:spPr>
          <a:xfrm>
            <a:off x="2683532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m08_10"/>
          <p:cNvSpPr/>
          <p:nvPr/>
        </p:nvSpPr>
        <p:spPr>
          <a:xfrm>
            <a:off x="2831694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m08_11"/>
          <p:cNvSpPr/>
          <p:nvPr/>
        </p:nvSpPr>
        <p:spPr>
          <a:xfrm>
            <a:off x="2979857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m08_12"/>
          <p:cNvSpPr/>
          <p:nvPr/>
        </p:nvSpPr>
        <p:spPr>
          <a:xfrm>
            <a:off x="3128020" y="471158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m09_05"/>
          <p:cNvSpPr/>
          <p:nvPr/>
        </p:nvSpPr>
        <p:spPr>
          <a:xfrm>
            <a:off x="209088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m09_06"/>
          <p:cNvSpPr/>
          <p:nvPr/>
        </p:nvSpPr>
        <p:spPr>
          <a:xfrm>
            <a:off x="2239043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m09_07"/>
          <p:cNvSpPr/>
          <p:nvPr/>
        </p:nvSpPr>
        <p:spPr>
          <a:xfrm>
            <a:off x="2387206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m09_08"/>
          <p:cNvSpPr/>
          <p:nvPr/>
        </p:nvSpPr>
        <p:spPr>
          <a:xfrm>
            <a:off x="2535369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m09_09"/>
          <p:cNvSpPr/>
          <p:nvPr/>
        </p:nvSpPr>
        <p:spPr>
          <a:xfrm>
            <a:off x="2683532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m09_10"/>
          <p:cNvSpPr/>
          <p:nvPr/>
        </p:nvSpPr>
        <p:spPr>
          <a:xfrm>
            <a:off x="2831694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m09_11"/>
          <p:cNvSpPr/>
          <p:nvPr/>
        </p:nvSpPr>
        <p:spPr>
          <a:xfrm>
            <a:off x="2979857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m09_12"/>
          <p:cNvSpPr/>
          <p:nvPr/>
        </p:nvSpPr>
        <p:spPr>
          <a:xfrm>
            <a:off x="3128020" y="457790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m10_06"/>
          <p:cNvSpPr/>
          <p:nvPr/>
        </p:nvSpPr>
        <p:spPr>
          <a:xfrm>
            <a:off x="2239043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m10_07"/>
          <p:cNvSpPr/>
          <p:nvPr/>
        </p:nvSpPr>
        <p:spPr>
          <a:xfrm>
            <a:off x="2387206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m10_08"/>
          <p:cNvSpPr/>
          <p:nvPr/>
        </p:nvSpPr>
        <p:spPr>
          <a:xfrm>
            <a:off x="2535369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m10_09"/>
          <p:cNvSpPr/>
          <p:nvPr/>
        </p:nvSpPr>
        <p:spPr>
          <a:xfrm>
            <a:off x="2683532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m10_10"/>
          <p:cNvSpPr/>
          <p:nvPr/>
        </p:nvSpPr>
        <p:spPr>
          <a:xfrm>
            <a:off x="2831694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m10_11"/>
          <p:cNvSpPr/>
          <p:nvPr/>
        </p:nvSpPr>
        <p:spPr>
          <a:xfrm>
            <a:off x="2979857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m10_12"/>
          <p:cNvSpPr/>
          <p:nvPr/>
        </p:nvSpPr>
        <p:spPr>
          <a:xfrm>
            <a:off x="3128020" y="444422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m11_06"/>
          <p:cNvSpPr/>
          <p:nvPr/>
        </p:nvSpPr>
        <p:spPr>
          <a:xfrm>
            <a:off x="2239043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m11_07"/>
          <p:cNvSpPr/>
          <p:nvPr/>
        </p:nvSpPr>
        <p:spPr>
          <a:xfrm>
            <a:off x="2387206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m11_08"/>
          <p:cNvSpPr/>
          <p:nvPr/>
        </p:nvSpPr>
        <p:spPr>
          <a:xfrm>
            <a:off x="2535369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m11_09"/>
          <p:cNvSpPr/>
          <p:nvPr/>
        </p:nvSpPr>
        <p:spPr>
          <a:xfrm>
            <a:off x="2683532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m11_10"/>
          <p:cNvSpPr/>
          <p:nvPr/>
        </p:nvSpPr>
        <p:spPr>
          <a:xfrm>
            <a:off x="2831694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m11_11"/>
          <p:cNvSpPr/>
          <p:nvPr/>
        </p:nvSpPr>
        <p:spPr>
          <a:xfrm>
            <a:off x="2979857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m11_12"/>
          <p:cNvSpPr/>
          <p:nvPr/>
        </p:nvSpPr>
        <p:spPr>
          <a:xfrm>
            <a:off x="3128020" y="431053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m12_06"/>
          <p:cNvSpPr/>
          <p:nvPr/>
        </p:nvSpPr>
        <p:spPr>
          <a:xfrm>
            <a:off x="2239043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m12_07"/>
          <p:cNvSpPr/>
          <p:nvPr/>
        </p:nvSpPr>
        <p:spPr>
          <a:xfrm>
            <a:off x="2387206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m12_08"/>
          <p:cNvSpPr/>
          <p:nvPr/>
        </p:nvSpPr>
        <p:spPr>
          <a:xfrm>
            <a:off x="2535369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m12_09"/>
          <p:cNvSpPr/>
          <p:nvPr/>
        </p:nvSpPr>
        <p:spPr>
          <a:xfrm>
            <a:off x="2683532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m12_10"/>
          <p:cNvSpPr/>
          <p:nvPr/>
        </p:nvSpPr>
        <p:spPr>
          <a:xfrm>
            <a:off x="2831694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m12_11"/>
          <p:cNvSpPr/>
          <p:nvPr/>
        </p:nvSpPr>
        <p:spPr>
          <a:xfrm>
            <a:off x="2979857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m12_12"/>
          <p:cNvSpPr/>
          <p:nvPr/>
        </p:nvSpPr>
        <p:spPr>
          <a:xfrm>
            <a:off x="3128020" y="417685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m13_06"/>
          <p:cNvSpPr/>
          <p:nvPr/>
        </p:nvSpPr>
        <p:spPr>
          <a:xfrm>
            <a:off x="2239043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m13_07"/>
          <p:cNvSpPr/>
          <p:nvPr/>
        </p:nvSpPr>
        <p:spPr>
          <a:xfrm>
            <a:off x="2387206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m13_08"/>
          <p:cNvSpPr/>
          <p:nvPr/>
        </p:nvSpPr>
        <p:spPr>
          <a:xfrm>
            <a:off x="2535369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m13_09"/>
          <p:cNvSpPr/>
          <p:nvPr/>
        </p:nvSpPr>
        <p:spPr>
          <a:xfrm>
            <a:off x="2683532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m13_10"/>
          <p:cNvSpPr/>
          <p:nvPr/>
        </p:nvSpPr>
        <p:spPr>
          <a:xfrm>
            <a:off x="2831694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m13_11"/>
          <p:cNvSpPr/>
          <p:nvPr/>
        </p:nvSpPr>
        <p:spPr>
          <a:xfrm>
            <a:off x="2979857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m13_12"/>
          <p:cNvSpPr/>
          <p:nvPr/>
        </p:nvSpPr>
        <p:spPr>
          <a:xfrm>
            <a:off x="3128020" y="404317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m14_06"/>
          <p:cNvSpPr/>
          <p:nvPr/>
        </p:nvSpPr>
        <p:spPr>
          <a:xfrm>
            <a:off x="2239043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m14_07"/>
          <p:cNvSpPr/>
          <p:nvPr/>
        </p:nvSpPr>
        <p:spPr>
          <a:xfrm>
            <a:off x="2387206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m14_08"/>
          <p:cNvSpPr/>
          <p:nvPr/>
        </p:nvSpPr>
        <p:spPr>
          <a:xfrm>
            <a:off x="2535369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m14_09"/>
          <p:cNvSpPr/>
          <p:nvPr/>
        </p:nvSpPr>
        <p:spPr>
          <a:xfrm>
            <a:off x="2683532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m14_10"/>
          <p:cNvSpPr/>
          <p:nvPr/>
        </p:nvSpPr>
        <p:spPr>
          <a:xfrm>
            <a:off x="2831694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m14_11"/>
          <p:cNvSpPr/>
          <p:nvPr/>
        </p:nvSpPr>
        <p:spPr>
          <a:xfrm>
            <a:off x="2979857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m14_12"/>
          <p:cNvSpPr/>
          <p:nvPr/>
        </p:nvSpPr>
        <p:spPr>
          <a:xfrm>
            <a:off x="3128020" y="390949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m15_07"/>
          <p:cNvSpPr/>
          <p:nvPr/>
        </p:nvSpPr>
        <p:spPr>
          <a:xfrm>
            <a:off x="2387206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m15_08"/>
          <p:cNvSpPr/>
          <p:nvPr/>
        </p:nvSpPr>
        <p:spPr>
          <a:xfrm>
            <a:off x="2535369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m15_09"/>
          <p:cNvSpPr/>
          <p:nvPr/>
        </p:nvSpPr>
        <p:spPr>
          <a:xfrm>
            <a:off x="2683532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m15_10"/>
          <p:cNvSpPr/>
          <p:nvPr/>
        </p:nvSpPr>
        <p:spPr>
          <a:xfrm>
            <a:off x="2831694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m15_11"/>
          <p:cNvSpPr/>
          <p:nvPr/>
        </p:nvSpPr>
        <p:spPr>
          <a:xfrm>
            <a:off x="2979857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m15_12"/>
          <p:cNvSpPr/>
          <p:nvPr/>
        </p:nvSpPr>
        <p:spPr>
          <a:xfrm>
            <a:off x="3128020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m15_13"/>
          <p:cNvSpPr/>
          <p:nvPr/>
        </p:nvSpPr>
        <p:spPr>
          <a:xfrm>
            <a:off x="3276183" y="377581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m16_07"/>
          <p:cNvSpPr/>
          <p:nvPr/>
        </p:nvSpPr>
        <p:spPr>
          <a:xfrm>
            <a:off x="2387206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m16_08"/>
          <p:cNvSpPr/>
          <p:nvPr/>
        </p:nvSpPr>
        <p:spPr>
          <a:xfrm>
            <a:off x="2535369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m16_09"/>
          <p:cNvSpPr/>
          <p:nvPr/>
        </p:nvSpPr>
        <p:spPr>
          <a:xfrm>
            <a:off x="2683532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m16_10"/>
          <p:cNvSpPr/>
          <p:nvPr/>
        </p:nvSpPr>
        <p:spPr>
          <a:xfrm>
            <a:off x="2831694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m16_11"/>
          <p:cNvSpPr/>
          <p:nvPr/>
        </p:nvSpPr>
        <p:spPr>
          <a:xfrm>
            <a:off x="2979857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m16_12"/>
          <p:cNvSpPr/>
          <p:nvPr/>
        </p:nvSpPr>
        <p:spPr>
          <a:xfrm>
            <a:off x="3128020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m16_13"/>
          <p:cNvSpPr/>
          <p:nvPr/>
        </p:nvSpPr>
        <p:spPr>
          <a:xfrm>
            <a:off x="3276183" y="364213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m17_07"/>
          <p:cNvSpPr/>
          <p:nvPr/>
        </p:nvSpPr>
        <p:spPr>
          <a:xfrm>
            <a:off x="2387206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m17_08"/>
          <p:cNvSpPr/>
          <p:nvPr/>
        </p:nvSpPr>
        <p:spPr>
          <a:xfrm>
            <a:off x="2535369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m17_09"/>
          <p:cNvSpPr/>
          <p:nvPr/>
        </p:nvSpPr>
        <p:spPr>
          <a:xfrm>
            <a:off x="2683532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m17_10"/>
          <p:cNvSpPr/>
          <p:nvPr/>
        </p:nvSpPr>
        <p:spPr>
          <a:xfrm>
            <a:off x="2831694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E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m17_11"/>
          <p:cNvSpPr/>
          <p:nvPr/>
        </p:nvSpPr>
        <p:spPr>
          <a:xfrm>
            <a:off x="2979857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m17_12"/>
          <p:cNvSpPr/>
          <p:nvPr/>
        </p:nvSpPr>
        <p:spPr>
          <a:xfrm>
            <a:off x="3128020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m17_13"/>
          <p:cNvSpPr/>
          <p:nvPr/>
        </p:nvSpPr>
        <p:spPr>
          <a:xfrm>
            <a:off x="3276183" y="350845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m18_06"/>
          <p:cNvSpPr/>
          <p:nvPr/>
        </p:nvSpPr>
        <p:spPr>
          <a:xfrm>
            <a:off x="223904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m18_07"/>
          <p:cNvSpPr/>
          <p:nvPr/>
        </p:nvSpPr>
        <p:spPr>
          <a:xfrm>
            <a:off x="2387206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m18_08"/>
          <p:cNvSpPr/>
          <p:nvPr/>
        </p:nvSpPr>
        <p:spPr>
          <a:xfrm>
            <a:off x="2535369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m18_09"/>
          <p:cNvSpPr/>
          <p:nvPr/>
        </p:nvSpPr>
        <p:spPr>
          <a:xfrm>
            <a:off x="2683532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m18_10"/>
          <p:cNvSpPr/>
          <p:nvPr/>
        </p:nvSpPr>
        <p:spPr>
          <a:xfrm>
            <a:off x="2831694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m18_11"/>
          <p:cNvSpPr/>
          <p:nvPr/>
        </p:nvSpPr>
        <p:spPr>
          <a:xfrm>
            <a:off x="2979857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m18_12"/>
          <p:cNvSpPr/>
          <p:nvPr/>
        </p:nvSpPr>
        <p:spPr>
          <a:xfrm>
            <a:off x="3128020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m18_13"/>
          <p:cNvSpPr/>
          <p:nvPr/>
        </p:nvSpPr>
        <p:spPr>
          <a:xfrm>
            <a:off x="3276183" y="337477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m19_06"/>
          <p:cNvSpPr/>
          <p:nvPr/>
        </p:nvSpPr>
        <p:spPr>
          <a:xfrm>
            <a:off x="223904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m19_07"/>
          <p:cNvSpPr/>
          <p:nvPr/>
        </p:nvSpPr>
        <p:spPr>
          <a:xfrm>
            <a:off x="2387206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m19_08"/>
          <p:cNvSpPr/>
          <p:nvPr/>
        </p:nvSpPr>
        <p:spPr>
          <a:xfrm>
            <a:off x="2535369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m19_09"/>
          <p:cNvSpPr/>
          <p:nvPr/>
        </p:nvSpPr>
        <p:spPr>
          <a:xfrm>
            <a:off x="2683532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m19_10"/>
          <p:cNvSpPr/>
          <p:nvPr/>
        </p:nvSpPr>
        <p:spPr>
          <a:xfrm>
            <a:off x="2831694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m19_11"/>
          <p:cNvSpPr/>
          <p:nvPr/>
        </p:nvSpPr>
        <p:spPr>
          <a:xfrm>
            <a:off x="2979857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m19_12"/>
          <p:cNvSpPr/>
          <p:nvPr/>
        </p:nvSpPr>
        <p:spPr>
          <a:xfrm>
            <a:off x="3128020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m19_13"/>
          <p:cNvSpPr/>
          <p:nvPr/>
        </p:nvSpPr>
        <p:spPr>
          <a:xfrm>
            <a:off x="3276183" y="324109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m20_06"/>
          <p:cNvSpPr/>
          <p:nvPr/>
        </p:nvSpPr>
        <p:spPr>
          <a:xfrm>
            <a:off x="223904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m20_07"/>
          <p:cNvSpPr/>
          <p:nvPr/>
        </p:nvSpPr>
        <p:spPr>
          <a:xfrm>
            <a:off x="2387206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m20_08"/>
          <p:cNvSpPr/>
          <p:nvPr/>
        </p:nvSpPr>
        <p:spPr>
          <a:xfrm>
            <a:off x="2535369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m20_09"/>
          <p:cNvSpPr/>
          <p:nvPr/>
        </p:nvSpPr>
        <p:spPr>
          <a:xfrm>
            <a:off x="2683532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m20_10"/>
          <p:cNvSpPr/>
          <p:nvPr/>
        </p:nvSpPr>
        <p:spPr>
          <a:xfrm>
            <a:off x="2831694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m20_11"/>
          <p:cNvSpPr/>
          <p:nvPr/>
        </p:nvSpPr>
        <p:spPr>
          <a:xfrm>
            <a:off x="2979857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m20_12"/>
          <p:cNvSpPr/>
          <p:nvPr/>
        </p:nvSpPr>
        <p:spPr>
          <a:xfrm>
            <a:off x="3128020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m20_13"/>
          <p:cNvSpPr/>
          <p:nvPr/>
        </p:nvSpPr>
        <p:spPr>
          <a:xfrm>
            <a:off x="3276183" y="310741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m21_05"/>
          <p:cNvSpPr/>
          <p:nvPr/>
        </p:nvSpPr>
        <p:spPr>
          <a:xfrm>
            <a:off x="209088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m21_06"/>
          <p:cNvSpPr/>
          <p:nvPr/>
        </p:nvSpPr>
        <p:spPr>
          <a:xfrm>
            <a:off x="223904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m21_07"/>
          <p:cNvSpPr/>
          <p:nvPr/>
        </p:nvSpPr>
        <p:spPr>
          <a:xfrm>
            <a:off x="2387206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m21_08"/>
          <p:cNvSpPr/>
          <p:nvPr/>
        </p:nvSpPr>
        <p:spPr>
          <a:xfrm>
            <a:off x="2535369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m21_09"/>
          <p:cNvSpPr/>
          <p:nvPr/>
        </p:nvSpPr>
        <p:spPr>
          <a:xfrm>
            <a:off x="2683532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m21_10"/>
          <p:cNvSpPr/>
          <p:nvPr/>
        </p:nvSpPr>
        <p:spPr>
          <a:xfrm>
            <a:off x="2831694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1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m21_11"/>
          <p:cNvSpPr/>
          <p:nvPr/>
        </p:nvSpPr>
        <p:spPr>
          <a:xfrm>
            <a:off x="2979857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m21_12"/>
          <p:cNvSpPr/>
          <p:nvPr/>
        </p:nvSpPr>
        <p:spPr>
          <a:xfrm>
            <a:off x="3128020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A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m21_13"/>
          <p:cNvSpPr/>
          <p:nvPr/>
        </p:nvSpPr>
        <p:spPr>
          <a:xfrm>
            <a:off x="3276183" y="297373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m22_05"/>
          <p:cNvSpPr/>
          <p:nvPr/>
        </p:nvSpPr>
        <p:spPr>
          <a:xfrm>
            <a:off x="209088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m22_06"/>
          <p:cNvSpPr/>
          <p:nvPr/>
        </p:nvSpPr>
        <p:spPr>
          <a:xfrm>
            <a:off x="223904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m22_07"/>
          <p:cNvSpPr/>
          <p:nvPr/>
        </p:nvSpPr>
        <p:spPr>
          <a:xfrm>
            <a:off x="2387206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m22_08"/>
          <p:cNvSpPr/>
          <p:nvPr/>
        </p:nvSpPr>
        <p:spPr>
          <a:xfrm>
            <a:off x="2535369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m22_09"/>
          <p:cNvSpPr/>
          <p:nvPr/>
        </p:nvSpPr>
        <p:spPr>
          <a:xfrm>
            <a:off x="2683532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m22_10"/>
          <p:cNvSpPr/>
          <p:nvPr/>
        </p:nvSpPr>
        <p:spPr>
          <a:xfrm>
            <a:off x="2831694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m22_11"/>
          <p:cNvSpPr/>
          <p:nvPr/>
        </p:nvSpPr>
        <p:spPr>
          <a:xfrm>
            <a:off x="2979857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B9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m22_12"/>
          <p:cNvSpPr/>
          <p:nvPr/>
        </p:nvSpPr>
        <p:spPr>
          <a:xfrm>
            <a:off x="3128020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m22_13"/>
          <p:cNvSpPr/>
          <p:nvPr/>
        </p:nvSpPr>
        <p:spPr>
          <a:xfrm>
            <a:off x="3276183" y="284005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m23_04"/>
          <p:cNvSpPr/>
          <p:nvPr/>
        </p:nvSpPr>
        <p:spPr>
          <a:xfrm>
            <a:off x="194271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m23_05"/>
          <p:cNvSpPr/>
          <p:nvPr/>
        </p:nvSpPr>
        <p:spPr>
          <a:xfrm>
            <a:off x="209088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m23_06"/>
          <p:cNvSpPr/>
          <p:nvPr/>
        </p:nvSpPr>
        <p:spPr>
          <a:xfrm>
            <a:off x="223904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m23_07"/>
          <p:cNvSpPr/>
          <p:nvPr/>
        </p:nvSpPr>
        <p:spPr>
          <a:xfrm>
            <a:off x="238720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4B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m23_08"/>
          <p:cNvSpPr/>
          <p:nvPr/>
        </p:nvSpPr>
        <p:spPr>
          <a:xfrm>
            <a:off x="2535369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m23_09"/>
          <p:cNvSpPr/>
          <p:nvPr/>
        </p:nvSpPr>
        <p:spPr>
          <a:xfrm>
            <a:off x="2683532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m23_10"/>
          <p:cNvSpPr/>
          <p:nvPr/>
        </p:nvSpPr>
        <p:spPr>
          <a:xfrm>
            <a:off x="2831694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m23_11"/>
          <p:cNvSpPr/>
          <p:nvPr/>
        </p:nvSpPr>
        <p:spPr>
          <a:xfrm>
            <a:off x="2979857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m23_12"/>
          <p:cNvSpPr/>
          <p:nvPr/>
        </p:nvSpPr>
        <p:spPr>
          <a:xfrm>
            <a:off x="3128020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m23_13"/>
          <p:cNvSpPr/>
          <p:nvPr/>
        </p:nvSpPr>
        <p:spPr>
          <a:xfrm>
            <a:off x="3276183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m23_14"/>
          <p:cNvSpPr/>
          <p:nvPr/>
        </p:nvSpPr>
        <p:spPr>
          <a:xfrm>
            <a:off x="3424346" y="270636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m24_04"/>
          <p:cNvSpPr/>
          <p:nvPr/>
        </p:nvSpPr>
        <p:spPr>
          <a:xfrm>
            <a:off x="194271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m24_05"/>
          <p:cNvSpPr/>
          <p:nvPr/>
        </p:nvSpPr>
        <p:spPr>
          <a:xfrm>
            <a:off x="209088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8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m24_06"/>
          <p:cNvSpPr/>
          <p:nvPr/>
        </p:nvSpPr>
        <p:spPr>
          <a:xfrm>
            <a:off x="223904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m24_07"/>
          <p:cNvSpPr/>
          <p:nvPr/>
        </p:nvSpPr>
        <p:spPr>
          <a:xfrm>
            <a:off x="238720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DB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m24_08"/>
          <p:cNvSpPr/>
          <p:nvPr/>
        </p:nvSpPr>
        <p:spPr>
          <a:xfrm>
            <a:off x="2535369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m24_09"/>
          <p:cNvSpPr/>
          <p:nvPr/>
        </p:nvSpPr>
        <p:spPr>
          <a:xfrm>
            <a:off x="2683532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m24_10"/>
          <p:cNvSpPr/>
          <p:nvPr/>
        </p:nvSpPr>
        <p:spPr>
          <a:xfrm>
            <a:off x="2831694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m24_11"/>
          <p:cNvSpPr/>
          <p:nvPr/>
        </p:nvSpPr>
        <p:spPr>
          <a:xfrm>
            <a:off x="2979857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m24_12"/>
          <p:cNvSpPr/>
          <p:nvPr/>
        </p:nvSpPr>
        <p:spPr>
          <a:xfrm>
            <a:off x="3128020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m24_13"/>
          <p:cNvSpPr/>
          <p:nvPr/>
        </p:nvSpPr>
        <p:spPr>
          <a:xfrm>
            <a:off x="3276183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m24_14"/>
          <p:cNvSpPr/>
          <p:nvPr/>
        </p:nvSpPr>
        <p:spPr>
          <a:xfrm>
            <a:off x="3424346" y="257268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m25_04"/>
          <p:cNvSpPr/>
          <p:nvPr/>
        </p:nvSpPr>
        <p:spPr>
          <a:xfrm>
            <a:off x="194271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C8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m25_05"/>
          <p:cNvSpPr/>
          <p:nvPr/>
        </p:nvSpPr>
        <p:spPr>
          <a:xfrm>
            <a:off x="209088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m25_06"/>
          <p:cNvSpPr/>
          <p:nvPr/>
        </p:nvSpPr>
        <p:spPr>
          <a:xfrm>
            <a:off x="223904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C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m25_07"/>
          <p:cNvSpPr/>
          <p:nvPr/>
        </p:nvSpPr>
        <p:spPr>
          <a:xfrm>
            <a:off x="238720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CB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m25_08"/>
          <p:cNvSpPr/>
          <p:nvPr/>
        </p:nvSpPr>
        <p:spPr>
          <a:xfrm>
            <a:off x="2535369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m25_09"/>
          <p:cNvSpPr/>
          <p:nvPr/>
        </p:nvSpPr>
        <p:spPr>
          <a:xfrm>
            <a:off x="2683532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m25_10"/>
          <p:cNvSpPr/>
          <p:nvPr/>
        </p:nvSpPr>
        <p:spPr>
          <a:xfrm>
            <a:off x="2831694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m25_11"/>
          <p:cNvSpPr/>
          <p:nvPr/>
        </p:nvSpPr>
        <p:spPr>
          <a:xfrm>
            <a:off x="2979857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m25_12"/>
          <p:cNvSpPr/>
          <p:nvPr/>
        </p:nvSpPr>
        <p:spPr>
          <a:xfrm>
            <a:off x="3128020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m25_13"/>
          <p:cNvSpPr/>
          <p:nvPr/>
        </p:nvSpPr>
        <p:spPr>
          <a:xfrm>
            <a:off x="3276183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m25_14"/>
          <p:cNvSpPr/>
          <p:nvPr/>
        </p:nvSpPr>
        <p:spPr>
          <a:xfrm>
            <a:off x="3424346" y="243900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m26_03"/>
          <p:cNvSpPr/>
          <p:nvPr/>
        </p:nvSpPr>
        <p:spPr>
          <a:xfrm>
            <a:off x="179455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m26_04"/>
          <p:cNvSpPr/>
          <p:nvPr/>
        </p:nvSpPr>
        <p:spPr>
          <a:xfrm>
            <a:off x="194271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m26_05"/>
          <p:cNvSpPr/>
          <p:nvPr/>
        </p:nvSpPr>
        <p:spPr>
          <a:xfrm>
            <a:off x="209088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m26_06"/>
          <p:cNvSpPr/>
          <p:nvPr/>
        </p:nvSpPr>
        <p:spPr>
          <a:xfrm>
            <a:off x="223904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3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m26_07"/>
          <p:cNvSpPr/>
          <p:nvPr/>
        </p:nvSpPr>
        <p:spPr>
          <a:xfrm>
            <a:off x="238720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40A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m26_08"/>
          <p:cNvSpPr/>
          <p:nvPr/>
        </p:nvSpPr>
        <p:spPr>
          <a:xfrm>
            <a:off x="2535369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1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m26_09"/>
          <p:cNvSpPr/>
          <p:nvPr/>
        </p:nvSpPr>
        <p:spPr>
          <a:xfrm>
            <a:off x="2683532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m26_10"/>
          <p:cNvSpPr/>
          <p:nvPr/>
        </p:nvSpPr>
        <p:spPr>
          <a:xfrm>
            <a:off x="2831694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m26_11"/>
          <p:cNvSpPr/>
          <p:nvPr/>
        </p:nvSpPr>
        <p:spPr>
          <a:xfrm>
            <a:off x="2979857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m26_12"/>
          <p:cNvSpPr/>
          <p:nvPr/>
        </p:nvSpPr>
        <p:spPr>
          <a:xfrm>
            <a:off x="3128020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m26_13"/>
          <p:cNvSpPr/>
          <p:nvPr/>
        </p:nvSpPr>
        <p:spPr>
          <a:xfrm>
            <a:off x="3276183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m26_14"/>
          <p:cNvSpPr/>
          <p:nvPr/>
        </p:nvSpPr>
        <p:spPr>
          <a:xfrm>
            <a:off x="3424346" y="2305326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m27_03"/>
          <p:cNvSpPr/>
          <p:nvPr/>
        </p:nvSpPr>
        <p:spPr>
          <a:xfrm>
            <a:off x="179455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m27_04"/>
          <p:cNvSpPr/>
          <p:nvPr/>
        </p:nvSpPr>
        <p:spPr>
          <a:xfrm>
            <a:off x="194271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m27_05"/>
          <p:cNvSpPr/>
          <p:nvPr/>
        </p:nvSpPr>
        <p:spPr>
          <a:xfrm>
            <a:off x="209088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m27_06"/>
          <p:cNvSpPr/>
          <p:nvPr/>
        </p:nvSpPr>
        <p:spPr>
          <a:xfrm>
            <a:off x="223904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m27_07"/>
          <p:cNvSpPr/>
          <p:nvPr/>
        </p:nvSpPr>
        <p:spPr>
          <a:xfrm>
            <a:off x="238720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2C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m27_08"/>
          <p:cNvSpPr/>
          <p:nvPr/>
        </p:nvSpPr>
        <p:spPr>
          <a:xfrm>
            <a:off x="2535369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m27_09"/>
          <p:cNvSpPr/>
          <p:nvPr/>
        </p:nvSpPr>
        <p:spPr>
          <a:xfrm>
            <a:off x="2683532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m27_10"/>
          <p:cNvSpPr/>
          <p:nvPr/>
        </p:nvSpPr>
        <p:spPr>
          <a:xfrm>
            <a:off x="2831694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m27_11"/>
          <p:cNvSpPr/>
          <p:nvPr/>
        </p:nvSpPr>
        <p:spPr>
          <a:xfrm>
            <a:off x="2979857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m27_12"/>
          <p:cNvSpPr/>
          <p:nvPr/>
        </p:nvSpPr>
        <p:spPr>
          <a:xfrm>
            <a:off x="3128020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m27_13"/>
          <p:cNvSpPr/>
          <p:nvPr/>
        </p:nvSpPr>
        <p:spPr>
          <a:xfrm>
            <a:off x="3276183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m27_14"/>
          <p:cNvSpPr/>
          <p:nvPr/>
        </p:nvSpPr>
        <p:spPr>
          <a:xfrm>
            <a:off x="3424346" y="2171645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m28_03"/>
          <p:cNvSpPr/>
          <p:nvPr/>
        </p:nvSpPr>
        <p:spPr>
          <a:xfrm>
            <a:off x="179455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m28_04"/>
          <p:cNvSpPr/>
          <p:nvPr/>
        </p:nvSpPr>
        <p:spPr>
          <a:xfrm>
            <a:off x="194271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m28_05"/>
          <p:cNvSpPr/>
          <p:nvPr/>
        </p:nvSpPr>
        <p:spPr>
          <a:xfrm>
            <a:off x="209088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m28_06"/>
          <p:cNvSpPr/>
          <p:nvPr/>
        </p:nvSpPr>
        <p:spPr>
          <a:xfrm>
            <a:off x="223904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m28_07"/>
          <p:cNvSpPr/>
          <p:nvPr/>
        </p:nvSpPr>
        <p:spPr>
          <a:xfrm>
            <a:off x="238720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m28_08"/>
          <p:cNvSpPr/>
          <p:nvPr/>
        </p:nvSpPr>
        <p:spPr>
          <a:xfrm>
            <a:off x="2535369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m28_09"/>
          <p:cNvSpPr/>
          <p:nvPr/>
        </p:nvSpPr>
        <p:spPr>
          <a:xfrm>
            <a:off x="2683532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m28_10"/>
          <p:cNvSpPr/>
          <p:nvPr/>
        </p:nvSpPr>
        <p:spPr>
          <a:xfrm>
            <a:off x="2831694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m28_11"/>
          <p:cNvSpPr/>
          <p:nvPr/>
        </p:nvSpPr>
        <p:spPr>
          <a:xfrm>
            <a:off x="2979857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m28_12"/>
          <p:cNvSpPr/>
          <p:nvPr/>
        </p:nvSpPr>
        <p:spPr>
          <a:xfrm>
            <a:off x="3128020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m28_13"/>
          <p:cNvSpPr/>
          <p:nvPr/>
        </p:nvSpPr>
        <p:spPr>
          <a:xfrm>
            <a:off x="3276183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m28_14"/>
          <p:cNvSpPr/>
          <p:nvPr/>
        </p:nvSpPr>
        <p:spPr>
          <a:xfrm>
            <a:off x="3424346" y="2037964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m29_03"/>
          <p:cNvSpPr/>
          <p:nvPr/>
        </p:nvSpPr>
        <p:spPr>
          <a:xfrm>
            <a:off x="179455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m29_04"/>
          <p:cNvSpPr/>
          <p:nvPr/>
        </p:nvSpPr>
        <p:spPr>
          <a:xfrm>
            <a:off x="194271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m29_05"/>
          <p:cNvSpPr/>
          <p:nvPr/>
        </p:nvSpPr>
        <p:spPr>
          <a:xfrm>
            <a:off x="209088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m29_06"/>
          <p:cNvSpPr/>
          <p:nvPr/>
        </p:nvSpPr>
        <p:spPr>
          <a:xfrm>
            <a:off x="223904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m29_07"/>
          <p:cNvSpPr/>
          <p:nvPr/>
        </p:nvSpPr>
        <p:spPr>
          <a:xfrm>
            <a:off x="2387206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m29_08"/>
          <p:cNvSpPr/>
          <p:nvPr/>
        </p:nvSpPr>
        <p:spPr>
          <a:xfrm>
            <a:off x="2535369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m29_09"/>
          <p:cNvSpPr/>
          <p:nvPr/>
        </p:nvSpPr>
        <p:spPr>
          <a:xfrm>
            <a:off x="2683532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m29_10"/>
          <p:cNvSpPr/>
          <p:nvPr/>
        </p:nvSpPr>
        <p:spPr>
          <a:xfrm>
            <a:off x="2831694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m29_11"/>
          <p:cNvSpPr/>
          <p:nvPr/>
        </p:nvSpPr>
        <p:spPr>
          <a:xfrm>
            <a:off x="2979857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m29_12"/>
          <p:cNvSpPr/>
          <p:nvPr/>
        </p:nvSpPr>
        <p:spPr>
          <a:xfrm>
            <a:off x="3128020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m29_13"/>
          <p:cNvSpPr/>
          <p:nvPr/>
        </p:nvSpPr>
        <p:spPr>
          <a:xfrm>
            <a:off x="3276183" y="190428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m30_03"/>
          <p:cNvSpPr/>
          <p:nvPr/>
        </p:nvSpPr>
        <p:spPr>
          <a:xfrm>
            <a:off x="179455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m30_04"/>
          <p:cNvSpPr/>
          <p:nvPr/>
        </p:nvSpPr>
        <p:spPr>
          <a:xfrm>
            <a:off x="194271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m30_05"/>
          <p:cNvSpPr/>
          <p:nvPr/>
        </p:nvSpPr>
        <p:spPr>
          <a:xfrm>
            <a:off x="209088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m30_06"/>
          <p:cNvSpPr/>
          <p:nvPr/>
        </p:nvSpPr>
        <p:spPr>
          <a:xfrm>
            <a:off x="223904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m30_07"/>
          <p:cNvSpPr/>
          <p:nvPr/>
        </p:nvSpPr>
        <p:spPr>
          <a:xfrm>
            <a:off x="2387206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m30_08"/>
          <p:cNvSpPr/>
          <p:nvPr/>
        </p:nvSpPr>
        <p:spPr>
          <a:xfrm>
            <a:off x="2535369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m30_09"/>
          <p:cNvSpPr/>
          <p:nvPr/>
        </p:nvSpPr>
        <p:spPr>
          <a:xfrm>
            <a:off x="2683532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m30_10"/>
          <p:cNvSpPr/>
          <p:nvPr/>
        </p:nvSpPr>
        <p:spPr>
          <a:xfrm>
            <a:off x="2831694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m30_11"/>
          <p:cNvSpPr/>
          <p:nvPr/>
        </p:nvSpPr>
        <p:spPr>
          <a:xfrm>
            <a:off x="2979857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m30_12"/>
          <p:cNvSpPr/>
          <p:nvPr/>
        </p:nvSpPr>
        <p:spPr>
          <a:xfrm>
            <a:off x="3128020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m30_13"/>
          <p:cNvSpPr/>
          <p:nvPr/>
        </p:nvSpPr>
        <p:spPr>
          <a:xfrm>
            <a:off x="3276183" y="1770603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m31_03"/>
          <p:cNvSpPr/>
          <p:nvPr/>
        </p:nvSpPr>
        <p:spPr>
          <a:xfrm>
            <a:off x="179455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m31_04"/>
          <p:cNvSpPr/>
          <p:nvPr/>
        </p:nvSpPr>
        <p:spPr>
          <a:xfrm>
            <a:off x="194271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m31_05"/>
          <p:cNvSpPr/>
          <p:nvPr/>
        </p:nvSpPr>
        <p:spPr>
          <a:xfrm>
            <a:off x="209088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m31_06"/>
          <p:cNvSpPr/>
          <p:nvPr/>
        </p:nvSpPr>
        <p:spPr>
          <a:xfrm>
            <a:off x="223904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m31_07"/>
          <p:cNvSpPr/>
          <p:nvPr/>
        </p:nvSpPr>
        <p:spPr>
          <a:xfrm>
            <a:off x="2387206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m31_08"/>
          <p:cNvSpPr/>
          <p:nvPr/>
        </p:nvSpPr>
        <p:spPr>
          <a:xfrm>
            <a:off x="2535369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m31_09"/>
          <p:cNvSpPr/>
          <p:nvPr/>
        </p:nvSpPr>
        <p:spPr>
          <a:xfrm>
            <a:off x="2683532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m31_10"/>
          <p:cNvSpPr/>
          <p:nvPr/>
        </p:nvSpPr>
        <p:spPr>
          <a:xfrm>
            <a:off x="2831694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m31_11"/>
          <p:cNvSpPr/>
          <p:nvPr/>
        </p:nvSpPr>
        <p:spPr>
          <a:xfrm>
            <a:off x="2979857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m31_12"/>
          <p:cNvSpPr/>
          <p:nvPr/>
        </p:nvSpPr>
        <p:spPr>
          <a:xfrm>
            <a:off x="3128020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m31_13"/>
          <p:cNvSpPr/>
          <p:nvPr/>
        </p:nvSpPr>
        <p:spPr>
          <a:xfrm>
            <a:off x="3276183" y="1636922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m32_03"/>
          <p:cNvSpPr/>
          <p:nvPr/>
        </p:nvSpPr>
        <p:spPr>
          <a:xfrm>
            <a:off x="179455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m32_04"/>
          <p:cNvSpPr/>
          <p:nvPr/>
        </p:nvSpPr>
        <p:spPr>
          <a:xfrm>
            <a:off x="194271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m32_05"/>
          <p:cNvSpPr/>
          <p:nvPr/>
        </p:nvSpPr>
        <p:spPr>
          <a:xfrm>
            <a:off x="209088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m32_06"/>
          <p:cNvSpPr/>
          <p:nvPr/>
        </p:nvSpPr>
        <p:spPr>
          <a:xfrm>
            <a:off x="2239043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m32_07"/>
          <p:cNvSpPr/>
          <p:nvPr/>
        </p:nvSpPr>
        <p:spPr>
          <a:xfrm>
            <a:off x="2387206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m32_08"/>
          <p:cNvSpPr/>
          <p:nvPr/>
        </p:nvSpPr>
        <p:spPr>
          <a:xfrm>
            <a:off x="2535369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m32_09"/>
          <p:cNvSpPr/>
          <p:nvPr/>
        </p:nvSpPr>
        <p:spPr>
          <a:xfrm>
            <a:off x="2683532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m32_10"/>
          <p:cNvSpPr/>
          <p:nvPr/>
        </p:nvSpPr>
        <p:spPr>
          <a:xfrm>
            <a:off x="2831694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m32_11"/>
          <p:cNvSpPr/>
          <p:nvPr/>
        </p:nvSpPr>
        <p:spPr>
          <a:xfrm>
            <a:off x="2979857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m32_12"/>
          <p:cNvSpPr/>
          <p:nvPr/>
        </p:nvSpPr>
        <p:spPr>
          <a:xfrm>
            <a:off x="3128020" y="1503241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m33_03"/>
          <p:cNvSpPr/>
          <p:nvPr/>
        </p:nvSpPr>
        <p:spPr>
          <a:xfrm>
            <a:off x="179455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m33_04"/>
          <p:cNvSpPr/>
          <p:nvPr/>
        </p:nvSpPr>
        <p:spPr>
          <a:xfrm>
            <a:off x="194271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m33_05"/>
          <p:cNvSpPr/>
          <p:nvPr/>
        </p:nvSpPr>
        <p:spPr>
          <a:xfrm>
            <a:off x="209088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m33_06"/>
          <p:cNvSpPr/>
          <p:nvPr/>
        </p:nvSpPr>
        <p:spPr>
          <a:xfrm>
            <a:off x="2239043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m33_07"/>
          <p:cNvSpPr/>
          <p:nvPr/>
        </p:nvSpPr>
        <p:spPr>
          <a:xfrm>
            <a:off x="2387206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m33_08"/>
          <p:cNvSpPr/>
          <p:nvPr/>
        </p:nvSpPr>
        <p:spPr>
          <a:xfrm>
            <a:off x="2535369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m33_09"/>
          <p:cNvSpPr/>
          <p:nvPr/>
        </p:nvSpPr>
        <p:spPr>
          <a:xfrm>
            <a:off x="2683532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m33_10"/>
          <p:cNvSpPr/>
          <p:nvPr/>
        </p:nvSpPr>
        <p:spPr>
          <a:xfrm>
            <a:off x="2831694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m33_11"/>
          <p:cNvSpPr/>
          <p:nvPr/>
        </p:nvSpPr>
        <p:spPr>
          <a:xfrm>
            <a:off x="2979857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m33_12"/>
          <p:cNvSpPr/>
          <p:nvPr/>
        </p:nvSpPr>
        <p:spPr>
          <a:xfrm>
            <a:off x="3128020" y="1369560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m34_03"/>
          <p:cNvSpPr/>
          <p:nvPr/>
        </p:nvSpPr>
        <p:spPr>
          <a:xfrm>
            <a:off x="179455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m34_04"/>
          <p:cNvSpPr/>
          <p:nvPr/>
        </p:nvSpPr>
        <p:spPr>
          <a:xfrm>
            <a:off x="194271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m34_05"/>
          <p:cNvSpPr/>
          <p:nvPr/>
        </p:nvSpPr>
        <p:spPr>
          <a:xfrm>
            <a:off x="2090880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m34_06"/>
          <p:cNvSpPr/>
          <p:nvPr/>
        </p:nvSpPr>
        <p:spPr>
          <a:xfrm>
            <a:off x="2239043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m34_07"/>
          <p:cNvSpPr/>
          <p:nvPr/>
        </p:nvSpPr>
        <p:spPr>
          <a:xfrm>
            <a:off x="2387206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m34_08"/>
          <p:cNvSpPr/>
          <p:nvPr/>
        </p:nvSpPr>
        <p:spPr>
          <a:xfrm>
            <a:off x="2535369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m34_09"/>
          <p:cNvSpPr/>
          <p:nvPr/>
        </p:nvSpPr>
        <p:spPr>
          <a:xfrm>
            <a:off x="2683532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m34_10"/>
          <p:cNvSpPr/>
          <p:nvPr/>
        </p:nvSpPr>
        <p:spPr>
          <a:xfrm>
            <a:off x="2831694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m34_11"/>
          <p:cNvSpPr/>
          <p:nvPr/>
        </p:nvSpPr>
        <p:spPr>
          <a:xfrm>
            <a:off x="2979857" y="1235879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m35_04"/>
          <p:cNvSpPr/>
          <p:nvPr/>
        </p:nvSpPr>
        <p:spPr>
          <a:xfrm>
            <a:off x="194271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m35_05"/>
          <p:cNvSpPr/>
          <p:nvPr/>
        </p:nvSpPr>
        <p:spPr>
          <a:xfrm>
            <a:off x="2090880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m35_06"/>
          <p:cNvSpPr/>
          <p:nvPr/>
        </p:nvSpPr>
        <p:spPr>
          <a:xfrm>
            <a:off x="2239043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m35_07"/>
          <p:cNvSpPr/>
          <p:nvPr/>
        </p:nvSpPr>
        <p:spPr>
          <a:xfrm>
            <a:off x="2387206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m35_08"/>
          <p:cNvSpPr/>
          <p:nvPr/>
        </p:nvSpPr>
        <p:spPr>
          <a:xfrm>
            <a:off x="2535369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m35_09"/>
          <p:cNvSpPr/>
          <p:nvPr/>
        </p:nvSpPr>
        <p:spPr>
          <a:xfrm>
            <a:off x="2683532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m35_10"/>
          <p:cNvSpPr/>
          <p:nvPr/>
        </p:nvSpPr>
        <p:spPr>
          <a:xfrm>
            <a:off x="2831694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m35_11"/>
          <p:cNvSpPr/>
          <p:nvPr/>
        </p:nvSpPr>
        <p:spPr>
          <a:xfrm>
            <a:off x="2979857" y="1102198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m36_04"/>
          <p:cNvSpPr/>
          <p:nvPr/>
        </p:nvSpPr>
        <p:spPr>
          <a:xfrm>
            <a:off x="1942717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m36_05"/>
          <p:cNvSpPr/>
          <p:nvPr/>
        </p:nvSpPr>
        <p:spPr>
          <a:xfrm>
            <a:off x="2090880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m36_06"/>
          <p:cNvSpPr/>
          <p:nvPr/>
        </p:nvSpPr>
        <p:spPr>
          <a:xfrm>
            <a:off x="2239043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m36_07"/>
          <p:cNvSpPr/>
          <p:nvPr/>
        </p:nvSpPr>
        <p:spPr>
          <a:xfrm>
            <a:off x="2387206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m36_08"/>
          <p:cNvSpPr/>
          <p:nvPr/>
        </p:nvSpPr>
        <p:spPr>
          <a:xfrm>
            <a:off x="2535369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m36_09"/>
          <p:cNvSpPr/>
          <p:nvPr/>
        </p:nvSpPr>
        <p:spPr>
          <a:xfrm>
            <a:off x="2683532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m36_10"/>
          <p:cNvSpPr/>
          <p:nvPr/>
        </p:nvSpPr>
        <p:spPr>
          <a:xfrm>
            <a:off x="2831694" y="96851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m37_04"/>
          <p:cNvSpPr/>
          <p:nvPr/>
        </p:nvSpPr>
        <p:spPr>
          <a:xfrm>
            <a:off x="1942717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m37_05"/>
          <p:cNvSpPr/>
          <p:nvPr/>
        </p:nvSpPr>
        <p:spPr>
          <a:xfrm>
            <a:off x="2090880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C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m37_06"/>
          <p:cNvSpPr/>
          <p:nvPr/>
        </p:nvSpPr>
        <p:spPr>
          <a:xfrm>
            <a:off x="2239043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m37_07"/>
          <p:cNvSpPr/>
          <p:nvPr/>
        </p:nvSpPr>
        <p:spPr>
          <a:xfrm>
            <a:off x="2387206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m37_08"/>
          <p:cNvSpPr/>
          <p:nvPr/>
        </p:nvSpPr>
        <p:spPr>
          <a:xfrm>
            <a:off x="2535369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m37_09"/>
          <p:cNvSpPr/>
          <p:nvPr/>
        </p:nvSpPr>
        <p:spPr>
          <a:xfrm>
            <a:off x="2683532" y="834837"/>
            <a:ext cx="114965" cy="114965"/>
          </a:xfrm>
          <a:prstGeom prst="roundRect">
            <a:avLst>
              <a:gd name="adj" fmla="val 30000"/>
            </a:avLst>
          </a:prstGeom>
          <a:solidFill>
            <a:srgbClr val="08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getal"/>
          <p:cNvSpPr txBox="1"/>
          <p:nvPr/>
        </p:nvSpPr>
        <p:spPr>
          <a:xfrm>
            <a:off x="4825879" y="1066773"/>
            <a:ext cx="4444888" cy="266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>
                <a:solidFill>
                  <a:srgbClr val="52BDEC"/>
                </a:solidFill>
                <a:latin typeface="Segoe UI"/>
              </a:rPr>
              <a:t>186</a:t>
            </a:r>
          </a:p>
        </p:txBody>
      </p:sp>
      <p:sp>
        <p:nvSpPr>
          <p:cNvPr id="328" name="!!eenheid"/>
          <p:cNvSpPr txBox="1"/>
          <p:nvPr/>
        </p:nvSpPr>
        <p:spPr>
          <a:xfrm>
            <a:off x="9016774" y="1587460"/>
            <a:ext cx="1904952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0">
                <a:solidFill>
                  <a:srgbClr val="8FB6D0"/>
                </a:solidFill>
                <a:latin typeface="Segoe UI"/>
              </a:rPr>
              <a:t>kPa</a:t>
            </a:r>
          </a:p>
        </p:txBody>
      </p:sp>
      <p:sp>
        <p:nvSpPr>
          <p:cNvPr id="329" name="!!kop"/>
          <p:cNvSpPr txBox="1"/>
          <p:nvPr/>
        </p:nvSpPr>
        <p:spPr>
          <a:xfrm>
            <a:off x="4825879" y="3848003"/>
            <a:ext cx="6095847" cy="152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En kijk: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F2F8FC"/>
                </a:solidFill>
                <a:latin typeface="Segoe UI"/>
              </a:rPr>
              <a:t>het rood is weg</a:t>
            </a:r>
          </a:p>
        </p:txBody>
      </p:sp>
      <p:sp>
        <p:nvSpPr>
          <p:cNvPr id="330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De druk zit nu verdeeld over de hele voet.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3200">
        <p159:morph option="byObject"/>
      </p:transition>
    </mc:Choice>
    <mc:Fallback>
      <p:transition xmlns:p14="http://schemas.microsoft.com/office/powerpoint/2010/main" spd="slow" p14:dur="900" advClick="0" advTm="3200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grond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ras"/>
          <p:cNvSpPr/>
          <p:nvPr/>
        </p:nvSpPr>
        <p:spPr>
          <a:xfrm>
            <a:off x="0" y="5587860"/>
            <a:ext cx="12191695" cy="1269968"/>
          </a:xfrm>
          <a:prstGeom prst="rect">
            <a:avLst/>
          </a:prstGeom>
          <a:solidFill>
            <a:srgbClr val="07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stam0"/>
          <p:cNvSpPr/>
          <p:nvPr/>
        </p:nvSpPr>
        <p:spPr>
          <a:xfrm>
            <a:off x="10286742" y="4397265"/>
            <a:ext cx="174620" cy="1190595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kruin0"/>
          <p:cNvSpPr/>
          <p:nvPr/>
        </p:nvSpPr>
        <p:spPr>
          <a:xfrm>
            <a:off x="9699382" y="3206669"/>
            <a:ext cx="1349341" cy="1349341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tam1"/>
          <p:cNvSpPr/>
          <p:nvPr/>
        </p:nvSpPr>
        <p:spPr>
          <a:xfrm>
            <a:off x="7111822" y="4873503"/>
            <a:ext cx="104772" cy="714357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kruin1"/>
          <p:cNvSpPr/>
          <p:nvPr/>
        </p:nvSpPr>
        <p:spPr>
          <a:xfrm>
            <a:off x="6759406" y="4159146"/>
            <a:ext cx="809604" cy="809604"/>
          </a:xfrm>
          <a:prstGeom prst="ellipse">
            <a:avLst/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f_armL"/>
          <p:cNvSpPr/>
          <p:nvPr/>
        </p:nvSpPr>
        <p:spPr>
          <a:xfrm rot="480000">
            <a:off x="7911902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f_armR"/>
          <p:cNvSpPr/>
          <p:nvPr/>
        </p:nvSpPr>
        <p:spPr>
          <a:xfrm rot="21120000">
            <a:off x="8980580" y="3953411"/>
            <a:ext cx="188590" cy="712452"/>
          </a:xfrm>
          <a:prstGeom prst="roundRect">
            <a:avLst>
              <a:gd name="adj" fmla="val 5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_beenL"/>
          <p:cNvSpPr/>
          <p:nvPr/>
        </p:nvSpPr>
        <p:spPr>
          <a:xfrm rot="21000000">
            <a:off x="820526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f_beenR"/>
          <p:cNvSpPr/>
          <p:nvPr/>
        </p:nvSpPr>
        <p:spPr>
          <a:xfrm rot="600000">
            <a:off x="8624354" y="4749681"/>
            <a:ext cx="251453" cy="670543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_schoenL"/>
          <p:cNvSpPr/>
          <p:nvPr/>
        </p:nvSpPr>
        <p:spPr>
          <a:xfrm>
            <a:off x="8079538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_schoenR"/>
          <p:cNvSpPr/>
          <p:nvPr/>
        </p:nvSpPr>
        <p:spPr>
          <a:xfrm>
            <a:off x="8540536" y="5336406"/>
            <a:ext cx="460998" cy="251453"/>
          </a:xfrm>
          <a:prstGeom prst="ellipse">
            <a:avLst/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_romp"/>
          <p:cNvSpPr/>
          <p:nvPr/>
        </p:nvSpPr>
        <p:spPr>
          <a:xfrm>
            <a:off x="8079538" y="3911502"/>
            <a:ext cx="921996" cy="880087"/>
          </a:xfrm>
          <a:prstGeom prst="roundRect">
            <a:avLst>
              <a:gd name="adj" fmla="val 25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f_hoofd"/>
          <p:cNvSpPr/>
          <p:nvPr/>
        </p:nvSpPr>
        <p:spPr>
          <a:xfrm>
            <a:off x="8121446" y="3073323"/>
            <a:ext cx="838179" cy="838179"/>
          </a:xfrm>
          <a:prstGeom prst="ellipse">
            <a:avLst/>
          </a:prstGeom>
          <a:solidFill>
            <a:srgbClr val="F0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_haar"/>
          <p:cNvSpPr/>
          <p:nvPr/>
        </p:nvSpPr>
        <p:spPr>
          <a:xfrm>
            <a:off x="8058583" y="2989505"/>
            <a:ext cx="963905" cy="460998"/>
          </a:xfrm>
          <a:prstGeom prst="ellipse">
            <a:avLst/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_brilL"/>
          <p:cNvSpPr/>
          <p:nvPr/>
        </p:nvSpPr>
        <p:spPr>
          <a:xfrm>
            <a:off x="8184310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f_brilR"/>
          <p:cNvSpPr/>
          <p:nvPr/>
        </p:nvSpPr>
        <p:spPr>
          <a:xfrm>
            <a:off x="8624354" y="3324776"/>
            <a:ext cx="272408" cy="272408"/>
          </a:xfrm>
          <a:prstGeom prst="ellipse">
            <a:avLst/>
          </a:prstGeom>
          <a:noFill/>
          <a:ln w="25400">
            <a:solidFill>
              <a:srgbClr val="041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_snor"/>
          <p:cNvSpPr/>
          <p:nvPr/>
        </p:nvSpPr>
        <p:spPr>
          <a:xfrm>
            <a:off x="8351946" y="3639094"/>
            <a:ext cx="377180" cy="104772"/>
          </a:xfrm>
          <a:prstGeom prst="roundRect">
            <a:avLst>
              <a:gd name="adj" fmla="val 50000"/>
            </a:avLst>
          </a:prstGeom>
          <a:solidFill>
            <a:srgbClr val="C9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l_vlechtL"/>
          <p:cNvSpPr/>
          <p:nvPr/>
        </p:nvSpPr>
        <p:spPr>
          <a:xfrm>
            <a:off x="10169905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l_vlechtR"/>
          <p:cNvSpPr/>
          <p:nvPr/>
        </p:nvSpPr>
        <p:spPr>
          <a:xfrm>
            <a:off x="11044913" y="3771805"/>
            <a:ext cx="247643" cy="594345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l_armL"/>
          <p:cNvSpPr/>
          <p:nvPr/>
        </p:nvSpPr>
        <p:spPr>
          <a:xfrm rot="21120000">
            <a:off x="10235944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l_armR"/>
          <p:cNvSpPr/>
          <p:nvPr/>
        </p:nvSpPr>
        <p:spPr>
          <a:xfrm rot="480000">
            <a:off x="11077933" y="4300112"/>
            <a:ext cx="148586" cy="561325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l_beenL"/>
          <p:cNvSpPr/>
          <p:nvPr/>
        </p:nvSpPr>
        <p:spPr>
          <a:xfrm rot="600000">
            <a:off x="10467078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l_beenR"/>
          <p:cNvSpPr/>
          <p:nvPr/>
        </p:nvSpPr>
        <p:spPr>
          <a:xfrm rot="21000000">
            <a:off x="10797270" y="4927476"/>
            <a:ext cx="198115" cy="528306"/>
          </a:xfrm>
          <a:prstGeom prst="roundRect">
            <a:avLst>
              <a:gd name="adj" fmla="val 45000"/>
            </a:avLst>
          </a:prstGeom>
          <a:solidFill>
            <a:srgbClr val="00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l_schoenL"/>
          <p:cNvSpPr/>
          <p:nvPr/>
        </p:nvSpPr>
        <p:spPr>
          <a:xfrm>
            <a:off x="10368020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l_schoenR"/>
          <p:cNvSpPr/>
          <p:nvPr/>
        </p:nvSpPr>
        <p:spPr>
          <a:xfrm>
            <a:off x="10731231" y="5389745"/>
            <a:ext cx="363210" cy="19811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l_romp"/>
          <p:cNvSpPr/>
          <p:nvPr/>
        </p:nvSpPr>
        <p:spPr>
          <a:xfrm>
            <a:off x="10368020" y="4267093"/>
            <a:ext cx="726421" cy="693402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l_hoofd"/>
          <p:cNvSpPr/>
          <p:nvPr/>
        </p:nvSpPr>
        <p:spPr>
          <a:xfrm>
            <a:off x="10401039" y="3606709"/>
            <a:ext cx="660383" cy="660383"/>
          </a:xfrm>
          <a:prstGeom prst="ellipse">
            <a:avLst/>
          </a:prstGeom>
          <a:solidFill>
            <a:srgbClr val="F7D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l_haar"/>
          <p:cNvSpPr/>
          <p:nvPr/>
        </p:nvSpPr>
        <p:spPr>
          <a:xfrm>
            <a:off x="10351511" y="3540671"/>
            <a:ext cx="759441" cy="363210"/>
          </a:xfrm>
          <a:prstGeom prst="ellipse">
            <a:avLst/>
          </a:prstGeom>
          <a:solidFill>
            <a:srgbClr val="8A5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l_oogL"/>
          <p:cNvSpPr/>
          <p:nvPr/>
        </p:nvSpPr>
        <p:spPr>
          <a:xfrm>
            <a:off x="10516607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l_oogR"/>
          <p:cNvSpPr/>
          <p:nvPr/>
        </p:nvSpPr>
        <p:spPr>
          <a:xfrm>
            <a:off x="10813779" y="3837844"/>
            <a:ext cx="132076" cy="13207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l_mond"/>
          <p:cNvSpPr/>
          <p:nvPr/>
        </p:nvSpPr>
        <p:spPr>
          <a:xfrm>
            <a:off x="10615664" y="4052468"/>
            <a:ext cx="231134" cy="148586"/>
          </a:xfrm>
          <a:prstGeom prst="ellipse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kop"/>
          <p:cNvSpPr txBox="1"/>
          <p:nvPr/>
        </p:nvSpPr>
        <p:spPr>
          <a:xfrm>
            <a:off x="761980" y="698482"/>
            <a:ext cx="6349841" cy="253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0" b="1">
                <a:solidFill>
                  <a:srgbClr val="F2F8FC"/>
                </a:solidFill>
                <a:latin typeface="Segoe UI"/>
              </a:rPr>
              <a:t>Werkt dat</a:t>
            </a:r>
          </a:p>
          <a:p>
            <a:pPr algn="l">
              <a:lnSpc>
                <a:spcPct val="105000"/>
              </a:lnSpc>
            </a:pPr>
            <a:r>
              <a:rPr sz="7600" b="1">
                <a:solidFill>
                  <a:srgbClr val="F2F8FC"/>
                </a:solidFill>
                <a:latin typeface="Segoe UI"/>
              </a:rPr>
              <a:t>echt?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380" y="3327316"/>
            <a:ext cx="6222844" cy="1714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8FB6D0"/>
                </a:solidFill>
                <a:latin typeface="Segoe UI"/>
              </a:rPr>
              <a:t>Zes Belgische ziekenhuizen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8FB6D0"/>
                </a:solidFill>
                <a:latin typeface="Segoe UI"/>
              </a:rPr>
              <a:t>zoeken het nu samen uit,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8FB6D0"/>
                </a:solidFill>
                <a:latin typeface="Segoe UI"/>
              </a:rPr>
              <a:t>ook AZ Groeninge in Kortrijk.</a:t>
            </a:r>
          </a:p>
        </p:txBody>
      </p:sp>
      <p:sp>
        <p:nvSpPr>
          <p:cNvPr id="36" name="!!ziek0"/>
          <p:cNvSpPr/>
          <p:nvPr/>
        </p:nvSpPr>
        <p:spPr>
          <a:xfrm>
            <a:off x="812779" y="5117972"/>
            <a:ext cx="266693" cy="266693"/>
          </a:xfrm>
          <a:prstGeom prst="ellipse">
            <a:avLst/>
          </a:prstGeom>
          <a:solidFill>
            <a:srgbClr val="4F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ziek1"/>
          <p:cNvSpPr/>
          <p:nvPr/>
        </p:nvSpPr>
        <p:spPr>
          <a:xfrm>
            <a:off x="1206469" y="5117972"/>
            <a:ext cx="266693" cy="266693"/>
          </a:xfrm>
          <a:prstGeom prst="ellipse">
            <a:avLst/>
          </a:prstGeom>
          <a:solidFill>
            <a:srgbClr val="4F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ziek2"/>
          <p:cNvSpPr/>
          <p:nvPr/>
        </p:nvSpPr>
        <p:spPr>
          <a:xfrm>
            <a:off x="1600159" y="5117972"/>
            <a:ext cx="266693" cy="266693"/>
          </a:xfrm>
          <a:prstGeom prst="ellipse">
            <a:avLst/>
          </a:prstGeom>
          <a:solidFill>
            <a:srgbClr val="4F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ziek3"/>
          <p:cNvSpPr/>
          <p:nvPr/>
        </p:nvSpPr>
        <p:spPr>
          <a:xfrm>
            <a:off x="1993850" y="5117972"/>
            <a:ext cx="266693" cy="266693"/>
          </a:xfrm>
          <a:prstGeom prst="ellipse">
            <a:avLst/>
          </a:prstGeom>
          <a:solidFill>
            <a:srgbClr val="4F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ziek4"/>
          <p:cNvSpPr/>
          <p:nvPr/>
        </p:nvSpPr>
        <p:spPr>
          <a:xfrm>
            <a:off x="2387540" y="5117972"/>
            <a:ext cx="266693" cy="266693"/>
          </a:xfrm>
          <a:prstGeom prst="ellipse">
            <a:avLst/>
          </a:prstGeom>
          <a:solidFill>
            <a:srgbClr val="4F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ziek5"/>
          <p:cNvSpPr/>
          <p:nvPr/>
        </p:nvSpPr>
        <p:spPr>
          <a:xfrm>
            <a:off x="2781230" y="5117972"/>
            <a:ext cx="266693" cy="266693"/>
          </a:xfrm>
          <a:prstGeom prst="ellipse">
            <a:avLst/>
          </a:prstGeom>
          <a:solidFill>
            <a:srgbClr val="4F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7380" y="5537061"/>
            <a:ext cx="5714857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spc="140">
                <a:solidFill>
                  <a:srgbClr val="52BDEC"/>
                </a:solidFill>
                <a:latin typeface="Consolas"/>
              </a:rPr>
              <a:t>PARADISE  ·  KU Leuven Campus Brugge</a:t>
            </a:r>
          </a:p>
        </p:txBody>
      </p:sp>
      <p:sp>
        <p:nvSpPr>
          <p:cNvPr id="43" name="!!onderschrift"/>
          <p:cNvSpPr txBox="1"/>
          <p:nvPr/>
        </p:nvSpPr>
        <p:spPr>
          <a:xfrm>
            <a:off x="761980" y="6108547"/>
            <a:ext cx="10667733" cy="533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Wat we tot nu toe schatten, gaan we eindelijk meten.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Click="0" advTm="5500">
        <p159:morph option="byObject"/>
      </p:transition>
    </mc:Choice>
    <mc:Fallback>
      <p:transition xmlns:p14="http://schemas.microsoft.com/office/powerpoint/2010/main" spd="slow" p14:dur="900" advClick="0" advTm="5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