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78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66773" y="4476638"/>
            <a:ext cx="317492" cy="1111222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596885" y="3771805"/>
            <a:ext cx="952476" cy="952476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41373" y="3555911"/>
            <a:ext cx="838179" cy="838179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812779" y="4063898"/>
            <a:ext cx="812779" cy="812779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tam2"/>
          <p:cNvSpPr/>
          <p:nvPr/>
        </p:nvSpPr>
        <p:spPr>
          <a:xfrm>
            <a:off x="7435664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ruin2_0"/>
          <p:cNvSpPr/>
          <p:nvPr/>
        </p:nvSpPr>
        <p:spPr>
          <a:xfrm>
            <a:off x="708324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ruin2_1"/>
          <p:cNvSpPr/>
          <p:nvPr/>
        </p:nvSpPr>
        <p:spPr>
          <a:xfrm>
            <a:off x="741661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kruin2_2"/>
          <p:cNvSpPr/>
          <p:nvPr/>
        </p:nvSpPr>
        <p:spPr>
          <a:xfrm>
            <a:off x="724516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schaduw"/>
          <p:cNvSpPr/>
          <p:nvPr/>
        </p:nvSpPr>
        <p:spPr>
          <a:xfrm>
            <a:off x="1984960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armassa"/>
          <p:cNvSpPr/>
          <p:nvPr/>
        </p:nvSpPr>
        <p:spPr>
          <a:xfrm>
            <a:off x="2068778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armL"/>
          <p:cNvSpPr/>
          <p:nvPr/>
        </p:nvSpPr>
        <p:spPr>
          <a:xfrm rot="420000">
            <a:off x="1922096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handL"/>
          <p:cNvSpPr/>
          <p:nvPr/>
        </p:nvSpPr>
        <p:spPr>
          <a:xfrm>
            <a:off x="1859006" y="4568991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armR"/>
          <p:cNvSpPr/>
          <p:nvPr/>
        </p:nvSpPr>
        <p:spPr>
          <a:xfrm rot="21180000">
            <a:off x="303268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handR"/>
          <p:cNvSpPr/>
          <p:nvPr/>
        </p:nvSpPr>
        <p:spPr>
          <a:xfrm>
            <a:off x="3053865" y="4568991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beenL"/>
          <p:cNvSpPr/>
          <p:nvPr/>
        </p:nvSpPr>
        <p:spPr>
          <a:xfrm rot="20760000">
            <a:off x="223641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schoenL"/>
          <p:cNvSpPr/>
          <p:nvPr/>
        </p:nvSpPr>
        <p:spPr>
          <a:xfrm rot="20760000">
            <a:off x="2249252" y="5325825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zoolL"/>
          <p:cNvSpPr/>
          <p:nvPr/>
        </p:nvSpPr>
        <p:spPr>
          <a:xfrm rot="20760000">
            <a:off x="2249252" y="5493460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beenR"/>
          <p:cNvSpPr/>
          <p:nvPr/>
        </p:nvSpPr>
        <p:spPr>
          <a:xfrm rot="840000">
            <a:off x="2655503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schoenR"/>
          <p:cNvSpPr/>
          <p:nvPr/>
        </p:nvSpPr>
        <p:spPr>
          <a:xfrm rot="840000">
            <a:off x="2495984" y="5325825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zoolR"/>
          <p:cNvSpPr/>
          <p:nvPr/>
        </p:nvSpPr>
        <p:spPr>
          <a:xfrm rot="840000">
            <a:off x="2495984" y="5493460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romp"/>
          <p:cNvSpPr/>
          <p:nvPr/>
        </p:nvSpPr>
        <p:spPr>
          <a:xfrm>
            <a:off x="2089732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kraag"/>
          <p:cNvSpPr/>
          <p:nvPr/>
        </p:nvSpPr>
        <p:spPr>
          <a:xfrm>
            <a:off x="2383095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rand"/>
          <p:cNvSpPr/>
          <p:nvPr/>
        </p:nvSpPr>
        <p:spPr>
          <a:xfrm>
            <a:off x="2550731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nek"/>
          <p:cNvSpPr/>
          <p:nvPr/>
        </p:nvSpPr>
        <p:spPr>
          <a:xfrm>
            <a:off x="2425004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hoofd"/>
          <p:cNvSpPr/>
          <p:nvPr/>
        </p:nvSpPr>
        <p:spPr>
          <a:xfrm>
            <a:off x="2089732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oorL"/>
          <p:cNvSpPr/>
          <p:nvPr/>
        </p:nvSpPr>
        <p:spPr>
          <a:xfrm>
            <a:off x="2005914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oorR"/>
          <p:cNvSpPr/>
          <p:nvPr/>
        </p:nvSpPr>
        <p:spPr>
          <a:xfrm>
            <a:off x="3011729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pony"/>
          <p:cNvSpPr/>
          <p:nvPr/>
        </p:nvSpPr>
        <p:spPr>
          <a:xfrm>
            <a:off x="2110687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L"/>
          <p:cNvSpPr/>
          <p:nvPr/>
        </p:nvSpPr>
        <p:spPr>
          <a:xfrm>
            <a:off x="227832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L"/>
          <p:cNvSpPr/>
          <p:nvPr/>
        </p:nvSpPr>
        <p:spPr>
          <a:xfrm>
            <a:off x="2328613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L"/>
          <p:cNvSpPr/>
          <p:nvPr/>
        </p:nvSpPr>
        <p:spPr>
          <a:xfrm>
            <a:off x="235375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L"/>
          <p:cNvSpPr/>
          <p:nvPr/>
        </p:nvSpPr>
        <p:spPr>
          <a:xfrm>
            <a:off x="2267845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oogwitR"/>
          <p:cNvSpPr/>
          <p:nvPr/>
        </p:nvSpPr>
        <p:spPr>
          <a:xfrm>
            <a:off x="267645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pupilR"/>
          <p:cNvSpPr/>
          <p:nvPr/>
        </p:nvSpPr>
        <p:spPr>
          <a:xfrm>
            <a:off x="2726748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glansR"/>
          <p:cNvSpPr/>
          <p:nvPr/>
        </p:nvSpPr>
        <p:spPr>
          <a:xfrm>
            <a:off x="275189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wenkR"/>
          <p:cNvSpPr/>
          <p:nvPr/>
        </p:nvSpPr>
        <p:spPr>
          <a:xfrm>
            <a:off x="2665980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neus"/>
          <p:cNvSpPr/>
          <p:nvPr/>
        </p:nvSpPr>
        <p:spPr>
          <a:xfrm>
            <a:off x="249834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losL"/>
          <p:cNvSpPr/>
          <p:nvPr/>
        </p:nvSpPr>
        <p:spPr>
          <a:xfrm>
            <a:off x="2131641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blosR"/>
          <p:cNvSpPr/>
          <p:nvPr/>
        </p:nvSpPr>
        <p:spPr>
          <a:xfrm>
            <a:off x="2844093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brilL"/>
          <p:cNvSpPr/>
          <p:nvPr/>
        </p:nvSpPr>
        <p:spPr>
          <a:xfrm>
            <a:off x="2215459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brilR"/>
          <p:cNvSpPr/>
          <p:nvPr/>
        </p:nvSpPr>
        <p:spPr>
          <a:xfrm>
            <a:off x="2613594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brug"/>
          <p:cNvSpPr/>
          <p:nvPr/>
        </p:nvSpPr>
        <p:spPr>
          <a:xfrm>
            <a:off x="2529776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snor"/>
          <p:cNvSpPr/>
          <p:nvPr/>
        </p:nvSpPr>
        <p:spPr>
          <a:xfrm>
            <a:off x="2383095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mond"/>
          <p:cNvSpPr/>
          <p:nvPr/>
        </p:nvSpPr>
        <p:spPr>
          <a:xfrm>
            <a:off x="245643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tand"/>
          <p:cNvSpPr/>
          <p:nvPr/>
        </p:nvSpPr>
        <p:spPr>
          <a:xfrm>
            <a:off x="249834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monddek"/>
          <p:cNvSpPr/>
          <p:nvPr/>
        </p:nvSpPr>
        <p:spPr>
          <a:xfrm>
            <a:off x="2435481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schaduw"/>
          <p:cNvSpPr/>
          <p:nvPr/>
        </p:nvSpPr>
        <p:spPr>
          <a:xfrm>
            <a:off x="4427109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haarmassa"/>
          <p:cNvSpPr/>
          <p:nvPr/>
        </p:nvSpPr>
        <p:spPr>
          <a:xfrm>
            <a:off x="4427109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vlechtL"/>
          <p:cNvSpPr/>
          <p:nvPr/>
        </p:nvSpPr>
        <p:spPr>
          <a:xfrm>
            <a:off x="4311542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strikL"/>
          <p:cNvSpPr/>
          <p:nvPr/>
        </p:nvSpPr>
        <p:spPr>
          <a:xfrm>
            <a:off x="4344561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vlechtR"/>
          <p:cNvSpPr/>
          <p:nvPr/>
        </p:nvSpPr>
        <p:spPr>
          <a:xfrm>
            <a:off x="5219569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strikR"/>
          <p:cNvSpPr/>
          <p:nvPr/>
        </p:nvSpPr>
        <p:spPr>
          <a:xfrm>
            <a:off x="5252588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armL"/>
          <p:cNvSpPr/>
          <p:nvPr/>
        </p:nvSpPr>
        <p:spPr>
          <a:xfrm rot="840000">
            <a:off x="4377580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handL"/>
          <p:cNvSpPr/>
          <p:nvPr/>
        </p:nvSpPr>
        <p:spPr>
          <a:xfrm>
            <a:off x="4295169" y="4779053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armR"/>
          <p:cNvSpPr/>
          <p:nvPr/>
        </p:nvSpPr>
        <p:spPr>
          <a:xfrm rot="20760000">
            <a:off x="5252588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handR"/>
          <p:cNvSpPr/>
          <p:nvPr/>
        </p:nvSpPr>
        <p:spPr>
          <a:xfrm>
            <a:off x="5301980" y="4779053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beenL"/>
          <p:cNvSpPr/>
          <p:nvPr/>
        </p:nvSpPr>
        <p:spPr>
          <a:xfrm rot="840000">
            <a:off x="4625224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schoenL"/>
          <p:cNvSpPr/>
          <p:nvPr/>
        </p:nvSpPr>
        <p:spPr>
          <a:xfrm rot="840000">
            <a:off x="4499542" y="5381408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zoolL"/>
          <p:cNvSpPr/>
          <p:nvPr/>
        </p:nvSpPr>
        <p:spPr>
          <a:xfrm rot="840000">
            <a:off x="4499542" y="5513485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beenR"/>
          <p:cNvSpPr/>
          <p:nvPr/>
        </p:nvSpPr>
        <p:spPr>
          <a:xfrm rot="20760000">
            <a:off x="4955416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schoenR"/>
          <p:cNvSpPr/>
          <p:nvPr/>
        </p:nvSpPr>
        <p:spPr>
          <a:xfrm rot="20760000">
            <a:off x="4965531" y="5381408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zoolR"/>
          <p:cNvSpPr/>
          <p:nvPr/>
        </p:nvSpPr>
        <p:spPr>
          <a:xfrm rot="20760000">
            <a:off x="4965531" y="5513485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romp"/>
          <p:cNvSpPr/>
          <p:nvPr/>
        </p:nvSpPr>
        <p:spPr>
          <a:xfrm>
            <a:off x="4509657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zak"/>
          <p:cNvSpPr/>
          <p:nvPr/>
        </p:nvSpPr>
        <p:spPr>
          <a:xfrm>
            <a:off x="4658243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koord"/>
          <p:cNvSpPr/>
          <p:nvPr/>
        </p:nvSpPr>
        <p:spPr>
          <a:xfrm>
            <a:off x="4790320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nek"/>
          <p:cNvSpPr/>
          <p:nvPr/>
        </p:nvSpPr>
        <p:spPr>
          <a:xfrm>
            <a:off x="4773810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hoofd"/>
          <p:cNvSpPr/>
          <p:nvPr/>
        </p:nvSpPr>
        <p:spPr>
          <a:xfrm>
            <a:off x="4509657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oorL"/>
          <p:cNvSpPr/>
          <p:nvPr/>
        </p:nvSpPr>
        <p:spPr>
          <a:xfrm>
            <a:off x="4443618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oorR"/>
          <p:cNvSpPr/>
          <p:nvPr/>
        </p:nvSpPr>
        <p:spPr>
          <a:xfrm>
            <a:off x="5236079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pony"/>
          <p:cNvSpPr/>
          <p:nvPr/>
        </p:nvSpPr>
        <p:spPr>
          <a:xfrm>
            <a:off x="4526166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L"/>
          <p:cNvSpPr/>
          <p:nvPr/>
        </p:nvSpPr>
        <p:spPr>
          <a:xfrm>
            <a:off x="4658243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L"/>
          <p:cNvSpPr/>
          <p:nvPr/>
        </p:nvSpPr>
        <p:spPr>
          <a:xfrm>
            <a:off x="4697866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L"/>
          <p:cNvSpPr/>
          <p:nvPr/>
        </p:nvSpPr>
        <p:spPr>
          <a:xfrm>
            <a:off x="4717678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L"/>
          <p:cNvSpPr/>
          <p:nvPr/>
        </p:nvSpPr>
        <p:spPr>
          <a:xfrm>
            <a:off x="4649988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oogwitR"/>
          <p:cNvSpPr/>
          <p:nvPr/>
        </p:nvSpPr>
        <p:spPr>
          <a:xfrm>
            <a:off x="4971925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pupilR"/>
          <p:cNvSpPr/>
          <p:nvPr/>
        </p:nvSpPr>
        <p:spPr>
          <a:xfrm>
            <a:off x="5011548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glansR"/>
          <p:cNvSpPr/>
          <p:nvPr/>
        </p:nvSpPr>
        <p:spPr>
          <a:xfrm>
            <a:off x="5031360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wenkR"/>
          <p:cNvSpPr/>
          <p:nvPr/>
        </p:nvSpPr>
        <p:spPr>
          <a:xfrm>
            <a:off x="4963670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neus"/>
          <p:cNvSpPr/>
          <p:nvPr/>
        </p:nvSpPr>
        <p:spPr>
          <a:xfrm>
            <a:off x="4831594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blosL"/>
          <p:cNvSpPr/>
          <p:nvPr/>
        </p:nvSpPr>
        <p:spPr>
          <a:xfrm>
            <a:off x="4542676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_blosR"/>
          <p:cNvSpPr/>
          <p:nvPr/>
        </p:nvSpPr>
        <p:spPr>
          <a:xfrm>
            <a:off x="5104002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_mond"/>
          <p:cNvSpPr/>
          <p:nvPr/>
        </p:nvSpPr>
        <p:spPr>
          <a:xfrm>
            <a:off x="4798575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_tand"/>
          <p:cNvSpPr/>
          <p:nvPr/>
        </p:nvSpPr>
        <p:spPr>
          <a:xfrm>
            <a:off x="4831594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_monddek"/>
          <p:cNvSpPr/>
          <p:nvPr/>
        </p:nvSpPr>
        <p:spPr>
          <a:xfrm>
            <a:off x="4782065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kop"/>
          <p:cNvSpPr txBox="1"/>
          <p:nvPr/>
        </p:nvSpPr>
        <p:spPr>
          <a:xfrm>
            <a:off x="761980" y="609584"/>
            <a:ext cx="698482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Opa Frans</a:t>
            </a:r>
          </a:p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en Lotte</a:t>
            </a:r>
          </a:p>
        </p:txBody>
      </p:sp>
      <p:sp>
        <p:nvSpPr>
          <p:cNvPr id="126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Tienduizend stappen, zonder erbij na te denken.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50" advClick="0" advTm="3400">
        <p159:morph option="byObject"/>
      </p:transition>
    </mc:Choice>
    <mc:Fallback>
      <p:transition xmlns:p14="http://schemas.microsoft.com/office/powerpoint/2010/main" spd="slow" p14:dur="250" advClick="0" advTm="3400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66773" y="4476638"/>
            <a:ext cx="317492" cy="1111222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596885" y="3771805"/>
            <a:ext cx="952476" cy="952476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41373" y="3555911"/>
            <a:ext cx="838179" cy="838179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812779" y="4063898"/>
            <a:ext cx="812779" cy="812779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tam2"/>
          <p:cNvSpPr/>
          <p:nvPr/>
        </p:nvSpPr>
        <p:spPr>
          <a:xfrm>
            <a:off x="7435664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ruin2_0"/>
          <p:cNvSpPr/>
          <p:nvPr/>
        </p:nvSpPr>
        <p:spPr>
          <a:xfrm>
            <a:off x="708324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ruin2_1"/>
          <p:cNvSpPr/>
          <p:nvPr/>
        </p:nvSpPr>
        <p:spPr>
          <a:xfrm>
            <a:off x="741661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kruin2_2"/>
          <p:cNvSpPr/>
          <p:nvPr/>
        </p:nvSpPr>
        <p:spPr>
          <a:xfrm>
            <a:off x="724516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schaduw"/>
          <p:cNvSpPr/>
          <p:nvPr/>
        </p:nvSpPr>
        <p:spPr>
          <a:xfrm>
            <a:off x="3000934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armassa"/>
          <p:cNvSpPr/>
          <p:nvPr/>
        </p:nvSpPr>
        <p:spPr>
          <a:xfrm>
            <a:off x="3084752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armL"/>
          <p:cNvSpPr/>
          <p:nvPr/>
        </p:nvSpPr>
        <p:spPr>
          <a:xfrm rot="21180000">
            <a:off x="2938071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handL"/>
          <p:cNvSpPr/>
          <p:nvPr/>
        </p:nvSpPr>
        <p:spPr>
          <a:xfrm>
            <a:off x="2959253" y="4568991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armR"/>
          <p:cNvSpPr/>
          <p:nvPr/>
        </p:nvSpPr>
        <p:spPr>
          <a:xfrm rot="360000">
            <a:off x="4048658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handR"/>
          <p:cNvSpPr/>
          <p:nvPr/>
        </p:nvSpPr>
        <p:spPr>
          <a:xfrm>
            <a:off x="3991563" y="4569674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beenL"/>
          <p:cNvSpPr/>
          <p:nvPr/>
        </p:nvSpPr>
        <p:spPr>
          <a:xfrm rot="780000">
            <a:off x="3252388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schoenL"/>
          <p:cNvSpPr/>
          <p:nvPr/>
        </p:nvSpPr>
        <p:spPr>
          <a:xfrm rot="780000">
            <a:off x="3098914" y="532727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zoolL"/>
          <p:cNvSpPr/>
          <p:nvPr/>
        </p:nvSpPr>
        <p:spPr>
          <a:xfrm rot="780000">
            <a:off x="3098914" y="549491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beenR"/>
          <p:cNvSpPr/>
          <p:nvPr/>
        </p:nvSpPr>
        <p:spPr>
          <a:xfrm rot="20820000">
            <a:off x="3671478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schoenR"/>
          <p:cNvSpPr/>
          <p:nvPr/>
        </p:nvSpPr>
        <p:spPr>
          <a:xfrm rot="20820000">
            <a:off x="3678270" y="532727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zoolR"/>
          <p:cNvSpPr/>
          <p:nvPr/>
        </p:nvSpPr>
        <p:spPr>
          <a:xfrm rot="20820000">
            <a:off x="3678270" y="549491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romp"/>
          <p:cNvSpPr/>
          <p:nvPr/>
        </p:nvSpPr>
        <p:spPr>
          <a:xfrm>
            <a:off x="3105707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kraag"/>
          <p:cNvSpPr/>
          <p:nvPr/>
        </p:nvSpPr>
        <p:spPr>
          <a:xfrm>
            <a:off x="3399070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rand"/>
          <p:cNvSpPr/>
          <p:nvPr/>
        </p:nvSpPr>
        <p:spPr>
          <a:xfrm>
            <a:off x="3566705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nek"/>
          <p:cNvSpPr/>
          <p:nvPr/>
        </p:nvSpPr>
        <p:spPr>
          <a:xfrm>
            <a:off x="3440978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hoofd"/>
          <p:cNvSpPr/>
          <p:nvPr/>
        </p:nvSpPr>
        <p:spPr>
          <a:xfrm>
            <a:off x="3105707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oorL"/>
          <p:cNvSpPr/>
          <p:nvPr/>
        </p:nvSpPr>
        <p:spPr>
          <a:xfrm>
            <a:off x="3021889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oorR"/>
          <p:cNvSpPr/>
          <p:nvPr/>
        </p:nvSpPr>
        <p:spPr>
          <a:xfrm>
            <a:off x="4027704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pony"/>
          <p:cNvSpPr/>
          <p:nvPr/>
        </p:nvSpPr>
        <p:spPr>
          <a:xfrm>
            <a:off x="3126661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L"/>
          <p:cNvSpPr/>
          <p:nvPr/>
        </p:nvSpPr>
        <p:spPr>
          <a:xfrm>
            <a:off x="3294297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L"/>
          <p:cNvSpPr/>
          <p:nvPr/>
        </p:nvSpPr>
        <p:spPr>
          <a:xfrm>
            <a:off x="3344588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L"/>
          <p:cNvSpPr/>
          <p:nvPr/>
        </p:nvSpPr>
        <p:spPr>
          <a:xfrm>
            <a:off x="3369733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L"/>
          <p:cNvSpPr/>
          <p:nvPr/>
        </p:nvSpPr>
        <p:spPr>
          <a:xfrm>
            <a:off x="3283820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oogwitR"/>
          <p:cNvSpPr/>
          <p:nvPr/>
        </p:nvSpPr>
        <p:spPr>
          <a:xfrm>
            <a:off x="3692432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pupilR"/>
          <p:cNvSpPr/>
          <p:nvPr/>
        </p:nvSpPr>
        <p:spPr>
          <a:xfrm>
            <a:off x="3742723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glansR"/>
          <p:cNvSpPr/>
          <p:nvPr/>
        </p:nvSpPr>
        <p:spPr>
          <a:xfrm>
            <a:off x="3767868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wenkR"/>
          <p:cNvSpPr/>
          <p:nvPr/>
        </p:nvSpPr>
        <p:spPr>
          <a:xfrm>
            <a:off x="3681955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neus"/>
          <p:cNvSpPr/>
          <p:nvPr/>
        </p:nvSpPr>
        <p:spPr>
          <a:xfrm>
            <a:off x="3514319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losL"/>
          <p:cNvSpPr/>
          <p:nvPr/>
        </p:nvSpPr>
        <p:spPr>
          <a:xfrm>
            <a:off x="3147616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blosR"/>
          <p:cNvSpPr/>
          <p:nvPr/>
        </p:nvSpPr>
        <p:spPr>
          <a:xfrm>
            <a:off x="3860068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brilL"/>
          <p:cNvSpPr/>
          <p:nvPr/>
        </p:nvSpPr>
        <p:spPr>
          <a:xfrm>
            <a:off x="3231434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brilR"/>
          <p:cNvSpPr/>
          <p:nvPr/>
        </p:nvSpPr>
        <p:spPr>
          <a:xfrm>
            <a:off x="3629569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brug"/>
          <p:cNvSpPr/>
          <p:nvPr/>
        </p:nvSpPr>
        <p:spPr>
          <a:xfrm>
            <a:off x="3545751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snor"/>
          <p:cNvSpPr/>
          <p:nvPr/>
        </p:nvSpPr>
        <p:spPr>
          <a:xfrm>
            <a:off x="3399070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mond"/>
          <p:cNvSpPr/>
          <p:nvPr/>
        </p:nvSpPr>
        <p:spPr>
          <a:xfrm>
            <a:off x="3472410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tand"/>
          <p:cNvSpPr/>
          <p:nvPr/>
        </p:nvSpPr>
        <p:spPr>
          <a:xfrm>
            <a:off x="3514319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monddek"/>
          <p:cNvSpPr/>
          <p:nvPr/>
        </p:nvSpPr>
        <p:spPr>
          <a:xfrm>
            <a:off x="3451456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schaduw"/>
          <p:cNvSpPr/>
          <p:nvPr/>
        </p:nvSpPr>
        <p:spPr>
          <a:xfrm>
            <a:off x="5697077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haarmassa"/>
          <p:cNvSpPr/>
          <p:nvPr/>
        </p:nvSpPr>
        <p:spPr>
          <a:xfrm>
            <a:off x="5697077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vlechtL"/>
          <p:cNvSpPr/>
          <p:nvPr/>
        </p:nvSpPr>
        <p:spPr>
          <a:xfrm>
            <a:off x="5581510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strikL"/>
          <p:cNvSpPr/>
          <p:nvPr/>
        </p:nvSpPr>
        <p:spPr>
          <a:xfrm>
            <a:off x="5614529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vlechtR"/>
          <p:cNvSpPr/>
          <p:nvPr/>
        </p:nvSpPr>
        <p:spPr>
          <a:xfrm>
            <a:off x="6489537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strikR"/>
          <p:cNvSpPr/>
          <p:nvPr/>
        </p:nvSpPr>
        <p:spPr>
          <a:xfrm>
            <a:off x="6522556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armL"/>
          <p:cNvSpPr/>
          <p:nvPr/>
        </p:nvSpPr>
        <p:spPr>
          <a:xfrm rot="20820000">
            <a:off x="5647548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handL"/>
          <p:cNvSpPr/>
          <p:nvPr/>
        </p:nvSpPr>
        <p:spPr>
          <a:xfrm>
            <a:off x="5692317" y="4780163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armR"/>
          <p:cNvSpPr/>
          <p:nvPr/>
        </p:nvSpPr>
        <p:spPr>
          <a:xfrm rot="780000">
            <a:off x="6522556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handR"/>
          <p:cNvSpPr/>
          <p:nvPr/>
        </p:nvSpPr>
        <p:spPr>
          <a:xfrm>
            <a:off x="6444768" y="4780163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beenL"/>
          <p:cNvSpPr/>
          <p:nvPr/>
        </p:nvSpPr>
        <p:spPr>
          <a:xfrm rot="20820000">
            <a:off x="5895192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schoenL"/>
          <p:cNvSpPr/>
          <p:nvPr/>
        </p:nvSpPr>
        <p:spPr>
          <a:xfrm rot="20820000">
            <a:off x="5900544" y="538255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zoolL"/>
          <p:cNvSpPr/>
          <p:nvPr/>
        </p:nvSpPr>
        <p:spPr>
          <a:xfrm rot="20820000">
            <a:off x="5900544" y="551462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beenR"/>
          <p:cNvSpPr/>
          <p:nvPr/>
        </p:nvSpPr>
        <p:spPr>
          <a:xfrm rot="780000">
            <a:off x="6225384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schoenR"/>
          <p:cNvSpPr/>
          <p:nvPr/>
        </p:nvSpPr>
        <p:spPr>
          <a:xfrm rot="780000">
            <a:off x="6104465" y="538255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zoolR"/>
          <p:cNvSpPr/>
          <p:nvPr/>
        </p:nvSpPr>
        <p:spPr>
          <a:xfrm rot="780000">
            <a:off x="6104465" y="551462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romp"/>
          <p:cNvSpPr/>
          <p:nvPr/>
        </p:nvSpPr>
        <p:spPr>
          <a:xfrm>
            <a:off x="5779625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zak"/>
          <p:cNvSpPr/>
          <p:nvPr/>
        </p:nvSpPr>
        <p:spPr>
          <a:xfrm>
            <a:off x="5928211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koord"/>
          <p:cNvSpPr/>
          <p:nvPr/>
        </p:nvSpPr>
        <p:spPr>
          <a:xfrm>
            <a:off x="6060288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nek"/>
          <p:cNvSpPr/>
          <p:nvPr/>
        </p:nvSpPr>
        <p:spPr>
          <a:xfrm>
            <a:off x="6043778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hoofd"/>
          <p:cNvSpPr/>
          <p:nvPr/>
        </p:nvSpPr>
        <p:spPr>
          <a:xfrm>
            <a:off x="5779625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oorL"/>
          <p:cNvSpPr/>
          <p:nvPr/>
        </p:nvSpPr>
        <p:spPr>
          <a:xfrm>
            <a:off x="5713587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oorR"/>
          <p:cNvSpPr/>
          <p:nvPr/>
        </p:nvSpPr>
        <p:spPr>
          <a:xfrm>
            <a:off x="6506047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pony"/>
          <p:cNvSpPr/>
          <p:nvPr/>
        </p:nvSpPr>
        <p:spPr>
          <a:xfrm>
            <a:off x="5796135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L"/>
          <p:cNvSpPr/>
          <p:nvPr/>
        </p:nvSpPr>
        <p:spPr>
          <a:xfrm>
            <a:off x="5928211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L"/>
          <p:cNvSpPr/>
          <p:nvPr/>
        </p:nvSpPr>
        <p:spPr>
          <a:xfrm>
            <a:off x="5967834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L"/>
          <p:cNvSpPr/>
          <p:nvPr/>
        </p:nvSpPr>
        <p:spPr>
          <a:xfrm>
            <a:off x="5987646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L"/>
          <p:cNvSpPr/>
          <p:nvPr/>
        </p:nvSpPr>
        <p:spPr>
          <a:xfrm>
            <a:off x="5919956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oogwitR"/>
          <p:cNvSpPr/>
          <p:nvPr/>
        </p:nvSpPr>
        <p:spPr>
          <a:xfrm>
            <a:off x="6241893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pupilR"/>
          <p:cNvSpPr/>
          <p:nvPr/>
        </p:nvSpPr>
        <p:spPr>
          <a:xfrm>
            <a:off x="6281516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glansR"/>
          <p:cNvSpPr/>
          <p:nvPr/>
        </p:nvSpPr>
        <p:spPr>
          <a:xfrm>
            <a:off x="6301328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wenkR"/>
          <p:cNvSpPr/>
          <p:nvPr/>
        </p:nvSpPr>
        <p:spPr>
          <a:xfrm>
            <a:off x="6233639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neus"/>
          <p:cNvSpPr/>
          <p:nvPr/>
        </p:nvSpPr>
        <p:spPr>
          <a:xfrm>
            <a:off x="6101562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blosL"/>
          <p:cNvSpPr/>
          <p:nvPr/>
        </p:nvSpPr>
        <p:spPr>
          <a:xfrm>
            <a:off x="5812644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_blosR"/>
          <p:cNvSpPr/>
          <p:nvPr/>
        </p:nvSpPr>
        <p:spPr>
          <a:xfrm>
            <a:off x="6373970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_mond"/>
          <p:cNvSpPr/>
          <p:nvPr/>
        </p:nvSpPr>
        <p:spPr>
          <a:xfrm>
            <a:off x="6068543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_tand"/>
          <p:cNvSpPr/>
          <p:nvPr/>
        </p:nvSpPr>
        <p:spPr>
          <a:xfrm>
            <a:off x="6101562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_monddek"/>
          <p:cNvSpPr/>
          <p:nvPr/>
        </p:nvSpPr>
        <p:spPr>
          <a:xfrm>
            <a:off x="6052033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kop"/>
          <p:cNvSpPr txBox="1"/>
          <p:nvPr/>
        </p:nvSpPr>
        <p:spPr>
          <a:xfrm>
            <a:off x="761980" y="609584"/>
            <a:ext cx="698482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Elke zondag</a:t>
            </a:r>
          </a:p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op stap</a:t>
            </a:r>
          </a:p>
        </p:txBody>
      </p:sp>
      <p:sp>
        <p:nvSpPr>
          <p:cNvPr id="126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Tienduizend stappen, zonder erbij na te denken.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400">
        <p159:morph option="byObject"/>
      </p:transition>
    </mc:Choice>
    <mc:Fallback>
      <p:transition xmlns:p14="http://schemas.microsoft.com/office/powerpoint/2010/main" spd="slow" p14:dur="900" advClick="0" advTm="34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lok0_body"/>
          <p:cNvSpPr/>
          <p:nvPr/>
        </p:nvSpPr>
        <p:spPr>
          <a:xfrm>
            <a:off x="3555911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lok0_nop0"/>
          <p:cNvSpPr/>
          <p:nvPr/>
        </p:nvSpPr>
        <p:spPr>
          <a:xfrm>
            <a:off x="358893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lok0_nop1"/>
          <p:cNvSpPr/>
          <p:nvPr/>
        </p:nvSpPr>
        <p:spPr>
          <a:xfrm>
            <a:off x="374412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lok0_nop2"/>
          <p:cNvSpPr/>
          <p:nvPr/>
        </p:nvSpPr>
        <p:spPr>
          <a:xfrm>
            <a:off x="389931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lok0_nop3"/>
          <p:cNvSpPr/>
          <p:nvPr/>
        </p:nvSpPr>
        <p:spPr>
          <a:xfrm>
            <a:off x="405450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lok1_body"/>
          <p:cNvSpPr/>
          <p:nvPr/>
        </p:nvSpPr>
        <p:spPr>
          <a:xfrm>
            <a:off x="8584985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lok1_nop0"/>
          <p:cNvSpPr/>
          <p:nvPr/>
        </p:nvSpPr>
        <p:spPr>
          <a:xfrm>
            <a:off x="861800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lok1_nop1"/>
          <p:cNvSpPr/>
          <p:nvPr/>
        </p:nvSpPr>
        <p:spPr>
          <a:xfrm>
            <a:off x="877319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lok1_nop2"/>
          <p:cNvSpPr/>
          <p:nvPr/>
        </p:nvSpPr>
        <p:spPr>
          <a:xfrm>
            <a:off x="892838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lok1_nop3"/>
          <p:cNvSpPr/>
          <p:nvPr/>
        </p:nvSpPr>
        <p:spPr>
          <a:xfrm>
            <a:off x="908357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_schaduw"/>
          <p:cNvSpPr/>
          <p:nvPr/>
        </p:nvSpPr>
        <p:spPr>
          <a:xfrm>
            <a:off x="2395160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_haarmassa"/>
          <p:cNvSpPr/>
          <p:nvPr/>
        </p:nvSpPr>
        <p:spPr>
          <a:xfrm>
            <a:off x="2395160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_vlechtL"/>
          <p:cNvSpPr/>
          <p:nvPr/>
        </p:nvSpPr>
        <p:spPr>
          <a:xfrm>
            <a:off x="2279593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_strikL"/>
          <p:cNvSpPr/>
          <p:nvPr/>
        </p:nvSpPr>
        <p:spPr>
          <a:xfrm>
            <a:off x="2312612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_vlechtR"/>
          <p:cNvSpPr/>
          <p:nvPr/>
        </p:nvSpPr>
        <p:spPr>
          <a:xfrm>
            <a:off x="3187620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_strikR"/>
          <p:cNvSpPr/>
          <p:nvPr/>
        </p:nvSpPr>
        <p:spPr>
          <a:xfrm>
            <a:off x="3220639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_armL"/>
          <p:cNvSpPr/>
          <p:nvPr/>
        </p:nvSpPr>
        <p:spPr>
          <a:xfrm>
            <a:off x="2345631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_handL"/>
          <p:cNvSpPr/>
          <p:nvPr/>
        </p:nvSpPr>
        <p:spPr>
          <a:xfrm>
            <a:off x="2329121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_armR"/>
          <p:cNvSpPr/>
          <p:nvPr/>
        </p:nvSpPr>
        <p:spPr>
          <a:xfrm>
            <a:off x="3220639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_handR"/>
          <p:cNvSpPr/>
          <p:nvPr/>
        </p:nvSpPr>
        <p:spPr>
          <a:xfrm>
            <a:off x="3204129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_beenL"/>
          <p:cNvSpPr/>
          <p:nvPr/>
        </p:nvSpPr>
        <p:spPr>
          <a:xfrm>
            <a:off x="2593275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_schoenL"/>
          <p:cNvSpPr/>
          <p:nvPr/>
        </p:nvSpPr>
        <p:spPr>
          <a:xfrm>
            <a:off x="2535491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_zoolL"/>
          <p:cNvSpPr/>
          <p:nvPr/>
        </p:nvSpPr>
        <p:spPr>
          <a:xfrm>
            <a:off x="2535491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_beenR"/>
          <p:cNvSpPr/>
          <p:nvPr/>
        </p:nvSpPr>
        <p:spPr>
          <a:xfrm>
            <a:off x="2923466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_schoenR"/>
          <p:cNvSpPr/>
          <p:nvPr/>
        </p:nvSpPr>
        <p:spPr>
          <a:xfrm>
            <a:off x="2865683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_zoolR"/>
          <p:cNvSpPr/>
          <p:nvPr/>
        </p:nvSpPr>
        <p:spPr>
          <a:xfrm>
            <a:off x="2865683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_romp"/>
          <p:cNvSpPr/>
          <p:nvPr/>
        </p:nvSpPr>
        <p:spPr>
          <a:xfrm>
            <a:off x="2477708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_zak"/>
          <p:cNvSpPr/>
          <p:nvPr/>
        </p:nvSpPr>
        <p:spPr>
          <a:xfrm>
            <a:off x="2626294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_koord"/>
          <p:cNvSpPr/>
          <p:nvPr/>
        </p:nvSpPr>
        <p:spPr>
          <a:xfrm>
            <a:off x="2758371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_nek"/>
          <p:cNvSpPr/>
          <p:nvPr/>
        </p:nvSpPr>
        <p:spPr>
          <a:xfrm>
            <a:off x="2741861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_hoofd"/>
          <p:cNvSpPr/>
          <p:nvPr/>
        </p:nvSpPr>
        <p:spPr>
          <a:xfrm>
            <a:off x="2477708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_oorL"/>
          <p:cNvSpPr/>
          <p:nvPr/>
        </p:nvSpPr>
        <p:spPr>
          <a:xfrm>
            <a:off x="2411669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_oorR"/>
          <p:cNvSpPr/>
          <p:nvPr/>
        </p:nvSpPr>
        <p:spPr>
          <a:xfrm>
            <a:off x="3204129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_pony"/>
          <p:cNvSpPr/>
          <p:nvPr/>
        </p:nvSpPr>
        <p:spPr>
          <a:xfrm>
            <a:off x="2494217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_oogwitL"/>
          <p:cNvSpPr/>
          <p:nvPr/>
        </p:nvSpPr>
        <p:spPr>
          <a:xfrm>
            <a:off x="2626294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_pupilL"/>
          <p:cNvSpPr/>
          <p:nvPr/>
        </p:nvSpPr>
        <p:spPr>
          <a:xfrm>
            <a:off x="2665917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_glansL"/>
          <p:cNvSpPr/>
          <p:nvPr/>
        </p:nvSpPr>
        <p:spPr>
          <a:xfrm>
            <a:off x="2685728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_wenkL"/>
          <p:cNvSpPr/>
          <p:nvPr/>
        </p:nvSpPr>
        <p:spPr>
          <a:xfrm>
            <a:off x="2618039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oogwitR"/>
          <p:cNvSpPr/>
          <p:nvPr/>
        </p:nvSpPr>
        <p:spPr>
          <a:xfrm>
            <a:off x="2939976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pupilR"/>
          <p:cNvSpPr/>
          <p:nvPr/>
        </p:nvSpPr>
        <p:spPr>
          <a:xfrm>
            <a:off x="2979599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glansR"/>
          <p:cNvSpPr/>
          <p:nvPr/>
        </p:nvSpPr>
        <p:spPr>
          <a:xfrm>
            <a:off x="2999411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wenkR"/>
          <p:cNvSpPr/>
          <p:nvPr/>
        </p:nvSpPr>
        <p:spPr>
          <a:xfrm>
            <a:off x="2931721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neus"/>
          <p:cNvSpPr/>
          <p:nvPr/>
        </p:nvSpPr>
        <p:spPr>
          <a:xfrm>
            <a:off x="2799645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blosL"/>
          <p:cNvSpPr/>
          <p:nvPr/>
        </p:nvSpPr>
        <p:spPr>
          <a:xfrm>
            <a:off x="2510727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blosR"/>
          <p:cNvSpPr/>
          <p:nvPr/>
        </p:nvSpPr>
        <p:spPr>
          <a:xfrm>
            <a:off x="3072053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mond"/>
          <p:cNvSpPr/>
          <p:nvPr/>
        </p:nvSpPr>
        <p:spPr>
          <a:xfrm>
            <a:off x="2766625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tand"/>
          <p:cNvSpPr/>
          <p:nvPr/>
        </p:nvSpPr>
        <p:spPr>
          <a:xfrm>
            <a:off x="2799645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monddek"/>
          <p:cNvSpPr/>
          <p:nvPr/>
        </p:nvSpPr>
        <p:spPr>
          <a:xfrm>
            <a:off x="2750116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armL"/>
          <p:cNvSpPr/>
          <p:nvPr/>
        </p:nvSpPr>
        <p:spPr>
          <a:xfrm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handL"/>
          <p:cNvSpPr/>
          <p:nvPr/>
        </p:nvSpPr>
        <p:spPr>
          <a:xfrm>
            <a:off x="786999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armR"/>
          <p:cNvSpPr/>
          <p:nvPr/>
        </p:nvSpPr>
        <p:spPr>
          <a:xfrm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handR"/>
          <p:cNvSpPr/>
          <p:nvPr/>
        </p:nvSpPr>
        <p:spPr>
          <a:xfrm>
            <a:off x="898058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beenL"/>
          <p:cNvSpPr/>
          <p:nvPr/>
        </p:nvSpPr>
        <p:spPr>
          <a:xfrm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schoenL"/>
          <p:cNvSpPr/>
          <p:nvPr/>
        </p:nvSpPr>
        <p:spPr>
          <a:xfrm>
            <a:off x="813192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f_zoolL"/>
          <p:cNvSpPr/>
          <p:nvPr/>
        </p:nvSpPr>
        <p:spPr>
          <a:xfrm>
            <a:off x="813192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f_beenR"/>
          <p:cNvSpPr/>
          <p:nvPr/>
        </p:nvSpPr>
        <p:spPr>
          <a:xfrm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f_schoenR"/>
          <p:cNvSpPr/>
          <p:nvPr/>
        </p:nvSpPr>
        <p:spPr>
          <a:xfrm>
            <a:off x="855101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f_zoolR"/>
          <p:cNvSpPr/>
          <p:nvPr/>
        </p:nvSpPr>
        <p:spPr>
          <a:xfrm>
            <a:off x="855101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Er ligt een legoblokje op de grond.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200">
        <p159:morph option="byObject"/>
      </p:transition>
    </mc:Choice>
    <mc:Fallback>
      <p:transition xmlns:p14="http://schemas.microsoft.com/office/powerpoint/2010/main" spd="slow" p14:dur="900" advClick="0" advTm="32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lok0_body"/>
          <p:cNvSpPr/>
          <p:nvPr/>
        </p:nvSpPr>
        <p:spPr>
          <a:xfrm>
            <a:off x="3555911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lok0_nop0"/>
          <p:cNvSpPr/>
          <p:nvPr/>
        </p:nvSpPr>
        <p:spPr>
          <a:xfrm>
            <a:off x="358893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lok0_nop1"/>
          <p:cNvSpPr/>
          <p:nvPr/>
        </p:nvSpPr>
        <p:spPr>
          <a:xfrm>
            <a:off x="374412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lok0_nop2"/>
          <p:cNvSpPr/>
          <p:nvPr/>
        </p:nvSpPr>
        <p:spPr>
          <a:xfrm>
            <a:off x="389931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lok0_nop3"/>
          <p:cNvSpPr/>
          <p:nvPr/>
        </p:nvSpPr>
        <p:spPr>
          <a:xfrm>
            <a:off x="405450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lok1_body"/>
          <p:cNvSpPr/>
          <p:nvPr/>
        </p:nvSpPr>
        <p:spPr>
          <a:xfrm>
            <a:off x="8584985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lok1_nop0"/>
          <p:cNvSpPr/>
          <p:nvPr/>
        </p:nvSpPr>
        <p:spPr>
          <a:xfrm>
            <a:off x="861800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lok1_nop1"/>
          <p:cNvSpPr/>
          <p:nvPr/>
        </p:nvSpPr>
        <p:spPr>
          <a:xfrm>
            <a:off x="877319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lok1_nop2"/>
          <p:cNvSpPr/>
          <p:nvPr/>
        </p:nvSpPr>
        <p:spPr>
          <a:xfrm>
            <a:off x="892838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lok1_nop3"/>
          <p:cNvSpPr/>
          <p:nvPr/>
        </p:nvSpPr>
        <p:spPr>
          <a:xfrm>
            <a:off x="908357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_schaduw"/>
          <p:cNvSpPr/>
          <p:nvPr/>
        </p:nvSpPr>
        <p:spPr>
          <a:xfrm>
            <a:off x="3207939" y="5059553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_haarmassa"/>
          <p:cNvSpPr/>
          <p:nvPr/>
        </p:nvSpPr>
        <p:spPr>
          <a:xfrm>
            <a:off x="3207939" y="3078403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_vlechtL"/>
          <p:cNvSpPr/>
          <p:nvPr/>
        </p:nvSpPr>
        <p:spPr>
          <a:xfrm>
            <a:off x="3092372" y="3276518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_strikL"/>
          <p:cNvSpPr/>
          <p:nvPr/>
        </p:nvSpPr>
        <p:spPr>
          <a:xfrm>
            <a:off x="3125391" y="3738786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_vlechtR"/>
          <p:cNvSpPr/>
          <p:nvPr/>
        </p:nvSpPr>
        <p:spPr>
          <a:xfrm>
            <a:off x="4000399" y="3276518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_strikR"/>
          <p:cNvSpPr/>
          <p:nvPr/>
        </p:nvSpPr>
        <p:spPr>
          <a:xfrm>
            <a:off x="4033419" y="3738786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_armL"/>
          <p:cNvSpPr/>
          <p:nvPr/>
        </p:nvSpPr>
        <p:spPr>
          <a:xfrm rot="20040000">
            <a:off x="3158411" y="3837844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_handL"/>
          <p:cNvSpPr/>
          <p:nvPr/>
        </p:nvSpPr>
        <p:spPr>
          <a:xfrm>
            <a:off x="3261317" y="4264288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_armR"/>
          <p:cNvSpPr/>
          <p:nvPr/>
        </p:nvSpPr>
        <p:spPr>
          <a:xfrm rot="1560000">
            <a:off x="4033419" y="3837844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_handR"/>
          <p:cNvSpPr/>
          <p:nvPr/>
        </p:nvSpPr>
        <p:spPr>
          <a:xfrm>
            <a:off x="3897493" y="4264288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_beenL"/>
          <p:cNvSpPr/>
          <p:nvPr/>
        </p:nvSpPr>
        <p:spPr>
          <a:xfrm>
            <a:off x="3406054" y="4399170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_schoenL"/>
          <p:cNvSpPr/>
          <p:nvPr/>
        </p:nvSpPr>
        <p:spPr>
          <a:xfrm>
            <a:off x="3348271" y="4894457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_zoolL"/>
          <p:cNvSpPr/>
          <p:nvPr/>
        </p:nvSpPr>
        <p:spPr>
          <a:xfrm>
            <a:off x="3348271" y="5026534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_beenR"/>
          <p:cNvSpPr/>
          <p:nvPr/>
        </p:nvSpPr>
        <p:spPr>
          <a:xfrm rot="19200000">
            <a:off x="3736246" y="4399170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_schoenR"/>
          <p:cNvSpPr/>
          <p:nvPr/>
        </p:nvSpPr>
        <p:spPr>
          <a:xfrm rot="19200000">
            <a:off x="3858869" y="4828794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_zoolR"/>
          <p:cNvSpPr/>
          <p:nvPr/>
        </p:nvSpPr>
        <p:spPr>
          <a:xfrm rot="19200000">
            <a:off x="3858869" y="496087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_romp"/>
          <p:cNvSpPr/>
          <p:nvPr/>
        </p:nvSpPr>
        <p:spPr>
          <a:xfrm>
            <a:off x="3290487" y="3771805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_zak"/>
          <p:cNvSpPr/>
          <p:nvPr/>
        </p:nvSpPr>
        <p:spPr>
          <a:xfrm>
            <a:off x="3439074" y="4135016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_koord"/>
          <p:cNvSpPr/>
          <p:nvPr/>
        </p:nvSpPr>
        <p:spPr>
          <a:xfrm>
            <a:off x="3571150" y="3771805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_nek"/>
          <p:cNvSpPr/>
          <p:nvPr/>
        </p:nvSpPr>
        <p:spPr>
          <a:xfrm>
            <a:off x="3554641" y="3672748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_hoofd"/>
          <p:cNvSpPr/>
          <p:nvPr/>
        </p:nvSpPr>
        <p:spPr>
          <a:xfrm>
            <a:off x="3290487" y="3111422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_oorL"/>
          <p:cNvSpPr/>
          <p:nvPr/>
        </p:nvSpPr>
        <p:spPr>
          <a:xfrm>
            <a:off x="3224449" y="3408594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_oorR"/>
          <p:cNvSpPr/>
          <p:nvPr/>
        </p:nvSpPr>
        <p:spPr>
          <a:xfrm>
            <a:off x="4016909" y="3408594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_pony"/>
          <p:cNvSpPr/>
          <p:nvPr/>
        </p:nvSpPr>
        <p:spPr>
          <a:xfrm>
            <a:off x="3306997" y="3078403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_oogwitL"/>
          <p:cNvSpPr/>
          <p:nvPr/>
        </p:nvSpPr>
        <p:spPr>
          <a:xfrm>
            <a:off x="3439074" y="3425104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_pupilL"/>
          <p:cNvSpPr/>
          <p:nvPr/>
        </p:nvSpPr>
        <p:spPr>
          <a:xfrm>
            <a:off x="3478697" y="3468029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_glansL"/>
          <p:cNvSpPr/>
          <p:nvPr/>
        </p:nvSpPr>
        <p:spPr>
          <a:xfrm>
            <a:off x="3498508" y="3479586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_wenkL"/>
          <p:cNvSpPr/>
          <p:nvPr/>
        </p:nvSpPr>
        <p:spPr>
          <a:xfrm>
            <a:off x="3430819" y="3350811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oogwitR"/>
          <p:cNvSpPr/>
          <p:nvPr/>
        </p:nvSpPr>
        <p:spPr>
          <a:xfrm>
            <a:off x="3752756" y="3425104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pupilR"/>
          <p:cNvSpPr/>
          <p:nvPr/>
        </p:nvSpPr>
        <p:spPr>
          <a:xfrm>
            <a:off x="3792379" y="3468029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glansR"/>
          <p:cNvSpPr/>
          <p:nvPr/>
        </p:nvSpPr>
        <p:spPr>
          <a:xfrm>
            <a:off x="3812190" y="3479586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wenkR"/>
          <p:cNvSpPr/>
          <p:nvPr/>
        </p:nvSpPr>
        <p:spPr>
          <a:xfrm>
            <a:off x="3744501" y="3350811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neus"/>
          <p:cNvSpPr/>
          <p:nvPr/>
        </p:nvSpPr>
        <p:spPr>
          <a:xfrm>
            <a:off x="3612424" y="3540671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blosL"/>
          <p:cNvSpPr/>
          <p:nvPr/>
        </p:nvSpPr>
        <p:spPr>
          <a:xfrm>
            <a:off x="3323506" y="3557181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blosR"/>
          <p:cNvSpPr/>
          <p:nvPr/>
        </p:nvSpPr>
        <p:spPr>
          <a:xfrm>
            <a:off x="3884832" y="3557181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mond"/>
          <p:cNvSpPr/>
          <p:nvPr/>
        </p:nvSpPr>
        <p:spPr>
          <a:xfrm>
            <a:off x="3579405" y="3639729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tand"/>
          <p:cNvSpPr/>
          <p:nvPr/>
        </p:nvSpPr>
        <p:spPr>
          <a:xfrm>
            <a:off x="3612424" y="3652936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monddek"/>
          <p:cNvSpPr/>
          <p:nvPr/>
        </p:nvSpPr>
        <p:spPr>
          <a:xfrm>
            <a:off x="3562895" y="3623219"/>
            <a:ext cx="214624" cy="1650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armL"/>
          <p:cNvSpPr/>
          <p:nvPr/>
        </p:nvSpPr>
        <p:spPr>
          <a:xfrm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handL"/>
          <p:cNvSpPr/>
          <p:nvPr/>
        </p:nvSpPr>
        <p:spPr>
          <a:xfrm>
            <a:off x="786999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armR"/>
          <p:cNvSpPr/>
          <p:nvPr/>
        </p:nvSpPr>
        <p:spPr>
          <a:xfrm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handR"/>
          <p:cNvSpPr/>
          <p:nvPr/>
        </p:nvSpPr>
        <p:spPr>
          <a:xfrm>
            <a:off x="898058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beenL"/>
          <p:cNvSpPr/>
          <p:nvPr/>
        </p:nvSpPr>
        <p:spPr>
          <a:xfrm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schoenL"/>
          <p:cNvSpPr/>
          <p:nvPr/>
        </p:nvSpPr>
        <p:spPr>
          <a:xfrm>
            <a:off x="813192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f_zoolL"/>
          <p:cNvSpPr/>
          <p:nvPr/>
        </p:nvSpPr>
        <p:spPr>
          <a:xfrm>
            <a:off x="813192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f_beenR"/>
          <p:cNvSpPr/>
          <p:nvPr/>
        </p:nvSpPr>
        <p:spPr>
          <a:xfrm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f_schoenR"/>
          <p:cNvSpPr/>
          <p:nvPr/>
        </p:nvSpPr>
        <p:spPr>
          <a:xfrm>
            <a:off x="855101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f_zoolR"/>
          <p:cNvSpPr/>
          <p:nvPr/>
        </p:nvSpPr>
        <p:spPr>
          <a:xfrm>
            <a:off x="855101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ijn_a"/>
          <p:cNvSpPr/>
          <p:nvPr/>
        </p:nvSpPr>
        <p:spPr>
          <a:xfrm>
            <a:off x="2857428" y="4571885"/>
            <a:ext cx="812779" cy="812779"/>
          </a:xfrm>
          <a:prstGeom prst="irregularSeal1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ijn_b"/>
          <p:cNvSpPr/>
          <p:nvPr/>
        </p:nvSpPr>
        <p:spPr>
          <a:xfrm>
            <a:off x="3011856" y="4726313"/>
            <a:ext cx="503923" cy="503923"/>
          </a:xfrm>
          <a:prstGeom prst="irregularSeal1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au"/>
          <p:cNvSpPr txBox="1"/>
          <p:nvPr/>
        </p:nvSpPr>
        <p:spPr>
          <a:xfrm>
            <a:off x="1904952" y="1358866"/>
            <a:ext cx="2158946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200" b="1">
                <a:solidFill>
                  <a:srgbClr val="FF7A00"/>
                </a:solidFill>
                <a:latin typeface="Segoe UI"/>
              </a:rPr>
              <a:t>AU!</a:t>
            </a:r>
          </a:p>
        </p:txBody>
      </p:sp>
      <p:sp>
        <p:nvSpPr>
          <p:cNvPr id="12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Lotte stapt erop — en voelt het meteen.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200">
        <p159:morph option="byObject"/>
      </p:transition>
    </mc:Choice>
    <mc:Fallback>
      <p:transition xmlns:p14="http://schemas.microsoft.com/office/powerpoint/2010/main" spd="slow" p14:dur="900" advClick="0" advTm="32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lok0_body"/>
          <p:cNvSpPr/>
          <p:nvPr/>
        </p:nvSpPr>
        <p:spPr>
          <a:xfrm>
            <a:off x="3555911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lok0_nop0"/>
          <p:cNvSpPr/>
          <p:nvPr/>
        </p:nvSpPr>
        <p:spPr>
          <a:xfrm>
            <a:off x="358893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lok0_nop1"/>
          <p:cNvSpPr/>
          <p:nvPr/>
        </p:nvSpPr>
        <p:spPr>
          <a:xfrm>
            <a:off x="374412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lok0_nop2"/>
          <p:cNvSpPr/>
          <p:nvPr/>
        </p:nvSpPr>
        <p:spPr>
          <a:xfrm>
            <a:off x="389931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lok0_nop3"/>
          <p:cNvSpPr/>
          <p:nvPr/>
        </p:nvSpPr>
        <p:spPr>
          <a:xfrm>
            <a:off x="405450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lok1_body"/>
          <p:cNvSpPr/>
          <p:nvPr/>
        </p:nvSpPr>
        <p:spPr>
          <a:xfrm>
            <a:off x="8584985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lok1_nop0"/>
          <p:cNvSpPr/>
          <p:nvPr/>
        </p:nvSpPr>
        <p:spPr>
          <a:xfrm>
            <a:off x="861800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lok1_nop1"/>
          <p:cNvSpPr/>
          <p:nvPr/>
        </p:nvSpPr>
        <p:spPr>
          <a:xfrm>
            <a:off x="877319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lok1_nop2"/>
          <p:cNvSpPr/>
          <p:nvPr/>
        </p:nvSpPr>
        <p:spPr>
          <a:xfrm>
            <a:off x="892838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lok1_nop3"/>
          <p:cNvSpPr/>
          <p:nvPr/>
        </p:nvSpPr>
        <p:spPr>
          <a:xfrm>
            <a:off x="908357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_schaduw"/>
          <p:cNvSpPr/>
          <p:nvPr/>
        </p:nvSpPr>
        <p:spPr>
          <a:xfrm>
            <a:off x="2268163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_haarmassa"/>
          <p:cNvSpPr/>
          <p:nvPr/>
        </p:nvSpPr>
        <p:spPr>
          <a:xfrm>
            <a:off x="2268163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_vlechtL"/>
          <p:cNvSpPr/>
          <p:nvPr/>
        </p:nvSpPr>
        <p:spPr>
          <a:xfrm>
            <a:off x="2152596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_strikL"/>
          <p:cNvSpPr/>
          <p:nvPr/>
        </p:nvSpPr>
        <p:spPr>
          <a:xfrm>
            <a:off x="2185615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_vlechtR"/>
          <p:cNvSpPr/>
          <p:nvPr/>
        </p:nvSpPr>
        <p:spPr>
          <a:xfrm>
            <a:off x="3060623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_strikR"/>
          <p:cNvSpPr/>
          <p:nvPr/>
        </p:nvSpPr>
        <p:spPr>
          <a:xfrm>
            <a:off x="3093642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_armL"/>
          <p:cNvSpPr/>
          <p:nvPr/>
        </p:nvSpPr>
        <p:spPr>
          <a:xfrm>
            <a:off x="2218634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_handL"/>
          <p:cNvSpPr/>
          <p:nvPr/>
        </p:nvSpPr>
        <p:spPr>
          <a:xfrm>
            <a:off x="2202124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_armR"/>
          <p:cNvSpPr/>
          <p:nvPr/>
        </p:nvSpPr>
        <p:spPr>
          <a:xfrm>
            <a:off x="3093642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_handR"/>
          <p:cNvSpPr/>
          <p:nvPr/>
        </p:nvSpPr>
        <p:spPr>
          <a:xfrm>
            <a:off x="3077133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_beenL"/>
          <p:cNvSpPr/>
          <p:nvPr/>
        </p:nvSpPr>
        <p:spPr>
          <a:xfrm>
            <a:off x="2466278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_schoenL"/>
          <p:cNvSpPr/>
          <p:nvPr/>
        </p:nvSpPr>
        <p:spPr>
          <a:xfrm>
            <a:off x="2408494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_zoolL"/>
          <p:cNvSpPr/>
          <p:nvPr/>
        </p:nvSpPr>
        <p:spPr>
          <a:xfrm>
            <a:off x="2408494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_beenR"/>
          <p:cNvSpPr/>
          <p:nvPr/>
        </p:nvSpPr>
        <p:spPr>
          <a:xfrm>
            <a:off x="2796470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_schoenR"/>
          <p:cNvSpPr/>
          <p:nvPr/>
        </p:nvSpPr>
        <p:spPr>
          <a:xfrm>
            <a:off x="2738686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_zoolR"/>
          <p:cNvSpPr/>
          <p:nvPr/>
        </p:nvSpPr>
        <p:spPr>
          <a:xfrm>
            <a:off x="2738686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_romp"/>
          <p:cNvSpPr/>
          <p:nvPr/>
        </p:nvSpPr>
        <p:spPr>
          <a:xfrm>
            <a:off x="2350711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_zak"/>
          <p:cNvSpPr/>
          <p:nvPr/>
        </p:nvSpPr>
        <p:spPr>
          <a:xfrm>
            <a:off x="2499297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_koord"/>
          <p:cNvSpPr/>
          <p:nvPr/>
        </p:nvSpPr>
        <p:spPr>
          <a:xfrm>
            <a:off x="2631374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_nek"/>
          <p:cNvSpPr/>
          <p:nvPr/>
        </p:nvSpPr>
        <p:spPr>
          <a:xfrm>
            <a:off x="2614864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_hoofd"/>
          <p:cNvSpPr/>
          <p:nvPr/>
        </p:nvSpPr>
        <p:spPr>
          <a:xfrm>
            <a:off x="2350711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_oorL"/>
          <p:cNvSpPr/>
          <p:nvPr/>
        </p:nvSpPr>
        <p:spPr>
          <a:xfrm>
            <a:off x="2284672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_oorR"/>
          <p:cNvSpPr/>
          <p:nvPr/>
        </p:nvSpPr>
        <p:spPr>
          <a:xfrm>
            <a:off x="3077133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_pony"/>
          <p:cNvSpPr/>
          <p:nvPr/>
        </p:nvSpPr>
        <p:spPr>
          <a:xfrm>
            <a:off x="2367220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_oogwitL"/>
          <p:cNvSpPr/>
          <p:nvPr/>
        </p:nvSpPr>
        <p:spPr>
          <a:xfrm>
            <a:off x="2499297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_pupilL"/>
          <p:cNvSpPr/>
          <p:nvPr/>
        </p:nvSpPr>
        <p:spPr>
          <a:xfrm>
            <a:off x="2538920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_glansL"/>
          <p:cNvSpPr/>
          <p:nvPr/>
        </p:nvSpPr>
        <p:spPr>
          <a:xfrm>
            <a:off x="2558732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_wenkL"/>
          <p:cNvSpPr/>
          <p:nvPr/>
        </p:nvSpPr>
        <p:spPr>
          <a:xfrm>
            <a:off x="2491042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oogwitR"/>
          <p:cNvSpPr/>
          <p:nvPr/>
        </p:nvSpPr>
        <p:spPr>
          <a:xfrm>
            <a:off x="2812979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pupilR"/>
          <p:cNvSpPr/>
          <p:nvPr/>
        </p:nvSpPr>
        <p:spPr>
          <a:xfrm>
            <a:off x="2852602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glansR"/>
          <p:cNvSpPr/>
          <p:nvPr/>
        </p:nvSpPr>
        <p:spPr>
          <a:xfrm>
            <a:off x="2872414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wenkR"/>
          <p:cNvSpPr/>
          <p:nvPr/>
        </p:nvSpPr>
        <p:spPr>
          <a:xfrm>
            <a:off x="2804724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neus"/>
          <p:cNvSpPr/>
          <p:nvPr/>
        </p:nvSpPr>
        <p:spPr>
          <a:xfrm>
            <a:off x="2672648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blosL"/>
          <p:cNvSpPr/>
          <p:nvPr/>
        </p:nvSpPr>
        <p:spPr>
          <a:xfrm>
            <a:off x="2383730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blosR"/>
          <p:cNvSpPr/>
          <p:nvPr/>
        </p:nvSpPr>
        <p:spPr>
          <a:xfrm>
            <a:off x="2945056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mond"/>
          <p:cNvSpPr/>
          <p:nvPr/>
        </p:nvSpPr>
        <p:spPr>
          <a:xfrm>
            <a:off x="2639629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tand"/>
          <p:cNvSpPr/>
          <p:nvPr/>
        </p:nvSpPr>
        <p:spPr>
          <a:xfrm>
            <a:off x="2672648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monddek"/>
          <p:cNvSpPr/>
          <p:nvPr/>
        </p:nvSpPr>
        <p:spPr>
          <a:xfrm>
            <a:off x="2623119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chaduw"/>
          <p:cNvSpPr/>
          <p:nvPr/>
        </p:nvSpPr>
        <p:spPr>
          <a:xfrm>
            <a:off x="8309402" y="5136513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haarmassa"/>
          <p:cNvSpPr/>
          <p:nvPr/>
        </p:nvSpPr>
        <p:spPr>
          <a:xfrm>
            <a:off x="8393220" y="2621976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armL"/>
          <p:cNvSpPr/>
          <p:nvPr/>
        </p:nvSpPr>
        <p:spPr>
          <a:xfrm>
            <a:off x="8246538" y="3585882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handL"/>
          <p:cNvSpPr/>
          <p:nvPr/>
        </p:nvSpPr>
        <p:spPr>
          <a:xfrm>
            <a:off x="8225584" y="4162130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armR"/>
          <p:cNvSpPr/>
          <p:nvPr/>
        </p:nvSpPr>
        <p:spPr>
          <a:xfrm>
            <a:off x="9357126" y="3585882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handR"/>
          <p:cNvSpPr/>
          <p:nvPr/>
        </p:nvSpPr>
        <p:spPr>
          <a:xfrm>
            <a:off x="9336171" y="4162130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beenL"/>
          <p:cNvSpPr/>
          <p:nvPr/>
        </p:nvSpPr>
        <p:spPr>
          <a:xfrm>
            <a:off x="8560855" y="4298334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schoenL"/>
          <p:cNvSpPr/>
          <p:nvPr/>
        </p:nvSpPr>
        <p:spPr>
          <a:xfrm>
            <a:off x="8487515" y="49269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f_zoolL"/>
          <p:cNvSpPr/>
          <p:nvPr/>
        </p:nvSpPr>
        <p:spPr>
          <a:xfrm>
            <a:off x="8487515" y="50946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f_beenR"/>
          <p:cNvSpPr/>
          <p:nvPr/>
        </p:nvSpPr>
        <p:spPr>
          <a:xfrm>
            <a:off x="8979945" y="4298334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f_schoenR"/>
          <p:cNvSpPr/>
          <p:nvPr/>
        </p:nvSpPr>
        <p:spPr>
          <a:xfrm>
            <a:off x="8906604" y="49269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f_zoolR"/>
          <p:cNvSpPr/>
          <p:nvPr/>
        </p:nvSpPr>
        <p:spPr>
          <a:xfrm>
            <a:off x="8906604" y="50946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f_romp"/>
          <p:cNvSpPr/>
          <p:nvPr/>
        </p:nvSpPr>
        <p:spPr>
          <a:xfrm>
            <a:off x="8414174" y="3502064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f_kraag"/>
          <p:cNvSpPr/>
          <p:nvPr/>
        </p:nvSpPr>
        <p:spPr>
          <a:xfrm>
            <a:off x="8707537" y="3481109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f_rand"/>
          <p:cNvSpPr/>
          <p:nvPr/>
        </p:nvSpPr>
        <p:spPr>
          <a:xfrm>
            <a:off x="8875173" y="3627791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f_nek"/>
          <p:cNvSpPr/>
          <p:nvPr/>
        </p:nvSpPr>
        <p:spPr>
          <a:xfrm>
            <a:off x="8749446" y="3376337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f_hoofd"/>
          <p:cNvSpPr/>
          <p:nvPr/>
        </p:nvSpPr>
        <p:spPr>
          <a:xfrm>
            <a:off x="8414174" y="2663885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f_oorL"/>
          <p:cNvSpPr/>
          <p:nvPr/>
        </p:nvSpPr>
        <p:spPr>
          <a:xfrm>
            <a:off x="8330356" y="3041065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f_oorR"/>
          <p:cNvSpPr/>
          <p:nvPr/>
        </p:nvSpPr>
        <p:spPr>
          <a:xfrm>
            <a:off x="9336171" y="3041065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f_pony"/>
          <p:cNvSpPr/>
          <p:nvPr/>
        </p:nvSpPr>
        <p:spPr>
          <a:xfrm>
            <a:off x="8435129" y="2621976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f_oogwitL"/>
          <p:cNvSpPr/>
          <p:nvPr/>
        </p:nvSpPr>
        <p:spPr>
          <a:xfrm>
            <a:off x="8602764" y="3062020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f_pupilL"/>
          <p:cNvSpPr/>
          <p:nvPr/>
        </p:nvSpPr>
        <p:spPr>
          <a:xfrm>
            <a:off x="8653055" y="3116502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f_glansL"/>
          <p:cNvSpPr/>
          <p:nvPr/>
        </p:nvSpPr>
        <p:spPr>
          <a:xfrm>
            <a:off x="8678201" y="3131170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f_wenkL"/>
          <p:cNvSpPr/>
          <p:nvPr/>
        </p:nvSpPr>
        <p:spPr>
          <a:xfrm>
            <a:off x="8592287" y="2967725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f_oogwitR"/>
          <p:cNvSpPr/>
          <p:nvPr/>
        </p:nvSpPr>
        <p:spPr>
          <a:xfrm>
            <a:off x="9000899" y="3062020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f_pupilR"/>
          <p:cNvSpPr/>
          <p:nvPr/>
        </p:nvSpPr>
        <p:spPr>
          <a:xfrm>
            <a:off x="9051190" y="3116502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f_glansR"/>
          <p:cNvSpPr/>
          <p:nvPr/>
        </p:nvSpPr>
        <p:spPr>
          <a:xfrm>
            <a:off x="9076336" y="3131170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f_wenkR"/>
          <p:cNvSpPr/>
          <p:nvPr/>
        </p:nvSpPr>
        <p:spPr>
          <a:xfrm>
            <a:off x="8990422" y="2967725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f_neus"/>
          <p:cNvSpPr/>
          <p:nvPr/>
        </p:nvSpPr>
        <p:spPr>
          <a:xfrm>
            <a:off x="8822786" y="3208701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f_blosL"/>
          <p:cNvSpPr/>
          <p:nvPr/>
        </p:nvSpPr>
        <p:spPr>
          <a:xfrm>
            <a:off x="8456083" y="3229656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f_blosR"/>
          <p:cNvSpPr/>
          <p:nvPr/>
        </p:nvSpPr>
        <p:spPr>
          <a:xfrm>
            <a:off x="9168535" y="3229656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f_brilL"/>
          <p:cNvSpPr/>
          <p:nvPr/>
        </p:nvSpPr>
        <p:spPr>
          <a:xfrm>
            <a:off x="8539901" y="3020111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f_brilR"/>
          <p:cNvSpPr/>
          <p:nvPr/>
        </p:nvSpPr>
        <p:spPr>
          <a:xfrm>
            <a:off x="8938036" y="3020111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f_brug"/>
          <p:cNvSpPr/>
          <p:nvPr/>
        </p:nvSpPr>
        <p:spPr>
          <a:xfrm>
            <a:off x="8854218" y="3145838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f_snor"/>
          <p:cNvSpPr/>
          <p:nvPr/>
        </p:nvSpPr>
        <p:spPr>
          <a:xfrm>
            <a:off x="8707537" y="3313474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f_mond"/>
          <p:cNvSpPr/>
          <p:nvPr/>
        </p:nvSpPr>
        <p:spPr>
          <a:xfrm>
            <a:off x="8780877" y="3439201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f_tand"/>
          <p:cNvSpPr/>
          <p:nvPr/>
        </p:nvSpPr>
        <p:spPr>
          <a:xfrm>
            <a:off x="8822786" y="3455964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f_monddek"/>
          <p:cNvSpPr/>
          <p:nvPr/>
        </p:nvSpPr>
        <p:spPr>
          <a:xfrm>
            <a:off x="8759923" y="3418246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kring"/>
          <p:cNvSpPr/>
          <p:nvPr/>
        </p:nvSpPr>
        <p:spPr>
          <a:xfrm>
            <a:off x="8330991" y="4784732"/>
            <a:ext cx="1168370" cy="1168370"/>
          </a:xfrm>
          <a:prstGeom prst="ellipse">
            <a:avLst/>
          </a:prstGeom>
          <a:noFill/>
          <a:ln w="50800">
            <a:solidFill>
              <a:srgbClr val="4FC0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Opa Frans staat op net zo’n blokje. Hij merkt niets.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200">
        <p159:morph option="byObject"/>
      </p:transition>
    </mc:Choice>
    <mc:Fallback>
      <p:transition xmlns:p14="http://schemas.microsoft.com/office/powerpoint/2010/main" spd="slow" p14:dur="900" advClick="0" advTm="32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73128" y="2060523"/>
            <a:ext cx="892787" cy="892787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42757" y="2230153"/>
            <a:ext cx="553528" cy="553528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85603" y="2372999"/>
            <a:ext cx="267836" cy="267836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 één plekje. Als een steentje dat er altijd zit.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600">
        <p159:morph option="byObject"/>
      </p:transition>
    </mc:Choice>
    <mc:Fallback>
      <p:transition xmlns:p14="http://schemas.microsoft.com/office/powerpoint/2010/main" spd="slow" p14:dur="900" advClick="0" advTm="26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398835" y="1986230"/>
            <a:ext cx="1041373" cy="1041373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596696" y="2184091"/>
            <a:ext cx="645651" cy="645651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63315" y="2350711"/>
            <a:ext cx="312412" cy="312412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Dat voelt hij niet.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600">
        <p159:morph option="byObject"/>
      </p:transition>
    </mc:Choice>
    <mc:Fallback>
      <p:transition xmlns:p14="http://schemas.microsoft.com/office/powerpoint/2010/main" spd="slow" p14:dur="900" advClick="0" advTm="26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40108" y="2027504"/>
            <a:ext cx="958826" cy="958826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22285" y="2209681"/>
            <a:ext cx="594472" cy="594472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75698" y="2363093"/>
            <a:ext cx="287647" cy="287647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En net daar kan een wonde ontstaan.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600">
        <p159:morph option="byObject"/>
      </p:transition>
    </mc:Choice>
    <mc:Fallback>
      <p:transition xmlns:p14="http://schemas.microsoft.com/office/powerpoint/2010/main" spd="slow" p14:dur="900" advClick="0" advTm="26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6730831" y="1587460"/>
            <a:ext cx="4952876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Een meetzool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met 99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sensoren</a:t>
            </a:r>
          </a:p>
        </p:txBody>
      </p:sp>
      <p:sp>
        <p:nvSpPr>
          <p:cNvPr id="4" name="!!schoen000"/>
          <p:cNvSpPr/>
          <p:nvPr/>
        </p:nvSpPr>
        <p:spPr>
          <a:xfrm>
            <a:off x="3196819" y="5528269"/>
            <a:ext cx="7816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schoen001"/>
          <p:cNvSpPr/>
          <p:nvPr/>
        </p:nvSpPr>
        <p:spPr>
          <a:xfrm>
            <a:off x="3149179" y="5494078"/>
            <a:ext cx="8769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schoen002"/>
          <p:cNvSpPr/>
          <p:nvPr/>
        </p:nvSpPr>
        <p:spPr>
          <a:xfrm>
            <a:off x="3101539" y="5459886"/>
            <a:ext cx="9722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choen003"/>
          <p:cNvSpPr/>
          <p:nvPr/>
        </p:nvSpPr>
        <p:spPr>
          <a:xfrm>
            <a:off x="3053899" y="5425695"/>
            <a:ext cx="10675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schoen004"/>
          <p:cNvSpPr/>
          <p:nvPr/>
        </p:nvSpPr>
        <p:spPr>
          <a:xfrm>
            <a:off x="3025042" y="5391503"/>
            <a:ext cx="112523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schoen005"/>
          <p:cNvSpPr/>
          <p:nvPr/>
        </p:nvSpPr>
        <p:spPr>
          <a:xfrm>
            <a:off x="3008709" y="5357312"/>
            <a:ext cx="115790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schoen006"/>
          <p:cNvSpPr/>
          <p:nvPr/>
        </p:nvSpPr>
        <p:spPr>
          <a:xfrm>
            <a:off x="2992375" y="5323120"/>
            <a:ext cx="119056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schoen007"/>
          <p:cNvSpPr/>
          <p:nvPr/>
        </p:nvSpPr>
        <p:spPr>
          <a:xfrm>
            <a:off x="2976041" y="5288929"/>
            <a:ext cx="122323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schoen008"/>
          <p:cNvSpPr/>
          <p:nvPr/>
        </p:nvSpPr>
        <p:spPr>
          <a:xfrm>
            <a:off x="2959707" y="5254737"/>
            <a:ext cx="1255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schoen009"/>
          <p:cNvSpPr/>
          <p:nvPr/>
        </p:nvSpPr>
        <p:spPr>
          <a:xfrm>
            <a:off x="2943374" y="5220546"/>
            <a:ext cx="12885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schoen010"/>
          <p:cNvSpPr/>
          <p:nvPr/>
        </p:nvSpPr>
        <p:spPr>
          <a:xfrm>
            <a:off x="2928382" y="5186354"/>
            <a:ext cx="13185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schoen011"/>
          <p:cNvSpPr/>
          <p:nvPr/>
        </p:nvSpPr>
        <p:spPr>
          <a:xfrm>
            <a:off x="2925465" y="5152163"/>
            <a:ext cx="13243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schoen012"/>
          <p:cNvSpPr/>
          <p:nvPr/>
        </p:nvSpPr>
        <p:spPr>
          <a:xfrm>
            <a:off x="2922548" y="5117972"/>
            <a:ext cx="13302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schoen013"/>
          <p:cNvSpPr/>
          <p:nvPr/>
        </p:nvSpPr>
        <p:spPr>
          <a:xfrm>
            <a:off x="2919631" y="5083780"/>
            <a:ext cx="13360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schoen014"/>
          <p:cNvSpPr/>
          <p:nvPr/>
        </p:nvSpPr>
        <p:spPr>
          <a:xfrm>
            <a:off x="2916715" y="5049589"/>
            <a:ext cx="1341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schoen015"/>
          <p:cNvSpPr/>
          <p:nvPr/>
        </p:nvSpPr>
        <p:spPr>
          <a:xfrm>
            <a:off x="2913798" y="5015397"/>
            <a:ext cx="1347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schoen016"/>
          <p:cNvSpPr/>
          <p:nvPr/>
        </p:nvSpPr>
        <p:spPr>
          <a:xfrm>
            <a:off x="2910881" y="4981206"/>
            <a:ext cx="13535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schoen017"/>
          <p:cNvSpPr/>
          <p:nvPr/>
        </p:nvSpPr>
        <p:spPr>
          <a:xfrm>
            <a:off x="2907964" y="4947014"/>
            <a:ext cx="13593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schoen018"/>
          <p:cNvSpPr/>
          <p:nvPr/>
        </p:nvSpPr>
        <p:spPr>
          <a:xfrm>
            <a:off x="2905048" y="4912823"/>
            <a:ext cx="136522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schoen019"/>
          <p:cNvSpPr/>
          <p:nvPr/>
        </p:nvSpPr>
        <p:spPr>
          <a:xfrm>
            <a:off x="2902131" y="487863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schoen020"/>
          <p:cNvSpPr/>
          <p:nvPr/>
        </p:nvSpPr>
        <p:spPr>
          <a:xfrm>
            <a:off x="2904400" y="484444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schoen021"/>
          <p:cNvSpPr/>
          <p:nvPr/>
        </p:nvSpPr>
        <p:spPr>
          <a:xfrm>
            <a:off x="2906668" y="481024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schoen022"/>
          <p:cNvSpPr/>
          <p:nvPr/>
        </p:nvSpPr>
        <p:spPr>
          <a:xfrm>
            <a:off x="2908937" y="477605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schoen023"/>
          <p:cNvSpPr/>
          <p:nvPr/>
        </p:nvSpPr>
        <p:spPr>
          <a:xfrm>
            <a:off x="2911205" y="4741866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schoen024"/>
          <p:cNvSpPr/>
          <p:nvPr/>
        </p:nvSpPr>
        <p:spPr>
          <a:xfrm>
            <a:off x="2913474" y="4707674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schoen025"/>
          <p:cNvSpPr/>
          <p:nvPr/>
        </p:nvSpPr>
        <p:spPr>
          <a:xfrm>
            <a:off x="2915742" y="4673483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schoen026"/>
          <p:cNvSpPr/>
          <p:nvPr/>
        </p:nvSpPr>
        <p:spPr>
          <a:xfrm>
            <a:off x="2918011" y="463929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schoen027"/>
          <p:cNvSpPr/>
          <p:nvPr/>
        </p:nvSpPr>
        <p:spPr>
          <a:xfrm>
            <a:off x="2920280" y="460510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schoen028"/>
          <p:cNvSpPr/>
          <p:nvPr/>
        </p:nvSpPr>
        <p:spPr>
          <a:xfrm>
            <a:off x="2922548" y="457090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schoen029"/>
          <p:cNvSpPr/>
          <p:nvPr/>
        </p:nvSpPr>
        <p:spPr>
          <a:xfrm>
            <a:off x="2924817" y="453671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schoen030"/>
          <p:cNvSpPr/>
          <p:nvPr/>
        </p:nvSpPr>
        <p:spPr>
          <a:xfrm>
            <a:off x="2927085" y="4502525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schoen031"/>
          <p:cNvSpPr/>
          <p:nvPr/>
        </p:nvSpPr>
        <p:spPr>
          <a:xfrm>
            <a:off x="2931736" y="4468334"/>
            <a:ext cx="13687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schoen032"/>
          <p:cNvSpPr/>
          <p:nvPr/>
        </p:nvSpPr>
        <p:spPr>
          <a:xfrm>
            <a:off x="2941944" y="4434142"/>
            <a:ext cx="13611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choen033"/>
          <p:cNvSpPr/>
          <p:nvPr/>
        </p:nvSpPr>
        <p:spPr>
          <a:xfrm>
            <a:off x="2952153" y="4399951"/>
            <a:ext cx="135344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schoen034"/>
          <p:cNvSpPr/>
          <p:nvPr/>
        </p:nvSpPr>
        <p:spPr>
          <a:xfrm>
            <a:off x="2962362" y="4365760"/>
            <a:ext cx="134579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schoen035"/>
          <p:cNvSpPr/>
          <p:nvPr/>
        </p:nvSpPr>
        <p:spPr>
          <a:xfrm>
            <a:off x="2972570" y="4331568"/>
            <a:ext cx="133813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schoen036"/>
          <p:cNvSpPr/>
          <p:nvPr/>
        </p:nvSpPr>
        <p:spPr>
          <a:xfrm>
            <a:off x="2982779" y="4297377"/>
            <a:ext cx="13304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choen037"/>
          <p:cNvSpPr/>
          <p:nvPr/>
        </p:nvSpPr>
        <p:spPr>
          <a:xfrm>
            <a:off x="2992987" y="4263185"/>
            <a:ext cx="13228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schoen038"/>
          <p:cNvSpPr/>
          <p:nvPr/>
        </p:nvSpPr>
        <p:spPr>
          <a:xfrm>
            <a:off x="3003196" y="4228994"/>
            <a:ext cx="13151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choen039"/>
          <p:cNvSpPr/>
          <p:nvPr/>
        </p:nvSpPr>
        <p:spPr>
          <a:xfrm>
            <a:off x="3013405" y="4194802"/>
            <a:ext cx="13075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schoen040"/>
          <p:cNvSpPr/>
          <p:nvPr/>
        </p:nvSpPr>
        <p:spPr>
          <a:xfrm>
            <a:off x="3023613" y="4160611"/>
            <a:ext cx="12998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choen041"/>
          <p:cNvSpPr/>
          <p:nvPr/>
        </p:nvSpPr>
        <p:spPr>
          <a:xfrm>
            <a:off x="3033822" y="4126419"/>
            <a:ext cx="129219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schoen042"/>
          <p:cNvSpPr/>
          <p:nvPr/>
        </p:nvSpPr>
        <p:spPr>
          <a:xfrm>
            <a:off x="3044030" y="4092228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schoen043"/>
          <p:cNvSpPr/>
          <p:nvPr/>
        </p:nvSpPr>
        <p:spPr>
          <a:xfrm>
            <a:off x="3054239" y="4058037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schoen044"/>
          <p:cNvSpPr/>
          <p:nvPr/>
        </p:nvSpPr>
        <p:spPr>
          <a:xfrm>
            <a:off x="3064448" y="4023845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choen045"/>
          <p:cNvSpPr/>
          <p:nvPr/>
        </p:nvSpPr>
        <p:spPr>
          <a:xfrm>
            <a:off x="3074656" y="3989654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choen046"/>
          <p:cNvSpPr/>
          <p:nvPr/>
        </p:nvSpPr>
        <p:spPr>
          <a:xfrm>
            <a:off x="3084865" y="3955462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choen047"/>
          <p:cNvSpPr/>
          <p:nvPr/>
        </p:nvSpPr>
        <p:spPr>
          <a:xfrm>
            <a:off x="3095073" y="3921271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choen048"/>
          <p:cNvSpPr/>
          <p:nvPr/>
        </p:nvSpPr>
        <p:spPr>
          <a:xfrm>
            <a:off x="3105282" y="388707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choen049"/>
          <p:cNvSpPr/>
          <p:nvPr/>
        </p:nvSpPr>
        <p:spPr>
          <a:xfrm>
            <a:off x="3115490" y="3852888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choen050"/>
          <p:cNvSpPr/>
          <p:nvPr/>
        </p:nvSpPr>
        <p:spPr>
          <a:xfrm>
            <a:off x="3125699" y="3818696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choen051"/>
          <p:cNvSpPr/>
          <p:nvPr/>
        </p:nvSpPr>
        <p:spPr>
          <a:xfrm>
            <a:off x="3135908" y="3784505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choen052"/>
          <p:cNvSpPr/>
          <p:nvPr/>
        </p:nvSpPr>
        <p:spPr>
          <a:xfrm>
            <a:off x="3139736" y="3750313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choen053"/>
          <p:cNvSpPr/>
          <p:nvPr/>
        </p:nvSpPr>
        <p:spPr>
          <a:xfrm>
            <a:off x="3137184" y="3716122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choen054"/>
          <p:cNvSpPr/>
          <p:nvPr/>
        </p:nvSpPr>
        <p:spPr>
          <a:xfrm>
            <a:off x="3134632" y="3681931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choen055"/>
          <p:cNvSpPr/>
          <p:nvPr/>
        </p:nvSpPr>
        <p:spPr>
          <a:xfrm>
            <a:off x="3132079" y="364773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choen056"/>
          <p:cNvSpPr/>
          <p:nvPr/>
        </p:nvSpPr>
        <p:spPr>
          <a:xfrm>
            <a:off x="3129527" y="3613548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choen057"/>
          <p:cNvSpPr/>
          <p:nvPr/>
        </p:nvSpPr>
        <p:spPr>
          <a:xfrm>
            <a:off x="3126975" y="3579356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choen058"/>
          <p:cNvSpPr/>
          <p:nvPr/>
        </p:nvSpPr>
        <p:spPr>
          <a:xfrm>
            <a:off x="3124423" y="3545165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choen059"/>
          <p:cNvSpPr/>
          <p:nvPr/>
        </p:nvSpPr>
        <p:spPr>
          <a:xfrm>
            <a:off x="3121871" y="3510973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choen060"/>
          <p:cNvSpPr/>
          <p:nvPr/>
        </p:nvSpPr>
        <p:spPr>
          <a:xfrm>
            <a:off x="3119319" y="3476782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choen061"/>
          <p:cNvSpPr/>
          <p:nvPr/>
        </p:nvSpPr>
        <p:spPr>
          <a:xfrm>
            <a:off x="3116767" y="3442590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choen062"/>
          <p:cNvSpPr/>
          <p:nvPr/>
        </p:nvSpPr>
        <p:spPr>
          <a:xfrm>
            <a:off x="3113011" y="3408399"/>
            <a:ext cx="12934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choen063"/>
          <p:cNvSpPr/>
          <p:nvPr/>
        </p:nvSpPr>
        <p:spPr>
          <a:xfrm>
            <a:off x="3098428" y="3374207"/>
            <a:ext cx="13138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choen064"/>
          <p:cNvSpPr/>
          <p:nvPr/>
        </p:nvSpPr>
        <p:spPr>
          <a:xfrm>
            <a:off x="3083844" y="3340016"/>
            <a:ext cx="133430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choen065"/>
          <p:cNvSpPr/>
          <p:nvPr/>
        </p:nvSpPr>
        <p:spPr>
          <a:xfrm>
            <a:off x="3069260" y="3305825"/>
            <a:ext cx="1354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choen066"/>
          <p:cNvSpPr/>
          <p:nvPr/>
        </p:nvSpPr>
        <p:spPr>
          <a:xfrm>
            <a:off x="3054676" y="3271633"/>
            <a:ext cx="137514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choen067"/>
          <p:cNvSpPr/>
          <p:nvPr/>
        </p:nvSpPr>
        <p:spPr>
          <a:xfrm>
            <a:off x="3040093" y="3237442"/>
            <a:ext cx="13955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choen068"/>
          <p:cNvSpPr/>
          <p:nvPr/>
        </p:nvSpPr>
        <p:spPr>
          <a:xfrm>
            <a:off x="3025509" y="3203250"/>
            <a:ext cx="141597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choen069"/>
          <p:cNvSpPr/>
          <p:nvPr/>
        </p:nvSpPr>
        <p:spPr>
          <a:xfrm>
            <a:off x="3010925" y="3169059"/>
            <a:ext cx="14363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choen070"/>
          <p:cNvSpPr/>
          <p:nvPr/>
        </p:nvSpPr>
        <p:spPr>
          <a:xfrm>
            <a:off x="2996342" y="3134867"/>
            <a:ext cx="14568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choen071"/>
          <p:cNvSpPr/>
          <p:nvPr/>
        </p:nvSpPr>
        <p:spPr>
          <a:xfrm>
            <a:off x="2981758" y="3100676"/>
            <a:ext cx="1477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choen072"/>
          <p:cNvSpPr/>
          <p:nvPr/>
        </p:nvSpPr>
        <p:spPr>
          <a:xfrm>
            <a:off x="2961341" y="3066484"/>
            <a:ext cx="150347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choen073"/>
          <p:cNvSpPr/>
          <p:nvPr/>
        </p:nvSpPr>
        <p:spPr>
          <a:xfrm>
            <a:off x="2940924" y="3032293"/>
            <a:ext cx="15297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choen074"/>
          <p:cNvSpPr/>
          <p:nvPr/>
        </p:nvSpPr>
        <p:spPr>
          <a:xfrm>
            <a:off x="2920506" y="2998101"/>
            <a:ext cx="15559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choen075"/>
          <p:cNvSpPr/>
          <p:nvPr/>
        </p:nvSpPr>
        <p:spPr>
          <a:xfrm>
            <a:off x="2900089" y="2963910"/>
            <a:ext cx="158222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choen076"/>
          <p:cNvSpPr/>
          <p:nvPr/>
        </p:nvSpPr>
        <p:spPr>
          <a:xfrm>
            <a:off x="2879672" y="2929719"/>
            <a:ext cx="160848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choen077"/>
          <p:cNvSpPr/>
          <p:nvPr/>
        </p:nvSpPr>
        <p:spPr>
          <a:xfrm>
            <a:off x="2859255" y="2895527"/>
            <a:ext cx="16347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choen078"/>
          <p:cNvSpPr/>
          <p:nvPr/>
        </p:nvSpPr>
        <p:spPr>
          <a:xfrm>
            <a:off x="2838838" y="2861336"/>
            <a:ext cx="1660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choen079"/>
          <p:cNvSpPr/>
          <p:nvPr/>
        </p:nvSpPr>
        <p:spPr>
          <a:xfrm>
            <a:off x="2818420" y="2827144"/>
            <a:ext cx="168723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choen080"/>
          <p:cNvSpPr/>
          <p:nvPr/>
        </p:nvSpPr>
        <p:spPr>
          <a:xfrm>
            <a:off x="2798003" y="2792953"/>
            <a:ext cx="17134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choen081"/>
          <p:cNvSpPr/>
          <p:nvPr/>
        </p:nvSpPr>
        <p:spPr>
          <a:xfrm>
            <a:off x="2782836" y="2758761"/>
            <a:ext cx="17318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choen082"/>
          <p:cNvSpPr/>
          <p:nvPr/>
        </p:nvSpPr>
        <p:spPr>
          <a:xfrm>
            <a:off x="2768253" y="2724570"/>
            <a:ext cx="17493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choen083"/>
          <p:cNvSpPr/>
          <p:nvPr/>
        </p:nvSpPr>
        <p:spPr>
          <a:xfrm>
            <a:off x="2753669" y="2690378"/>
            <a:ext cx="17668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choen084"/>
          <p:cNvSpPr/>
          <p:nvPr/>
        </p:nvSpPr>
        <p:spPr>
          <a:xfrm>
            <a:off x="2739085" y="2656187"/>
            <a:ext cx="1784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choen085"/>
          <p:cNvSpPr/>
          <p:nvPr/>
        </p:nvSpPr>
        <p:spPr>
          <a:xfrm>
            <a:off x="2724501" y="2621995"/>
            <a:ext cx="18018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choen086"/>
          <p:cNvSpPr/>
          <p:nvPr/>
        </p:nvSpPr>
        <p:spPr>
          <a:xfrm>
            <a:off x="2709918" y="2587804"/>
            <a:ext cx="18193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choen087"/>
          <p:cNvSpPr/>
          <p:nvPr/>
        </p:nvSpPr>
        <p:spPr>
          <a:xfrm>
            <a:off x="2695334" y="2553613"/>
            <a:ext cx="1836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choen088"/>
          <p:cNvSpPr/>
          <p:nvPr/>
        </p:nvSpPr>
        <p:spPr>
          <a:xfrm>
            <a:off x="2680750" y="2519421"/>
            <a:ext cx="18543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choen089"/>
          <p:cNvSpPr/>
          <p:nvPr/>
        </p:nvSpPr>
        <p:spPr>
          <a:xfrm>
            <a:off x="2666167" y="2485230"/>
            <a:ext cx="187186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choen090"/>
          <p:cNvSpPr/>
          <p:nvPr/>
        </p:nvSpPr>
        <p:spPr>
          <a:xfrm>
            <a:off x="2657805" y="2451038"/>
            <a:ext cx="187808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choen091"/>
          <p:cNvSpPr/>
          <p:nvPr/>
        </p:nvSpPr>
        <p:spPr>
          <a:xfrm>
            <a:off x="2651000" y="2416847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choen092"/>
          <p:cNvSpPr/>
          <p:nvPr/>
        </p:nvSpPr>
        <p:spPr>
          <a:xfrm>
            <a:off x="2644194" y="2382655"/>
            <a:ext cx="1884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choen093"/>
          <p:cNvSpPr/>
          <p:nvPr/>
        </p:nvSpPr>
        <p:spPr>
          <a:xfrm>
            <a:off x="2637388" y="2348464"/>
            <a:ext cx="18882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choen094"/>
          <p:cNvSpPr/>
          <p:nvPr/>
        </p:nvSpPr>
        <p:spPr>
          <a:xfrm>
            <a:off x="2630582" y="2314272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choen095"/>
          <p:cNvSpPr/>
          <p:nvPr/>
        </p:nvSpPr>
        <p:spPr>
          <a:xfrm>
            <a:off x="2623777" y="2280081"/>
            <a:ext cx="18950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choen096"/>
          <p:cNvSpPr/>
          <p:nvPr/>
        </p:nvSpPr>
        <p:spPr>
          <a:xfrm>
            <a:off x="2616971" y="2245890"/>
            <a:ext cx="18985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choen097"/>
          <p:cNvSpPr/>
          <p:nvPr/>
        </p:nvSpPr>
        <p:spPr>
          <a:xfrm>
            <a:off x="2610165" y="2211698"/>
            <a:ext cx="1901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choen098"/>
          <p:cNvSpPr/>
          <p:nvPr/>
        </p:nvSpPr>
        <p:spPr>
          <a:xfrm>
            <a:off x="2610165" y="2177507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schoen099"/>
          <p:cNvSpPr/>
          <p:nvPr/>
        </p:nvSpPr>
        <p:spPr>
          <a:xfrm>
            <a:off x="2610165" y="2143315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schoen100"/>
          <p:cNvSpPr/>
          <p:nvPr/>
        </p:nvSpPr>
        <p:spPr>
          <a:xfrm>
            <a:off x="2610165" y="2109124"/>
            <a:ext cx="18712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schoen101"/>
          <p:cNvSpPr/>
          <p:nvPr/>
        </p:nvSpPr>
        <p:spPr>
          <a:xfrm>
            <a:off x="2610165" y="2074932"/>
            <a:ext cx="18610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schoen102"/>
          <p:cNvSpPr/>
          <p:nvPr/>
        </p:nvSpPr>
        <p:spPr>
          <a:xfrm>
            <a:off x="2610165" y="2040741"/>
            <a:ext cx="1850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schoen103"/>
          <p:cNvSpPr/>
          <p:nvPr/>
        </p:nvSpPr>
        <p:spPr>
          <a:xfrm>
            <a:off x="2610165" y="2006549"/>
            <a:ext cx="18406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schoen104"/>
          <p:cNvSpPr/>
          <p:nvPr/>
        </p:nvSpPr>
        <p:spPr>
          <a:xfrm>
            <a:off x="2610165" y="1972358"/>
            <a:ext cx="18304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schoen105"/>
          <p:cNvSpPr/>
          <p:nvPr/>
        </p:nvSpPr>
        <p:spPr>
          <a:xfrm>
            <a:off x="2610982" y="1938166"/>
            <a:ext cx="181819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schoen106"/>
          <p:cNvSpPr/>
          <p:nvPr/>
        </p:nvSpPr>
        <p:spPr>
          <a:xfrm>
            <a:off x="2615065" y="1903975"/>
            <a:ext cx="179777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schoen107"/>
          <p:cNvSpPr/>
          <p:nvPr/>
        </p:nvSpPr>
        <p:spPr>
          <a:xfrm>
            <a:off x="2619149" y="1869784"/>
            <a:ext cx="1777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schoen108"/>
          <p:cNvSpPr/>
          <p:nvPr/>
        </p:nvSpPr>
        <p:spPr>
          <a:xfrm>
            <a:off x="2623232" y="1835592"/>
            <a:ext cx="17569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schoen109"/>
          <p:cNvSpPr/>
          <p:nvPr/>
        </p:nvSpPr>
        <p:spPr>
          <a:xfrm>
            <a:off x="2627316" y="1801401"/>
            <a:ext cx="17365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schoen110"/>
          <p:cNvSpPr/>
          <p:nvPr/>
        </p:nvSpPr>
        <p:spPr>
          <a:xfrm>
            <a:off x="2631399" y="1767209"/>
            <a:ext cx="171610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schoen111"/>
          <p:cNvSpPr/>
          <p:nvPr/>
        </p:nvSpPr>
        <p:spPr>
          <a:xfrm>
            <a:off x="2635483" y="1733018"/>
            <a:ext cx="16956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schoen112"/>
          <p:cNvSpPr/>
          <p:nvPr/>
        </p:nvSpPr>
        <p:spPr>
          <a:xfrm>
            <a:off x="2640281" y="1698826"/>
            <a:ext cx="167170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schoen113"/>
          <p:cNvSpPr/>
          <p:nvPr/>
        </p:nvSpPr>
        <p:spPr>
          <a:xfrm>
            <a:off x="2645385" y="1664635"/>
            <a:ext cx="16461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schoen114"/>
          <p:cNvSpPr/>
          <p:nvPr/>
        </p:nvSpPr>
        <p:spPr>
          <a:xfrm>
            <a:off x="2650489" y="1630443"/>
            <a:ext cx="16206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schoen115"/>
          <p:cNvSpPr/>
          <p:nvPr/>
        </p:nvSpPr>
        <p:spPr>
          <a:xfrm>
            <a:off x="2655593" y="1596252"/>
            <a:ext cx="159513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schoen116"/>
          <p:cNvSpPr/>
          <p:nvPr/>
        </p:nvSpPr>
        <p:spPr>
          <a:xfrm>
            <a:off x="2660698" y="1562060"/>
            <a:ext cx="15696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schoen117"/>
          <p:cNvSpPr/>
          <p:nvPr/>
        </p:nvSpPr>
        <p:spPr>
          <a:xfrm>
            <a:off x="2665802" y="1527869"/>
            <a:ext cx="15389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schoen118"/>
          <p:cNvSpPr/>
          <p:nvPr/>
        </p:nvSpPr>
        <p:spPr>
          <a:xfrm>
            <a:off x="2670906" y="1493678"/>
            <a:ext cx="15032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schoen119"/>
          <p:cNvSpPr/>
          <p:nvPr/>
        </p:nvSpPr>
        <p:spPr>
          <a:xfrm>
            <a:off x="2676011" y="1459486"/>
            <a:ext cx="14675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schoen120"/>
          <p:cNvSpPr/>
          <p:nvPr/>
        </p:nvSpPr>
        <p:spPr>
          <a:xfrm>
            <a:off x="2681115" y="1425295"/>
            <a:ext cx="14317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schoen121"/>
          <p:cNvSpPr/>
          <p:nvPr/>
        </p:nvSpPr>
        <p:spPr>
          <a:xfrm>
            <a:off x="2686219" y="1391103"/>
            <a:ext cx="139606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schoen122"/>
          <p:cNvSpPr/>
          <p:nvPr/>
        </p:nvSpPr>
        <p:spPr>
          <a:xfrm>
            <a:off x="2691834" y="1356912"/>
            <a:ext cx="13567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schoen123"/>
          <p:cNvSpPr/>
          <p:nvPr/>
        </p:nvSpPr>
        <p:spPr>
          <a:xfrm>
            <a:off x="2698640" y="1322720"/>
            <a:ext cx="13091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schoen124"/>
          <p:cNvSpPr/>
          <p:nvPr/>
        </p:nvSpPr>
        <p:spPr>
          <a:xfrm>
            <a:off x="2705445" y="1288529"/>
            <a:ext cx="126148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schoen125"/>
          <p:cNvSpPr/>
          <p:nvPr/>
        </p:nvSpPr>
        <p:spPr>
          <a:xfrm>
            <a:off x="2712251" y="1254337"/>
            <a:ext cx="121384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schoen126"/>
          <p:cNvSpPr/>
          <p:nvPr/>
        </p:nvSpPr>
        <p:spPr>
          <a:xfrm>
            <a:off x="2721779" y="1220146"/>
            <a:ext cx="115803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schoen127"/>
          <p:cNvSpPr/>
          <p:nvPr/>
        </p:nvSpPr>
        <p:spPr>
          <a:xfrm>
            <a:off x="2735391" y="1185954"/>
            <a:ext cx="1089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schoen128"/>
          <p:cNvSpPr/>
          <p:nvPr/>
        </p:nvSpPr>
        <p:spPr>
          <a:xfrm>
            <a:off x="2749002" y="1151763"/>
            <a:ext cx="10219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schoen129"/>
          <p:cNvSpPr/>
          <p:nvPr/>
        </p:nvSpPr>
        <p:spPr>
          <a:xfrm>
            <a:off x="2762614" y="1117572"/>
            <a:ext cx="95386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holte000"/>
          <p:cNvSpPr/>
          <p:nvPr/>
        </p:nvSpPr>
        <p:spPr>
          <a:xfrm>
            <a:off x="3255433" y="5390722"/>
            <a:ext cx="664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holte001"/>
          <p:cNvSpPr/>
          <p:nvPr/>
        </p:nvSpPr>
        <p:spPr>
          <a:xfrm>
            <a:off x="3213263" y="5358679"/>
            <a:ext cx="7487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holte002"/>
          <p:cNvSpPr/>
          <p:nvPr/>
        </p:nvSpPr>
        <p:spPr>
          <a:xfrm>
            <a:off x="3171094" y="5326637"/>
            <a:ext cx="8331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holte003"/>
          <p:cNvSpPr/>
          <p:nvPr/>
        </p:nvSpPr>
        <p:spPr>
          <a:xfrm>
            <a:off x="3128924" y="5294595"/>
            <a:ext cx="9174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holte004"/>
          <p:cNvSpPr/>
          <p:nvPr/>
        </p:nvSpPr>
        <p:spPr>
          <a:xfrm>
            <a:off x="3103382" y="5262553"/>
            <a:ext cx="9685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holte005"/>
          <p:cNvSpPr/>
          <p:nvPr/>
        </p:nvSpPr>
        <p:spPr>
          <a:xfrm>
            <a:off x="3088924" y="5230510"/>
            <a:ext cx="9974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holte006"/>
          <p:cNvSpPr/>
          <p:nvPr/>
        </p:nvSpPr>
        <p:spPr>
          <a:xfrm>
            <a:off x="3074466" y="5198468"/>
            <a:ext cx="10263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holte007"/>
          <p:cNvSpPr/>
          <p:nvPr/>
        </p:nvSpPr>
        <p:spPr>
          <a:xfrm>
            <a:off x="3060008" y="5166426"/>
            <a:ext cx="10553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holte008"/>
          <p:cNvSpPr/>
          <p:nvPr/>
        </p:nvSpPr>
        <p:spPr>
          <a:xfrm>
            <a:off x="3045549" y="5134383"/>
            <a:ext cx="10842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holte009"/>
          <p:cNvSpPr/>
          <p:nvPr/>
        </p:nvSpPr>
        <p:spPr>
          <a:xfrm>
            <a:off x="3031091" y="5102341"/>
            <a:ext cx="11131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holte010"/>
          <p:cNvSpPr/>
          <p:nvPr/>
        </p:nvSpPr>
        <p:spPr>
          <a:xfrm>
            <a:off x="3017821" y="5070299"/>
            <a:ext cx="11396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holte011"/>
          <p:cNvSpPr/>
          <p:nvPr/>
        </p:nvSpPr>
        <p:spPr>
          <a:xfrm>
            <a:off x="3015239" y="5038257"/>
            <a:ext cx="114484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holte012"/>
          <p:cNvSpPr/>
          <p:nvPr/>
        </p:nvSpPr>
        <p:spPr>
          <a:xfrm>
            <a:off x="3012657" y="5006214"/>
            <a:ext cx="11500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holte013"/>
          <p:cNvSpPr/>
          <p:nvPr/>
        </p:nvSpPr>
        <p:spPr>
          <a:xfrm>
            <a:off x="3010075" y="4974172"/>
            <a:ext cx="11551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holte014"/>
          <p:cNvSpPr/>
          <p:nvPr/>
        </p:nvSpPr>
        <p:spPr>
          <a:xfrm>
            <a:off x="3007494" y="4942130"/>
            <a:ext cx="116033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holte015"/>
          <p:cNvSpPr/>
          <p:nvPr/>
        </p:nvSpPr>
        <p:spPr>
          <a:xfrm>
            <a:off x="3004912" y="4910088"/>
            <a:ext cx="11654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holte016"/>
          <p:cNvSpPr/>
          <p:nvPr/>
        </p:nvSpPr>
        <p:spPr>
          <a:xfrm>
            <a:off x="3002330" y="4878045"/>
            <a:ext cx="117065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holte017"/>
          <p:cNvSpPr/>
          <p:nvPr/>
        </p:nvSpPr>
        <p:spPr>
          <a:xfrm>
            <a:off x="2999748" y="4846003"/>
            <a:ext cx="117582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holte018"/>
          <p:cNvSpPr/>
          <p:nvPr/>
        </p:nvSpPr>
        <p:spPr>
          <a:xfrm>
            <a:off x="2997166" y="4813961"/>
            <a:ext cx="118098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holte019"/>
          <p:cNvSpPr/>
          <p:nvPr/>
        </p:nvSpPr>
        <p:spPr>
          <a:xfrm>
            <a:off x="2994585" y="478191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holte020"/>
          <p:cNvSpPr/>
          <p:nvPr/>
        </p:nvSpPr>
        <p:spPr>
          <a:xfrm>
            <a:off x="2996593" y="474987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holte021"/>
          <p:cNvSpPr/>
          <p:nvPr/>
        </p:nvSpPr>
        <p:spPr>
          <a:xfrm>
            <a:off x="2998601" y="4717834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holte022"/>
          <p:cNvSpPr/>
          <p:nvPr/>
        </p:nvSpPr>
        <p:spPr>
          <a:xfrm>
            <a:off x="3000609" y="468579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holte023"/>
          <p:cNvSpPr/>
          <p:nvPr/>
        </p:nvSpPr>
        <p:spPr>
          <a:xfrm>
            <a:off x="3002617" y="4653749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holte024"/>
          <p:cNvSpPr/>
          <p:nvPr/>
        </p:nvSpPr>
        <p:spPr>
          <a:xfrm>
            <a:off x="3004625" y="4621707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holte025"/>
          <p:cNvSpPr/>
          <p:nvPr/>
        </p:nvSpPr>
        <p:spPr>
          <a:xfrm>
            <a:off x="3006633" y="4589665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holte026"/>
          <p:cNvSpPr/>
          <p:nvPr/>
        </p:nvSpPr>
        <p:spPr>
          <a:xfrm>
            <a:off x="3008641" y="455762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holte027"/>
          <p:cNvSpPr/>
          <p:nvPr/>
        </p:nvSpPr>
        <p:spPr>
          <a:xfrm>
            <a:off x="3010649" y="4525580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holte028"/>
          <p:cNvSpPr/>
          <p:nvPr/>
        </p:nvSpPr>
        <p:spPr>
          <a:xfrm>
            <a:off x="3012657" y="449353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holte029"/>
          <p:cNvSpPr/>
          <p:nvPr/>
        </p:nvSpPr>
        <p:spPr>
          <a:xfrm>
            <a:off x="3014665" y="446149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holte030"/>
          <p:cNvSpPr/>
          <p:nvPr/>
        </p:nvSpPr>
        <p:spPr>
          <a:xfrm>
            <a:off x="3016673" y="4429453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holte031"/>
          <p:cNvSpPr/>
          <p:nvPr/>
        </p:nvSpPr>
        <p:spPr>
          <a:xfrm>
            <a:off x="3020790" y="4397411"/>
            <a:ext cx="11841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holte032"/>
          <p:cNvSpPr/>
          <p:nvPr/>
        </p:nvSpPr>
        <p:spPr>
          <a:xfrm>
            <a:off x="3029826" y="4365369"/>
            <a:ext cx="117733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holte033"/>
          <p:cNvSpPr/>
          <p:nvPr/>
        </p:nvSpPr>
        <p:spPr>
          <a:xfrm>
            <a:off x="3038863" y="4333327"/>
            <a:ext cx="117056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holte034"/>
          <p:cNvSpPr/>
          <p:nvPr/>
        </p:nvSpPr>
        <p:spPr>
          <a:xfrm>
            <a:off x="3047899" y="4301284"/>
            <a:ext cx="116378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holte035"/>
          <p:cNvSpPr/>
          <p:nvPr/>
        </p:nvSpPr>
        <p:spPr>
          <a:xfrm>
            <a:off x="3056935" y="4269242"/>
            <a:ext cx="11570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holte036"/>
          <p:cNvSpPr/>
          <p:nvPr/>
        </p:nvSpPr>
        <p:spPr>
          <a:xfrm>
            <a:off x="3065972" y="4237200"/>
            <a:ext cx="11502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holte037"/>
          <p:cNvSpPr/>
          <p:nvPr/>
        </p:nvSpPr>
        <p:spPr>
          <a:xfrm>
            <a:off x="3075008" y="4205157"/>
            <a:ext cx="1143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holte038"/>
          <p:cNvSpPr/>
          <p:nvPr/>
        </p:nvSpPr>
        <p:spPr>
          <a:xfrm>
            <a:off x="3084044" y="4173115"/>
            <a:ext cx="113667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holte039"/>
          <p:cNvSpPr/>
          <p:nvPr/>
        </p:nvSpPr>
        <p:spPr>
          <a:xfrm>
            <a:off x="3093080" y="4141073"/>
            <a:ext cx="11298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holte040"/>
          <p:cNvSpPr/>
          <p:nvPr/>
        </p:nvSpPr>
        <p:spPr>
          <a:xfrm>
            <a:off x="3102117" y="4109031"/>
            <a:ext cx="11231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holte041"/>
          <p:cNvSpPr/>
          <p:nvPr/>
        </p:nvSpPr>
        <p:spPr>
          <a:xfrm>
            <a:off x="3111153" y="4076988"/>
            <a:ext cx="111634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holte042"/>
          <p:cNvSpPr/>
          <p:nvPr/>
        </p:nvSpPr>
        <p:spPr>
          <a:xfrm>
            <a:off x="3120189" y="4044946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holte043"/>
          <p:cNvSpPr/>
          <p:nvPr/>
        </p:nvSpPr>
        <p:spPr>
          <a:xfrm>
            <a:off x="3129226" y="4012904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holte044"/>
          <p:cNvSpPr/>
          <p:nvPr/>
        </p:nvSpPr>
        <p:spPr>
          <a:xfrm>
            <a:off x="3138262" y="3980862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holte045"/>
          <p:cNvSpPr/>
          <p:nvPr/>
        </p:nvSpPr>
        <p:spPr>
          <a:xfrm>
            <a:off x="3147298" y="3948819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holte046"/>
          <p:cNvSpPr/>
          <p:nvPr/>
        </p:nvSpPr>
        <p:spPr>
          <a:xfrm>
            <a:off x="3156335" y="3916777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holte047"/>
          <p:cNvSpPr/>
          <p:nvPr/>
        </p:nvSpPr>
        <p:spPr>
          <a:xfrm>
            <a:off x="3165371" y="3884735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holte048"/>
          <p:cNvSpPr/>
          <p:nvPr/>
        </p:nvSpPr>
        <p:spPr>
          <a:xfrm>
            <a:off x="3174407" y="3852692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holte049"/>
          <p:cNvSpPr/>
          <p:nvPr/>
        </p:nvSpPr>
        <p:spPr>
          <a:xfrm>
            <a:off x="3183444" y="3820650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holte050"/>
          <p:cNvSpPr/>
          <p:nvPr/>
        </p:nvSpPr>
        <p:spPr>
          <a:xfrm>
            <a:off x="3192480" y="3788608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holte051"/>
          <p:cNvSpPr/>
          <p:nvPr/>
        </p:nvSpPr>
        <p:spPr>
          <a:xfrm>
            <a:off x="3201516" y="3756566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holte052"/>
          <p:cNvSpPr/>
          <p:nvPr/>
        </p:nvSpPr>
        <p:spPr>
          <a:xfrm>
            <a:off x="3204905" y="3724523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holte053"/>
          <p:cNvSpPr/>
          <p:nvPr/>
        </p:nvSpPr>
        <p:spPr>
          <a:xfrm>
            <a:off x="3202646" y="3692481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holte054"/>
          <p:cNvSpPr/>
          <p:nvPr/>
        </p:nvSpPr>
        <p:spPr>
          <a:xfrm>
            <a:off x="3200387" y="3660439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holte055"/>
          <p:cNvSpPr/>
          <p:nvPr/>
        </p:nvSpPr>
        <p:spPr>
          <a:xfrm>
            <a:off x="3198128" y="3628396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holte056"/>
          <p:cNvSpPr/>
          <p:nvPr/>
        </p:nvSpPr>
        <p:spPr>
          <a:xfrm>
            <a:off x="3195868" y="3596354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holte057"/>
          <p:cNvSpPr/>
          <p:nvPr/>
        </p:nvSpPr>
        <p:spPr>
          <a:xfrm>
            <a:off x="3193609" y="3564312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holte058"/>
          <p:cNvSpPr/>
          <p:nvPr/>
        </p:nvSpPr>
        <p:spPr>
          <a:xfrm>
            <a:off x="3191350" y="3532270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holte059"/>
          <p:cNvSpPr/>
          <p:nvPr/>
        </p:nvSpPr>
        <p:spPr>
          <a:xfrm>
            <a:off x="3189091" y="3500227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holte060"/>
          <p:cNvSpPr/>
          <p:nvPr/>
        </p:nvSpPr>
        <p:spPr>
          <a:xfrm>
            <a:off x="3186832" y="3468185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holte061"/>
          <p:cNvSpPr/>
          <p:nvPr/>
        </p:nvSpPr>
        <p:spPr>
          <a:xfrm>
            <a:off x="3184573" y="3436143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holte062"/>
          <p:cNvSpPr/>
          <p:nvPr/>
        </p:nvSpPr>
        <p:spPr>
          <a:xfrm>
            <a:off x="3181249" y="3404101"/>
            <a:ext cx="111747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holte063"/>
          <p:cNvSpPr/>
          <p:nvPr/>
        </p:nvSpPr>
        <p:spPr>
          <a:xfrm>
            <a:off x="3168340" y="3372058"/>
            <a:ext cx="11355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holte064"/>
          <p:cNvSpPr/>
          <p:nvPr/>
        </p:nvSpPr>
        <p:spPr>
          <a:xfrm>
            <a:off x="3155431" y="3340016"/>
            <a:ext cx="11536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holte065"/>
          <p:cNvSpPr/>
          <p:nvPr/>
        </p:nvSpPr>
        <p:spPr>
          <a:xfrm>
            <a:off x="3142522" y="3307974"/>
            <a:ext cx="11716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holte066"/>
          <p:cNvSpPr/>
          <p:nvPr/>
        </p:nvSpPr>
        <p:spPr>
          <a:xfrm>
            <a:off x="3129613" y="3275931"/>
            <a:ext cx="11897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holte067"/>
          <p:cNvSpPr/>
          <p:nvPr/>
        </p:nvSpPr>
        <p:spPr>
          <a:xfrm>
            <a:off x="3116704" y="3243889"/>
            <a:ext cx="120783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holte068"/>
          <p:cNvSpPr/>
          <p:nvPr/>
        </p:nvSpPr>
        <p:spPr>
          <a:xfrm>
            <a:off x="3103795" y="3211847"/>
            <a:ext cx="12259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holte069"/>
          <p:cNvSpPr/>
          <p:nvPr/>
        </p:nvSpPr>
        <p:spPr>
          <a:xfrm>
            <a:off x="3090886" y="3179805"/>
            <a:ext cx="12439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olte070"/>
          <p:cNvSpPr/>
          <p:nvPr/>
        </p:nvSpPr>
        <p:spPr>
          <a:xfrm>
            <a:off x="3077977" y="3147762"/>
            <a:ext cx="12620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olte071"/>
          <p:cNvSpPr/>
          <p:nvPr/>
        </p:nvSpPr>
        <p:spPr>
          <a:xfrm>
            <a:off x="3065068" y="3115720"/>
            <a:ext cx="128012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olte072"/>
          <p:cNvSpPr/>
          <p:nvPr/>
        </p:nvSpPr>
        <p:spPr>
          <a:xfrm>
            <a:off x="3046995" y="3083678"/>
            <a:ext cx="13033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holte073"/>
          <p:cNvSpPr/>
          <p:nvPr/>
        </p:nvSpPr>
        <p:spPr>
          <a:xfrm>
            <a:off x="3028923" y="3051636"/>
            <a:ext cx="132660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holte074"/>
          <p:cNvSpPr/>
          <p:nvPr/>
        </p:nvSpPr>
        <p:spPr>
          <a:xfrm>
            <a:off x="3010850" y="3019593"/>
            <a:ext cx="13498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holte075"/>
          <p:cNvSpPr/>
          <p:nvPr/>
        </p:nvSpPr>
        <p:spPr>
          <a:xfrm>
            <a:off x="2992777" y="2987551"/>
            <a:ext cx="13730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holte076"/>
          <p:cNvSpPr/>
          <p:nvPr/>
        </p:nvSpPr>
        <p:spPr>
          <a:xfrm>
            <a:off x="2974705" y="2955509"/>
            <a:ext cx="139630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holte077"/>
          <p:cNvSpPr/>
          <p:nvPr/>
        </p:nvSpPr>
        <p:spPr>
          <a:xfrm>
            <a:off x="2956632" y="2923466"/>
            <a:ext cx="141954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holte078"/>
          <p:cNvSpPr/>
          <p:nvPr/>
        </p:nvSpPr>
        <p:spPr>
          <a:xfrm>
            <a:off x="2938559" y="2891424"/>
            <a:ext cx="14427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holte079"/>
          <p:cNvSpPr/>
          <p:nvPr/>
        </p:nvSpPr>
        <p:spPr>
          <a:xfrm>
            <a:off x="2920487" y="2859382"/>
            <a:ext cx="14660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holte080"/>
          <p:cNvSpPr/>
          <p:nvPr/>
        </p:nvSpPr>
        <p:spPr>
          <a:xfrm>
            <a:off x="2902414" y="2827340"/>
            <a:ext cx="148925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holte081"/>
          <p:cNvSpPr/>
          <p:nvPr/>
        </p:nvSpPr>
        <p:spPr>
          <a:xfrm>
            <a:off x="2888989" y="2795297"/>
            <a:ext cx="15055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holte082"/>
          <p:cNvSpPr/>
          <p:nvPr/>
        </p:nvSpPr>
        <p:spPr>
          <a:xfrm>
            <a:off x="2876080" y="2763255"/>
            <a:ext cx="15210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holte083"/>
          <p:cNvSpPr/>
          <p:nvPr/>
        </p:nvSpPr>
        <p:spPr>
          <a:xfrm>
            <a:off x="2863171" y="2731213"/>
            <a:ext cx="153650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holte084"/>
          <p:cNvSpPr/>
          <p:nvPr/>
        </p:nvSpPr>
        <p:spPr>
          <a:xfrm>
            <a:off x="2850262" y="2699170"/>
            <a:ext cx="1551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holte085"/>
          <p:cNvSpPr/>
          <p:nvPr/>
        </p:nvSpPr>
        <p:spPr>
          <a:xfrm>
            <a:off x="2837353" y="2667128"/>
            <a:ext cx="15674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holte086"/>
          <p:cNvSpPr/>
          <p:nvPr/>
        </p:nvSpPr>
        <p:spPr>
          <a:xfrm>
            <a:off x="2824444" y="2635086"/>
            <a:ext cx="158297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holte087"/>
          <p:cNvSpPr/>
          <p:nvPr/>
        </p:nvSpPr>
        <p:spPr>
          <a:xfrm>
            <a:off x="2811535" y="2603044"/>
            <a:ext cx="15984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holte088"/>
          <p:cNvSpPr/>
          <p:nvPr/>
        </p:nvSpPr>
        <p:spPr>
          <a:xfrm>
            <a:off x="2798626" y="2571001"/>
            <a:ext cx="16139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holte089"/>
          <p:cNvSpPr/>
          <p:nvPr/>
        </p:nvSpPr>
        <p:spPr>
          <a:xfrm>
            <a:off x="2785717" y="2538959"/>
            <a:ext cx="16294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holte090"/>
          <p:cNvSpPr/>
          <p:nvPr/>
        </p:nvSpPr>
        <p:spPr>
          <a:xfrm>
            <a:off x="2778316" y="2506917"/>
            <a:ext cx="16349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holte091"/>
          <p:cNvSpPr/>
          <p:nvPr/>
        </p:nvSpPr>
        <p:spPr>
          <a:xfrm>
            <a:off x="2772291" y="2474875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holte092"/>
          <p:cNvSpPr/>
          <p:nvPr/>
        </p:nvSpPr>
        <p:spPr>
          <a:xfrm>
            <a:off x="2766267" y="2442832"/>
            <a:ext cx="16409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holte093"/>
          <p:cNvSpPr/>
          <p:nvPr/>
        </p:nvSpPr>
        <p:spPr>
          <a:xfrm>
            <a:off x="2760243" y="2410790"/>
            <a:ext cx="16439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holte094"/>
          <p:cNvSpPr/>
          <p:nvPr/>
        </p:nvSpPr>
        <p:spPr>
          <a:xfrm>
            <a:off x="2754219" y="2378748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holte095"/>
          <p:cNvSpPr/>
          <p:nvPr/>
        </p:nvSpPr>
        <p:spPr>
          <a:xfrm>
            <a:off x="2748195" y="2346705"/>
            <a:ext cx="165001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holte096"/>
          <p:cNvSpPr/>
          <p:nvPr/>
        </p:nvSpPr>
        <p:spPr>
          <a:xfrm>
            <a:off x="2742170" y="2314663"/>
            <a:ext cx="16530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holte097"/>
          <p:cNvSpPr/>
          <p:nvPr/>
        </p:nvSpPr>
        <p:spPr>
          <a:xfrm>
            <a:off x="2736146" y="2282621"/>
            <a:ext cx="165603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holte098"/>
          <p:cNvSpPr/>
          <p:nvPr/>
        </p:nvSpPr>
        <p:spPr>
          <a:xfrm>
            <a:off x="2736146" y="2250579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holte099"/>
          <p:cNvSpPr/>
          <p:nvPr/>
        </p:nvSpPr>
        <p:spPr>
          <a:xfrm>
            <a:off x="2736146" y="2218536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holte100"/>
          <p:cNvSpPr/>
          <p:nvPr/>
        </p:nvSpPr>
        <p:spPr>
          <a:xfrm>
            <a:off x="2736146" y="2186494"/>
            <a:ext cx="162892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holte101"/>
          <p:cNvSpPr/>
          <p:nvPr/>
        </p:nvSpPr>
        <p:spPr>
          <a:xfrm>
            <a:off x="2736146" y="2154452"/>
            <a:ext cx="161989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holte102"/>
          <p:cNvSpPr/>
          <p:nvPr/>
        </p:nvSpPr>
        <p:spPr>
          <a:xfrm>
            <a:off x="2736146" y="2122410"/>
            <a:ext cx="161085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holte103"/>
          <p:cNvSpPr/>
          <p:nvPr/>
        </p:nvSpPr>
        <p:spPr>
          <a:xfrm>
            <a:off x="2736146" y="2090367"/>
            <a:ext cx="16018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holte104"/>
          <p:cNvSpPr/>
          <p:nvPr/>
        </p:nvSpPr>
        <p:spPr>
          <a:xfrm>
            <a:off x="2736146" y="2058325"/>
            <a:ext cx="159278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holte105"/>
          <p:cNvSpPr/>
          <p:nvPr/>
        </p:nvSpPr>
        <p:spPr>
          <a:xfrm>
            <a:off x="2736869" y="2026283"/>
            <a:ext cx="158194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holte106"/>
          <p:cNvSpPr/>
          <p:nvPr/>
        </p:nvSpPr>
        <p:spPr>
          <a:xfrm>
            <a:off x="2740484" y="1994240"/>
            <a:ext cx="15638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holte107"/>
          <p:cNvSpPr/>
          <p:nvPr/>
        </p:nvSpPr>
        <p:spPr>
          <a:xfrm>
            <a:off x="2744098" y="1962198"/>
            <a:ext cx="15457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holte108"/>
          <p:cNvSpPr/>
          <p:nvPr/>
        </p:nvSpPr>
        <p:spPr>
          <a:xfrm>
            <a:off x="2747713" y="1930156"/>
            <a:ext cx="15277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holte109"/>
          <p:cNvSpPr/>
          <p:nvPr/>
        </p:nvSpPr>
        <p:spPr>
          <a:xfrm>
            <a:off x="2751327" y="1898114"/>
            <a:ext cx="15096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holte110"/>
          <p:cNvSpPr/>
          <p:nvPr/>
        </p:nvSpPr>
        <p:spPr>
          <a:xfrm>
            <a:off x="2754942" y="1866071"/>
            <a:ext cx="14915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holte111"/>
          <p:cNvSpPr/>
          <p:nvPr/>
        </p:nvSpPr>
        <p:spPr>
          <a:xfrm>
            <a:off x="2758556" y="1834029"/>
            <a:ext cx="14735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holte112"/>
          <p:cNvSpPr/>
          <p:nvPr/>
        </p:nvSpPr>
        <p:spPr>
          <a:xfrm>
            <a:off x="2762803" y="1801987"/>
            <a:ext cx="145226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holte113"/>
          <p:cNvSpPr/>
          <p:nvPr/>
        </p:nvSpPr>
        <p:spPr>
          <a:xfrm>
            <a:off x="2767321" y="1769944"/>
            <a:ext cx="14296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holte114"/>
          <p:cNvSpPr/>
          <p:nvPr/>
        </p:nvSpPr>
        <p:spPr>
          <a:xfrm>
            <a:off x="2771840" y="1737902"/>
            <a:ext cx="14070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holte115"/>
          <p:cNvSpPr/>
          <p:nvPr/>
        </p:nvSpPr>
        <p:spPr>
          <a:xfrm>
            <a:off x="2776358" y="1705860"/>
            <a:ext cx="13844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holte116"/>
          <p:cNvSpPr/>
          <p:nvPr/>
        </p:nvSpPr>
        <p:spPr>
          <a:xfrm>
            <a:off x="2780876" y="1673818"/>
            <a:ext cx="136190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holte117"/>
          <p:cNvSpPr/>
          <p:nvPr/>
        </p:nvSpPr>
        <p:spPr>
          <a:xfrm>
            <a:off x="2785394" y="1641775"/>
            <a:ext cx="13347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holte118"/>
          <p:cNvSpPr/>
          <p:nvPr/>
        </p:nvSpPr>
        <p:spPr>
          <a:xfrm>
            <a:off x="2789912" y="1609733"/>
            <a:ext cx="13031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holte119"/>
          <p:cNvSpPr/>
          <p:nvPr/>
        </p:nvSpPr>
        <p:spPr>
          <a:xfrm>
            <a:off x="2794430" y="1577691"/>
            <a:ext cx="127154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holte120"/>
          <p:cNvSpPr/>
          <p:nvPr/>
        </p:nvSpPr>
        <p:spPr>
          <a:xfrm>
            <a:off x="2798948" y="1545649"/>
            <a:ext cx="123991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holte121"/>
          <p:cNvSpPr/>
          <p:nvPr/>
        </p:nvSpPr>
        <p:spPr>
          <a:xfrm>
            <a:off x="2803467" y="1513606"/>
            <a:ext cx="120828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holte122"/>
          <p:cNvSpPr/>
          <p:nvPr/>
        </p:nvSpPr>
        <p:spPr>
          <a:xfrm>
            <a:off x="2808437" y="1481564"/>
            <a:ext cx="11734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holte123"/>
          <p:cNvSpPr/>
          <p:nvPr/>
        </p:nvSpPr>
        <p:spPr>
          <a:xfrm>
            <a:off x="2814461" y="1449522"/>
            <a:ext cx="113133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holte124"/>
          <p:cNvSpPr/>
          <p:nvPr/>
        </p:nvSpPr>
        <p:spPr>
          <a:xfrm>
            <a:off x="2820485" y="1417479"/>
            <a:ext cx="108916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holte125"/>
          <p:cNvSpPr/>
          <p:nvPr/>
        </p:nvSpPr>
        <p:spPr>
          <a:xfrm>
            <a:off x="2826509" y="1385437"/>
            <a:ext cx="1046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holte126"/>
          <p:cNvSpPr/>
          <p:nvPr/>
        </p:nvSpPr>
        <p:spPr>
          <a:xfrm>
            <a:off x="2834943" y="1353395"/>
            <a:ext cx="9975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holte127"/>
          <p:cNvSpPr/>
          <p:nvPr/>
        </p:nvSpPr>
        <p:spPr>
          <a:xfrm>
            <a:off x="2846992" y="1321353"/>
            <a:ext cx="9373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holte128"/>
          <p:cNvSpPr/>
          <p:nvPr/>
        </p:nvSpPr>
        <p:spPr>
          <a:xfrm>
            <a:off x="2859040" y="1289310"/>
            <a:ext cx="8771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holte129"/>
          <p:cNvSpPr/>
          <p:nvPr/>
        </p:nvSpPr>
        <p:spPr>
          <a:xfrm>
            <a:off x="2871088" y="1257268"/>
            <a:ext cx="81686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band000"/>
          <p:cNvSpPr/>
          <p:nvPr/>
        </p:nvSpPr>
        <p:spPr>
          <a:xfrm>
            <a:off x="3283112" y="4033614"/>
            <a:ext cx="6090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band001"/>
          <p:cNvSpPr/>
          <p:nvPr/>
        </p:nvSpPr>
        <p:spPr>
          <a:xfrm>
            <a:off x="3245501" y="4003330"/>
            <a:ext cx="68431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band002"/>
          <p:cNvSpPr/>
          <p:nvPr/>
        </p:nvSpPr>
        <p:spPr>
          <a:xfrm>
            <a:off x="3207890" y="3973046"/>
            <a:ext cx="7595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band003"/>
          <p:cNvSpPr/>
          <p:nvPr/>
        </p:nvSpPr>
        <p:spPr>
          <a:xfrm>
            <a:off x="3170280" y="3942762"/>
            <a:ext cx="8347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band004"/>
          <p:cNvSpPr/>
          <p:nvPr/>
        </p:nvSpPr>
        <p:spPr>
          <a:xfrm>
            <a:off x="3147499" y="3912479"/>
            <a:ext cx="8803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band005"/>
          <p:cNvSpPr/>
          <p:nvPr/>
        </p:nvSpPr>
        <p:spPr>
          <a:xfrm>
            <a:off x="3134604" y="3882195"/>
            <a:ext cx="9061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band006"/>
          <p:cNvSpPr/>
          <p:nvPr/>
        </p:nvSpPr>
        <p:spPr>
          <a:xfrm>
            <a:off x="3121708" y="3851911"/>
            <a:ext cx="93190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band007"/>
          <p:cNvSpPr/>
          <p:nvPr/>
        </p:nvSpPr>
        <p:spPr>
          <a:xfrm>
            <a:off x="3108813" y="3821627"/>
            <a:ext cx="9576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band008"/>
          <p:cNvSpPr/>
          <p:nvPr/>
        </p:nvSpPr>
        <p:spPr>
          <a:xfrm>
            <a:off x="3095918" y="3791343"/>
            <a:ext cx="98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band009"/>
          <p:cNvSpPr/>
          <p:nvPr/>
        </p:nvSpPr>
        <p:spPr>
          <a:xfrm>
            <a:off x="3083023" y="3761059"/>
            <a:ext cx="10092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band010"/>
          <p:cNvSpPr/>
          <p:nvPr/>
        </p:nvSpPr>
        <p:spPr>
          <a:xfrm>
            <a:off x="3071187" y="3730775"/>
            <a:ext cx="103294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band011"/>
          <p:cNvSpPr/>
          <p:nvPr/>
        </p:nvSpPr>
        <p:spPr>
          <a:xfrm>
            <a:off x="3068885" y="3700492"/>
            <a:ext cx="10375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band012"/>
          <p:cNvSpPr/>
          <p:nvPr/>
        </p:nvSpPr>
        <p:spPr>
          <a:xfrm>
            <a:off x="3066582" y="3670208"/>
            <a:ext cx="10421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band013"/>
          <p:cNvSpPr/>
          <p:nvPr/>
        </p:nvSpPr>
        <p:spPr>
          <a:xfrm>
            <a:off x="3064279" y="3639924"/>
            <a:ext cx="10467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band014"/>
          <p:cNvSpPr/>
          <p:nvPr/>
        </p:nvSpPr>
        <p:spPr>
          <a:xfrm>
            <a:off x="3061977" y="3609640"/>
            <a:ext cx="10513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band015"/>
          <p:cNvSpPr/>
          <p:nvPr/>
        </p:nvSpPr>
        <p:spPr>
          <a:xfrm>
            <a:off x="3059674" y="3579356"/>
            <a:ext cx="105597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band016"/>
          <p:cNvSpPr/>
          <p:nvPr/>
        </p:nvSpPr>
        <p:spPr>
          <a:xfrm>
            <a:off x="3057371" y="3549072"/>
            <a:ext cx="10605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band017"/>
          <p:cNvSpPr/>
          <p:nvPr/>
        </p:nvSpPr>
        <p:spPr>
          <a:xfrm>
            <a:off x="3055069" y="3518788"/>
            <a:ext cx="10651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band018"/>
          <p:cNvSpPr/>
          <p:nvPr/>
        </p:nvSpPr>
        <p:spPr>
          <a:xfrm>
            <a:off x="3052766" y="3488505"/>
            <a:ext cx="106978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band019"/>
          <p:cNvSpPr/>
          <p:nvPr/>
        </p:nvSpPr>
        <p:spPr>
          <a:xfrm>
            <a:off x="3050463" y="3458221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band020"/>
          <p:cNvSpPr/>
          <p:nvPr/>
        </p:nvSpPr>
        <p:spPr>
          <a:xfrm>
            <a:off x="3052254" y="3427937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band021"/>
          <p:cNvSpPr/>
          <p:nvPr/>
        </p:nvSpPr>
        <p:spPr>
          <a:xfrm>
            <a:off x="3054045" y="3397653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band022"/>
          <p:cNvSpPr/>
          <p:nvPr/>
        </p:nvSpPr>
        <p:spPr>
          <a:xfrm>
            <a:off x="3055836" y="3367369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band023"/>
          <p:cNvSpPr/>
          <p:nvPr/>
        </p:nvSpPr>
        <p:spPr>
          <a:xfrm>
            <a:off x="3057627" y="3337085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band024"/>
          <p:cNvSpPr/>
          <p:nvPr/>
        </p:nvSpPr>
        <p:spPr>
          <a:xfrm>
            <a:off x="3059418" y="3306801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band025"/>
          <p:cNvSpPr/>
          <p:nvPr/>
        </p:nvSpPr>
        <p:spPr>
          <a:xfrm>
            <a:off x="3061209" y="3276518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band026"/>
          <p:cNvSpPr/>
          <p:nvPr/>
        </p:nvSpPr>
        <p:spPr>
          <a:xfrm>
            <a:off x="3063000" y="3246234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band027"/>
          <p:cNvSpPr/>
          <p:nvPr/>
        </p:nvSpPr>
        <p:spPr>
          <a:xfrm>
            <a:off x="3064791" y="3215950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band028"/>
          <p:cNvSpPr/>
          <p:nvPr/>
        </p:nvSpPr>
        <p:spPr>
          <a:xfrm>
            <a:off x="3066582" y="3185666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band029"/>
          <p:cNvSpPr/>
          <p:nvPr/>
        </p:nvSpPr>
        <p:spPr>
          <a:xfrm>
            <a:off x="3068373" y="3155382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band030"/>
          <p:cNvSpPr/>
          <p:nvPr/>
        </p:nvSpPr>
        <p:spPr>
          <a:xfrm>
            <a:off x="3070164" y="3125098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band031"/>
          <p:cNvSpPr/>
          <p:nvPr/>
        </p:nvSpPr>
        <p:spPr>
          <a:xfrm>
            <a:off x="3073836" y="3094814"/>
            <a:ext cx="10725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band032"/>
          <p:cNvSpPr/>
          <p:nvPr/>
        </p:nvSpPr>
        <p:spPr>
          <a:xfrm>
            <a:off x="3081895" y="3064531"/>
            <a:ext cx="10665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band033"/>
          <p:cNvSpPr/>
          <p:nvPr/>
        </p:nvSpPr>
        <p:spPr>
          <a:xfrm>
            <a:off x="3089954" y="3034247"/>
            <a:ext cx="1060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band034"/>
          <p:cNvSpPr/>
          <p:nvPr/>
        </p:nvSpPr>
        <p:spPr>
          <a:xfrm>
            <a:off x="3098014" y="3003963"/>
            <a:ext cx="10544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band035"/>
          <p:cNvSpPr/>
          <p:nvPr/>
        </p:nvSpPr>
        <p:spPr>
          <a:xfrm>
            <a:off x="3106073" y="2973679"/>
            <a:ext cx="10484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band036"/>
          <p:cNvSpPr/>
          <p:nvPr/>
        </p:nvSpPr>
        <p:spPr>
          <a:xfrm>
            <a:off x="3114133" y="2943395"/>
            <a:ext cx="10423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band037"/>
          <p:cNvSpPr/>
          <p:nvPr/>
        </p:nvSpPr>
        <p:spPr>
          <a:xfrm>
            <a:off x="3122192" y="2913111"/>
            <a:ext cx="10363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band038"/>
          <p:cNvSpPr/>
          <p:nvPr/>
        </p:nvSpPr>
        <p:spPr>
          <a:xfrm>
            <a:off x="3130251" y="2882827"/>
            <a:ext cx="103026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band039"/>
          <p:cNvSpPr/>
          <p:nvPr/>
        </p:nvSpPr>
        <p:spPr>
          <a:xfrm>
            <a:off x="3138311" y="2852544"/>
            <a:ext cx="10242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band040"/>
          <p:cNvSpPr/>
          <p:nvPr/>
        </p:nvSpPr>
        <p:spPr>
          <a:xfrm>
            <a:off x="3146370" y="2822260"/>
            <a:ext cx="10181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band041"/>
          <p:cNvSpPr/>
          <p:nvPr/>
        </p:nvSpPr>
        <p:spPr>
          <a:xfrm>
            <a:off x="3154430" y="2791976"/>
            <a:ext cx="101213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band042"/>
          <p:cNvSpPr/>
          <p:nvPr/>
        </p:nvSpPr>
        <p:spPr>
          <a:xfrm>
            <a:off x="3162489" y="2761692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band043"/>
          <p:cNvSpPr/>
          <p:nvPr/>
        </p:nvSpPr>
        <p:spPr>
          <a:xfrm>
            <a:off x="3170549" y="2731408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band044"/>
          <p:cNvSpPr/>
          <p:nvPr/>
        </p:nvSpPr>
        <p:spPr>
          <a:xfrm>
            <a:off x="3178608" y="2701124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band045"/>
          <p:cNvSpPr/>
          <p:nvPr/>
        </p:nvSpPr>
        <p:spPr>
          <a:xfrm>
            <a:off x="3186667" y="2670840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band046"/>
          <p:cNvSpPr/>
          <p:nvPr/>
        </p:nvSpPr>
        <p:spPr>
          <a:xfrm>
            <a:off x="3194727" y="2640557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band047"/>
          <p:cNvSpPr/>
          <p:nvPr/>
        </p:nvSpPr>
        <p:spPr>
          <a:xfrm>
            <a:off x="3202786" y="2610273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band048"/>
          <p:cNvSpPr/>
          <p:nvPr/>
        </p:nvSpPr>
        <p:spPr>
          <a:xfrm>
            <a:off x="3210846" y="2579989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band049"/>
          <p:cNvSpPr/>
          <p:nvPr/>
        </p:nvSpPr>
        <p:spPr>
          <a:xfrm>
            <a:off x="3218905" y="2549705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band050"/>
          <p:cNvSpPr/>
          <p:nvPr/>
        </p:nvSpPr>
        <p:spPr>
          <a:xfrm>
            <a:off x="3226964" y="2519421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band051"/>
          <p:cNvSpPr/>
          <p:nvPr/>
        </p:nvSpPr>
        <p:spPr>
          <a:xfrm>
            <a:off x="3235024" y="2489137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band052"/>
          <p:cNvSpPr/>
          <p:nvPr/>
        </p:nvSpPr>
        <p:spPr>
          <a:xfrm>
            <a:off x="3238046" y="2458853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band053"/>
          <p:cNvSpPr/>
          <p:nvPr/>
        </p:nvSpPr>
        <p:spPr>
          <a:xfrm>
            <a:off x="3236031" y="2428570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band054"/>
          <p:cNvSpPr/>
          <p:nvPr/>
        </p:nvSpPr>
        <p:spPr>
          <a:xfrm>
            <a:off x="3234016" y="2398286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band055"/>
          <p:cNvSpPr/>
          <p:nvPr/>
        </p:nvSpPr>
        <p:spPr>
          <a:xfrm>
            <a:off x="3232002" y="2368002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band056"/>
          <p:cNvSpPr/>
          <p:nvPr/>
        </p:nvSpPr>
        <p:spPr>
          <a:xfrm>
            <a:off x="3229987" y="2337718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band057"/>
          <p:cNvSpPr/>
          <p:nvPr/>
        </p:nvSpPr>
        <p:spPr>
          <a:xfrm>
            <a:off x="3227972" y="2307434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band058"/>
          <p:cNvSpPr/>
          <p:nvPr/>
        </p:nvSpPr>
        <p:spPr>
          <a:xfrm>
            <a:off x="3225957" y="2277150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band059"/>
          <p:cNvSpPr/>
          <p:nvPr/>
        </p:nvSpPr>
        <p:spPr>
          <a:xfrm>
            <a:off x="3223942" y="2246866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band060"/>
          <p:cNvSpPr/>
          <p:nvPr/>
        </p:nvSpPr>
        <p:spPr>
          <a:xfrm>
            <a:off x="3221927" y="2216583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band061"/>
          <p:cNvSpPr/>
          <p:nvPr/>
        </p:nvSpPr>
        <p:spPr>
          <a:xfrm>
            <a:off x="3219912" y="2186299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band062"/>
          <p:cNvSpPr/>
          <p:nvPr/>
        </p:nvSpPr>
        <p:spPr>
          <a:xfrm>
            <a:off x="3216948" y="2156015"/>
            <a:ext cx="101314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band063"/>
          <p:cNvSpPr/>
          <p:nvPr/>
        </p:nvSpPr>
        <p:spPr>
          <a:xfrm>
            <a:off x="3205434" y="2125731"/>
            <a:ext cx="10292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band064"/>
          <p:cNvSpPr/>
          <p:nvPr/>
        </p:nvSpPr>
        <p:spPr>
          <a:xfrm>
            <a:off x="3193921" y="2095447"/>
            <a:ext cx="10453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!!band065"/>
          <p:cNvSpPr/>
          <p:nvPr/>
        </p:nvSpPr>
        <p:spPr>
          <a:xfrm>
            <a:off x="3182407" y="2065163"/>
            <a:ext cx="106149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!!band066"/>
          <p:cNvSpPr/>
          <p:nvPr/>
        </p:nvSpPr>
        <p:spPr>
          <a:xfrm>
            <a:off x="3170894" y="2034879"/>
            <a:ext cx="10776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band067"/>
          <p:cNvSpPr/>
          <p:nvPr/>
        </p:nvSpPr>
        <p:spPr>
          <a:xfrm>
            <a:off x="3159380" y="2004596"/>
            <a:ext cx="10937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!!band068"/>
          <p:cNvSpPr/>
          <p:nvPr/>
        </p:nvSpPr>
        <p:spPr>
          <a:xfrm>
            <a:off x="3147867" y="1974312"/>
            <a:ext cx="11098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!!band069"/>
          <p:cNvSpPr/>
          <p:nvPr/>
        </p:nvSpPr>
        <p:spPr>
          <a:xfrm>
            <a:off x="3136354" y="1944028"/>
            <a:ext cx="11259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!!band070"/>
          <p:cNvSpPr/>
          <p:nvPr/>
        </p:nvSpPr>
        <p:spPr>
          <a:xfrm>
            <a:off x="3124840" y="1913744"/>
            <a:ext cx="11420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!!band071"/>
          <p:cNvSpPr/>
          <p:nvPr/>
        </p:nvSpPr>
        <p:spPr>
          <a:xfrm>
            <a:off x="3113327" y="1883460"/>
            <a:ext cx="11582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!!band072"/>
          <p:cNvSpPr/>
          <p:nvPr/>
        </p:nvSpPr>
        <p:spPr>
          <a:xfrm>
            <a:off x="3097208" y="1853176"/>
            <a:ext cx="11789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!!band073"/>
          <p:cNvSpPr/>
          <p:nvPr/>
        </p:nvSpPr>
        <p:spPr>
          <a:xfrm>
            <a:off x="3081089" y="1822892"/>
            <a:ext cx="11996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!!band074"/>
          <p:cNvSpPr/>
          <p:nvPr/>
        </p:nvSpPr>
        <p:spPr>
          <a:xfrm>
            <a:off x="3064970" y="1792609"/>
            <a:ext cx="122038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!!band075"/>
          <p:cNvSpPr/>
          <p:nvPr/>
        </p:nvSpPr>
        <p:spPr>
          <a:xfrm>
            <a:off x="3048851" y="1762325"/>
            <a:ext cx="124110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!!band076"/>
          <p:cNvSpPr/>
          <p:nvPr/>
        </p:nvSpPr>
        <p:spPr>
          <a:xfrm>
            <a:off x="3032733" y="1732041"/>
            <a:ext cx="12618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!!band077"/>
          <p:cNvSpPr/>
          <p:nvPr/>
        </p:nvSpPr>
        <p:spPr>
          <a:xfrm>
            <a:off x="3016614" y="1701757"/>
            <a:ext cx="12825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!!band078"/>
          <p:cNvSpPr/>
          <p:nvPr/>
        </p:nvSpPr>
        <p:spPr>
          <a:xfrm>
            <a:off x="3000495" y="1671473"/>
            <a:ext cx="130328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!!band079"/>
          <p:cNvSpPr/>
          <p:nvPr/>
        </p:nvSpPr>
        <p:spPr>
          <a:xfrm>
            <a:off x="2984376" y="1641189"/>
            <a:ext cx="13240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!!band080"/>
          <p:cNvSpPr/>
          <p:nvPr/>
        </p:nvSpPr>
        <p:spPr>
          <a:xfrm>
            <a:off x="2968257" y="1610905"/>
            <a:ext cx="134472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!!band081"/>
          <p:cNvSpPr/>
          <p:nvPr/>
        </p:nvSpPr>
        <p:spPr>
          <a:xfrm>
            <a:off x="2956283" y="1580622"/>
            <a:ext cx="13592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!!band082"/>
          <p:cNvSpPr/>
          <p:nvPr/>
        </p:nvSpPr>
        <p:spPr>
          <a:xfrm>
            <a:off x="2944770" y="1550338"/>
            <a:ext cx="137305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!!band083"/>
          <p:cNvSpPr/>
          <p:nvPr/>
        </p:nvSpPr>
        <p:spPr>
          <a:xfrm>
            <a:off x="2933256" y="1520054"/>
            <a:ext cx="138686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!!band084"/>
          <p:cNvSpPr/>
          <p:nvPr/>
        </p:nvSpPr>
        <p:spPr>
          <a:xfrm>
            <a:off x="2921743" y="1489770"/>
            <a:ext cx="140068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!!band085"/>
          <p:cNvSpPr/>
          <p:nvPr/>
        </p:nvSpPr>
        <p:spPr>
          <a:xfrm>
            <a:off x="2910229" y="1459486"/>
            <a:ext cx="14145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!!band086"/>
          <p:cNvSpPr/>
          <p:nvPr/>
        </p:nvSpPr>
        <p:spPr>
          <a:xfrm>
            <a:off x="2898716" y="1429202"/>
            <a:ext cx="14283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!!band087"/>
          <p:cNvSpPr/>
          <p:nvPr/>
        </p:nvSpPr>
        <p:spPr>
          <a:xfrm>
            <a:off x="2887203" y="1398918"/>
            <a:ext cx="14421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!!band088"/>
          <p:cNvSpPr/>
          <p:nvPr/>
        </p:nvSpPr>
        <p:spPr>
          <a:xfrm>
            <a:off x="2875689" y="1368635"/>
            <a:ext cx="14559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!!band089"/>
          <p:cNvSpPr/>
          <p:nvPr/>
        </p:nvSpPr>
        <p:spPr>
          <a:xfrm>
            <a:off x="2864176" y="1338351"/>
            <a:ext cx="146976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!!band090"/>
          <p:cNvSpPr/>
          <p:nvPr/>
        </p:nvSpPr>
        <p:spPr>
          <a:xfrm>
            <a:off x="2857575" y="1308067"/>
            <a:ext cx="14746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!!band091"/>
          <p:cNvSpPr/>
          <p:nvPr/>
        </p:nvSpPr>
        <p:spPr>
          <a:xfrm>
            <a:off x="2852202" y="1277783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!!band092"/>
          <p:cNvSpPr/>
          <p:nvPr/>
        </p:nvSpPr>
        <p:spPr>
          <a:xfrm>
            <a:off x="2846829" y="1247499"/>
            <a:ext cx="14800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!!band093"/>
          <p:cNvSpPr/>
          <p:nvPr/>
        </p:nvSpPr>
        <p:spPr>
          <a:xfrm>
            <a:off x="2841456" y="1217215"/>
            <a:ext cx="148273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!!band094"/>
          <p:cNvSpPr/>
          <p:nvPr/>
        </p:nvSpPr>
        <p:spPr>
          <a:xfrm>
            <a:off x="2836083" y="1186931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!!band095"/>
          <p:cNvSpPr/>
          <p:nvPr/>
        </p:nvSpPr>
        <p:spPr>
          <a:xfrm>
            <a:off x="2830710" y="1156648"/>
            <a:ext cx="1488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!!band096"/>
          <p:cNvSpPr/>
          <p:nvPr/>
        </p:nvSpPr>
        <p:spPr>
          <a:xfrm>
            <a:off x="2825337" y="1126364"/>
            <a:ext cx="14907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!!band097"/>
          <p:cNvSpPr/>
          <p:nvPr/>
        </p:nvSpPr>
        <p:spPr>
          <a:xfrm>
            <a:off x="2819964" y="1096080"/>
            <a:ext cx="149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!!band098"/>
          <p:cNvSpPr/>
          <p:nvPr/>
        </p:nvSpPr>
        <p:spPr>
          <a:xfrm>
            <a:off x="2819964" y="1065796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!!band099"/>
          <p:cNvSpPr/>
          <p:nvPr/>
        </p:nvSpPr>
        <p:spPr>
          <a:xfrm>
            <a:off x="2819964" y="1035512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!!band100"/>
          <p:cNvSpPr/>
          <p:nvPr/>
        </p:nvSpPr>
        <p:spPr>
          <a:xfrm>
            <a:off x="2819964" y="1005228"/>
            <a:ext cx="14693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!!band101"/>
          <p:cNvSpPr/>
          <p:nvPr/>
        </p:nvSpPr>
        <p:spPr>
          <a:xfrm>
            <a:off x="2819964" y="974944"/>
            <a:ext cx="14612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!!band102"/>
          <p:cNvSpPr/>
          <p:nvPr/>
        </p:nvSpPr>
        <p:spPr>
          <a:xfrm>
            <a:off x="2819964" y="944660"/>
            <a:ext cx="145318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!!band103"/>
          <p:cNvSpPr/>
          <p:nvPr/>
        </p:nvSpPr>
        <p:spPr>
          <a:xfrm>
            <a:off x="2819964" y="914377"/>
            <a:ext cx="144512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!!band104"/>
          <p:cNvSpPr/>
          <p:nvPr/>
        </p:nvSpPr>
        <p:spPr>
          <a:xfrm>
            <a:off x="2819964" y="884093"/>
            <a:ext cx="14370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!!band105"/>
          <p:cNvSpPr/>
          <p:nvPr/>
        </p:nvSpPr>
        <p:spPr>
          <a:xfrm>
            <a:off x="2820609" y="853809"/>
            <a:ext cx="142739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!!band106"/>
          <p:cNvSpPr/>
          <p:nvPr/>
        </p:nvSpPr>
        <p:spPr>
          <a:xfrm>
            <a:off x="2823833" y="823525"/>
            <a:ext cx="141127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!!band107"/>
          <p:cNvSpPr/>
          <p:nvPr/>
        </p:nvSpPr>
        <p:spPr>
          <a:xfrm>
            <a:off x="2827056" y="793241"/>
            <a:ext cx="139515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!!band108"/>
          <p:cNvSpPr/>
          <p:nvPr/>
        </p:nvSpPr>
        <p:spPr>
          <a:xfrm>
            <a:off x="2830280" y="762957"/>
            <a:ext cx="13790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!!band109"/>
          <p:cNvSpPr/>
          <p:nvPr/>
        </p:nvSpPr>
        <p:spPr>
          <a:xfrm>
            <a:off x="2833504" y="732673"/>
            <a:ext cx="13629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!!band110"/>
          <p:cNvSpPr/>
          <p:nvPr/>
        </p:nvSpPr>
        <p:spPr>
          <a:xfrm>
            <a:off x="2836728" y="702390"/>
            <a:ext cx="13468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!!band111"/>
          <p:cNvSpPr/>
          <p:nvPr/>
        </p:nvSpPr>
        <p:spPr>
          <a:xfrm>
            <a:off x="2839951" y="672106"/>
            <a:ext cx="13306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!!band112"/>
          <p:cNvSpPr/>
          <p:nvPr/>
        </p:nvSpPr>
        <p:spPr>
          <a:xfrm>
            <a:off x="2843739" y="641822"/>
            <a:ext cx="131174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!!band113"/>
          <p:cNvSpPr/>
          <p:nvPr/>
        </p:nvSpPr>
        <p:spPr>
          <a:xfrm>
            <a:off x="2847769" y="611538"/>
            <a:ext cx="129159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!!band114"/>
          <p:cNvSpPr/>
          <p:nvPr/>
        </p:nvSpPr>
        <p:spPr>
          <a:xfrm>
            <a:off x="2851799" y="581254"/>
            <a:ext cx="12714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!!band115"/>
          <p:cNvSpPr/>
          <p:nvPr/>
        </p:nvSpPr>
        <p:spPr>
          <a:xfrm>
            <a:off x="2855828" y="550970"/>
            <a:ext cx="125129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!!band116"/>
          <p:cNvSpPr/>
          <p:nvPr/>
        </p:nvSpPr>
        <p:spPr>
          <a:xfrm>
            <a:off x="2859858" y="520686"/>
            <a:ext cx="12311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!!band117"/>
          <p:cNvSpPr/>
          <p:nvPr/>
        </p:nvSpPr>
        <p:spPr>
          <a:xfrm>
            <a:off x="2863888" y="490403"/>
            <a:ext cx="120697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!!band118"/>
          <p:cNvSpPr/>
          <p:nvPr/>
        </p:nvSpPr>
        <p:spPr>
          <a:xfrm>
            <a:off x="2867918" y="460119"/>
            <a:ext cx="117876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!!band119"/>
          <p:cNvSpPr/>
          <p:nvPr/>
        </p:nvSpPr>
        <p:spPr>
          <a:xfrm>
            <a:off x="2871947" y="429835"/>
            <a:ext cx="11505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!!band120"/>
          <p:cNvSpPr/>
          <p:nvPr/>
        </p:nvSpPr>
        <p:spPr>
          <a:xfrm>
            <a:off x="2875977" y="399551"/>
            <a:ext cx="11223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!!band121"/>
          <p:cNvSpPr/>
          <p:nvPr/>
        </p:nvSpPr>
        <p:spPr>
          <a:xfrm>
            <a:off x="2880007" y="369267"/>
            <a:ext cx="10941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!!band122"/>
          <p:cNvSpPr/>
          <p:nvPr/>
        </p:nvSpPr>
        <p:spPr>
          <a:xfrm>
            <a:off x="2884439" y="338983"/>
            <a:ext cx="1063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!!band123"/>
          <p:cNvSpPr/>
          <p:nvPr/>
        </p:nvSpPr>
        <p:spPr>
          <a:xfrm>
            <a:off x="2889812" y="308699"/>
            <a:ext cx="102549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!!band124"/>
          <p:cNvSpPr/>
          <p:nvPr/>
        </p:nvSpPr>
        <p:spPr>
          <a:xfrm>
            <a:off x="2895185" y="278416"/>
            <a:ext cx="9878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!!band125"/>
          <p:cNvSpPr/>
          <p:nvPr/>
        </p:nvSpPr>
        <p:spPr>
          <a:xfrm>
            <a:off x="2900558" y="248132"/>
            <a:ext cx="9502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!!band126"/>
          <p:cNvSpPr/>
          <p:nvPr/>
        </p:nvSpPr>
        <p:spPr>
          <a:xfrm>
            <a:off x="2908080" y="217848"/>
            <a:ext cx="9062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!!band127"/>
          <p:cNvSpPr/>
          <p:nvPr/>
        </p:nvSpPr>
        <p:spPr>
          <a:xfrm>
            <a:off x="2918826" y="187564"/>
            <a:ext cx="852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!!band128"/>
          <p:cNvSpPr/>
          <p:nvPr/>
        </p:nvSpPr>
        <p:spPr>
          <a:xfrm>
            <a:off x="2929572" y="157280"/>
            <a:ext cx="79876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!!band129"/>
          <p:cNvSpPr/>
          <p:nvPr/>
        </p:nvSpPr>
        <p:spPr>
          <a:xfrm>
            <a:off x="2940318" y="126996"/>
            <a:ext cx="74503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!!cel00"/>
          <p:cNvSpPr/>
          <p:nvPr/>
        </p:nvSpPr>
        <p:spPr>
          <a:xfrm>
            <a:off x="3291334" y="3884608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!!cel01"/>
          <p:cNvSpPr/>
          <p:nvPr/>
        </p:nvSpPr>
        <p:spPr>
          <a:xfrm>
            <a:off x="3524161" y="3884608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!!cel02"/>
          <p:cNvSpPr/>
          <p:nvPr/>
        </p:nvSpPr>
        <p:spPr>
          <a:xfrm>
            <a:off x="3756989" y="3884608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cel03"/>
          <p:cNvSpPr/>
          <p:nvPr/>
        </p:nvSpPr>
        <p:spPr>
          <a:xfrm>
            <a:off x="3291334" y="3653026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!!cel04"/>
          <p:cNvSpPr/>
          <p:nvPr/>
        </p:nvSpPr>
        <p:spPr>
          <a:xfrm>
            <a:off x="3524161" y="3653026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!!cel05"/>
          <p:cNvSpPr/>
          <p:nvPr/>
        </p:nvSpPr>
        <p:spPr>
          <a:xfrm>
            <a:off x="3756989" y="3653026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!!cel06"/>
          <p:cNvSpPr/>
          <p:nvPr/>
        </p:nvSpPr>
        <p:spPr>
          <a:xfrm>
            <a:off x="3291334" y="3421443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!!cel07"/>
          <p:cNvSpPr/>
          <p:nvPr/>
        </p:nvSpPr>
        <p:spPr>
          <a:xfrm>
            <a:off x="3524161" y="3421443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!!cel08"/>
          <p:cNvSpPr/>
          <p:nvPr/>
        </p:nvSpPr>
        <p:spPr>
          <a:xfrm>
            <a:off x="3756989" y="3421443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!!cel09"/>
          <p:cNvSpPr/>
          <p:nvPr/>
        </p:nvSpPr>
        <p:spPr>
          <a:xfrm>
            <a:off x="3291334" y="3189861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!!cel10"/>
          <p:cNvSpPr/>
          <p:nvPr/>
        </p:nvSpPr>
        <p:spPr>
          <a:xfrm>
            <a:off x="3524161" y="3189861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!!cel11"/>
          <p:cNvSpPr/>
          <p:nvPr/>
        </p:nvSpPr>
        <p:spPr>
          <a:xfrm>
            <a:off x="3756989" y="3189861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!!cel12"/>
          <p:cNvSpPr/>
          <p:nvPr/>
        </p:nvSpPr>
        <p:spPr>
          <a:xfrm>
            <a:off x="3989816" y="3189861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!!cel13"/>
          <p:cNvSpPr/>
          <p:nvPr/>
        </p:nvSpPr>
        <p:spPr>
          <a:xfrm>
            <a:off x="3291334" y="2958278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!!cel14"/>
          <p:cNvSpPr/>
          <p:nvPr/>
        </p:nvSpPr>
        <p:spPr>
          <a:xfrm>
            <a:off x="3524161" y="2958278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!!cel15"/>
          <p:cNvSpPr/>
          <p:nvPr/>
        </p:nvSpPr>
        <p:spPr>
          <a:xfrm>
            <a:off x="3756989" y="2958278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!!cel16"/>
          <p:cNvSpPr/>
          <p:nvPr/>
        </p:nvSpPr>
        <p:spPr>
          <a:xfrm>
            <a:off x="3989816" y="2958278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!!cel17"/>
          <p:cNvSpPr/>
          <p:nvPr/>
        </p:nvSpPr>
        <p:spPr>
          <a:xfrm>
            <a:off x="3291334" y="2726696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!!cel18"/>
          <p:cNvSpPr/>
          <p:nvPr/>
        </p:nvSpPr>
        <p:spPr>
          <a:xfrm>
            <a:off x="3524161" y="2726696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!!cel19"/>
          <p:cNvSpPr/>
          <p:nvPr/>
        </p:nvSpPr>
        <p:spPr>
          <a:xfrm>
            <a:off x="3756989" y="2726696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!!cel20"/>
          <p:cNvSpPr/>
          <p:nvPr/>
        </p:nvSpPr>
        <p:spPr>
          <a:xfrm>
            <a:off x="3989816" y="2726696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!!cel21"/>
          <p:cNvSpPr/>
          <p:nvPr/>
        </p:nvSpPr>
        <p:spPr>
          <a:xfrm>
            <a:off x="3291334" y="2495114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!!cel22"/>
          <p:cNvSpPr/>
          <p:nvPr/>
        </p:nvSpPr>
        <p:spPr>
          <a:xfrm>
            <a:off x="3524161" y="2495114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!!cel23"/>
          <p:cNvSpPr/>
          <p:nvPr/>
        </p:nvSpPr>
        <p:spPr>
          <a:xfrm>
            <a:off x="3756989" y="2495114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!!cel24"/>
          <p:cNvSpPr/>
          <p:nvPr/>
        </p:nvSpPr>
        <p:spPr>
          <a:xfrm>
            <a:off x="3989816" y="2495114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!!cel25"/>
          <p:cNvSpPr/>
          <p:nvPr/>
        </p:nvSpPr>
        <p:spPr>
          <a:xfrm>
            <a:off x="3291334" y="2263531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!!cel26"/>
          <p:cNvSpPr/>
          <p:nvPr/>
        </p:nvSpPr>
        <p:spPr>
          <a:xfrm>
            <a:off x="3524161" y="2263531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!!cel27"/>
          <p:cNvSpPr/>
          <p:nvPr/>
        </p:nvSpPr>
        <p:spPr>
          <a:xfrm>
            <a:off x="3756989" y="2263531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!!cel28"/>
          <p:cNvSpPr/>
          <p:nvPr/>
        </p:nvSpPr>
        <p:spPr>
          <a:xfrm>
            <a:off x="3989816" y="2263531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!!cel29"/>
          <p:cNvSpPr/>
          <p:nvPr/>
        </p:nvSpPr>
        <p:spPr>
          <a:xfrm>
            <a:off x="3291334" y="2031949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!!cel30"/>
          <p:cNvSpPr/>
          <p:nvPr/>
        </p:nvSpPr>
        <p:spPr>
          <a:xfrm>
            <a:off x="3524161" y="2031949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!!cel31"/>
          <p:cNvSpPr/>
          <p:nvPr/>
        </p:nvSpPr>
        <p:spPr>
          <a:xfrm>
            <a:off x="3756989" y="2031949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!!cel32"/>
          <p:cNvSpPr/>
          <p:nvPr/>
        </p:nvSpPr>
        <p:spPr>
          <a:xfrm>
            <a:off x="3989816" y="2031949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!!cel33"/>
          <p:cNvSpPr/>
          <p:nvPr/>
        </p:nvSpPr>
        <p:spPr>
          <a:xfrm>
            <a:off x="3291334" y="1800366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!!cel34"/>
          <p:cNvSpPr/>
          <p:nvPr/>
        </p:nvSpPr>
        <p:spPr>
          <a:xfrm>
            <a:off x="3524161" y="1800366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!!cel35"/>
          <p:cNvSpPr/>
          <p:nvPr/>
        </p:nvSpPr>
        <p:spPr>
          <a:xfrm>
            <a:off x="3756989" y="1800366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!!cel36"/>
          <p:cNvSpPr/>
          <p:nvPr/>
        </p:nvSpPr>
        <p:spPr>
          <a:xfrm>
            <a:off x="3989816" y="1800366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!!cel37"/>
          <p:cNvSpPr/>
          <p:nvPr/>
        </p:nvSpPr>
        <p:spPr>
          <a:xfrm>
            <a:off x="3058506" y="1568784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!!cel38"/>
          <p:cNvSpPr/>
          <p:nvPr/>
        </p:nvSpPr>
        <p:spPr>
          <a:xfrm>
            <a:off x="3291334" y="1568784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!!cel39"/>
          <p:cNvSpPr/>
          <p:nvPr/>
        </p:nvSpPr>
        <p:spPr>
          <a:xfrm>
            <a:off x="3524161" y="1568784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!!cel40"/>
          <p:cNvSpPr/>
          <p:nvPr/>
        </p:nvSpPr>
        <p:spPr>
          <a:xfrm>
            <a:off x="3756989" y="1568784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!!cel41"/>
          <p:cNvSpPr/>
          <p:nvPr/>
        </p:nvSpPr>
        <p:spPr>
          <a:xfrm>
            <a:off x="3989816" y="1568784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!!cel42"/>
          <p:cNvSpPr/>
          <p:nvPr/>
        </p:nvSpPr>
        <p:spPr>
          <a:xfrm>
            <a:off x="3058506" y="1337201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!!cel43"/>
          <p:cNvSpPr/>
          <p:nvPr/>
        </p:nvSpPr>
        <p:spPr>
          <a:xfrm>
            <a:off x="3291334" y="1337201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!!cel44"/>
          <p:cNvSpPr/>
          <p:nvPr/>
        </p:nvSpPr>
        <p:spPr>
          <a:xfrm>
            <a:off x="3524161" y="1337201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!!cel45"/>
          <p:cNvSpPr/>
          <p:nvPr/>
        </p:nvSpPr>
        <p:spPr>
          <a:xfrm>
            <a:off x="3756989" y="1337201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!!cel46"/>
          <p:cNvSpPr/>
          <p:nvPr/>
        </p:nvSpPr>
        <p:spPr>
          <a:xfrm>
            <a:off x="3989816" y="1337201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!!cel47"/>
          <p:cNvSpPr/>
          <p:nvPr/>
        </p:nvSpPr>
        <p:spPr>
          <a:xfrm>
            <a:off x="3058506" y="1105619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!!cel48"/>
          <p:cNvSpPr/>
          <p:nvPr/>
        </p:nvSpPr>
        <p:spPr>
          <a:xfrm>
            <a:off x="3291334" y="1105619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!!cel49"/>
          <p:cNvSpPr/>
          <p:nvPr/>
        </p:nvSpPr>
        <p:spPr>
          <a:xfrm>
            <a:off x="3524161" y="1105619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!!cel50"/>
          <p:cNvSpPr/>
          <p:nvPr/>
        </p:nvSpPr>
        <p:spPr>
          <a:xfrm>
            <a:off x="3756989" y="1105619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!!cel51"/>
          <p:cNvSpPr/>
          <p:nvPr/>
        </p:nvSpPr>
        <p:spPr>
          <a:xfrm>
            <a:off x="3989816" y="1105619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!!cel52"/>
          <p:cNvSpPr/>
          <p:nvPr/>
        </p:nvSpPr>
        <p:spPr>
          <a:xfrm>
            <a:off x="3058506" y="874036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!!cel53"/>
          <p:cNvSpPr/>
          <p:nvPr/>
        </p:nvSpPr>
        <p:spPr>
          <a:xfrm>
            <a:off x="3291334" y="874036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!!cel54"/>
          <p:cNvSpPr/>
          <p:nvPr/>
        </p:nvSpPr>
        <p:spPr>
          <a:xfrm>
            <a:off x="3524161" y="874036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!!cel55"/>
          <p:cNvSpPr/>
          <p:nvPr/>
        </p:nvSpPr>
        <p:spPr>
          <a:xfrm>
            <a:off x="3756989" y="874036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!!cel56"/>
          <p:cNvSpPr/>
          <p:nvPr/>
        </p:nvSpPr>
        <p:spPr>
          <a:xfrm>
            <a:off x="3989816" y="874036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!!cel57"/>
          <p:cNvSpPr/>
          <p:nvPr/>
        </p:nvSpPr>
        <p:spPr>
          <a:xfrm>
            <a:off x="3058506" y="642454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!!cel58"/>
          <p:cNvSpPr/>
          <p:nvPr/>
        </p:nvSpPr>
        <p:spPr>
          <a:xfrm>
            <a:off x="3291334" y="642454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!!cel59"/>
          <p:cNvSpPr/>
          <p:nvPr/>
        </p:nvSpPr>
        <p:spPr>
          <a:xfrm>
            <a:off x="3524161" y="642454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!!cel60"/>
          <p:cNvSpPr/>
          <p:nvPr/>
        </p:nvSpPr>
        <p:spPr>
          <a:xfrm>
            <a:off x="3756989" y="642454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!!cel61"/>
          <p:cNvSpPr/>
          <p:nvPr/>
        </p:nvSpPr>
        <p:spPr>
          <a:xfrm>
            <a:off x="3989816" y="642454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!!cel62"/>
          <p:cNvSpPr/>
          <p:nvPr/>
        </p:nvSpPr>
        <p:spPr>
          <a:xfrm>
            <a:off x="3058506" y="410872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!!cel63"/>
          <p:cNvSpPr/>
          <p:nvPr/>
        </p:nvSpPr>
        <p:spPr>
          <a:xfrm>
            <a:off x="3291334" y="410872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!!cel64"/>
          <p:cNvSpPr/>
          <p:nvPr/>
        </p:nvSpPr>
        <p:spPr>
          <a:xfrm>
            <a:off x="3524161" y="410872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!!cel65"/>
          <p:cNvSpPr/>
          <p:nvPr/>
        </p:nvSpPr>
        <p:spPr>
          <a:xfrm>
            <a:off x="3756989" y="410872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!!cel66"/>
          <p:cNvSpPr/>
          <p:nvPr/>
        </p:nvSpPr>
        <p:spPr>
          <a:xfrm>
            <a:off x="3058506" y="179289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!!cel67"/>
          <p:cNvSpPr/>
          <p:nvPr/>
        </p:nvSpPr>
        <p:spPr>
          <a:xfrm>
            <a:off x="3291334" y="179289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!!cel68"/>
          <p:cNvSpPr/>
          <p:nvPr/>
        </p:nvSpPr>
        <p:spPr>
          <a:xfrm>
            <a:off x="3524161" y="179289"/>
            <a:ext cx="126996" cy="126996"/>
          </a:xfrm>
          <a:prstGeom prst="ellipse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Flinterdun, en ze gaat in zijn eigen schoen.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400">
        <p159:morph option="byObject"/>
      </p:transition>
    </mc:Choice>
    <mc:Fallback>
      <p:transition xmlns:p14="http://schemas.microsoft.com/office/powerpoint/2010/main" spd="slow" p14:dur="900" advClick="0" advTm="34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6730831" y="1587460"/>
            <a:ext cx="4952876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Een meetzool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met 99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sensoren</a:t>
            </a:r>
          </a:p>
        </p:txBody>
      </p:sp>
      <p:sp>
        <p:nvSpPr>
          <p:cNvPr id="4" name="!!schoen000"/>
          <p:cNvSpPr/>
          <p:nvPr/>
        </p:nvSpPr>
        <p:spPr>
          <a:xfrm>
            <a:off x="3196819" y="5528269"/>
            <a:ext cx="7816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schoen001"/>
          <p:cNvSpPr/>
          <p:nvPr/>
        </p:nvSpPr>
        <p:spPr>
          <a:xfrm>
            <a:off x="3149179" y="5494078"/>
            <a:ext cx="8769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schoen002"/>
          <p:cNvSpPr/>
          <p:nvPr/>
        </p:nvSpPr>
        <p:spPr>
          <a:xfrm>
            <a:off x="3101539" y="5459886"/>
            <a:ext cx="9722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choen003"/>
          <p:cNvSpPr/>
          <p:nvPr/>
        </p:nvSpPr>
        <p:spPr>
          <a:xfrm>
            <a:off x="3053899" y="5425695"/>
            <a:ext cx="10675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schoen004"/>
          <p:cNvSpPr/>
          <p:nvPr/>
        </p:nvSpPr>
        <p:spPr>
          <a:xfrm>
            <a:off x="3025042" y="5391503"/>
            <a:ext cx="112523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schoen005"/>
          <p:cNvSpPr/>
          <p:nvPr/>
        </p:nvSpPr>
        <p:spPr>
          <a:xfrm>
            <a:off x="3008709" y="5357312"/>
            <a:ext cx="115790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schoen006"/>
          <p:cNvSpPr/>
          <p:nvPr/>
        </p:nvSpPr>
        <p:spPr>
          <a:xfrm>
            <a:off x="2992375" y="5323120"/>
            <a:ext cx="119056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schoen007"/>
          <p:cNvSpPr/>
          <p:nvPr/>
        </p:nvSpPr>
        <p:spPr>
          <a:xfrm>
            <a:off x="2976041" y="5288929"/>
            <a:ext cx="122323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schoen008"/>
          <p:cNvSpPr/>
          <p:nvPr/>
        </p:nvSpPr>
        <p:spPr>
          <a:xfrm>
            <a:off x="2959707" y="5254737"/>
            <a:ext cx="1255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schoen009"/>
          <p:cNvSpPr/>
          <p:nvPr/>
        </p:nvSpPr>
        <p:spPr>
          <a:xfrm>
            <a:off x="2943374" y="5220546"/>
            <a:ext cx="12885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schoen010"/>
          <p:cNvSpPr/>
          <p:nvPr/>
        </p:nvSpPr>
        <p:spPr>
          <a:xfrm>
            <a:off x="2928382" y="5186354"/>
            <a:ext cx="13185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schoen011"/>
          <p:cNvSpPr/>
          <p:nvPr/>
        </p:nvSpPr>
        <p:spPr>
          <a:xfrm>
            <a:off x="2925465" y="5152163"/>
            <a:ext cx="13243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schoen012"/>
          <p:cNvSpPr/>
          <p:nvPr/>
        </p:nvSpPr>
        <p:spPr>
          <a:xfrm>
            <a:off x="2922548" y="5117972"/>
            <a:ext cx="13302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schoen013"/>
          <p:cNvSpPr/>
          <p:nvPr/>
        </p:nvSpPr>
        <p:spPr>
          <a:xfrm>
            <a:off x="2919631" y="5083780"/>
            <a:ext cx="13360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schoen014"/>
          <p:cNvSpPr/>
          <p:nvPr/>
        </p:nvSpPr>
        <p:spPr>
          <a:xfrm>
            <a:off x="2916715" y="5049589"/>
            <a:ext cx="1341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schoen015"/>
          <p:cNvSpPr/>
          <p:nvPr/>
        </p:nvSpPr>
        <p:spPr>
          <a:xfrm>
            <a:off x="2913798" y="5015397"/>
            <a:ext cx="1347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schoen016"/>
          <p:cNvSpPr/>
          <p:nvPr/>
        </p:nvSpPr>
        <p:spPr>
          <a:xfrm>
            <a:off x="2910881" y="4981206"/>
            <a:ext cx="13535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schoen017"/>
          <p:cNvSpPr/>
          <p:nvPr/>
        </p:nvSpPr>
        <p:spPr>
          <a:xfrm>
            <a:off x="2907964" y="4947014"/>
            <a:ext cx="13593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schoen018"/>
          <p:cNvSpPr/>
          <p:nvPr/>
        </p:nvSpPr>
        <p:spPr>
          <a:xfrm>
            <a:off x="2905048" y="4912823"/>
            <a:ext cx="136522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schoen019"/>
          <p:cNvSpPr/>
          <p:nvPr/>
        </p:nvSpPr>
        <p:spPr>
          <a:xfrm>
            <a:off x="2902131" y="487863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schoen020"/>
          <p:cNvSpPr/>
          <p:nvPr/>
        </p:nvSpPr>
        <p:spPr>
          <a:xfrm>
            <a:off x="2904400" y="484444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schoen021"/>
          <p:cNvSpPr/>
          <p:nvPr/>
        </p:nvSpPr>
        <p:spPr>
          <a:xfrm>
            <a:off x="2906668" y="481024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schoen022"/>
          <p:cNvSpPr/>
          <p:nvPr/>
        </p:nvSpPr>
        <p:spPr>
          <a:xfrm>
            <a:off x="2908937" y="477605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schoen023"/>
          <p:cNvSpPr/>
          <p:nvPr/>
        </p:nvSpPr>
        <p:spPr>
          <a:xfrm>
            <a:off x="2911205" y="4741866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schoen024"/>
          <p:cNvSpPr/>
          <p:nvPr/>
        </p:nvSpPr>
        <p:spPr>
          <a:xfrm>
            <a:off x="2913474" y="4707674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schoen025"/>
          <p:cNvSpPr/>
          <p:nvPr/>
        </p:nvSpPr>
        <p:spPr>
          <a:xfrm>
            <a:off x="2915742" y="4673483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schoen026"/>
          <p:cNvSpPr/>
          <p:nvPr/>
        </p:nvSpPr>
        <p:spPr>
          <a:xfrm>
            <a:off x="2918011" y="463929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schoen027"/>
          <p:cNvSpPr/>
          <p:nvPr/>
        </p:nvSpPr>
        <p:spPr>
          <a:xfrm>
            <a:off x="2920280" y="460510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schoen028"/>
          <p:cNvSpPr/>
          <p:nvPr/>
        </p:nvSpPr>
        <p:spPr>
          <a:xfrm>
            <a:off x="2922548" y="457090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schoen029"/>
          <p:cNvSpPr/>
          <p:nvPr/>
        </p:nvSpPr>
        <p:spPr>
          <a:xfrm>
            <a:off x="2924817" y="453671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schoen030"/>
          <p:cNvSpPr/>
          <p:nvPr/>
        </p:nvSpPr>
        <p:spPr>
          <a:xfrm>
            <a:off x="2927085" y="4502525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schoen031"/>
          <p:cNvSpPr/>
          <p:nvPr/>
        </p:nvSpPr>
        <p:spPr>
          <a:xfrm>
            <a:off x="2931736" y="4468334"/>
            <a:ext cx="13687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schoen032"/>
          <p:cNvSpPr/>
          <p:nvPr/>
        </p:nvSpPr>
        <p:spPr>
          <a:xfrm>
            <a:off x="2941944" y="4434142"/>
            <a:ext cx="13611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choen033"/>
          <p:cNvSpPr/>
          <p:nvPr/>
        </p:nvSpPr>
        <p:spPr>
          <a:xfrm>
            <a:off x="2952153" y="4399951"/>
            <a:ext cx="135344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schoen034"/>
          <p:cNvSpPr/>
          <p:nvPr/>
        </p:nvSpPr>
        <p:spPr>
          <a:xfrm>
            <a:off x="2962362" y="4365760"/>
            <a:ext cx="134579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schoen035"/>
          <p:cNvSpPr/>
          <p:nvPr/>
        </p:nvSpPr>
        <p:spPr>
          <a:xfrm>
            <a:off x="2972570" y="4331568"/>
            <a:ext cx="133813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schoen036"/>
          <p:cNvSpPr/>
          <p:nvPr/>
        </p:nvSpPr>
        <p:spPr>
          <a:xfrm>
            <a:off x="2982779" y="4297377"/>
            <a:ext cx="13304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choen037"/>
          <p:cNvSpPr/>
          <p:nvPr/>
        </p:nvSpPr>
        <p:spPr>
          <a:xfrm>
            <a:off x="2992987" y="4263185"/>
            <a:ext cx="13228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schoen038"/>
          <p:cNvSpPr/>
          <p:nvPr/>
        </p:nvSpPr>
        <p:spPr>
          <a:xfrm>
            <a:off x="3003196" y="4228994"/>
            <a:ext cx="13151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choen039"/>
          <p:cNvSpPr/>
          <p:nvPr/>
        </p:nvSpPr>
        <p:spPr>
          <a:xfrm>
            <a:off x="3013405" y="4194802"/>
            <a:ext cx="13075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schoen040"/>
          <p:cNvSpPr/>
          <p:nvPr/>
        </p:nvSpPr>
        <p:spPr>
          <a:xfrm>
            <a:off x="3023613" y="4160611"/>
            <a:ext cx="12998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choen041"/>
          <p:cNvSpPr/>
          <p:nvPr/>
        </p:nvSpPr>
        <p:spPr>
          <a:xfrm>
            <a:off x="3033822" y="4126419"/>
            <a:ext cx="129219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schoen042"/>
          <p:cNvSpPr/>
          <p:nvPr/>
        </p:nvSpPr>
        <p:spPr>
          <a:xfrm>
            <a:off x="3044030" y="4092228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schoen043"/>
          <p:cNvSpPr/>
          <p:nvPr/>
        </p:nvSpPr>
        <p:spPr>
          <a:xfrm>
            <a:off x="3054239" y="4058037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schoen044"/>
          <p:cNvSpPr/>
          <p:nvPr/>
        </p:nvSpPr>
        <p:spPr>
          <a:xfrm>
            <a:off x="3064448" y="4023845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choen045"/>
          <p:cNvSpPr/>
          <p:nvPr/>
        </p:nvSpPr>
        <p:spPr>
          <a:xfrm>
            <a:off x="3074656" y="3989654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choen046"/>
          <p:cNvSpPr/>
          <p:nvPr/>
        </p:nvSpPr>
        <p:spPr>
          <a:xfrm>
            <a:off x="3084865" y="3955462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choen047"/>
          <p:cNvSpPr/>
          <p:nvPr/>
        </p:nvSpPr>
        <p:spPr>
          <a:xfrm>
            <a:off x="3095073" y="3921271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choen048"/>
          <p:cNvSpPr/>
          <p:nvPr/>
        </p:nvSpPr>
        <p:spPr>
          <a:xfrm>
            <a:off x="3105282" y="388707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choen049"/>
          <p:cNvSpPr/>
          <p:nvPr/>
        </p:nvSpPr>
        <p:spPr>
          <a:xfrm>
            <a:off x="3115490" y="3852888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choen050"/>
          <p:cNvSpPr/>
          <p:nvPr/>
        </p:nvSpPr>
        <p:spPr>
          <a:xfrm>
            <a:off x="3125699" y="3818696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choen051"/>
          <p:cNvSpPr/>
          <p:nvPr/>
        </p:nvSpPr>
        <p:spPr>
          <a:xfrm>
            <a:off x="3135908" y="3784505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choen052"/>
          <p:cNvSpPr/>
          <p:nvPr/>
        </p:nvSpPr>
        <p:spPr>
          <a:xfrm>
            <a:off x="3139736" y="3750313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choen053"/>
          <p:cNvSpPr/>
          <p:nvPr/>
        </p:nvSpPr>
        <p:spPr>
          <a:xfrm>
            <a:off x="3137184" y="3716122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choen054"/>
          <p:cNvSpPr/>
          <p:nvPr/>
        </p:nvSpPr>
        <p:spPr>
          <a:xfrm>
            <a:off x="3134632" y="3681931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choen055"/>
          <p:cNvSpPr/>
          <p:nvPr/>
        </p:nvSpPr>
        <p:spPr>
          <a:xfrm>
            <a:off x="3132079" y="364773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choen056"/>
          <p:cNvSpPr/>
          <p:nvPr/>
        </p:nvSpPr>
        <p:spPr>
          <a:xfrm>
            <a:off x="3129527" y="3613548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choen057"/>
          <p:cNvSpPr/>
          <p:nvPr/>
        </p:nvSpPr>
        <p:spPr>
          <a:xfrm>
            <a:off x="3126975" y="3579356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choen058"/>
          <p:cNvSpPr/>
          <p:nvPr/>
        </p:nvSpPr>
        <p:spPr>
          <a:xfrm>
            <a:off x="3124423" y="3545165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choen059"/>
          <p:cNvSpPr/>
          <p:nvPr/>
        </p:nvSpPr>
        <p:spPr>
          <a:xfrm>
            <a:off x="3121871" y="3510973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choen060"/>
          <p:cNvSpPr/>
          <p:nvPr/>
        </p:nvSpPr>
        <p:spPr>
          <a:xfrm>
            <a:off x="3119319" y="3476782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choen061"/>
          <p:cNvSpPr/>
          <p:nvPr/>
        </p:nvSpPr>
        <p:spPr>
          <a:xfrm>
            <a:off x="3116767" y="3442590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choen062"/>
          <p:cNvSpPr/>
          <p:nvPr/>
        </p:nvSpPr>
        <p:spPr>
          <a:xfrm>
            <a:off x="3113011" y="3408399"/>
            <a:ext cx="12934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choen063"/>
          <p:cNvSpPr/>
          <p:nvPr/>
        </p:nvSpPr>
        <p:spPr>
          <a:xfrm>
            <a:off x="3098428" y="3374207"/>
            <a:ext cx="13138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choen064"/>
          <p:cNvSpPr/>
          <p:nvPr/>
        </p:nvSpPr>
        <p:spPr>
          <a:xfrm>
            <a:off x="3083844" y="3340016"/>
            <a:ext cx="133430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choen065"/>
          <p:cNvSpPr/>
          <p:nvPr/>
        </p:nvSpPr>
        <p:spPr>
          <a:xfrm>
            <a:off x="3069260" y="3305825"/>
            <a:ext cx="1354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choen066"/>
          <p:cNvSpPr/>
          <p:nvPr/>
        </p:nvSpPr>
        <p:spPr>
          <a:xfrm>
            <a:off x="3054676" y="3271633"/>
            <a:ext cx="137514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choen067"/>
          <p:cNvSpPr/>
          <p:nvPr/>
        </p:nvSpPr>
        <p:spPr>
          <a:xfrm>
            <a:off x="3040093" y="3237442"/>
            <a:ext cx="13955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choen068"/>
          <p:cNvSpPr/>
          <p:nvPr/>
        </p:nvSpPr>
        <p:spPr>
          <a:xfrm>
            <a:off x="3025509" y="3203250"/>
            <a:ext cx="141597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choen069"/>
          <p:cNvSpPr/>
          <p:nvPr/>
        </p:nvSpPr>
        <p:spPr>
          <a:xfrm>
            <a:off x="3010925" y="3169059"/>
            <a:ext cx="14363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choen070"/>
          <p:cNvSpPr/>
          <p:nvPr/>
        </p:nvSpPr>
        <p:spPr>
          <a:xfrm>
            <a:off x="2996342" y="3134867"/>
            <a:ext cx="14568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choen071"/>
          <p:cNvSpPr/>
          <p:nvPr/>
        </p:nvSpPr>
        <p:spPr>
          <a:xfrm>
            <a:off x="2981758" y="3100676"/>
            <a:ext cx="1477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choen072"/>
          <p:cNvSpPr/>
          <p:nvPr/>
        </p:nvSpPr>
        <p:spPr>
          <a:xfrm>
            <a:off x="2961341" y="3066484"/>
            <a:ext cx="150347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choen073"/>
          <p:cNvSpPr/>
          <p:nvPr/>
        </p:nvSpPr>
        <p:spPr>
          <a:xfrm>
            <a:off x="2940924" y="3032293"/>
            <a:ext cx="15297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choen074"/>
          <p:cNvSpPr/>
          <p:nvPr/>
        </p:nvSpPr>
        <p:spPr>
          <a:xfrm>
            <a:off x="2920506" y="2998101"/>
            <a:ext cx="15559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choen075"/>
          <p:cNvSpPr/>
          <p:nvPr/>
        </p:nvSpPr>
        <p:spPr>
          <a:xfrm>
            <a:off x="2900089" y="2963910"/>
            <a:ext cx="158222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choen076"/>
          <p:cNvSpPr/>
          <p:nvPr/>
        </p:nvSpPr>
        <p:spPr>
          <a:xfrm>
            <a:off x="2879672" y="2929719"/>
            <a:ext cx="160848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choen077"/>
          <p:cNvSpPr/>
          <p:nvPr/>
        </p:nvSpPr>
        <p:spPr>
          <a:xfrm>
            <a:off x="2859255" y="2895527"/>
            <a:ext cx="16347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choen078"/>
          <p:cNvSpPr/>
          <p:nvPr/>
        </p:nvSpPr>
        <p:spPr>
          <a:xfrm>
            <a:off x="2838838" y="2861336"/>
            <a:ext cx="1660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choen079"/>
          <p:cNvSpPr/>
          <p:nvPr/>
        </p:nvSpPr>
        <p:spPr>
          <a:xfrm>
            <a:off x="2818420" y="2827144"/>
            <a:ext cx="168723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choen080"/>
          <p:cNvSpPr/>
          <p:nvPr/>
        </p:nvSpPr>
        <p:spPr>
          <a:xfrm>
            <a:off x="2798003" y="2792953"/>
            <a:ext cx="17134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choen081"/>
          <p:cNvSpPr/>
          <p:nvPr/>
        </p:nvSpPr>
        <p:spPr>
          <a:xfrm>
            <a:off x="2782836" y="2758761"/>
            <a:ext cx="17318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choen082"/>
          <p:cNvSpPr/>
          <p:nvPr/>
        </p:nvSpPr>
        <p:spPr>
          <a:xfrm>
            <a:off x="2768253" y="2724570"/>
            <a:ext cx="17493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choen083"/>
          <p:cNvSpPr/>
          <p:nvPr/>
        </p:nvSpPr>
        <p:spPr>
          <a:xfrm>
            <a:off x="2753669" y="2690378"/>
            <a:ext cx="17668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choen084"/>
          <p:cNvSpPr/>
          <p:nvPr/>
        </p:nvSpPr>
        <p:spPr>
          <a:xfrm>
            <a:off x="2739085" y="2656187"/>
            <a:ext cx="1784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choen085"/>
          <p:cNvSpPr/>
          <p:nvPr/>
        </p:nvSpPr>
        <p:spPr>
          <a:xfrm>
            <a:off x="2724501" y="2621995"/>
            <a:ext cx="18018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choen086"/>
          <p:cNvSpPr/>
          <p:nvPr/>
        </p:nvSpPr>
        <p:spPr>
          <a:xfrm>
            <a:off x="2709918" y="2587804"/>
            <a:ext cx="18193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choen087"/>
          <p:cNvSpPr/>
          <p:nvPr/>
        </p:nvSpPr>
        <p:spPr>
          <a:xfrm>
            <a:off x="2695334" y="2553613"/>
            <a:ext cx="1836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choen088"/>
          <p:cNvSpPr/>
          <p:nvPr/>
        </p:nvSpPr>
        <p:spPr>
          <a:xfrm>
            <a:off x="2680750" y="2519421"/>
            <a:ext cx="18543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choen089"/>
          <p:cNvSpPr/>
          <p:nvPr/>
        </p:nvSpPr>
        <p:spPr>
          <a:xfrm>
            <a:off x="2666167" y="2485230"/>
            <a:ext cx="187186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choen090"/>
          <p:cNvSpPr/>
          <p:nvPr/>
        </p:nvSpPr>
        <p:spPr>
          <a:xfrm>
            <a:off x="2657805" y="2451038"/>
            <a:ext cx="187808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choen091"/>
          <p:cNvSpPr/>
          <p:nvPr/>
        </p:nvSpPr>
        <p:spPr>
          <a:xfrm>
            <a:off x="2651000" y="2416847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choen092"/>
          <p:cNvSpPr/>
          <p:nvPr/>
        </p:nvSpPr>
        <p:spPr>
          <a:xfrm>
            <a:off x="2644194" y="2382655"/>
            <a:ext cx="1884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choen093"/>
          <p:cNvSpPr/>
          <p:nvPr/>
        </p:nvSpPr>
        <p:spPr>
          <a:xfrm>
            <a:off x="2637388" y="2348464"/>
            <a:ext cx="18882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choen094"/>
          <p:cNvSpPr/>
          <p:nvPr/>
        </p:nvSpPr>
        <p:spPr>
          <a:xfrm>
            <a:off x="2630582" y="2314272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choen095"/>
          <p:cNvSpPr/>
          <p:nvPr/>
        </p:nvSpPr>
        <p:spPr>
          <a:xfrm>
            <a:off x="2623777" y="2280081"/>
            <a:ext cx="18950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choen096"/>
          <p:cNvSpPr/>
          <p:nvPr/>
        </p:nvSpPr>
        <p:spPr>
          <a:xfrm>
            <a:off x="2616971" y="2245890"/>
            <a:ext cx="18985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choen097"/>
          <p:cNvSpPr/>
          <p:nvPr/>
        </p:nvSpPr>
        <p:spPr>
          <a:xfrm>
            <a:off x="2610165" y="2211698"/>
            <a:ext cx="1901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choen098"/>
          <p:cNvSpPr/>
          <p:nvPr/>
        </p:nvSpPr>
        <p:spPr>
          <a:xfrm>
            <a:off x="2610165" y="2177507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schoen099"/>
          <p:cNvSpPr/>
          <p:nvPr/>
        </p:nvSpPr>
        <p:spPr>
          <a:xfrm>
            <a:off x="2610165" y="2143315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schoen100"/>
          <p:cNvSpPr/>
          <p:nvPr/>
        </p:nvSpPr>
        <p:spPr>
          <a:xfrm>
            <a:off x="2610165" y="2109124"/>
            <a:ext cx="18712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schoen101"/>
          <p:cNvSpPr/>
          <p:nvPr/>
        </p:nvSpPr>
        <p:spPr>
          <a:xfrm>
            <a:off x="2610165" y="2074932"/>
            <a:ext cx="18610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schoen102"/>
          <p:cNvSpPr/>
          <p:nvPr/>
        </p:nvSpPr>
        <p:spPr>
          <a:xfrm>
            <a:off x="2610165" y="2040741"/>
            <a:ext cx="1850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schoen103"/>
          <p:cNvSpPr/>
          <p:nvPr/>
        </p:nvSpPr>
        <p:spPr>
          <a:xfrm>
            <a:off x="2610165" y="2006549"/>
            <a:ext cx="18406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schoen104"/>
          <p:cNvSpPr/>
          <p:nvPr/>
        </p:nvSpPr>
        <p:spPr>
          <a:xfrm>
            <a:off x="2610165" y="1972358"/>
            <a:ext cx="18304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schoen105"/>
          <p:cNvSpPr/>
          <p:nvPr/>
        </p:nvSpPr>
        <p:spPr>
          <a:xfrm>
            <a:off x="2610982" y="1938166"/>
            <a:ext cx="181819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schoen106"/>
          <p:cNvSpPr/>
          <p:nvPr/>
        </p:nvSpPr>
        <p:spPr>
          <a:xfrm>
            <a:off x="2615065" y="1903975"/>
            <a:ext cx="179777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schoen107"/>
          <p:cNvSpPr/>
          <p:nvPr/>
        </p:nvSpPr>
        <p:spPr>
          <a:xfrm>
            <a:off x="2619149" y="1869784"/>
            <a:ext cx="1777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schoen108"/>
          <p:cNvSpPr/>
          <p:nvPr/>
        </p:nvSpPr>
        <p:spPr>
          <a:xfrm>
            <a:off x="2623232" y="1835592"/>
            <a:ext cx="17569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schoen109"/>
          <p:cNvSpPr/>
          <p:nvPr/>
        </p:nvSpPr>
        <p:spPr>
          <a:xfrm>
            <a:off x="2627316" y="1801401"/>
            <a:ext cx="17365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schoen110"/>
          <p:cNvSpPr/>
          <p:nvPr/>
        </p:nvSpPr>
        <p:spPr>
          <a:xfrm>
            <a:off x="2631399" y="1767209"/>
            <a:ext cx="171610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schoen111"/>
          <p:cNvSpPr/>
          <p:nvPr/>
        </p:nvSpPr>
        <p:spPr>
          <a:xfrm>
            <a:off x="2635483" y="1733018"/>
            <a:ext cx="16956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schoen112"/>
          <p:cNvSpPr/>
          <p:nvPr/>
        </p:nvSpPr>
        <p:spPr>
          <a:xfrm>
            <a:off x="2640281" y="1698826"/>
            <a:ext cx="167170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schoen113"/>
          <p:cNvSpPr/>
          <p:nvPr/>
        </p:nvSpPr>
        <p:spPr>
          <a:xfrm>
            <a:off x="2645385" y="1664635"/>
            <a:ext cx="16461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schoen114"/>
          <p:cNvSpPr/>
          <p:nvPr/>
        </p:nvSpPr>
        <p:spPr>
          <a:xfrm>
            <a:off x="2650489" y="1630443"/>
            <a:ext cx="16206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schoen115"/>
          <p:cNvSpPr/>
          <p:nvPr/>
        </p:nvSpPr>
        <p:spPr>
          <a:xfrm>
            <a:off x="2655593" y="1596252"/>
            <a:ext cx="159513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schoen116"/>
          <p:cNvSpPr/>
          <p:nvPr/>
        </p:nvSpPr>
        <p:spPr>
          <a:xfrm>
            <a:off x="2660698" y="1562060"/>
            <a:ext cx="15696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schoen117"/>
          <p:cNvSpPr/>
          <p:nvPr/>
        </p:nvSpPr>
        <p:spPr>
          <a:xfrm>
            <a:off x="2665802" y="1527869"/>
            <a:ext cx="15389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schoen118"/>
          <p:cNvSpPr/>
          <p:nvPr/>
        </p:nvSpPr>
        <p:spPr>
          <a:xfrm>
            <a:off x="2670906" y="1493678"/>
            <a:ext cx="15032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schoen119"/>
          <p:cNvSpPr/>
          <p:nvPr/>
        </p:nvSpPr>
        <p:spPr>
          <a:xfrm>
            <a:off x="2676011" y="1459486"/>
            <a:ext cx="14675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schoen120"/>
          <p:cNvSpPr/>
          <p:nvPr/>
        </p:nvSpPr>
        <p:spPr>
          <a:xfrm>
            <a:off x="2681115" y="1425295"/>
            <a:ext cx="14317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schoen121"/>
          <p:cNvSpPr/>
          <p:nvPr/>
        </p:nvSpPr>
        <p:spPr>
          <a:xfrm>
            <a:off x="2686219" y="1391103"/>
            <a:ext cx="139606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schoen122"/>
          <p:cNvSpPr/>
          <p:nvPr/>
        </p:nvSpPr>
        <p:spPr>
          <a:xfrm>
            <a:off x="2691834" y="1356912"/>
            <a:ext cx="13567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schoen123"/>
          <p:cNvSpPr/>
          <p:nvPr/>
        </p:nvSpPr>
        <p:spPr>
          <a:xfrm>
            <a:off x="2698640" y="1322720"/>
            <a:ext cx="13091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schoen124"/>
          <p:cNvSpPr/>
          <p:nvPr/>
        </p:nvSpPr>
        <p:spPr>
          <a:xfrm>
            <a:off x="2705445" y="1288529"/>
            <a:ext cx="126148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schoen125"/>
          <p:cNvSpPr/>
          <p:nvPr/>
        </p:nvSpPr>
        <p:spPr>
          <a:xfrm>
            <a:off x="2712251" y="1254337"/>
            <a:ext cx="121384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schoen126"/>
          <p:cNvSpPr/>
          <p:nvPr/>
        </p:nvSpPr>
        <p:spPr>
          <a:xfrm>
            <a:off x="2721779" y="1220146"/>
            <a:ext cx="115803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schoen127"/>
          <p:cNvSpPr/>
          <p:nvPr/>
        </p:nvSpPr>
        <p:spPr>
          <a:xfrm>
            <a:off x="2735391" y="1185954"/>
            <a:ext cx="1089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schoen128"/>
          <p:cNvSpPr/>
          <p:nvPr/>
        </p:nvSpPr>
        <p:spPr>
          <a:xfrm>
            <a:off x="2749002" y="1151763"/>
            <a:ext cx="10219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schoen129"/>
          <p:cNvSpPr/>
          <p:nvPr/>
        </p:nvSpPr>
        <p:spPr>
          <a:xfrm>
            <a:off x="2762614" y="1117572"/>
            <a:ext cx="95386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holte000"/>
          <p:cNvSpPr/>
          <p:nvPr/>
        </p:nvSpPr>
        <p:spPr>
          <a:xfrm>
            <a:off x="3255433" y="5390722"/>
            <a:ext cx="664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holte001"/>
          <p:cNvSpPr/>
          <p:nvPr/>
        </p:nvSpPr>
        <p:spPr>
          <a:xfrm>
            <a:off x="3213263" y="5358679"/>
            <a:ext cx="7487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holte002"/>
          <p:cNvSpPr/>
          <p:nvPr/>
        </p:nvSpPr>
        <p:spPr>
          <a:xfrm>
            <a:off x="3171094" y="5326637"/>
            <a:ext cx="8331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holte003"/>
          <p:cNvSpPr/>
          <p:nvPr/>
        </p:nvSpPr>
        <p:spPr>
          <a:xfrm>
            <a:off x="3128924" y="5294595"/>
            <a:ext cx="9174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holte004"/>
          <p:cNvSpPr/>
          <p:nvPr/>
        </p:nvSpPr>
        <p:spPr>
          <a:xfrm>
            <a:off x="3103382" y="5262553"/>
            <a:ext cx="9685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holte005"/>
          <p:cNvSpPr/>
          <p:nvPr/>
        </p:nvSpPr>
        <p:spPr>
          <a:xfrm>
            <a:off x="3088924" y="5230510"/>
            <a:ext cx="9974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holte006"/>
          <p:cNvSpPr/>
          <p:nvPr/>
        </p:nvSpPr>
        <p:spPr>
          <a:xfrm>
            <a:off x="3074466" y="5198468"/>
            <a:ext cx="10263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holte007"/>
          <p:cNvSpPr/>
          <p:nvPr/>
        </p:nvSpPr>
        <p:spPr>
          <a:xfrm>
            <a:off x="3060008" y="5166426"/>
            <a:ext cx="10553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holte008"/>
          <p:cNvSpPr/>
          <p:nvPr/>
        </p:nvSpPr>
        <p:spPr>
          <a:xfrm>
            <a:off x="3045549" y="5134383"/>
            <a:ext cx="10842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holte009"/>
          <p:cNvSpPr/>
          <p:nvPr/>
        </p:nvSpPr>
        <p:spPr>
          <a:xfrm>
            <a:off x="3031091" y="5102341"/>
            <a:ext cx="11131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holte010"/>
          <p:cNvSpPr/>
          <p:nvPr/>
        </p:nvSpPr>
        <p:spPr>
          <a:xfrm>
            <a:off x="3017821" y="5070299"/>
            <a:ext cx="11396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holte011"/>
          <p:cNvSpPr/>
          <p:nvPr/>
        </p:nvSpPr>
        <p:spPr>
          <a:xfrm>
            <a:off x="3015239" y="5038257"/>
            <a:ext cx="114484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holte012"/>
          <p:cNvSpPr/>
          <p:nvPr/>
        </p:nvSpPr>
        <p:spPr>
          <a:xfrm>
            <a:off x="3012657" y="5006214"/>
            <a:ext cx="11500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holte013"/>
          <p:cNvSpPr/>
          <p:nvPr/>
        </p:nvSpPr>
        <p:spPr>
          <a:xfrm>
            <a:off x="3010075" y="4974172"/>
            <a:ext cx="11551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holte014"/>
          <p:cNvSpPr/>
          <p:nvPr/>
        </p:nvSpPr>
        <p:spPr>
          <a:xfrm>
            <a:off x="3007494" y="4942130"/>
            <a:ext cx="116033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holte015"/>
          <p:cNvSpPr/>
          <p:nvPr/>
        </p:nvSpPr>
        <p:spPr>
          <a:xfrm>
            <a:off x="3004912" y="4910088"/>
            <a:ext cx="11654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holte016"/>
          <p:cNvSpPr/>
          <p:nvPr/>
        </p:nvSpPr>
        <p:spPr>
          <a:xfrm>
            <a:off x="3002330" y="4878045"/>
            <a:ext cx="117065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holte017"/>
          <p:cNvSpPr/>
          <p:nvPr/>
        </p:nvSpPr>
        <p:spPr>
          <a:xfrm>
            <a:off x="2999748" y="4846003"/>
            <a:ext cx="117582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holte018"/>
          <p:cNvSpPr/>
          <p:nvPr/>
        </p:nvSpPr>
        <p:spPr>
          <a:xfrm>
            <a:off x="2997166" y="4813961"/>
            <a:ext cx="118098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holte019"/>
          <p:cNvSpPr/>
          <p:nvPr/>
        </p:nvSpPr>
        <p:spPr>
          <a:xfrm>
            <a:off x="2994585" y="478191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holte020"/>
          <p:cNvSpPr/>
          <p:nvPr/>
        </p:nvSpPr>
        <p:spPr>
          <a:xfrm>
            <a:off x="2996593" y="474987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holte021"/>
          <p:cNvSpPr/>
          <p:nvPr/>
        </p:nvSpPr>
        <p:spPr>
          <a:xfrm>
            <a:off x="2998601" y="4717834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holte022"/>
          <p:cNvSpPr/>
          <p:nvPr/>
        </p:nvSpPr>
        <p:spPr>
          <a:xfrm>
            <a:off x="3000609" y="468579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holte023"/>
          <p:cNvSpPr/>
          <p:nvPr/>
        </p:nvSpPr>
        <p:spPr>
          <a:xfrm>
            <a:off x="3002617" y="4653749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holte024"/>
          <p:cNvSpPr/>
          <p:nvPr/>
        </p:nvSpPr>
        <p:spPr>
          <a:xfrm>
            <a:off x="3004625" y="4621707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holte025"/>
          <p:cNvSpPr/>
          <p:nvPr/>
        </p:nvSpPr>
        <p:spPr>
          <a:xfrm>
            <a:off x="3006633" y="4589665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holte026"/>
          <p:cNvSpPr/>
          <p:nvPr/>
        </p:nvSpPr>
        <p:spPr>
          <a:xfrm>
            <a:off x="3008641" y="455762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holte027"/>
          <p:cNvSpPr/>
          <p:nvPr/>
        </p:nvSpPr>
        <p:spPr>
          <a:xfrm>
            <a:off x="3010649" y="4525580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holte028"/>
          <p:cNvSpPr/>
          <p:nvPr/>
        </p:nvSpPr>
        <p:spPr>
          <a:xfrm>
            <a:off x="3012657" y="449353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holte029"/>
          <p:cNvSpPr/>
          <p:nvPr/>
        </p:nvSpPr>
        <p:spPr>
          <a:xfrm>
            <a:off x="3014665" y="446149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holte030"/>
          <p:cNvSpPr/>
          <p:nvPr/>
        </p:nvSpPr>
        <p:spPr>
          <a:xfrm>
            <a:off x="3016673" y="4429453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holte031"/>
          <p:cNvSpPr/>
          <p:nvPr/>
        </p:nvSpPr>
        <p:spPr>
          <a:xfrm>
            <a:off x="3020790" y="4397411"/>
            <a:ext cx="11841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holte032"/>
          <p:cNvSpPr/>
          <p:nvPr/>
        </p:nvSpPr>
        <p:spPr>
          <a:xfrm>
            <a:off x="3029826" y="4365369"/>
            <a:ext cx="117733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holte033"/>
          <p:cNvSpPr/>
          <p:nvPr/>
        </p:nvSpPr>
        <p:spPr>
          <a:xfrm>
            <a:off x="3038863" y="4333327"/>
            <a:ext cx="117056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holte034"/>
          <p:cNvSpPr/>
          <p:nvPr/>
        </p:nvSpPr>
        <p:spPr>
          <a:xfrm>
            <a:off x="3047899" y="4301284"/>
            <a:ext cx="116378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holte035"/>
          <p:cNvSpPr/>
          <p:nvPr/>
        </p:nvSpPr>
        <p:spPr>
          <a:xfrm>
            <a:off x="3056935" y="4269242"/>
            <a:ext cx="11570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holte036"/>
          <p:cNvSpPr/>
          <p:nvPr/>
        </p:nvSpPr>
        <p:spPr>
          <a:xfrm>
            <a:off x="3065972" y="4237200"/>
            <a:ext cx="11502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holte037"/>
          <p:cNvSpPr/>
          <p:nvPr/>
        </p:nvSpPr>
        <p:spPr>
          <a:xfrm>
            <a:off x="3075008" y="4205157"/>
            <a:ext cx="1143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holte038"/>
          <p:cNvSpPr/>
          <p:nvPr/>
        </p:nvSpPr>
        <p:spPr>
          <a:xfrm>
            <a:off x="3084044" y="4173115"/>
            <a:ext cx="113667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holte039"/>
          <p:cNvSpPr/>
          <p:nvPr/>
        </p:nvSpPr>
        <p:spPr>
          <a:xfrm>
            <a:off x="3093080" y="4141073"/>
            <a:ext cx="11298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holte040"/>
          <p:cNvSpPr/>
          <p:nvPr/>
        </p:nvSpPr>
        <p:spPr>
          <a:xfrm>
            <a:off x="3102117" y="4109031"/>
            <a:ext cx="11231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holte041"/>
          <p:cNvSpPr/>
          <p:nvPr/>
        </p:nvSpPr>
        <p:spPr>
          <a:xfrm>
            <a:off x="3111153" y="4076988"/>
            <a:ext cx="111634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holte042"/>
          <p:cNvSpPr/>
          <p:nvPr/>
        </p:nvSpPr>
        <p:spPr>
          <a:xfrm>
            <a:off x="3120189" y="4044946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holte043"/>
          <p:cNvSpPr/>
          <p:nvPr/>
        </p:nvSpPr>
        <p:spPr>
          <a:xfrm>
            <a:off x="3129226" y="4012904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holte044"/>
          <p:cNvSpPr/>
          <p:nvPr/>
        </p:nvSpPr>
        <p:spPr>
          <a:xfrm>
            <a:off x="3138262" y="3980862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holte045"/>
          <p:cNvSpPr/>
          <p:nvPr/>
        </p:nvSpPr>
        <p:spPr>
          <a:xfrm>
            <a:off x="3147298" y="3948819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holte046"/>
          <p:cNvSpPr/>
          <p:nvPr/>
        </p:nvSpPr>
        <p:spPr>
          <a:xfrm>
            <a:off x="3156335" y="3916777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holte047"/>
          <p:cNvSpPr/>
          <p:nvPr/>
        </p:nvSpPr>
        <p:spPr>
          <a:xfrm>
            <a:off x="3165371" y="3884735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holte048"/>
          <p:cNvSpPr/>
          <p:nvPr/>
        </p:nvSpPr>
        <p:spPr>
          <a:xfrm>
            <a:off x="3174407" y="3852692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holte049"/>
          <p:cNvSpPr/>
          <p:nvPr/>
        </p:nvSpPr>
        <p:spPr>
          <a:xfrm>
            <a:off x="3183444" y="3820650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holte050"/>
          <p:cNvSpPr/>
          <p:nvPr/>
        </p:nvSpPr>
        <p:spPr>
          <a:xfrm>
            <a:off x="3192480" y="3788608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holte051"/>
          <p:cNvSpPr/>
          <p:nvPr/>
        </p:nvSpPr>
        <p:spPr>
          <a:xfrm>
            <a:off x="3201516" y="3756566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holte052"/>
          <p:cNvSpPr/>
          <p:nvPr/>
        </p:nvSpPr>
        <p:spPr>
          <a:xfrm>
            <a:off x="3204905" y="3724523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holte053"/>
          <p:cNvSpPr/>
          <p:nvPr/>
        </p:nvSpPr>
        <p:spPr>
          <a:xfrm>
            <a:off x="3202646" y="3692481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holte054"/>
          <p:cNvSpPr/>
          <p:nvPr/>
        </p:nvSpPr>
        <p:spPr>
          <a:xfrm>
            <a:off x="3200387" y="3660439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holte055"/>
          <p:cNvSpPr/>
          <p:nvPr/>
        </p:nvSpPr>
        <p:spPr>
          <a:xfrm>
            <a:off x="3198128" y="3628396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holte056"/>
          <p:cNvSpPr/>
          <p:nvPr/>
        </p:nvSpPr>
        <p:spPr>
          <a:xfrm>
            <a:off x="3195868" y="3596354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holte057"/>
          <p:cNvSpPr/>
          <p:nvPr/>
        </p:nvSpPr>
        <p:spPr>
          <a:xfrm>
            <a:off x="3193609" y="3564312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holte058"/>
          <p:cNvSpPr/>
          <p:nvPr/>
        </p:nvSpPr>
        <p:spPr>
          <a:xfrm>
            <a:off x="3191350" y="3532270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holte059"/>
          <p:cNvSpPr/>
          <p:nvPr/>
        </p:nvSpPr>
        <p:spPr>
          <a:xfrm>
            <a:off x="3189091" y="3500227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holte060"/>
          <p:cNvSpPr/>
          <p:nvPr/>
        </p:nvSpPr>
        <p:spPr>
          <a:xfrm>
            <a:off x="3186832" y="3468185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holte061"/>
          <p:cNvSpPr/>
          <p:nvPr/>
        </p:nvSpPr>
        <p:spPr>
          <a:xfrm>
            <a:off x="3184573" y="3436143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holte062"/>
          <p:cNvSpPr/>
          <p:nvPr/>
        </p:nvSpPr>
        <p:spPr>
          <a:xfrm>
            <a:off x="3181249" y="3404101"/>
            <a:ext cx="111747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holte063"/>
          <p:cNvSpPr/>
          <p:nvPr/>
        </p:nvSpPr>
        <p:spPr>
          <a:xfrm>
            <a:off x="3168340" y="3372058"/>
            <a:ext cx="11355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holte064"/>
          <p:cNvSpPr/>
          <p:nvPr/>
        </p:nvSpPr>
        <p:spPr>
          <a:xfrm>
            <a:off x="3155431" y="3340016"/>
            <a:ext cx="11536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holte065"/>
          <p:cNvSpPr/>
          <p:nvPr/>
        </p:nvSpPr>
        <p:spPr>
          <a:xfrm>
            <a:off x="3142522" y="3307974"/>
            <a:ext cx="11716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holte066"/>
          <p:cNvSpPr/>
          <p:nvPr/>
        </p:nvSpPr>
        <p:spPr>
          <a:xfrm>
            <a:off x="3129613" y="3275931"/>
            <a:ext cx="11897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holte067"/>
          <p:cNvSpPr/>
          <p:nvPr/>
        </p:nvSpPr>
        <p:spPr>
          <a:xfrm>
            <a:off x="3116704" y="3243889"/>
            <a:ext cx="120783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holte068"/>
          <p:cNvSpPr/>
          <p:nvPr/>
        </p:nvSpPr>
        <p:spPr>
          <a:xfrm>
            <a:off x="3103795" y="3211847"/>
            <a:ext cx="12259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holte069"/>
          <p:cNvSpPr/>
          <p:nvPr/>
        </p:nvSpPr>
        <p:spPr>
          <a:xfrm>
            <a:off x="3090886" y="3179805"/>
            <a:ext cx="12439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olte070"/>
          <p:cNvSpPr/>
          <p:nvPr/>
        </p:nvSpPr>
        <p:spPr>
          <a:xfrm>
            <a:off x="3077977" y="3147762"/>
            <a:ext cx="12620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olte071"/>
          <p:cNvSpPr/>
          <p:nvPr/>
        </p:nvSpPr>
        <p:spPr>
          <a:xfrm>
            <a:off x="3065068" y="3115720"/>
            <a:ext cx="128012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olte072"/>
          <p:cNvSpPr/>
          <p:nvPr/>
        </p:nvSpPr>
        <p:spPr>
          <a:xfrm>
            <a:off x="3046995" y="3083678"/>
            <a:ext cx="13033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holte073"/>
          <p:cNvSpPr/>
          <p:nvPr/>
        </p:nvSpPr>
        <p:spPr>
          <a:xfrm>
            <a:off x="3028923" y="3051636"/>
            <a:ext cx="132660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holte074"/>
          <p:cNvSpPr/>
          <p:nvPr/>
        </p:nvSpPr>
        <p:spPr>
          <a:xfrm>
            <a:off x="3010850" y="3019593"/>
            <a:ext cx="13498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holte075"/>
          <p:cNvSpPr/>
          <p:nvPr/>
        </p:nvSpPr>
        <p:spPr>
          <a:xfrm>
            <a:off x="2992777" y="2987551"/>
            <a:ext cx="13730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holte076"/>
          <p:cNvSpPr/>
          <p:nvPr/>
        </p:nvSpPr>
        <p:spPr>
          <a:xfrm>
            <a:off x="2974705" y="2955509"/>
            <a:ext cx="139630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holte077"/>
          <p:cNvSpPr/>
          <p:nvPr/>
        </p:nvSpPr>
        <p:spPr>
          <a:xfrm>
            <a:off x="2956632" y="2923466"/>
            <a:ext cx="141954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holte078"/>
          <p:cNvSpPr/>
          <p:nvPr/>
        </p:nvSpPr>
        <p:spPr>
          <a:xfrm>
            <a:off x="2938559" y="2891424"/>
            <a:ext cx="14427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holte079"/>
          <p:cNvSpPr/>
          <p:nvPr/>
        </p:nvSpPr>
        <p:spPr>
          <a:xfrm>
            <a:off x="2920487" y="2859382"/>
            <a:ext cx="14660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holte080"/>
          <p:cNvSpPr/>
          <p:nvPr/>
        </p:nvSpPr>
        <p:spPr>
          <a:xfrm>
            <a:off x="2902414" y="2827340"/>
            <a:ext cx="148925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holte081"/>
          <p:cNvSpPr/>
          <p:nvPr/>
        </p:nvSpPr>
        <p:spPr>
          <a:xfrm>
            <a:off x="2888989" y="2795297"/>
            <a:ext cx="15055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holte082"/>
          <p:cNvSpPr/>
          <p:nvPr/>
        </p:nvSpPr>
        <p:spPr>
          <a:xfrm>
            <a:off x="2876080" y="2763255"/>
            <a:ext cx="15210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holte083"/>
          <p:cNvSpPr/>
          <p:nvPr/>
        </p:nvSpPr>
        <p:spPr>
          <a:xfrm>
            <a:off x="2863171" y="2731213"/>
            <a:ext cx="153650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holte084"/>
          <p:cNvSpPr/>
          <p:nvPr/>
        </p:nvSpPr>
        <p:spPr>
          <a:xfrm>
            <a:off x="2850262" y="2699170"/>
            <a:ext cx="1551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holte085"/>
          <p:cNvSpPr/>
          <p:nvPr/>
        </p:nvSpPr>
        <p:spPr>
          <a:xfrm>
            <a:off x="2837353" y="2667128"/>
            <a:ext cx="15674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holte086"/>
          <p:cNvSpPr/>
          <p:nvPr/>
        </p:nvSpPr>
        <p:spPr>
          <a:xfrm>
            <a:off x="2824444" y="2635086"/>
            <a:ext cx="158297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holte087"/>
          <p:cNvSpPr/>
          <p:nvPr/>
        </p:nvSpPr>
        <p:spPr>
          <a:xfrm>
            <a:off x="2811535" y="2603044"/>
            <a:ext cx="15984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holte088"/>
          <p:cNvSpPr/>
          <p:nvPr/>
        </p:nvSpPr>
        <p:spPr>
          <a:xfrm>
            <a:off x="2798626" y="2571001"/>
            <a:ext cx="16139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holte089"/>
          <p:cNvSpPr/>
          <p:nvPr/>
        </p:nvSpPr>
        <p:spPr>
          <a:xfrm>
            <a:off x="2785717" y="2538959"/>
            <a:ext cx="16294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holte090"/>
          <p:cNvSpPr/>
          <p:nvPr/>
        </p:nvSpPr>
        <p:spPr>
          <a:xfrm>
            <a:off x="2778316" y="2506917"/>
            <a:ext cx="16349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holte091"/>
          <p:cNvSpPr/>
          <p:nvPr/>
        </p:nvSpPr>
        <p:spPr>
          <a:xfrm>
            <a:off x="2772291" y="2474875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holte092"/>
          <p:cNvSpPr/>
          <p:nvPr/>
        </p:nvSpPr>
        <p:spPr>
          <a:xfrm>
            <a:off x="2766267" y="2442832"/>
            <a:ext cx="16409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holte093"/>
          <p:cNvSpPr/>
          <p:nvPr/>
        </p:nvSpPr>
        <p:spPr>
          <a:xfrm>
            <a:off x="2760243" y="2410790"/>
            <a:ext cx="16439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holte094"/>
          <p:cNvSpPr/>
          <p:nvPr/>
        </p:nvSpPr>
        <p:spPr>
          <a:xfrm>
            <a:off x="2754219" y="2378748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holte095"/>
          <p:cNvSpPr/>
          <p:nvPr/>
        </p:nvSpPr>
        <p:spPr>
          <a:xfrm>
            <a:off x="2748195" y="2346705"/>
            <a:ext cx="165001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holte096"/>
          <p:cNvSpPr/>
          <p:nvPr/>
        </p:nvSpPr>
        <p:spPr>
          <a:xfrm>
            <a:off x="2742170" y="2314663"/>
            <a:ext cx="16530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holte097"/>
          <p:cNvSpPr/>
          <p:nvPr/>
        </p:nvSpPr>
        <p:spPr>
          <a:xfrm>
            <a:off x="2736146" y="2282621"/>
            <a:ext cx="165603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holte098"/>
          <p:cNvSpPr/>
          <p:nvPr/>
        </p:nvSpPr>
        <p:spPr>
          <a:xfrm>
            <a:off x="2736146" y="2250579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holte099"/>
          <p:cNvSpPr/>
          <p:nvPr/>
        </p:nvSpPr>
        <p:spPr>
          <a:xfrm>
            <a:off x="2736146" y="2218536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holte100"/>
          <p:cNvSpPr/>
          <p:nvPr/>
        </p:nvSpPr>
        <p:spPr>
          <a:xfrm>
            <a:off x="2736146" y="2186494"/>
            <a:ext cx="162892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holte101"/>
          <p:cNvSpPr/>
          <p:nvPr/>
        </p:nvSpPr>
        <p:spPr>
          <a:xfrm>
            <a:off x="2736146" y="2154452"/>
            <a:ext cx="161989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holte102"/>
          <p:cNvSpPr/>
          <p:nvPr/>
        </p:nvSpPr>
        <p:spPr>
          <a:xfrm>
            <a:off x="2736146" y="2122410"/>
            <a:ext cx="161085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holte103"/>
          <p:cNvSpPr/>
          <p:nvPr/>
        </p:nvSpPr>
        <p:spPr>
          <a:xfrm>
            <a:off x="2736146" y="2090367"/>
            <a:ext cx="16018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holte104"/>
          <p:cNvSpPr/>
          <p:nvPr/>
        </p:nvSpPr>
        <p:spPr>
          <a:xfrm>
            <a:off x="2736146" y="2058325"/>
            <a:ext cx="159278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holte105"/>
          <p:cNvSpPr/>
          <p:nvPr/>
        </p:nvSpPr>
        <p:spPr>
          <a:xfrm>
            <a:off x="2736869" y="2026283"/>
            <a:ext cx="158194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holte106"/>
          <p:cNvSpPr/>
          <p:nvPr/>
        </p:nvSpPr>
        <p:spPr>
          <a:xfrm>
            <a:off x="2740484" y="1994240"/>
            <a:ext cx="15638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holte107"/>
          <p:cNvSpPr/>
          <p:nvPr/>
        </p:nvSpPr>
        <p:spPr>
          <a:xfrm>
            <a:off x="2744098" y="1962198"/>
            <a:ext cx="15457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holte108"/>
          <p:cNvSpPr/>
          <p:nvPr/>
        </p:nvSpPr>
        <p:spPr>
          <a:xfrm>
            <a:off x="2747713" y="1930156"/>
            <a:ext cx="15277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holte109"/>
          <p:cNvSpPr/>
          <p:nvPr/>
        </p:nvSpPr>
        <p:spPr>
          <a:xfrm>
            <a:off x="2751327" y="1898114"/>
            <a:ext cx="15096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holte110"/>
          <p:cNvSpPr/>
          <p:nvPr/>
        </p:nvSpPr>
        <p:spPr>
          <a:xfrm>
            <a:off x="2754942" y="1866071"/>
            <a:ext cx="14915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holte111"/>
          <p:cNvSpPr/>
          <p:nvPr/>
        </p:nvSpPr>
        <p:spPr>
          <a:xfrm>
            <a:off x="2758556" y="1834029"/>
            <a:ext cx="14735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holte112"/>
          <p:cNvSpPr/>
          <p:nvPr/>
        </p:nvSpPr>
        <p:spPr>
          <a:xfrm>
            <a:off x="2762803" y="1801987"/>
            <a:ext cx="145226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holte113"/>
          <p:cNvSpPr/>
          <p:nvPr/>
        </p:nvSpPr>
        <p:spPr>
          <a:xfrm>
            <a:off x="2767321" y="1769944"/>
            <a:ext cx="14296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holte114"/>
          <p:cNvSpPr/>
          <p:nvPr/>
        </p:nvSpPr>
        <p:spPr>
          <a:xfrm>
            <a:off x="2771840" y="1737902"/>
            <a:ext cx="14070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holte115"/>
          <p:cNvSpPr/>
          <p:nvPr/>
        </p:nvSpPr>
        <p:spPr>
          <a:xfrm>
            <a:off x="2776358" y="1705860"/>
            <a:ext cx="13844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holte116"/>
          <p:cNvSpPr/>
          <p:nvPr/>
        </p:nvSpPr>
        <p:spPr>
          <a:xfrm>
            <a:off x="2780876" y="1673818"/>
            <a:ext cx="136190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holte117"/>
          <p:cNvSpPr/>
          <p:nvPr/>
        </p:nvSpPr>
        <p:spPr>
          <a:xfrm>
            <a:off x="2785394" y="1641775"/>
            <a:ext cx="13347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holte118"/>
          <p:cNvSpPr/>
          <p:nvPr/>
        </p:nvSpPr>
        <p:spPr>
          <a:xfrm>
            <a:off x="2789912" y="1609733"/>
            <a:ext cx="13031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holte119"/>
          <p:cNvSpPr/>
          <p:nvPr/>
        </p:nvSpPr>
        <p:spPr>
          <a:xfrm>
            <a:off x="2794430" y="1577691"/>
            <a:ext cx="127154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holte120"/>
          <p:cNvSpPr/>
          <p:nvPr/>
        </p:nvSpPr>
        <p:spPr>
          <a:xfrm>
            <a:off x="2798948" y="1545649"/>
            <a:ext cx="123991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holte121"/>
          <p:cNvSpPr/>
          <p:nvPr/>
        </p:nvSpPr>
        <p:spPr>
          <a:xfrm>
            <a:off x="2803467" y="1513606"/>
            <a:ext cx="120828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holte122"/>
          <p:cNvSpPr/>
          <p:nvPr/>
        </p:nvSpPr>
        <p:spPr>
          <a:xfrm>
            <a:off x="2808437" y="1481564"/>
            <a:ext cx="11734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holte123"/>
          <p:cNvSpPr/>
          <p:nvPr/>
        </p:nvSpPr>
        <p:spPr>
          <a:xfrm>
            <a:off x="2814461" y="1449522"/>
            <a:ext cx="113133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holte124"/>
          <p:cNvSpPr/>
          <p:nvPr/>
        </p:nvSpPr>
        <p:spPr>
          <a:xfrm>
            <a:off x="2820485" y="1417479"/>
            <a:ext cx="108916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holte125"/>
          <p:cNvSpPr/>
          <p:nvPr/>
        </p:nvSpPr>
        <p:spPr>
          <a:xfrm>
            <a:off x="2826509" y="1385437"/>
            <a:ext cx="1046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holte126"/>
          <p:cNvSpPr/>
          <p:nvPr/>
        </p:nvSpPr>
        <p:spPr>
          <a:xfrm>
            <a:off x="2834943" y="1353395"/>
            <a:ext cx="9975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holte127"/>
          <p:cNvSpPr/>
          <p:nvPr/>
        </p:nvSpPr>
        <p:spPr>
          <a:xfrm>
            <a:off x="2846992" y="1321353"/>
            <a:ext cx="9373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holte128"/>
          <p:cNvSpPr/>
          <p:nvPr/>
        </p:nvSpPr>
        <p:spPr>
          <a:xfrm>
            <a:off x="2859040" y="1289310"/>
            <a:ext cx="8771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holte129"/>
          <p:cNvSpPr/>
          <p:nvPr/>
        </p:nvSpPr>
        <p:spPr>
          <a:xfrm>
            <a:off x="2871088" y="1257268"/>
            <a:ext cx="81686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band000"/>
          <p:cNvSpPr/>
          <p:nvPr/>
        </p:nvSpPr>
        <p:spPr>
          <a:xfrm>
            <a:off x="3283112" y="5278183"/>
            <a:ext cx="6090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band001"/>
          <p:cNvSpPr/>
          <p:nvPr/>
        </p:nvSpPr>
        <p:spPr>
          <a:xfrm>
            <a:off x="3245501" y="5247899"/>
            <a:ext cx="68431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band002"/>
          <p:cNvSpPr/>
          <p:nvPr/>
        </p:nvSpPr>
        <p:spPr>
          <a:xfrm>
            <a:off x="3207890" y="5217615"/>
            <a:ext cx="7595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band003"/>
          <p:cNvSpPr/>
          <p:nvPr/>
        </p:nvSpPr>
        <p:spPr>
          <a:xfrm>
            <a:off x="3170280" y="5187331"/>
            <a:ext cx="8347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band004"/>
          <p:cNvSpPr/>
          <p:nvPr/>
        </p:nvSpPr>
        <p:spPr>
          <a:xfrm>
            <a:off x="3147499" y="5157047"/>
            <a:ext cx="8803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band005"/>
          <p:cNvSpPr/>
          <p:nvPr/>
        </p:nvSpPr>
        <p:spPr>
          <a:xfrm>
            <a:off x="3134604" y="5126764"/>
            <a:ext cx="9061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band006"/>
          <p:cNvSpPr/>
          <p:nvPr/>
        </p:nvSpPr>
        <p:spPr>
          <a:xfrm>
            <a:off x="3121708" y="5096480"/>
            <a:ext cx="93190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band007"/>
          <p:cNvSpPr/>
          <p:nvPr/>
        </p:nvSpPr>
        <p:spPr>
          <a:xfrm>
            <a:off x="3108813" y="5066196"/>
            <a:ext cx="9576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band008"/>
          <p:cNvSpPr/>
          <p:nvPr/>
        </p:nvSpPr>
        <p:spPr>
          <a:xfrm>
            <a:off x="3095918" y="5035912"/>
            <a:ext cx="98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band009"/>
          <p:cNvSpPr/>
          <p:nvPr/>
        </p:nvSpPr>
        <p:spPr>
          <a:xfrm>
            <a:off x="3083023" y="5005628"/>
            <a:ext cx="10092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band010"/>
          <p:cNvSpPr/>
          <p:nvPr/>
        </p:nvSpPr>
        <p:spPr>
          <a:xfrm>
            <a:off x="3071187" y="4975344"/>
            <a:ext cx="103294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band011"/>
          <p:cNvSpPr/>
          <p:nvPr/>
        </p:nvSpPr>
        <p:spPr>
          <a:xfrm>
            <a:off x="3068885" y="4945060"/>
            <a:ext cx="10375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band012"/>
          <p:cNvSpPr/>
          <p:nvPr/>
        </p:nvSpPr>
        <p:spPr>
          <a:xfrm>
            <a:off x="3066582" y="4914777"/>
            <a:ext cx="10421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band013"/>
          <p:cNvSpPr/>
          <p:nvPr/>
        </p:nvSpPr>
        <p:spPr>
          <a:xfrm>
            <a:off x="3064279" y="4884493"/>
            <a:ext cx="10467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band014"/>
          <p:cNvSpPr/>
          <p:nvPr/>
        </p:nvSpPr>
        <p:spPr>
          <a:xfrm>
            <a:off x="3061977" y="4854209"/>
            <a:ext cx="10513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band015"/>
          <p:cNvSpPr/>
          <p:nvPr/>
        </p:nvSpPr>
        <p:spPr>
          <a:xfrm>
            <a:off x="3059674" y="4823925"/>
            <a:ext cx="105597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band016"/>
          <p:cNvSpPr/>
          <p:nvPr/>
        </p:nvSpPr>
        <p:spPr>
          <a:xfrm>
            <a:off x="3057371" y="4793641"/>
            <a:ext cx="10605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band017"/>
          <p:cNvSpPr/>
          <p:nvPr/>
        </p:nvSpPr>
        <p:spPr>
          <a:xfrm>
            <a:off x="3055069" y="4763357"/>
            <a:ext cx="10651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band018"/>
          <p:cNvSpPr/>
          <p:nvPr/>
        </p:nvSpPr>
        <p:spPr>
          <a:xfrm>
            <a:off x="3052766" y="4733073"/>
            <a:ext cx="106978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band019"/>
          <p:cNvSpPr/>
          <p:nvPr/>
        </p:nvSpPr>
        <p:spPr>
          <a:xfrm>
            <a:off x="3050463" y="4702790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band020"/>
          <p:cNvSpPr/>
          <p:nvPr/>
        </p:nvSpPr>
        <p:spPr>
          <a:xfrm>
            <a:off x="3052254" y="4672506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band021"/>
          <p:cNvSpPr/>
          <p:nvPr/>
        </p:nvSpPr>
        <p:spPr>
          <a:xfrm>
            <a:off x="3054045" y="4642222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band022"/>
          <p:cNvSpPr/>
          <p:nvPr/>
        </p:nvSpPr>
        <p:spPr>
          <a:xfrm>
            <a:off x="3055836" y="4611938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band023"/>
          <p:cNvSpPr/>
          <p:nvPr/>
        </p:nvSpPr>
        <p:spPr>
          <a:xfrm>
            <a:off x="3057627" y="4581654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band024"/>
          <p:cNvSpPr/>
          <p:nvPr/>
        </p:nvSpPr>
        <p:spPr>
          <a:xfrm>
            <a:off x="3059418" y="4551370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band025"/>
          <p:cNvSpPr/>
          <p:nvPr/>
        </p:nvSpPr>
        <p:spPr>
          <a:xfrm>
            <a:off x="3061209" y="4521086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band026"/>
          <p:cNvSpPr/>
          <p:nvPr/>
        </p:nvSpPr>
        <p:spPr>
          <a:xfrm>
            <a:off x="3063000" y="4490803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band027"/>
          <p:cNvSpPr/>
          <p:nvPr/>
        </p:nvSpPr>
        <p:spPr>
          <a:xfrm>
            <a:off x="3064791" y="4460519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band028"/>
          <p:cNvSpPr/>
          <p:nvPr/>
        </p:nvSpPr>
        <p:spPr>
          <a:xfrm>
            <a:off x="3066582" y="4430235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band029"/>
          <p:cNvSpPr/>
          <p:nvPr/>
        </p:nvSpPr>
        <p:spPr>
          <a:xfrm>
            <a:off x="3068373" y="4399951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band030"/>
          <p:cNvSpPr/>
          <p:nvPr/>
        </p:nvSpPr>
        <p:spPr>
          <a:xfrm>
            <a:off x="3070164" y="4369667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band031"/>
          <p:cNvSpPr/>
          <p:nvPr/>
        </p:nvSpPr>
        <p:spPr>
          <a:xfrm>
            <a:off x="3073836" y="4339383"/>
            <a:ext cx="10725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band032"/>
          <p:cNvSpPr/>
          <p:nvPr/>
        </p:nvSpPr>
        <p:spPr>
          <a:xfrm>
            <a:off x="3081895" y="4309099"/>
            <a:ext cx="10665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band033"/>
          <p:cNvSpPr/>
          <p:nvPr/>
        </p:nvSpPr>
        <p:spPr>
          <a:xfrm>
            <a:off x="3089954" y="4278816"/>
            <a:ext cx="1060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band034"/>
          <p:cNvSpPr/>
          <p:nvPr/>
        </p:nvSpPr>
        <p:spPr>
          <a:xfrm>
            <a:off x="3098014" y="4248532"/>
            <a:ext cx="10544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band035"/>
          <p:cNvSpPr/>
          <p:nvPr/>
        </p:nvSpPr>
        <p:spPr>
          <a:xfrm>
            <a:off x="3106073" y="4218248"/>
            <a:ext cx="10484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band036"/>
          <p:cNvSpPr/>
          <p:nvPr/>
        </p:nvSpPr>
        <p:spPr>
          <a:xfrm>
            <a:off x="3114133" y="4187964"/>
            <a:ext cx="10423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band037"/>
          <p:cNvSpPr/>
          <p:nvPr/>
        </p:nvSpPr>
        <p:spPr>
          <a:xfrm>
            <a:off x="3122192" y="4157680"/>
            <a:ext cx="10363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band038"/>
          <p:cNvSpPr/>
          <p:nvPr/>
        </p:nvSpPr>
        <p:spPr>
          <a:xfrm>
            <a:off x="3130251" y="4127396"/>
            <a:ext cx="103026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band039"/>
          <p:cNvSpPr/>
          <p:nvPr/>
        </p:nvSpPr>
        <p:spPr>
          <a:xfrm>
            <a:off x="3138311" y="4097112"/>
            <a:ext cx="10242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band040"/>
          <p:cNvSpPr/>
          <p:nvPr/>
        </p:nvSpPr>
        <p:spPr>
          <a:xfrm>
            <a:off x="3146370" y="4066829"/>
            <a:ext cx="10181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band041"/>
          <p:cNvSpPr/>
          <p:nvPr/>
        </p:nvSpPr>
        <p:spPr>
          <a:xfrm>
            <a:off x="3154430" y="4036545"/>
            <a:ext cx="101213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band042"/>
          <p:cNvSpPr/>
          <p:nvPr/>
        </p:nvSpPr>
        <p:spPr>
          <a:xfrm>
            <a:off x="3162489" y="4006261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band043"/>
          <p:cNvSpPr/>
          <p:nvPr/>
        </p:nvSpPr>
        <p:spPr>
          <a:xfrm>
            <a:off x="3170549" y="3975977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band044"/>
          <p:cNvSpPr/>
          <p:nvPr/>
        </p:nvSpPr>
        <p:spPr>
          <a:xfrm>
            <a:off x="3178608" y="3945693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band045"/>
          <p:cNvSpPr/>
          <p:nvPr/>
        </p:nvSpPr>
        <p:spPr>
          <a:xfrm>
            <a:off x="3186667" y="3915409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band046"/>
          <p:cNvSpPr/>
          <p:nvPr/>
        </p:nvSpPr>
        <p:spPr>
          <a:xfrm>
            <a:off x="3194727" y="3885125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band047"/>
          <p:cNvSpPr/>
          <p:nvPr/>
        </p:nvSpPr>
        <p:spPr>
          <a:xfrm>
            <a:off x="3202786" y="3854842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band048"/>
          <p:cNvSpPr/>
          <p:nvPr/>
        </p:nvSpPr>
        <p:spPr>
          <a:xfrm>
            <a:off x="3210846" y="3824558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band049"/>
          <p:cNvSpPr/>
          <p:nvPr/>
        </p:nvSpPr>
        <p:spPr>
          <a:xfrm>
            <a:off x="3218905" y="3794274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band050"/>
          <p:cNvSpPr/>
          <p:nvPr/>
        </p:nvSpPr>
        <p:spPr>
          <a:xfrm>
            <a:off x="3226964" y="3763990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band051"/>
          <p:cNvSpPr/>
          <p:nvPr/>
        </p:nvSpPr>
        <p:spPr>
          <a:xfrm>
            <a:off x="3235024" y="3733706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band052"/>
          <p:cNvSpPr/>
          <p:nvPr/>
        </p:nvSpPr>
        <p:spPr>
          <a:xfrm>
            <a:off x="3238046" y="3703422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band053"/>
          <p:cNvSpPr/>
          <p:nvPr/>
        </p:nvSpPr>
        <p:spPr>
          <a:xfrm>
            <a:off x="3236031" y="3673138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band054"/>
          <p:cNvSpPr/>
          <p:nvPr/>
        </p:nvSpPr>
        <p:spPr>
          <a:xfrm>
            <a:off x="3234016" y="3642855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band055"/>
          <p:cNvSpPr/>
          <p:nvPr/>
        </p:nvSpPr>
        <p:spPr>
          <a:xfrm>
            <a:off x="3232002" y="3612571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band056"/>
          <p:cNvSpPr/>
          <p:nvPr/>
        </p:nvSpPr>
        <p:spPr>
          <a:xfrm>
            <a:off x="3229987" y="3582287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band057"/>
          <p:cNvSpPr/>
          <p:nvPr/>
        </p:nvSpPr>
        <p:spPr>
          <a:xfrm>
            <a:off x="3227972" y="3552003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band058"/>
          <p:cNvSpPr/>
          <p:nvPr/>
        </p:nvSpPr>
        <p:spPr>
          <a:xfrm>
            <a:off x="3225957" y="3521719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band059"/>
          <p:cNvSpPr/>
          <p:nvPr/>
        </p:nvSpPr>
        <p:spPr>
          <a:xfrm>
            <a:off x="3223942" y="3491435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band060"/>
          <p:cNvSpPr/>
          <p:nvPr/>
        </p:nvSpPr>
        <p:spPr>
          <a:xfrm>
            <a:off x="3221927" y="3461151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band061"/>
          <p:cNvSpPr/>
          <p:nvPr/>
        </p:nvSpPr>
        <p:spPr>
          <a:xfrm>
            <a:off x="3219912" y="3430868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band062"/>
          <p:cNvSpPr/>
          <p:nvPr/>
        </p:nvSpPr>
        <p:spPr>
          <a:xfrm>
            <a:off x="3216948" y="3400584"/>
            <a:ext cx="101314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band063"/>
          <p:cNvSpPr/>
          <p:nvPr/>
        </p:nvSpPr>
        <p:spPr>
          <a:xfrm>
            <a:off x="3205434" y="3370300"/>
            <a:ext cx="10292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band064"/>
          <p:cNvSpPr/>
          <p:nvPr/>
        </p:nvSpPr>
        <p:spPr>
          <a:xfrm>
            <a:off x="3193921" y="3340016"/>
            <a:ext cx="10453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!!band065"/>
          <p:cNvSpPr/>
          <p:nvPr/>
        </p:nvSpPr>
        <p:spPr>
          <a:xfrm>
            <a:off x="3182407" y="3309732"/>
            <a:ext cx="106149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!!band066"/>
          <p:cNvSpPr/>
          <p:nvPr/>
        </p:nvSpPr>
        <p:spPr>
          <a:xfrm>
            <a:off x="3170894" y="3279448"/>
            <a:ext cx="10776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band067"/>
          <p:cNvSpPr/>
          <p:nvPr/>
        </p:nvSpPr>
        <p:spPr>
          <a:xfrm>
            <a:off x="3159380" y="3249164"/>
            <a:ext cx="10937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!!band068"/>
          <p:cNvSpPr/>
          <p:nvPr/>
        </p:nvSpPr>
        <p:spPr>
          <a:xfrm>
            <a:off x="3147867" y="3218881"/>
            <a:ext cx="11098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!!band069"/>
          <p:cNvSpPr/>
          <p:nvPr/>
        </p:nvSpPr>
        <p:spPr>
          <a:xfrm>
            <a:off x="3136354" y="3188597"/>
            <a:ext cx="11259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!!band070"/>
          <p:cNvSpPr/>
          <p:nvPr/>
        </p:nvSpPr>
        <p:spPr>
          <a:xfrm>
            <a:off x="3124840" y="3158313"/>
            <a:ext cx="11420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!!band071"/>
          <p:cNvSpPr/>
          <p:nvPr/>
        </p:nvSpPr>
        <p:spPr>
          <a:xfrm>
            <a:off x="3113327" y="3128029"/>
            <a:ext cx="11582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!!band072"/>
          <p:cNvSpPr/>
          <p:nvPr/>
        </p:nvSpPr>
        <p:spPr>
          <a:xfrm>
            <a:off x="3097208" y="3097745"/>
            <a:ext cx="11789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!!band073"/>
          <p:cNvSpPr/>
          <p:nvPr/>
        </p:nvSpPr>
        <p:spPr>
          <a:xfrm>
            <a:off x="3081089" y="3067461"/>
            <a:ext cx="11996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!!band074"/>
          <p:cNvSpPr/>
          <p:nvPr/>
        </p:nvSpPr>
        <p:spPr>
          <a:xfrm>
            <a:off x="3064970" y="3037177"/>
            <a:ext cx="122038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!!band075"/>
          <p:cNvSpPr/>
          <p:nvPr/>
        </p:nvSpPr>
        <p:spPr>
          <a:xfrm>
            <a:off x="3048851" y="3006894"/>
            <a:ext cx="124110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!!band076"/>
          <p:cNvSpPr/>
          <p:nvPr/>
        </p:nvSpPr>
        <p:spPr>
          <a:xfrm>
            <a:off x="3032733" y="2976610"/>
            <a:ext cx="12618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!!band077"/>
          <p:cNvSpPr/>
          <p:nvPr/>
        </p:nvSpPr>
        <p:spPr>
          <a:xfrm>
            <a:off x="3016614" y="2946326"/>
            <a:ext cx="12825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!!band078"/>
          <p:cNvSpPr/>
          <p:nvPr/>
        </p:nvSpPr>
        <p:spPr>
          <a:xfrm>
            <a:off x="3000495" y="2916042"/>
            <a:ext cx="130328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!!band079"/>
          <p:cNvSpPr/>
          <p:nvPr/>
        </p:nvSpPr>
        <p:spPr>
          <a:xfrm>
            <a:off x="2984376" y="2885758"/>
            <a:ext cx="13240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!!band080"/>
          <p:cNvSpPr/>
          <p:nvPr/>
        </p:nvSpPr>
        <p:spPr>
          <a:xfrm>
            <a:off x="2968257" y="2855474"/>
            <a:ext cx="134472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!!band081"/>
          <p:cNvSpPr/>
          <p:nvPr/>
        </p:nvSpPr>
        <p:spPr>
          <a:xfrm>
            <a:off x="2956283" y="2825190"/>
            <a:ext cx="13592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!!band082"/>
          <p:cNvSpPr/>
          <p:nvPr/>
        </p:nvSpPr>
        <p:spPr>
          <a:xfrm>
            <a:off x="2944770" y="2794907"/>
            <a:ext cx="137305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!!band083"/>
          <p:cNvSpPr/>
          <p:nvPr/>
        </p:nvSpPr>
        <p:spPr>
          <a:xfrm>
            <a:off x="2933256" y="2764623"/>
            <a:ext cx="138686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!!band084"/>
          <p:cNvSpPr/>
          <p:nvPr/>
        </p:nvSpPr>
        <p:spPr>
          <a:xfrm>
            <a:off x="2921743" y="2734339"/>
            <a:ext cx="140068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!!band085"/>
          <p:cNvSpPr/>
          <p:nvPr/>
        </p:nvSpPr>
        <p:spPr>
          <a:xfrm>
            <a:off x="2910229" y="2704055"/>
            <a:ext cx="14145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!!band086"/>
          <p:cNvSpPr/>
          <p:nvPr/>
        </p:nvSpPr>
        <p:spPr>
          <a:xfrm>
            <a:off x="2898716" y="2673771"/>
            <a:ext cx="14283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!!band087"/>
          <p:cNvSpPr/>
          <p:nvPr/>
        </p:nvSpPr>
        <p:spPr>
          <a:xfrm>
            <a:off x="2887203" y="2643487"/>
            <a:ext cx="14421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!!band088"/>
          <p:cNvSpPr/>
          <p:nvPr/>
        </p:nvSpPr>
        <p:spPr>
          <a:xfrm>
            <a:off x="2875689" y="2613203"/>
            <a:ext cx="14559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!!band089"/>
          <p:cNvSpPr/>
          <p:nvPr/>
        </p:nvSpPr>
        <p:spPr>
          <a:xfrm>
            <a:off x="2864176" y="2582920"/>
            <a:ext cx="146976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!!band090"/>
          <p:cNvSpPr/>
          <p:nvPr/>
        </p:nvSpPr>
        <p:spPr>
          <a:xfrm>
            <a:off x="2857575" y="2552636"/>
            <a:ext cx="14746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!!band091"/>
          <p:cNvSpPr/>
          <p:nvPr/>
        </p:nvSpPr>
        <p:spPr>
          <a:xfrm>
            <a:off x="2852202" y="2522352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!!band092"/>
          <p:cNvSpPr/>
          <p:nvPr/>
        </p:nvSpPr>
        <p:spPr>
          <a:xfrm>
            <a:off x="2846829" y="2492068"/>
            <a:ext cx="14800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!!band093"/>
          <p:cNvSpPr/>
          <p:nvPr/>
        </p:nvSpPr>
        <p:spPr>
          <a:xfrm>
            <a:off x="2841456" y="2461784"/>
            <a:ext cx="148273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!!band094"/>
          <p:cNvSpPr/>
          <p:nvPr/>
        </p:nvSpPr>
        <p:spPr>
          <a:xfrm>
            <a:off x="2836083" y="2431500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!!band095"/>
          <p:cNvSpPr/>
          <p:nvPr/>
        </p:nvSpPr>
        <p:spPr>
          <a:xfrm>
            <a:off x="2830710" y="2401216"/>
            <a:ext cx="1488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!!band096"/>
          <p:cNvSpPr/>
          <p:nvPr/>
        </p:nvSpPr>
        <p:spPr>
          <a:xfrm>
            <a:off x="2825337" y="2370933"/>
            <a:ext cx="14907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!!band097"/>
          <p:cNvSpPr/>
          <p:nvPr/>
        </p:nvSpPr>
        <p:spPr>
          <a:xfrm>
            <a:off x="2819964" y="2340649"/>
            <a:ext cx="149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!!band098"/>
          <p:cNvSpPr/>
          <p:nvPr/>
        </p:nvSpPr>
        <p:spPr>
          <a:xfrm>
            <a:off x="2819964" y="2310365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!!band099"/>
          <p:cNvSpPr/>
          <p:nvPr/>
        </p:nvSpPr>
        <p:spPr>
          <a:xfrm>
            <a:off x="2819964" y="2280081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!!band100"/>
          <p:cNvSpPr/>
          <p:nvPr/>
        </p:nvSpPr>
        <p:spPr>
          <a:xfrm>
            <a:off x="2819964" y="2249797"/>
            <a:ext cx="14693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!!band101"/>
          <p:cNvSpPr/>
          <p:nvPr/>
        </p:nvSpPr>
        <p:spPr>
          <a:xfrm>
            <a:off x="2819964" y="2219513"/>
            <a:ext cx="14612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!!band102"/>
          <p:cNvSpPr/>
          <p:nvPr/>
        </p:nvSpPr>
        <p:spPr>
          <a:xfrm>
            <a:off x="2819964" y="2189229"/>
            <a:ext cx="145318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!!band103"/>
          <p:cNvSpPr/>
          <p:nvPr/>
        </p:nvSpPr>
        <p:spPr>
          <a:xfrm>
            <a:off x="2819964" y="2158946"/>
            <a:ext cx="144512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!!band104"/>
          <p:cNvSpPr/>
          <p:nvPr/>
        </p:nvSpPr>
        <p:spPr>
          <a:xfrm>
            <a:off x="2819964" y="2128662"/>
            <a:ext cx="14370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!!band105"/>
          <p:cNvSpPr/>
          <p:nvPr/>
        </p:nvSpPr>
        <p:spPr>
          <a:xfrm>
            <a:off x="2820609" y="2098378"/>
            <a:ext cx="142739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!!band106"/>
          <p:cNvSpPr/>
          <p:nvPr/>
        </p:nvSpPr>
        <p:spPr>
          <a:xfrm>
            <a:off x="2823833" y="2068094"/>
            <a:ext cx="141127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!!band107"/>
          <p:cNvSpPr/>
          <p:nvPr/>
        </p:nvSpPr>
        <p:spPr>
          <a:xfrm>
            <a:off x="2827056" y="2037810"/>
            <a:ext cx="139515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!!band108"/>
          <p:cNvSpPr/>
          <p:nvPr/>
        </p:nvSpPr>
        <p:spPr>
          <a:xfrm>
            <a:off x="2830280" y="2007526"/>
            <a:ext cx="13790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!!band109"/>
          <p:cNvSpPr/>
          <p:nvPr/>
        </p:nvSpPr>
        <p:spPr>
          <a:xfrm>
            <a:off x="2833504" y="1977242"/>
            <a:ext cx="13629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!!band110"/>
          <p:cNvSpPr/>
          <p:nvPr/>
        </p:nvSpPr>
        <p:spPr>
          <a:xfrm>
            <a:off x="2836728" y="1946959"/>
            <a:ext cx="13468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!!band111"/>
          <p:cNvSpPr/>
          <p:nvPr/>
        </p:nvSpPr>
        <p:spPr>
          <a:xfrm>
            <a:off x="2839951" y="1916675"/>
            <a:ext cx="13306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!!band112"/>
          <p:cNvSpPr/>
          <p:nvPr/>
        </p:nvSpPr>
        <p:spPr>
          <a:xfrm>
            <a:off x="2843739" y="1886391"/>
            <a:ext cx="131174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!!band113"/>
          <p:cNvSpPr/>
          <p:nvPr/>
        </p:nvSpPr>
        <p:spPr>
          <a:xfrm>
            <a:off x="2847769" y="1856107"/>
            <a:ext cx="129159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!!band114"/>
          <p:cNvSpPr/>
          <p:nvPr/>
        </p:nvSpPr>
        <p:spPr>
          <a:xfrm>
            <a:off x="2851799" y="1825823"/>
            <a:ext cx="12714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!!band115"/>
          <p:cNvSpPr/>
          <p:nvPr/>
        </p:nvSpPr>
        <p:spPr>
          <a:xfrm>
            <a:off x="2855828" y="1795539"/>
            <a:ext cx="125129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!!band116"/>
          <p:cNvSpPr/>
          <p:nvPr/>
        </p:nvSpPr>
        <p:spPr>
          <a:xfrm>
            <a:off x="2859858" y="1765255"/>
            <a:ext cx="12311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!!band117"/>
          <p:cNvSpPr/>
          <p:nvPr/>
        </p:nvSpPr>
        <p:spPr>
          <a:xfrm>
            <a:off x="2863888" y="1734972"/>
            <a:ext cx="120697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!!band118"/>
          <p:cNvSpPr/>
          <p:nvPr/>
        </p:nvSpPr>
        <p:spPr>
          <a:xfrm>
            <a:off x="2867918" y="1704688"/>
            <a:ext cx="117876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!!band119"/>
          <p:cNvSpPr/>
          <p:nvPr/>
        </p:nvSpPr>
        <p:spPr>
          <a:xfrm>
            <a:off x="2871947" y="1674404"/>
            <a:ext cx="11505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!!band120"/>
          <p:cNvSpPr/>
          <p:nvPr/>
        </p:nvSpPr>
        <p:spPr>
          <a:xfrm>
            <a:off x="2875977" y="1644120"/>
            <a:ext cx="11223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!!band121"/>
          <p:cNvSpPr/>
          <p:nvPr/>
        </p:nvSpPr>
        <p:spPr>
          <a:xfrm>
            <a:off x="2880007" y="1613836"/>
            <a:ext cx="10941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!!band122"/>
          <p:cNvSpPr/>
          <p:nvPr/>
        </p:nvSpPr>
        <p:spPr>
          <a:xfrm>
            <a:off x="2884439" y="1583552"/>
            <a:ext cx="1063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!!band123"/>
          <p:cNvSpPr/>
          <p:nvPr/>
        </p:nvSpPr>
        <p:spPr>
          <a:xfrm>
            <a:off x="2889812" y="1553268"/>
            <a:ext cx="102549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!!band124"/>
          <p:cNvSpPr/>
          <p:nvPr/>
        </p:nvSpPr>
        <p:spPr>
          <a:xfrm>
            <a:off x="2895185" y="1522985"/>
            <a:ext cx="9878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!!band125"/>
          <p:cNvSpPr/>
          <p:nvPr/>
        </p:nvSpPr>
        <p:spPr>
          <a:xfrm>
            <a:off x="2900558" y="1492701"/>
            <a:ext cx="9502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!!band126"/>
          <p:cNvSpPr/>
          <p:nvPr/>
        </p:nvSpPr>
        <p:spPr>
          <a:xfrm>
            <a:off x="2908080" y="1462417"/>
            <a:ext cx="9062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!!band127"/>
          <p:cNvSpPr/>
          <p:nvPr/>
        </p:nvSpPr>
        <p:spPr>
          <a:xfrm>
            <a:off x="2918826" y="1432133"/>
            <a:ext cx="852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!!band128"/>
          <p:cNvSpPr/>
          <p:nvPr/>
        </p:nvSpPr>
        <p:spPr>
          <a:xfrm>
            <a:off x="2929572" y="1401849"/>
            <a:ext cx="79876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!!band129"/>
          <p:cNvSpPr/>
          <p:nvPr/>
        </p:nvSpPr>
        <p:spPr>
          <a:xfrm>
            <a:off x="2940318" y="1371565"/>
            <a:ext cx="74503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!!cel00"/>
          <p:cNvSpPr/>
          <p:nvPr/>
        </p:nvSpPr>
        <p:spPr>
          <a:xfrm>
            <a:off x="3291334" y="5129177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!!cel01"/>
          <p:cNvSpPr/>
          <p:nvPr/>
        </p:nvSpPr>
        <p:spPr>
          <a:xfrm>
            <a:off x="3524161" y="5129177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!!cel02"/>
          <p:cNvSpPr/>
          <p:nvPr/>
        </p:nvSpPr>
        <p:spPr>
          <a:xfrm>
            <a:off x="3756989" y="5129177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cel03"/>
          <p:cNvSpPr/>
          <p:nvPr/>
        </p:nvSpPr>
        <p:spPr>
          <a:xfrm>
            <a:off x="3291334" y="489759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!!cel04"/>
          <p:cNvSpPr/>
          <p:nvPr/>
        </p:nvSpPr>
        <p:spPr>
          <a:xfrm>
            <a:off x="3524161" y="489759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!!cel05"/>
          <p:cNvSpPr/>
          <p:nvPr/>
        </p:nvSpPr>
        <p:spPr>
          <a:xfrm>
            <a:off x="3756989" y="489759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!!cel06"/>
          <p:cNvSpPr/>
          <p:nvPr/>
        </p:nvSpPr>
        <p:spPr>
          <a:xfrm>
            <a:off x="3291334" y="4666012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!!cel07"/>
          <p:cNvSpPr/>
          <p:nvPr/>
        </p:nvSpPr>
        <p:spPr>
          <a:xfrm>
            <a:off x="3524161" y="4666012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!!cel08"/>
          <p:cNvSpPr/>
          <p:nvPr/>
        </p:nvSpPr>
        <p:spPr>
          <a:xfrm>
            <a:off x="3756989" y="4666012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!!cel09"/>
          <p:cNvSpPr/>
          <p:nvPr/>
        </p:nvSpPr>
        <p:spPr>
          <a:xfrm>
            <a:off x="3291334" y="443443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!!cel10"/>
          <p:cNvSpPr/>
          <p:nvPr/>
        </p:nvSpPr>
        <p:spPr>
          <a:xfrm>
            <a:off x="3524161" y="443443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!!cel11"/>
          <p:cNvSpPr/>
          <p:nvPr/>
        </p:nvSpPr>
        <p:spPr>
          <a:xfrm>
            <a:off x="3756989" y="443443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!!cel12"/>
          <p:cNvSpPr/>
          <p:nvPr/>
        </p:nvSpPr>
        <p:spPr>
          <a:xfrm>
            <a:off x="3989816" y="443443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!!cel13"/>
          <p:cNvSpPr/>
          <p:nvPr/>
        </p:nvSpPr>
        <p:spPr>
          <a:xfrm>
            <a:off x="3291334" y="4202847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!!cel14"/>
          <p:cNvSpPr/>
          <p:nvPr/>
        </p:nvSpPr>
        <p:spPr>
          <a:xfrm>
            <a:off x="3524161" y="4202847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!!cel15"/>
          <p:cNvSpPr/>
          <p:nvPr/>
        </p:nvSpPr>
        <p:spPr>
          <a:xfrm>
            <a:off x="3756989" y="4202847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!!cel16"/>
          <p:cNvSpPr/>
          <p:nvPr/>
        </p:nvSpPr>
        <p:spPr>
          <a:xfrm>
            <a:off x="3989816" y="4202847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!!cel17"/>
          <p:cNvSpPr/>
          <p:nvPr/>
        </p:nvSpPr>
        <p:spPr>
          <a:xfrm>
            <a:off x="3291334" y="397126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!!cel18"/>
          <p:cNvSpPr/>
          <p:nvPr/>
        </p:nvSpPr>
        <p:spPr>
          <a:xfrm>
            <a:off x="3524161" y="397126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!!cel19"/>
          <p:cNvSpPr/>
          <p:nvPr/>
        </p:nvSpPr>
        <p:spPr>
          <a:xfrm>
            <a:off x="3756989" y="397126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!!cel20"/>
          <p:cNvSpPr/>
          <p:nvPr/>
        </p:nvSpPr>
        <p:spPr>
          <a:xfrm>
            <a:off x="3989816" y="397126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!!cel21"/>
          <p:cNvSpPr/>
          <p:nvPr/>
        </p:nvSpPr>
        <p:spPr>
          <a:xfrm>
            <a:off x="3291334" y="3739682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!!cel22"/>
          <p:cNvSpPr/>
          <p:nvPr/>
        </p:nvSpPr>
        <p:spPr>
          <a:xfrm>
            <a:off x="3524161" y="3739682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!!cel23"/>
          <p:cNvSpPr/>
          <p:nvPr/>
        </p:nvSpPr>
        <p:spPr>
          <a:xfrm>
            <a:off x="3756989" y="3739682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!!cel24"/>
          <p:cNvSpPr/>
          <p:nvPr/>
        </p:nvSpPr>
        <p:spPr>
          <a:xfrm>
            <a:off x="3989816" y="3739682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!!cel25"/>
          <p:cNvSpPr/>
          <p:nvPr/>
        </p:nvSpPr>
        <p:spPr>
          <a:xfrm>
            <a:off x="3291334" y="350810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!!cel26"/>
          <p:cNvSpPr/>
          <p:nvPr/>
        </p:nvSpPr>
        <p:spPr>
          <a:xfrm>
            <a:off x="3524161" y="350810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!!cel27"/>
          <p:cNvSpPr/>
          <p:nvPr/>
        </p:nvSpPr>
        <p:spPr>
          <a:xfrm>
            <a:off x="3756989" y="350810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!!cel28"/>
          <p:cNvSpPr/>
          <p:nvPr/>
        </p:nvSpPr>
        <p:spPr>
          <a:xfrm>
            <a:off x="3989816" y="350810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!!cel29"/>
          <p:cNvSpPr/>
          <p:nvPr/>
        </p:nvSpPr>
        <p:spPr>
          <a:xfrm>
            <a:off x="3291334" y="327651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!!cel30"/>
          <p:cNvSpPr/>
          <p:nvPr/>
        </p:nvSpPr>
        <p:spPr>
          <a:xfrm>
            <a:off x="3524161" y="327651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!!cel31"/>
          <p:cNvSpPr/>
          <p:nvPr/>
        </p:nvSpPr>
        <p:spPr>
          <a:xfrm>
            <a:off x="3756989" y="327651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!!cel32"/>
          <p:cNvSpPr/>
          <p:nvPr/>
        </p:nvSpPr>
        <p:spPr>
          <a:xfrm>
            <a:off x="3989816" y="327651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!!cel33"/>
          <p:cNvSpPr/>
          <p:nvPr/>
        </p:nvSpPr>
        <p:spPr>
          <a:xfrm>
            <a:off x="3291334" y="304493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!!cel34"/>
          <p:cNvSpPr/>
          <p:nvPr/>
        </p:nvSpPr>
        <p:spPr>
          <a:xfrm>
            <a:off x="3524161" y="304493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!!cel35"/>
          <p:cNvSpPr/>
          <p:nvPr/>
        </p:nvSpPr>
        <p:spPr>
          <a:xfrm>
            <a:off x="3756989" y="304493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!!cel36"/>
          <p:cNvSpPr/>
          <p:nvPr/>
        </p:nvSpPr>
        <p:spPr>
          <a:xfrm>
            <a:off x="3989816" y="304493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!!cel37"/>
          <p:cNvSpPr/>
          <p:nvPr/>
        </p:nvSpPr>
        <p:spPr>
          <a:xfrm>
            <a:off x="3058506" y="281335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!!cel38"/>
          <p:cNvSpPr/>
          <p:nvPr/>
        </p:nvSpPr>
        <p:spPr>
          <a:xfrm>
            <a:off x="3291334" y="281335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!!cel39"/>
          <p:cNvSpPr/>
          <p:nvPr/>
        </p:nvSpPr>
        <p:spPr>
          <a:xfrm>
            <a:off x="3524161" y="281335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!!cel40"/>
          <p:cNvSpPr/>
          <p:nvPr/>
        </p:nvSpPr>
        <p:spPr>
          <a:xfrm>
            <a:off x="3756989" y="281335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!!cel41"/>
          <p:cNvSpPr/>
          <p:nvPr/>
        </p:nvSpPr>
        <p:spPr>
          <a:xfrm>
            <a:off x="3989816" y="281335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!!cel42"/>
          <p:cNvSpPr/>
          <p:nvPr/>
        </p:nvSpPr>
        <p:spPr>
          <a:xfrm>
            <a:off x="3058506" y="258177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!!cel43"/>
          <p:cNvSpPr/>
          <p:nvPr/>
        </p:nvSpPr>
        <p:spPr>
          <a:xfrm>
            <a:off x="3291334" y="258177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!!cel44"/>
          <p:cNvSpPr/>
          <p:nvPr/>
        </p:nvSpPr>
        <p:spPr>
          <a:xfrm>
            <a:off x="3524161" y="258177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!!cel45"/>
          <p:cNvSpPr/>
          <p:nvPr/>
        </p:nvSpPr>
        <p:spPr>
          <a:xfrm>
            <a:off x="3756989" y="258177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!!cel46"/>
          <p:cNvSpPr/>
          <p:nvPr/>
        </p:nvSpPr>
        <p:spPr>
          <a:xfrm>
            <a:off x="3989816" y="258177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!!cel47"/>
          <p:cNvSpPr/>
          <p:nvPr/>
        </p:nvSpPr>
        <p:spPr>
          <a:xfrm>
            <a:off x="3058506" y="235018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!!cel48"/>
          <p:cNvSpPr/>
          <p:nvPr/>
        </p:nvSpPr>
        <p:spPr>
          <a:xfrm>
            <a:off x="3291334" y="235018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!!cel49"/>
          <p:cNvSpPr/>
          <p:nvPr/>
        </p:nvSpPr>
        <p:spPr>
          <a:xfrm>
            <a:off x="3524161" y="235018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!!cel50"/>
          <p:cNvSpPr/>
          <p:nvPr/>
        </p:nvSpPr>
        <p:spPr>
          <a:xfrm>
            <a:off x="3756989" y="235018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!!cel51"/>
          <p:cNvSpPr/>
          <p:nvPr/>
        </p:nvSpPr>
        <p:spPr>
          <a:xfrm>
            <a:off x="3989816" y="235018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!!cel52"/>
          <p:cNvSpPr/>
          <p:nvPr/>
        </p:nvSpPr>
        <p:spPr>
          <a:xfrm>
            <a:off x="3058506" y="211860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!!cel53"/>
          <p:cNvSpPr/>
          <p:nvPr/>
        </p:nvSpPr>
        <p:spPr>
          <a:xfrm>
            <a:off x="3291334" y="211860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!!cel54"/>
          <p:cNvSpPr/>
          <p:nvPr/>
        </p:nvSpPr>
        <p:spPr>
          <a:xfrm>
            <a:off x="3524161" y="211860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!!cel55"/>
          <p:cNvSpPr/>
          <p:nvPr/>
        </p:nvSpPr>
        <p:spPr>
          <a:xfrm>
            <a:off x="3756989" y="211860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!!cel56"/>
          <p:cNvSpPr/>
          <p:nvPr/>
        </p:nvSpPr>
        <p:spPr>
          <a:xfrm>
            <a:off x="3989816" y="211860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!!cel57"/>
          <p:cNvSpPr/>
          <p:nvPr/>
        </p:nvSpPr>
        <p:spPr>
          <a:xfrm>
            <a:off x="3058506" y="188702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!!cel58"/>
          <p:cNvSpPr/>
          <p:nvPr/>
        </p:nvSpPr>
        <p:spPr>
          <a:xfrm>
            <a:off x="3291334" y="188702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!!cel59"/>
          <p:cNvSpPr/>
          <p:nvPr/>
        </p:nvSpPr>
        <p:spPr>
          <a:xfrm>
            <a:off x="3524161" y="188702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!!cel60"/>
          <p:cNvSpPr/>
          <p:nvPr/>
        </p:nvSpPr>
        <p:spPr>
          <a:xfrm>
            <a:off x="3756989" y="188702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!!cel61"/>
          <p:cNvSpPr/>
          <p:nvPr/>
        </p:nvSpPr>
        <p:spPr>
          <a:xfrm>
            <a:off x="3989816" y="188702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!!cel62"/>
          <p:cNvSpPr/>
          <p:nvPr/>
        </p:nvSpPr>
        <p:spPr>
          <a:xfrm>
            <a:off x="3058506" y="165544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!!cel63"/>
          <p:cNvSpPr/>
          <p:nvPr/>
        </p:nvSpPr>
        <p:spPr>
          <a:xfrm>
            <a:off x="3291334" y="165544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!!cel64"/>
          <p:cNvSpPr/>
          <p:nvPr/>
        </p:nvSpPr>
        <p:spPr>
          <a:xfrm>
            <a:off x="3524161" y="165544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!!cel65"/>
          <p:cNvSpPr/>
          <p:nvPr/>
        </p:nvSpPr>
        <p:spPr>
          <a:xfrm>
            <a:off x="3756989" y="165544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!!cel66"/>
          <p:cNvSpPr/>
          <p:nvPr/>
        </p:nvSpPr>
        <p:spPr>
          <a:xfrm>
            <a:off x="3058506" y="142385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!!cel67"/>
          <p:cNvSpPr/>
          <p:nvPr/>
        </p:nvSpPr>
        <p:spPr>
          <a:xfrm>
            <a:off x="3291334" y="142385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!!cel68"/>
          <p:cNvSpPr/>
          <p:nvPr/>
        </p:nvSpPr>
        <p:spPr>
          <a:xfrm>
            <a:off x="3524161" y="142385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Zo meten we hoe hard zijn voet duwt.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400">
        <p159:morph option="byObject"/>
      </p:transition>
    </mc:Choice>
    <mc:Fallback>
      <p:transition xmlns:p14="http://schemas.microsoft.com/office/powerpoint/2010/main" spd="slow" p14:dur="900" advClick="0" advTm="34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761980" y="5587860"/>
            <a:ext cx="10667733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erk0"/>
          <p:cNvSpPr/>
          <p:nvPr/>
        </p:nvSpPr>
        <p:spPr>
          <a:xfrm>
            <a:off x="736581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erklabel0"/>
          <p:cNvSpPr txBox="1"/>
          <p:nvPr/>
        </p:nvSpPr>
        <p:spPr>
          <a:xfrm>
            <a:off x="317492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0 m</a:t>
            </a:r>
          </a:p>
        </p:txBody>
      </p:sp>
      <p:sp>
        <p:nvSpPr>
          <p:cNvPr id="6" name="!!merk1"/>
          <p:cNvSpPr/>
          <p:nvPr/>
        </p:nvSpPr>
        <p:spPr>
          <a:xfrm>
            <a:off x="11404314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erklabel1"/>
          <p:cNvSpPr txBox="1"/>
          <p:nvPr/>
        </p:nvSpPr>
        <p:spPr>
          <a:xfrm>
            <a:off x="10985225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10 m</a:t>
            </a:r>
          </a:p>
        </p:txBody>
      </p:sp>
      <p:sp>
        <p:nvSpPr>
          <p:cNvPr id="8" name="!!f_schaduw"/>
          <p:cNvSpPr/>
          <p:nvPr/>
        </p:nvSpPr>
        <p:spPr>
          <a:xfrm>
            <a:off x="1730966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armassa"/>
          <p:cNvSpPr/>
          <p:nvPr/>
        </p:nvSpPr>
        <p:spPr>
          <a:xfrm>
            <a:off x="1814784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armL"/>
          <p:cNvSpPr/>
          <p:nvPr/>
        </p:nvSpPr>
        <p:spPr>
          <a:xfrm rot="720000">
            <a:off x="1668103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handL"/>
          <p:cNvSpPr/>
          <p:nvPr/>
        </p:nvSpPr>
        <p:spPr>
          <a:xfrm>
            <a:off x="1575263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armR"/>
          <p:cNvSpPr/>
          <p:nvPr/>
        </p:nvSpPr>
        <p:spPr>
          <a:xfrm rot="20880000">
            <a:off x="2778690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handR"/>
          <p:cNvSpPr/>
          <p:nvPr/>
        </p:nvSpPr>
        <p:spPr>
          <a:xfrm>
            <a:off x="2829621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beenL"/>
          <p:cNvSpPr/>
          <p:nvPr/>
        </p:nvSpPr>
        <p:spPr>
          <a:xfrm rot="20640000">
            <a:off x="1982420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schoenL"/>
          <p:cNvSpPr/>
          <p:nvPr/>
        </p:nvSpPr>
        <p:spPr>
          <a:xfrm rot="20640000">
            <a:off x="2007268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zoolL"/>
          <p:cNvSpPr/>
          <p:nvPr/>
        </p:nvSpPr>
        <p:spPr>
          <a:xfrm rot="20640000">
            <a:off x="2007268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beenR"/>
          <p:cNvSpPr/>
          <p:nvPr/>
        </p:nvSpPr>
        <p:spPr>
          <a:xfrm rot="960000">
            <a:off x="2401509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schoenR"/>
          <p:cNvSpPr/>
          <p:nvPr/>
        </p:nvSpPr>
        <p:spPr>
          <a:xfrm rot="960000">
            <a:off x="2229980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zoolR"/>
          <p:cNvSpPr/>
          <p:nvPr/>
        </p:nvSpPr>
        <p:spPr>
          <a:xfrm rot="960000">
            <a:off x="2229980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romp"/>
          <p:cNvSpPr/>
          <p:nvPr/>
        </p:nvSpPr>
        <p:spPr>
          <a:xfrm>
            <a:off x="1835739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kraag"/>
          <p:cNvSpPr/>
          <p:nvPr/>
        </p:nvSpPr>
        <p:spPr>
          <a:xfrm>
            <a:off x="2129101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rand"/>
          <p:cNvSpPr/>
          <p:nvPr/>
        </p:nvSpPr>
        <p:spPr>
          <a:xfrm>
            <a:off x="2296737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nek"/>
          <p:cNvSpPr/>
          <p:nvPr/>
        </p:nvSpPr>
        <p:spPr>
          <a:xfrm>
            <a:off x="2171010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hoofd"/>
          <p:cNvSpPr/>
          <p:nvPr/>
        </p:nvSpPr>
        <p:spPr>
          <a:xfrm>
            <a:off x="1835739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oorL"/>
          <p:cNvSpPr/>
          <p:nvPr/>
        </p:nvSpPr>
        <p:spPr>
          <a:xfrm>
            <a:off x="1751921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oorR"/>
          <p:cNvSpPr/>
          <p:nvPr/>
        </p:nvSpPr>
        <p:spPr>
          <a:xfrm>
            <a:off x="2757736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pony"/>
          <p:cNvSpPr/>
          <p:nvPr/>
        </p:nvSpPr>
        <p:spPr>
          <a:xfrm>
            <a:off x="1856693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L"/>
          <p:cNvSpPr/>
          <p:nvPr/>
        </p:nvSpPr>
        <p:spPr>
          <a:xfrm>
            <a:off x="2024329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L"/>
          <p:cNvSpPr/>
          <p:nvPr/>
        </p:nvSpPr>
        <p:spPr>
          <a:xfrm>
            <a:off x="2074620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L"/>
          <p:cNvSpPr/>
          <p:nvPr/>
        </p:nvSpPr>
        <p:spPr>
          <a:xfrm>
            <a:off x="2099765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L"/>
          <p:cNvSpPr/>
          <p:nvPr/>
        </p:nvSpPr>
        <p:spPr>
          <a:xfrm>
            <a:off x="2013852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oogwitR"/>
          <p:cNvSpPr/>
          <p:nvPr/>
        </p:nvSpPr>
        <p:spPr>
          <a:xfrm>
            <a:off x="2422464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pupilR"/>
          <p:cNvSpPr/>
          <p:nvPr/>
        </p:nvSpPr>
        <p:spPr>
          <a:xfrm>
            <a:off x="2472755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glansR"/>
          <p:cNvSpPr/>
          <p:nvPr/>
        </p:nvSpPr>
        <p:spPr>
          <a:xfrm>
            <a:off x="2497900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wenkR"/>
          <p:cNvSpPr/>
          <p:nvPr/>
        </p:nvSpPr>
        <p:spPr>
          <a:xfrm>
            <a:off x="2411987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neus"/>
          <p:cNvSpPr/>
          <p:nvPr/>
        </p:nvSpPr>
        <p:spPr>
          <a:xfrm>
            <a:off x="2244351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losL"/>
          <p:cNvSpPr/>
          <p:nvPr/>
        </p:nvSpPr>
        <p:spPr>
          <a:xfrm>
            <a:off x="1877648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blosR"/>
          <p:cNvSpPr/>
          <p:nvPr/>
        </p:nvSpPr>
        <p:spPr>
          <a:xfrm>
            <a:off x="2590100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brilL"/>
          <p:cNvSpPr/>
          <p:nvPr/>
        </p:nvSpPr>
        <p:spPr>
          <a:xfrm>
            <a:off x="196146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rilR"/>
          <p:cNvSpPr/>
          <p:nvPr/>
        </p:nvSpPr>
        <p:spPr>
          <a:xfrm>
            <a:off x="2359601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brug"/>
          <p:cNvSpPr/>
          <p:nvPr/>
        </p:nvSpPr>
        <p:spPr>
          <a:xfrm>
            <a:off x="2275783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snor"/>
          <p:cNvSpPr/>
          <p:nvPr/>
        </p:nvSpPr>
        <p:spPr>
          <a:xfrm>
            <a:off x="2129101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mond"/>
          <p:cNvSpPr/>
          <p:nvPr/>
        </p:nvSpPr>
        <p:spPr>
          <a:xfrm>
            <a:off x="2202442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tand"/>
          <p:cNvSpPr/>
          <p:nvPr/>
        </p:nvSpPr>
        <p:spPr>
          <a:xfrm>
            <a:off x="2244351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monddek"/>
          <p:cNvSpPr/>
          <p:nvPr/>
        </p:nvSpPr>
        <p:spPr>
          <a:xfrm>
            <a:off x="2181487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abel"/>
          <p:cNvSpPr/>
          <p:nvPr/>
        </p:nvSpPr>
        <p:spPr>
          <a:xfrm>
            <a:off x="2778690" y="4917317"/>
            <a:ext cx="19049" cy="628634"/>
          </a:xfrm>
          <a:prstGeom prst="rect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astje"/>
          <p:cNvSpPr/>
          <p:nvPr/>
        </p:nvSpPr>
        <p:spPr>
          <a:xfrm>
            <a:off x="2569145" y="4540136"/>
            <a:ext cx="544816" cy="419089"/>
          </a:xfrm>
          <a:prstGeom prst="roundRect">
            <a:avLst>
              <a:gd name="adj" fmla="val 30000"/>
            </a:avLst>
          </a:prstGeom>
          <a:solidFill>
            <a:srgbClr val="113A57"/>
          </a:solidFill>
          <a:ln w="2540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mpje"/>
          <p:cNvSpPr/>
          <p:nvPr/>
        </p:nvSpPr>
        <p:spPr>
          <a:xfrm>
            <a:off x="2757736" y="4665863"/>
            <a:ext cx="167635" cy="167635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tap0000"/>
          <p:cNvSpPr/>
          <p:nvPr/>
        </p:nvSpPr>
        <p:spPr>
          <a:xfrm>
            <a:off x="1658611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tap0001"/>
          <p:cNvSpPr/>
          <p:nvPr/>
        </p:nvSpPr>
        <p:spPr>
          <a:xfrm>
            <a:off x="1646601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tap0002"/>
          <p:cNvSpPr/>
          <p:nvPr/>
        </p:nvSpPr>
        <p:spPr>
          <a:xfrm>
            <a:off x="1641482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tap0003"/>
          <p:cNvSpPr/>
          <p:nvPr/>
        </p:nvSpPr>
        <p:spPr>
          <a:xfrm>
            <a:off x="1640087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tap0004"/>
          <p:cNvSpPr/>
          <p:nvPr/>
        </p:nvSpPr>
        <p:spPr>
          <a:xfrm>
            <a:off x="1640180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tap0005"/>
          <p:cNvSpPr/>
          <p:nvPr/>
        </p:nvSpPr>
        <p:spPr>
          <a:xfrm>
            <a:off x="1641265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tap0006"/>
          <p:cNvSpPr/>
          <p:nvPr/>
        </p:nvSpPr>
        <p:spPr>
          <a:xfrm>
            <a:off x="1643338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tap0007"/>
          <p:cNvSpPr/>
          <p:nvPr/>
        </p:nvSpPr>
        <p:spPr>
          <a:xfrm>
            <a:off x="1648223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tap0008"/>
          <p:cNvSpPr/>
          <p:nvPr/>
        </p:nvSpPr>
        <p:spPr>
          <a:xfrm>
            <a:off x="1653107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tap0009"/>
          <p:cNvSpPr/>
          <p:nvPr/>
        </p:nvSpPr>
        <p:spPr>
          <a:xfrm>
            <a:off x="1657992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tap0010"/>
          <p:cNvSpPr/>
          <p:nvPr/>
        </p:nvSpPr>
        <p:spPr>
          <a:xfrm>
            <a:off x="1662266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tap0011"/>
          <p:cNvSpPr/>
          <p:nvPr/>
        </p:nvSpPr>
        <p:spPr>
          <a:xfrm>
            <a:off x="1661045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tap0012"/>
          <p:cNvSpPr/>
          <p:nvPr/>
        </p:nvSpPr>
        <p:spPr>
          <a:xfrm>
            <a:off x="1659708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tap0013"/>
          <p:cNvSpPr/>
          <p:nvPr/>
        </p:nvSpPr>
        <p:spPr>
          <a:xfrm>
            <a:off x="1652731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tap0014"/>
          <p:cNvSpPr/>
          <p:nvPr/>
        </p:nvSpPr>
        <p:spPr>
          <a:xfrm>
            <a:off x="1645195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tap0015"/>
          <p:cNvSpPr/>
          <p:nvPr/>
        </p:nvSpPr>
        <p:spPr>
          <a:xfrm>
            <a:off x="1635426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tap0016"/>
          <p:cNvSpPr/>
          <p:nvPr/>
        </p:nvSpPr>
        <p:spPr>
          <a:xfrm>
            <a:off x="1626717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tap0017"/>
          <p:cNvSpPr/>
          <p:nvPr/>
        </p:nvSpPr>
        <p:spPr>
          <a:xfrm>
            <a:off x="1619739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tap0018"/>
          <p:cNvSpPr/>
          <p:nvPr/>
        </p:nvSpPr>
        <p:spPr>
          <a:xfrm>
            <a:off x="1614846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tap0019"/>
          <p:cNvSpPr/>
          <p:nvPr/>
        </p:nvSpPr>
        <p:spPr>
          <a:xfrm>
            <a:off x="1611589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tap0020"/>
          <p:cNvSpPr/>
          <p:nvPr/>
        </p:nvSpPr>
        <p:spPr>
          <a:xfrm>
            <a:off x="1611589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tap0021"/>
          <p:cNvSpPr/>
          <p:nvPr/>
        </p:nvSpPr>
        <p:spPr>
          <a:xfrm>
            <a:off x="1612449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tap0022"/>
          <p:cNvSpPr/>
          <p:nvPr/>
        </p:nvSpPr>
        <p:spPr>
          <a:xfrm>
            <a:off x="1614471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tap0023"/>
          <p:cNvSpPr/>
          <p:nvPr/>
        </p:nvSpPr>
        <p:spPr>
          <a:xfrm>
            <a:off x="1616913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tap0024"/>
          <p:cNvSpPr/>
          <p:nvPr/>
        </p:nvSpPr>
        <p:spPr>
          <a:xfrm>
            <a:off x="1619404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tap0025"/>
          <p:cNvSpPr/>
          <p:nvPr/>
        </p:nvSpPr>
        <p:spPr>
          <a:xfrm>
            <a:off x="1623572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tap0_haard"/>
          <p:cNvSpPr/>
          <p:nvPr/>
        </p:nvSpPr>
        <p:spPr>
          <a:xfrm>
            <a:off x="1656038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77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600">
        <p159:morph option="byObject"/>
      </p:transition>
    </mc:Choice>
    <mc:Fallback>
      <p:transition xmlns:p14="http://schemas.microsoft.com/office/powerpoint/2010/main" spd="slow" p14:dur="900" advClick="0" advTm="26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761980" y="5587860"/>
            <a:ext cx="10667733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erk0"/>
          <p:cNvSpPr/>
          <p:nvPr/>
        </p:nvSpPr>
        <p:spPr>
          <a:xfrm>
            <a:off x="736581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erklabel0"/>
          <p:cNvSpPr txBox="1"/>
          <p:nvPr/>
        </p:nvSpPr>
        <p:spPr>
          <a:xfrm>
            <a:off x="317492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0 m</a:t>
            </a:r>
          </a:p>
        </p:txBody>
      </p:sp>
      <p:sp>
        <p:nvSpPr>
          <p:cNvPr id="6" name="!!merk1"/>
          <p:cNvSpPr/>
          <p:nvPr/>
        </p:nvSpPr>
        <p:spPr>
          <a:xfrm>
            <a:off x="11404314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erklabel1"/>
          <p:cNvSpPr txBox="1"/>
          <p:nvPr/>
        </p:nvSpPr>
        <p:spPr>
          <a:xfrm>
            <a:off x="10985225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10 m</a:t>
            </a:r>
          </a:p>
        </p:txBody>
      </p:sp>
      <p:sp>
        <p:nvSpPr>
          <p:cNvPr id="8" name="!!f_schaduw"/>
          <p:cNvSpPr/>
          <p:nvPr/>
        </p:nvSpPr>
        <p:spPr>
          <a:xfrm>
            <a:off x="5286877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armassa"/>
          <p:cNvSpPr/>
          <p:nvPr/>
        </p:nvSpPr>
        <p:spPr>
          <a:xfrm>
            <a:off x="5370695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armL"/>
          <p:cNvSpPr/>
          <p:nvPr/>
        </p:nvSpPr>
        <p:spPr>
          <a:xfrm rot="20880000">
            <a:off x="522401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handL"/>
          <p:cNvSpPr/>
          <p:nvPr/>
        </p:nvSpPr>
        <p:spPr>
          <a:xfrm>
            <a:off x="5274945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armR"/>
          <p:cNvSpPr/>
          <p:nvPr/>
        </p:nvSpPr>
        <p:spPr>
          <a:xfrm rot="720000">
            <a:off x="6334601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handR"/>
          <p:cNvSpPr/>
          <p:nvPr/>
        </p:nvSpPr>
        <p:spPr>
          <a:xfrm>
            <a:off x="6241761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beenL"/>
          <p:cNvSpPr/>
          <p:nvPr/>
        </p:nvSpPr>
        <p:spPr>
          <a:xfrm rot="900000">
            <a:off x="5538331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schoenL"/>
          <p:cNvSpPr/>
          <p:nvPr/>
        </p:nvSpPr>
        <p:spPr>
          <a:xfrm rot="900000">
            <a:off x="5372792" y="53242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zoolL"/>
          <p:cNvSpPr/>
          <p:nvPr/>
        </p:nvSpPr>
        <p:spPr>
          <a:xfrm rot="900000">
            <a:off x="5372792" y="54919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beenR"/>
          <p:cNvSpPr/>
          <p:nvPr/>
        </p:nvSpPr>
        <p:spPr>
          <a:xfrm rot="20700000">
            <a:off x="5957421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schoenR"/>
          <p:cNvSpPr/>
          <p:nvPr/>
        </p:nvSpPr>
        <p:spPr>
          <a:xfrm rot="20700000">
            <a:off x="5976278" y="53242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zoolR"/>
          <p:cNvSpPr/>
          <p:nvPr/>
        </p:nvSpPr>
        <p:spPr>
          <a:xfrm rot="20700000">
            <a:off x="5976278" y="54919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romp"/>
          <p:cNvSpPr/>
          <p:nvPr/>
        </p:nvSpPr>
        <p:spPr>
          <a:xfrm>
            <a:off x="5391650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kraag"/>
          <p:cNvSpPr/>
          <p:nvPr/>
        </p:nvSpPr>
        <p:spPr>
          <a:xfrm>
            <a:off x="5685012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rand"/>
          <p:cNvSpPr/>
          <p:nvPr/>
        </p:nvSpPr>
        <p:spPr>
          <a:xfrm>
            <a:off x="5852648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nek"/>
          <p:cNvSpPr/>
          <p:nvPr/>
        </p:nvSpPr>
        <p:spPr>
          <a:xfrm>
            <a:off x="5726921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hoofd"/>
          <p:cNvSpPr/>
          <p:nvPr/>
        </p:nvSpPr>
        <p:spPr>
          <a:xfrm>
            <a:off x="5391650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oorL"/>
          <p:cNvSpPr/>
          <p:nvPr/>
        </p:nvSpPr>
        <p:spPr>
          <a:xfrm>
            <a:off x="5307832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oorR"/>
          <p:cNvSpPr/>
          <p:nvPr/>
        </p:nvSpPr>
        <p:spPr>
          <a:xfrm>
            <a:off x="6313647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pony"/>
          <p:cNvSpPr/>
          <p:nvPr/>
        </p:nvSpPr>
        <p:spPr>
          <a:xfrm>
            <a:off x="5412604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L"/>
          <p:cNvSpPr/>
          <p:nvPr/>
        </p:nvSpPr>
        <p:spPr>
          <a:xfrm>
            <a:off x="5580240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L"/>
          <p:cNvSpPr/>
          <p:nvPr/>
        </p:nvSpPr>
        <p:spPr>
          <a:xfrm>
            <a:off x="5630531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L"/>
          <p:cNvSpPr/>
          <p:nvPr/>
        </p:nvSpPr>
        <p:spPr>
          <a:xfrm>
            <a:off x="5655676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L"/>
          <p:cNvSpPr/>
          <p:nvPr/>
        </p:nvSpPr>
        <p:spPr>
          <a:xfrm>
            <a:off x="5569763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oogwitR"/>
          <p:cNvSpPr/>
          <p:nvPr/>
        </p:nvSpPr>
        <p:spPr>
          <a:xfrm>
            <a:off x="5978375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pupilR"/>
          <p:cNvSpPr/>
          <p:nvPr/>
        </p:nvSpPr>
        <p:spPr>
          <a:xfrm>
            <a:off x="6028666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glansR"/>
          <p:cNvSpPr/>
          <p:nvPr/>
        </p:nvSpPr>
        <p:spPr>
          <a:xfrm>
            <a:off x="6053811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wenkR"/>
          <p:cNvSpPr/>
          <p:nvPr/>
        </p:nvSpPr>
        <p:spPr>
          <a:xfrm>
            <a:off x="5967898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neus"/>
          <p:cNvSpPr/>
          <p:nvPr/>
        </p:nvSpPr>
        <p:spPr>
          <a:xfrm>
            <a:off x="5800262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losL"/>
          <p:cNvSpPr/>
          <p:nvPr/>
        </p:nvSpPr>
        <p:spPr>
          <a:xfrm>
            <a:off x="5433559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blosR"/>
          <p:cNvSpPr/>
          <p:nvPr/>
        </p:nvSpPr>
        <p:spPr>
          <a:xfrm>
            <a:off x="6146011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brilL"/>
          <p:cNvSpPr/>
          <p:nvPr/>
        </p:nvSpPr>
        <p:spPr>
          <a:xfrm>
            <a:off x="5517377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rilR"/>
          <p:cNvSpPr/>
          <p:nvPr/>
        </p:nvSpPr>
        <p:spPr>
          <a:xfrm>
            <a:off x="5915512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brug"/>
          <p:cNvSpPr/>
          <p:nvPr/>
        </p:nvSpPr>
        <p:spPr>
          <a:xfrm>
            <a:off x="5831694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snor"/>
          <p:cNvSpPr/>
          <p:nvPr/>
        </p:nvSpPr>
        <p:spPr>
          <a:xfrm>
            <a:off x="5685012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mond"/>
          <p:cNvSpPr/>
          <p:nvPr/>
        </p:nvSpPr>
        <p:spPr>
          <a:xfrm>
            <a:off x="5758353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tand"/>
          <p:cNvSpPr/>
          <p:nvPr/>
        </p:nvSpPr>
        <p:spPr>
          <a:xfrm>
            <a:off x="5800262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monddek"/>
          <p:cNvSpPr/>
          <p:nvPr/>
        </p:nvSpPr>
        <p:spPr>
          <a:xfrm>
            <a:off x="5737399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abel"/>
          <p:cNvSpPr/>
          <p:nvPr/>
        </p:nvSpPr>
        <p:spPr>
          <a:xfrm>
            <a:off x="6334601" y="4917317"/>
            <a:ext cx="19049" cy="628634"/>
          </a:xfrm>
          <a:prstGeom prst="rect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astje"/>
          <p:cNvSpPr/>
          <p:nvPr/>
        </p:nvSpPr>
        <p:spPr>
          <a:xfrm>
            <a:off x="6125056" y="4540136"/>
            <a:ext cx="544816" cy="419089"/>
          </a:xfrm>
          <a:prstGeom prst="roundRect">
            <a:avLst>
              <a:gd name="adj" fmla="val 30000"/>
            </a:avLst>
          </a:prstGeom>
          <a:solidFill>
            <a:srgbClr val="113A57"/>
          </a:solidFill>
          <a:ln w="2540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mpje"/>
          <p:cNvSpPr/>
          <p:nvPr/>
        </p:nvSpPr>
        <p:spPr>
          <a:xfrm>
            <a:off x="6313647" y="4665863"/>
            <a:ext cx="167635" cy="167635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tap0000"/>
          <p:cNvSpPr/>
          <p:nvPr/>
        </p:nvSpPr>
        <p:spPr>
          <a:xfrm>
            <a:off x="1658611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tap0001"/>
          <p:cNvSpPr/>
          <p:nvPr/>
        </p:nvSpPr>
        <p:spPr>
          <a:xfrm>
            <a:off x="1646601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tap0002"/>
          <p:cNvSpPr/>
          <p:nvPr/>
        </p:nvSpPr>
        <p:spPr>
          <a:xfrm>
            <a:off x="1641482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tap0003"/>
          <p:cNvSpPr/>
          <p:nvPr/>
        </p:nvSpPr>
        <p:spPr>
          <a:xfrm>
            <a:off x="1640087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tap0004"/>
          <p:cNvSpPr/>
          <p:nvPr/>
        </p:nvSpPr>
        <p:spPr>
          <a:xfrm>
            <a:off x="1640180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tap0005"/>
          <p:cNvSpPr/>
          <p:nvPr/>
        </p:nvSpPr>
        <p:spPr>
          <a:xfrm>
            <a:off x="1641265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tap0006"/>
          <p:cNvSpPr/>
          <p:nvPr/>
        </p:nvSpPr>
        <p:spPr>
          <a:xfrm>
            <a:off x="1643338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tap0007"/>
          <p:cNvSpPr/>
          <p:nvPr/>
        </p:nvSpPr>
        <p:spPr>
          <a:xfrm>
            <a:off x="1648223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tap0008"/>
          <p:cNvSpPr/>
          <p:nvPr/>
        </p:nvSpPr>
        <p:spPr>
          <a:xfrm>
            <a:off x="1653107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tap0009"/>
          <p:cNvSpPr/>
          <p:nvPr/>
        </p:nvSpPr>
        <p:spPr>
          <a:xfrm>
            <a:off x="1657992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tap0010"/>
          <p:cNvSpPr/>
          <p:nvPr/>
        </p:nvSpPr>
        <p:spPr>
          <a:xfrm>
            <a:off x="1662266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tap0011"/>
          <p:cNvSpPr/>
          <p:nvPr/>
        </p:nvSpPr>
        <p:spPr>
          <a:xfrm>
            <a:off x="1661045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tap0012"/>
          <p:cNvSpPr/>
          <p:nvPr/>
        </p:nvSpPr>
        <p:spPr>
          <a:xfrm>
            <a:off x="1659708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tap0013"/>
          <p:cNvSpPr/>
          <p:nvPr/>
        </p:nvSpPr>
        <p:spPr>
          <a:xfrm>
            <a:off x="1652731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tap0014"/>
          <p:cNvSpPr/>
          <p:nvPr/>
        </p:nvSpPr>
        <p:spPr>
          <a:xfrm>
            <a:off x="1645195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tap0015"/>
          <p:cNvSpPr/>
          <p:nvPr/>
        </p:nvSpPr>
        <p:spPr>
          <a:xfrm>
            <a:off x="1635426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tap0016"/>
          <p:cNvSpPr/>
          <p:nvPr/>
        </p:nvSpPr>
        <p:spPr>
          <a:xfrm>
            <a:off x="1626717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tap0017"/>
          <p:cNvSpPr/>
          <p:nvPr/>
        </p:nvSpPr>
        <p:spPr>
          <a:xfrm>
            <a:off x="1619739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tap0018"/>
          <p:cNvSpPr/>
          <p:nvPr/>
        </p:nvSpPr>
        <p:spPr>
          <a:xfrm>
            <a:off x="1614846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tap0019"/>
          <p:cNvSpPr/>
          <p:nvPr/>
        </p:nvSpPr>
        <p:spPr>
          <a:xfrm>
            <a:off x="1611589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tap0020"/>
          <p:cNvSpPr/>
          <p:nvPr/>
        </p:nvSpPr>
        <p:spPr>
          <a:xfrm>
            <a:off x="1611589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tap0021"/>
          <p:cNvSpPr/>
          <p:nvPr/>
        </p:nvSpPr>
        <p:spPr>
          <a:xfrm>
            <a:off x="1612449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tap0022"/>
          <p:cNvSpPr/>
          <p:nvPr/>
        </p:nvSpPr>
        <p:spPr>
          <a:xfrm>
            <a:off x="1614471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tap0023"/>
          <p:cNvSpPr/>
          <p:nvPr/>
        </p:nvSpPr>
        <p:spPr>
          <a:xfrm>
            <a:off x="1616913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tap0024"/>
          <p:cNvSpPr/>
          <p:nvPr/>
        </p:nvSpPr>
        <p:spPr>
          <a:xfrm>
            <a:off x="1619404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tap0025"/>
          <p:cNvSpPr/>
          <p:nvPr/>
        </p:nvSpPr>
        <p:spPr>
          <a:xfrm>
            <a:off x="1623572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tap0_haard"/>
          <p:cNvSpPr/>
          <p:nvPr/>
        </p:nvSpPr>
        <p:spPr>
          <a:xfrm>
            <a:off x="1656038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tap1000"/>
          <p:cNvSpPr/>
          <p:nvPr/>
        </p:nvSpPr>
        <p:spPr>
          <a:xfrm>
            <a:off x="3436566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tap1001"/>
          <p:cNvSpPr/>
          <p:nvPr/>
        </p:nvSpPr>
        <p:spPr>
          <a:xfrm>
            <a:off x="3424557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tap1002"/>
          <p:cNvSpPr/>
          <p:nvPr/>
        </p:nvSpPr>
        <p:spPr>
          <a:xfrm>
            <a:off x="3419438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tap1003"/>
          <p:cNvSpPr/>
          <p:nvPr/>
        </p:nvSpPr>
        <p:spPr>
          <a:xfrm>
            <a:off x="3418042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tap1004"/>
          <p:cNvSpPr/>
          <p:nvPr/>
        </p:nvSpPr>
        <p:spPr>
          <a:xfrm>
            <a:off x="3418135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tap1005"/>
          <p:cNvSpPr/>
          <p:nvPr/>
        </p:nvSpPr>
        <p:spPr>
          <a:xfrm>
            <a:off x="3419221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tap1006"/>
          <p:cNvSpPr/>
          <p:nvPr/>
        </p:nvSpPr>
        <p:spPr>
          <a:xfrm>
            <a:off x="3421294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tap1007"/>
          <p:cNvSpPr/>
          <p:nvPr/>
        </p:nvSpPr>
        <p:spPr>
          <a:xfrm>
            <a:off x="3426178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tap1008"/>
          <p:cNvSpPr/>
          <p:nvPr/>
        </p:nvSpPr>
        <p:spPr>
          <a:xfrm>
            <a:off x="3431063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tap1009"/>
          <p:cNvSpPr/>
          <p:nvPr/>
        </p:nvSpPr>
        <p:spPr>
          <a:xfrm>
            <a:off x="3435947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tap1010"/>
          <p:cNvSpPr/>
          <p:nvPr/>
        </p:nvSpPr>
        <p:spPr>
          <a:xfrm>
            <a:off x="3440221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tap1011"/>
          <p:cNvSpPr/>
          <p:nvPr/>
        </p:nvSpPr>
        <p:spPr>
          <a:xfrm>
            <a:off x="3439000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tap1012"/>
          <p:cNvSpPr/>
          <p:nvPr/>
        </p:nvSpPr>
        <p:spPr>
          <a:xfrm>
            <a:off x="3437664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tap1013"/>
          <p:cNvSpPr/>
          <p:nvPr/>
        </p:nvSpPr>
        <p:spPr>
          <a:xfrm>
            <a:off x="3430686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tap1014"/>
          <p:cNvSpPr/>
          <p:nvPr/>
        </p:nvSpPr>
        <p:spPr>
          <a:xfrm>
            <a:off x="3423150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tap1015"/>
          <p:cNvSpPr/>
          <p:nvPr/>
        </p:nvSpPr>
        <p:spPr>
          <a:xfrm>
            <a:off x="3413381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tap1016"/>
          <p:cNvSpPr/>
          <p:nvPr/>
        </p:nvSpPr>
        <p:spPr>
          <a:xfrm>
            <a:off x="3404673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tap1017"/>
          <p:cNvSpPr/>
          <p:nvPr/>
        </p:nvSpPr>
        <p:spPr>
          <a:xfrm>
            <a:off x="3397695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tap1018"/>
          <p:cNvSpPr/>
          <p:nvPr/>
        </p:nvSpPr>
        <p:spPr>
          <a:xfrm>
            <a:off x="3392801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tap1019"/>
          <p:cNvSpPr/>
          <p:nvPr/>
        </p:nvSpPr>
        <p:spPr>
          <a:xfrm>
            <a:off x="3389545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tap1020"/>
          <p:cNvSpPr/>
          <p:nvPr/>
        </p:nvSpPr>
        <p:spPr>
          <a:xfrm>
            <a:off x="3389545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tap1021"/>
          <p:cNvSpPr/>
          <p:nvPr/>
        </p:nvSpPr>
        <p:spPr>
          <a:xfrm>
            <a:off x="3390404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tap1022"/>
          <p:cNvSpPr/>
          <p:nvPr/>
        </p:nvSpPr>
        <p:spPr>
          <a:xfrm>
            <a:off x="3392427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tap1023"/>
          <p:cNvSpPr/>
          <p:nvPr/>
        </p:nvSpPr>
        <p:spPr>
          <a:xfrm>
            <a:off x="3394869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tap1024"/>
          <p:cNvSpPr/>
          <p:nvPr/>
        </p:nvSpPr>
        <p:spPr>
          <a:xfrm>
            <a:off x="3397360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tap1025"/>
          <p:cNvSpPr/>
          <p:nvPr/>
        </p:nvSpPr>
        <p:spPr>
          <a:xfrm>
            <a:off x="3401528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tap1_haard"/>
          <p:cNvSpPr/>
          <p:nvPr/>
        </p:nvSpPr>
        <p:spPr>
          <a:xfrm>
            <a:off x="3433994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stap2000"/>
          <p:cNvSpPr/>
          <p:nvPr/>
        </p:nvSpPr>
        <p:spPr>
          <a:xfrm>
            <a:off x="5214522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stap2001"/>
          <p:cNvSpPr/>
          <p:nvPr/>
        </p:nvSpPr>
        <p:spPr>
          <a:xfrm>
            <a:off x="5202512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stap2002"/>
          <p:cNvSpPr/>
          <p:nvPr/>
        </p:nvSpPr>
        <p:spPr>
          <a:xfrm>
            <a:off x="5197393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stap2003"/>
          <p:cNvSpPr/>
          <p:nvPr/>
        </p:nvSpPr>
        <p:spPr>
          <a:xfrm>
            <a:off x="5195998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stap2004"/>
          <p:cNvSpPr/>
          <p:nvPr/>
        </p:nvSpPr>
        <p:spPr>
          <a:xfrm>
            <a:off x="5196091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stap2005"/>
          <p:cNvSpPr/>
          <p:nvPr/>
        </p:nvSpPr>
        <p:spPr>
          <a:xfrm>
            <a:off x="5197176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stap2006"/>
          <p:cNvSpPr/>
          <p:nvPr/>
        </p:nvSpPr>
        <p:spPr>
          <a:xfrm>
            <a:off x="5199250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stap2007"/>
          <p:cNvSpPr/>
          <p:nvPr/>
        </p:nvSpPr>
        <p:spPr>
          <a:xfrm>
            <a:off x="5204134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stap2008"/>
          <p:cNvSpPr/>
          <p:nvPr/>
        </p:nvSpPr>
        <p:spPr>
          <a:xfrm>
            <a:off x="5209019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stap2009"/>
          <p:cNvSpPr/>
          <p:nvPr/>
        </p:nvSpPr>
        <p:spPr>
          <a:xfrm>
            <a:off x="5213903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stap2010"/>
          <p:cNvSpPr/>
          <p:nvPr/>
        </p:nvSpPr>
        <p:spPr>
          <a:xfrm>
            <a:off x="5218177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stap2011"/>
          <p:cNvSpPr/>
          <p:nvPr/>
        </p:nvSpPr>
        <p:spPr>
          <a:xfrm>
            <a:off x="5216956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stap2012"/>
          <p:cNvSpPr/>
          <p:nvPr/>
        </p:nvSpPr>
        <p:spPr>
          <a:xfrm>
            <a:off x="5215620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stap2013"/>
          <p:cNvSpPr/>
          <p:nvPr/>
        </p:nvSpPr>
        <p:spPr>
          <a:xfrm>
            <a:off x="5208642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stap2014"/>
          <p:cNvSpPr/>
          <p:nvPr/>
        </p:nvSpPr>
        <p:spPr>
          <a:xfrm>
            <a:off x="5201106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stap2015"/>
          <p:cNvSpPr/>
          <p:nvPr/>
        </p:nvSpPr>
        <p:spPr>
          <a:xfrm>
            <a:off x="5191337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stap2016"/>
          <p:cNvSpPr/>
          <p:nvPr/>
        </p:nvSpPr>
        <p:spPr>
          <a:xfrm>
            <a:off x="5182628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stap2017"/>
          <p:cNvSpPr/>
          <p:nvPr/>
        </p:nvSpPr>
        <p:spPr>
          <a:xfrm>
            <a:off x="5175650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stap2018"/>
          <p:cNvSpPr/>
          <p:nvPr/>
        </p:nvSpPr>
        <p:spPr>
          <a:xfrm>
            <a:off x="5170757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stap2019"/>
          <p:cNvSpPr/>
          <p:nvPr/>
        </p:nvSpPr>
        <p:spPr>
          <a:xfrm>
            <a:off x="5167500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stap2020"/>
          <p:cNvSpPr/>
          <p:nvPr/>
        </p:nvSpPr>
        <p:spPr>
          <a:xfrm>
            <a:off x="5167500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stap2021"/>
          <p:cNvSpPr/>
          <p:nvPr/>
        </p:nvSpPr>
        <p:spPr>
          <a:xfrm>
            <a:off x="5168360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stap2022"/>
          <p:cNvSpPr/>
          <p:nvPr/>
        </p:nvSpPr>
        <p:spPr>
          <a:xfrm>
            <a:off x="5170382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stap2023"/>
          <p:cNvSpPr/>
          <p:nvPr/>
        </p:nvSpPr>
        <p:spPr>
          <a:xfrm>
            <a:off x="5172824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stap2024"/>
          <p:cNvSpPr/>
          <p:nvPr/>
        </p:nvSpPr>
        <p:spPr>
          <a:xfrm>
            <a:off x="5175315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stap2025"/>
          <p:cNvSpPr/>
          <p:nvPr/>
        </p:nvSpPr>
        <p:spPr>
          <a:xfrm>
            <a:off x="5179484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stap2_haard"/>
          <p:cNvSpPr/>
          <p:nvPr/>
        </p:nvSpPr>
        <p:spPr>
          <a:xfrm>
            <a:off x="5211949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13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600">
        <p159:morph option="byObject"/>
      </p:transition>
    </mc:Choice>
    <mc:Fallback>
      <p:transition xmlns:p14="http://schemas.microsoft.com/office/powerpoint/2010/main" spd="slow" p14:dur="900" advClick="0" advTm="26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761980" y="5587860"/>
            <a:ext cx="10667733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erk0"/>
          <p:cNvSpPr/>
          <p:nvPr/>
        </p:nvSpPr>
        <p:spPr>
          <a:xfrm>
            <a:off x="736581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erklabel0"/>
          <p:cNvSpPr txBox="1"/>
          <p:nvPr/>
        </p:nvSpPr>
        <p:spPr>
          <a:xfrm>
            <a:off x="317492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0 m</a:t>
            </a:r>
          </a:p>
        </p:txBody>
      </p:sp>
      <p:sp>
        <p:nvSpPr>
          <p:cNvPr id="6" name="!!merk1"/>
          <p:cNvSpPr/>
          <p:nvPr/>
        </p:nvSpPr>
        <p:spPr>
          <a:xfrm>
            <a:off x="11404314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erklabel1"/>
          <p:cNvSpPr txBox="1"/>
          <p:nvPr/>
        </p:nvSpPr>
        <p:spPr>
          <a:xfrm>
            <a:off x="10985225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10 m</a:t>
            </a:r>
          </a:p>
        </p:txBody>
      </p:sp>
      <p:sp>
        <p:nvSpPr>
          <p:cNvPr id="8" name="!!f_schaduw"/>
          <p:cNvSpPr/>
          <p:nvPr/>
        </p:nvSpPr>
        <p:spPr>
          <a:xfrm>
            <a:off x="8842788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armassa"/>
          <p:cNvSpPr/>
          <p:nvPr/>
        </p:nvSpPr>
        <p:spPr>
          <a:xfrm>
            <a:off x="8926606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armL"/>
          <p:cNvSpPr/>
          <p:nvPr/>
        </p:nvSpPr>
        <p:spPr>
          <a:xfrm rot="720000">
            <a:off x="8779925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handL"/>
          <p:cNvSpPr/>
          <p:nvPr/>
        </p:nvSpPr>
        <p:spPr>
          <a:xfrm>
            <a:off x="8687085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armR"/>
          <p:cNvSpPr/>
          <p:nvPr/>
        </p:nvSpPr>
        <p:spPr>
          <a:xfrm rot="20880000">
            <a:off x="9890512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handR"/>
          <p:cNvSpPr/>
          <p:nvPr/>
        </p:nvSpPr>
        <p:spPr>
          <a:xfrm>
            <a:off x="9941443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beenL"/>
          <p:cNvSpPr/>
          <p:nvPr/>
        </p:nvSpPr>
        <p:spPr>
          <a:xfrm rot="20640000">
            <a:off x="9094242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schoenL"/>
          <p:cNvSpPr/>
          <p:nvPr/>
        </p:nvSpPr>
        <p:spPr>
          <a:xfrm rot="20640000">
            <a:off x="9119091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zoolL"/>
          <p:cNvSpPr/>
          <p:nvPr/>
        </p:nvSpPr>
        <p:spPr>
          <a:xfrm rot="20640000">
            <a:off x="9119091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beenR"/>
          <p:cNvSpPr/>
          <p:nvPr/>
        </p:nvSpPr>
        <p:spPr>
          <a:xfrm rot="960000">
            <a:off x="9513332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schoenR"/>
          <p:cNvSpPr/>
          <p:nvPr/>
        </p:nvSpPr>
        <p:spPr>
          <a:xfrm rot="960000">
            <a:off x="9341802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zoolR"/>
          <p:cNvSpPr/>
          <p:nvPr/>
        </p:nvSpPr>
        <p:spPr>
          <a:xfrm rot="960000">
            <a:off x="9341802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romp"/>
          <p:cNvSpPr/>
          <p:nvPr/>
        </p:nvSpPr>
        <p:spPr>
          <a:xfrm>
            <a:off x="8947561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kraag"/>
          <p:cNvSpPr/>
          <p:nvPr/>
        </p:nvSpPr>
        <p:spPr>
          <a:xfrm>
            <a:off x="9240923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rand"/>
          <p:cNvSpPr/>
          <p:nvPr/>
        </p:nvSpPr>
        <p:spPr>
          <a:xfrm>
            <a:off x="9408559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nek"/>
          <p:cNvSpPr/>
          <p:nvPr/>
        </p:nvSpPr>
        <p:spPr>
          <a:xfrm>
            <a:off x="9282832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hoofd"/>
          <p:cNvSpPr/>
          <p:nvPr/>
        </p:nvSpPr>
        <p:spPr>
          <a:xfrm>
            <a:off x="8947561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oorL"/>
          <p:cNvSpPr/>
          <p:nvPr/>
        </p:nvSpPr>
        <p:spPr>
          <a:xfrm>
            <a:off x="8863743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oorR"/>
          <p:cNvSpPr/>
          <p:nvPr/>
        </p:nvSpPr>
        <p:spPr>
          <a:xfrm>
            <a:off x="9869558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pony"/>
          <p:cNvSpPr/>
          <p:nvPr/>
        </p:nvSpPr>
        <p:spPr>
          <a:xfrm>
            <a:off x="8968515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L"/>
          <p:cNvSpPr/>
          <p:nvPr/>
        </p:nvSpPr>
        <p:spPr>
          <a:xfrm>
            <a:off x="9136151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L"/>
          <p:cNvSpPr/>
          <p:nvPr/>
        </p:nvSpPr>
        <p:spPr>
          <a:xfrm>
            <a:off x="9186442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L"/>
          <p:cNvSpPr/>
          <p:nvPr/>
        </p:nvSpPr>
        <p:spPr>
          <a:xfrm>
            <a:off x="9211587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L"/>
          <p:cNvSpPr/>
          <p:nvPr/>
        </p:nvSpPr>
        <p:spPr>
          <a:xfrm>
            <a:off x="9125674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oogwitR"/>
          <p:cNvSpPr/>
          <p:nvPr/>
        </p:nvSpPr>
        <p:spPr>
          <a:xfrm>
            <a:off x="9534286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pupilR"/>
          <p:cNvSpPr/>
          <p:nvPr/>
        </p:nvSpPr>
        <p:spPr>
          <a:xfrm>
            <a:off x="9584577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glansR"/>
          <p:cNvSpPr/>
          <p:nvPr/>
        </p:nvSpPr>
        <p:spPr>
          <a:xfrm>
            <a:off x="9609722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wenkR"/>
          <p:cNvSpPr/>
          <p:nvPr/>
        </p:nvSpPr>
        <p:spPr>
          <a:xfrm>
            <a:off x="9523809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neus"/>
          <p:cNvSpPr/>
          <p:nvPr/>
        </p:nvSpPr>
        <p:spPr>
          <a:xfrm>
            <a:off x="9356173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losL"/>
          <p:cNvSpPr/>
          <p:nvPr/>
        </p:nvSpPr>
        <p:spPr>
          <a:xfrm>
            <a:off x="8989470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blosR"/>
          <p:cNvSpPr/>
          <p:nvPr/>
        </p:nvSpPr>
        <p:spPr>
          <a:xfrm>
            <a:off x="970192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brilL"/>
          <p:cNvSpPr/>
          <p:nvPr/>
        </p:nvSpPr>
        <p:spPr>
          <a:xfrm>
            <a:off x="9073288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rilR"/>
          <p:cNvSpPr/>
          <p:nvPr/>
        </p:nvSpPr>
        <p:spPr>
          <a:xfrm>
            <a:off x="9471423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brug"/>
          <p:cNvSpPr/>
          <p:nvPr/>
        </p:nvSpPr>
        <p:spPr>
          <a:xfrm>
            <a:off x="9387605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snor"/>
          <p:cNvSpPr/>
          <p:nvPr/>
        </p:nvSpPr>
        <p:spPr>
          <a:xfrm>
            <a:off x="9240923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mond"/>
          <p:cNvSpPr/>
          <p:nvPr/>
        </p:nvSpPr>
        <p:spPr>
          <a:xfrm>
            <a:off x="9314264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tand"/>
          <p:cNvSpPr/>
          <p:nvPr/>
        </p:nvSpPr>
        <p:spPr>
          <a:xfrm>
            <a:off x="9356173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monddek"/>
          <p:cNvSpPr/>
          <p:nvPr/>
        </p:nvSpPr>
        <p:spPr>
          <a:xfrm>
            <a:off x="9293310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abel"/>
          <p:cNvSpPr/>
          <p:nvPr/>
        </p:nvSpPr>
        <p:spPr>
          <a:xfrm>
            <a:off x="9890512" y="4917317"/>
            <a:ext cx="19049" cy="628634"/>
          </a:xfrm>
          <a:prstGeom prst="rect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astje"/>
          <p:cNvSpPr/>
          <p:nvPr/>
        </p:nvSpPr>
        <p:spPr>
          <a:xfrm>
            <a:off x="9680967" y="4540136"/>
            <a:ext cx="544816" cy="419089"/>
          </a:xfrm>
          <a:prstGeom prst="roundRect">
            <a:avLst>
              <a:gd name="adj" fmla="val 30000"/>
            </a:avLst>
          </a:prstGeom>
          <a:solidFill>
            <a:srgbClr val="113A57"/>
          </a:solidFill>
          <a:ln w="2540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mpje"/>
          <p:cNvSpPr/>
          <p:nvPr/>
        </p:nvSpPr>
        <p:spPr>
          <a:xfrm>
            <a:off x="9869558" y="4665863"/>
            <a:ext cx="167635" cy="167635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tap0000"/>
          <p:cNvSpPr/>
          <p:nvPr/>
        </p:nvSpPr>
        <p:spPr>
          <a:xfrm>
            <a:off x="1658611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tap0001"/>
          <p:cNvSpPr/>
          <p:nvPr/>
        </p:nvSpPr>
        <p:spPr>
          <a:xfrm>
            <a:off x="1646601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tap0002"/>
          <p:cNvSpPr/>
          <p:nvPr/>
        </p:nvSpPr>
        <p:spPr>
          <a:xfrm>
            <a:off x="1641482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tap0003"/>
          <p:cNvSpPr/>
          <p:nvPr/>
        </p:nvSpPr>
        <p:spPr>
          <a:xfrm>
            <a:off x="1640087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tap0004"/>
          <p:cNvSpPr/>
          <p:nvPr/>
        </p:nvSpPr>
        <p:spPr>
          <a:xfrm>
            <a:off x="1640180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tap0005"/>
          <p:cNvSpPr/>
          <p:nvPr/>
        </p:nvSpPr>
        <p:spPr>
          <a:xfrm>
            <a:off x="1641265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tap0006"/>
          <p:cNvSpPr/>
          <p:nvPr/>
        </p:nvSpPr>
        <p:spPr>
          <a:xfrm>
            <a:off x="1643338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tap0007"/>
          <p:cNvSpPr/>
          <p:nvPr/>
        </p:nvSpPr>
        <p:spPr>
          <a:xfrm>
            <a:off x="1648223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tap0008"/>
          <p:cNvSpPr/>
          <p:nvPr/>
        </p:nvSpPr>
        <p:spPr>
          <a:xfrm>
            <a:off x="1653107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tap0009"/>
          <p:cNvSpPr/>
          <p:nvPr/>
        </p:nvSpPr>
        <p:spPr>
          <a:xfrm>
            <a:off x="1657992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tap0010"/>
          <p:cNvSpPr/>
          <p:nvPr/>
        </p:nvSpPr>
        <p:spPr>
          <a:xfrm>
            <a:off x="1662266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tap0011"/>
          <p:cNvSpPr/>
          <p:nvPr/>
        </p:nvSpPr>
        <p:spPr>
          <a:xfrm>
            <a:off x="1661045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tap0012"/>
          <p:cNvSpPr/>
          <p:nvPr/>
        </p:nvSpPr>
        <p:spPr>
          <a:xfrm>
            <a:off x="1659708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tap0013"/>
          <p:cNvSpPr/>
          <p:nvPr/>
        </p:nvSpPr>
        <p:spPr>
          <a:xfrm>
            <a:off x="1652731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tap0014"/>
          <p:cNvSpPr/>
          <p:nvPr/>
        </p:nvSpPr>
        <p:spPr>
          <a:xfrm>
            <a:off x="1645195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tap0015"/>
          <p:cNvSpPr/>
          <p:nvPr/>
        </p:nvSpPr>
        <p:spPr>
          <a:xfrm>
            <a:off x="1635426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tap0016"/>
          <p:cNvSpPr/>
          <p:nvPr/>
        </p:nvSpPr>
        <p:spPr>
          <a:xfrm>
            <a:off x="1626717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tap0017"/>
          <p:cNvSpPr/>
          <p:nvPr/>
        </p:nvSpPr>
        <p:spPr>
          <a:xfrm>
            <a:off x="1619739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tap0018"/>
          <p:cNvSpPr/>
          <p:nvPr/>
        </p:nvSpPr>
        <p:spPr>
          <a:xfrm>
            <a:off x="1614846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tap0019"/>
          <p:cNvSpPr/>
          <p:nvPr/>
        </p:nvSpPr>
        <p:spPr>
          <a:xfrm>
            <a:off x="1611589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tap0020"/>
          <p:cNvSpPr/>
          <p:nvPr/>
        </p:nvSpPr>
        <p:spPr>
          <a:xfrm>
            <a:off x="1611589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tap0021"/>
          <p:cNvSpPr/>
          <p:nvPr/>
        </p:nvSpPr>
        <p:spPr>
          <a:xfrm>
            <a:off x="1612449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tap0022"/>
          <p:cNvSpPr/>
          <p:nvPr/>
        </p:nvSpPr>
        <p:spPr>
          <a:xfrm>
            <a:off x="1614471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tap0023"/>
          <p:cNvSpPr/>
          <p:nvPr/>
        </p:nvSpPr>
        <p:spPr>
          <a:xfrm>
            <a:off x="1616913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tap0024"/>
          <p:cNvSpPr/>
          <p:nvPr/>
        </p:nvSpPr>
        <p:spPr>
          <a:xfrm>
            <a:off x="1619404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tap0025"/>
          <p:cNvSpPr/>
          <p:nvPr/>
        </p:nvSpPr>
        <p:spPr>
          <a:xfrm>
            <a:off x="1623572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tap0_haard"/>
          <p:cNvSpPr/>
          <p:nvPr/>
        </p:nvSpPr>
        <p:spPr>
          <a:xfrm>
            <a:off x="1656038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tap1000"/>
          <p:cNvSpPr/>
          <p:nvPr/>
        </p:nvSpPr>
        <p:spPr>
          <a:xfrm>
            <a:off x="3436566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tap1001"/>
          <p:cNvSpPr/>
          <p:nvPr/>
        </p:nvSpPr>
        <p:spPr>
          <a:xfrm>
            <a:off x="3424557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tap1002"/>
          <p:cNvSpPr/>
          <p:nvPr/>
        </p:nvSpPr>
        <p:spPr>
          <a:xfrm>
            <a:off x="3419438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tap1003"/>
          <p:cNvSpPr/>
          <p:nvPr/>
        </p:nvSpPr>
        <p:spPr>
          <a:xfrm>
            <a:off x="3418042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tap1004"/>
          <p:cNvSpPr/>
          <p:nvPr/>
        </p:nvSpPr>
        <p:spPr>
          <a:xfrm>
            <a:off x="3418135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tap1005"/>
          <p:cNvSpPr/>
          <p:nvPr/>
        </p:nvSpPr>
        <p:spPr>
          <a:xfrm>
            <a:off x="3419221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tap1006"/>
          <p:cNvSpPr/>
          <p:nvPr/>
        </p:nvSpPr>
        <p:spPr>
          <a:xfrm>
            <a:off x="3421294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tap1007"/>
          <p:cNvSpPr/>
          <p:nvPr/>
        </p:nvSpPr>
        <p:spPr>
          <a:xfrm>
            <a:off x="3426178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tap1008"/>
          <p:cNvSpPr/>
          <p:nvPr/>
        </p:nvSpPr>
        <p:spPr>
          <a:xfrm>
            <a:off x="3431063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tap1009"/>
          <p:cNvSpPr/>
          <p:nvPr/>
        </p:nvSpPr>
        <p:spPr>
          <a:xfrm>
            <a:off x="3435947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tap1010"/>
          <p:cNvSpPr/>
          <p:nvPr/>
        </p:nvSpPr>
        <p:spPr>
          <a:xfrm>
            <a:off x="3440221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tap1011"/>
          <p:cNvSpPr/>
          <p:nvPr/>
        </p:nvSpPr>
        <p:spPr>
          <a:xfrm>
            <a:off x="3439000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tap1012"/>
          <p:cNvSpPr/>
          <p:nvPr/>
        </p:nvSpPr>
        <p:spPr>
          <a:xfrm>
            <a:off x="3437664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tap1013"/>
          <p:cNvSpPr/>
          <p:nvPr/>
        </p:nvSpPr>
        <p:spPr>
          <a:xfrm>
            <a:off x="3430686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tap1014"/>
          <p:cNvSpPr/>
          <p:nvPr/>
        </p:nvSpPr>
        <p:spPr>
          <a:xfrm>
            <a:off x="3423150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tap1015"/>
          <p:cNvSpPr/>
          <p:nvPr/>
        </p:nvSpPr>
        <p:spPr>
          <a:xfrm>
            <a:off x="3413381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tap1016"/>
          <p:cNvSpPr/>
          <p:nvPr/>
        </p:nvSpPr>
        <p:spPr>
          <a:xfrm>
            <a:off x="3404673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tap1017"/>
          <p:cNvSpPr/>
          <p:nvPr/>
        </p:nvSpPr>
        <p:spPr>
          <a:xfrm>
            <a:off x="3397695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tap1018"/>
          <p:cNvSpPr/>
          <p:nvPr/>
        </p:nvSpPr>
        <p:spPr>
          <a:xfrm>
            <a:off x="3392801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tap1019"/>
          <p:cNvSpPr/>
          <p:nvPr/>
        </p:nvSpPr>
        <p:spPr>
          <a:xfrm>
            <a:off x="3389545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tap1020"/>
          <p:cNvSpPr/>
          <p:nvPr/>
        </p:nvSpPr>
        <p:spPr>
          <a:xfrm>
            <a:off x="3389545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tap1021"/>
          <p:cNvSpPr/>
          <p:nvPr/>
        </p:nvSpPr>
        <p:spPr>
          <a:xfrm>
            <a:off x="3390404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tap1022"/>
          <p:cNvSpPr/>
          <p:nvPr/>
        </p:nvSpPr>
        <p:spPr>
          <a:xfrm>
            <a:off x="3392427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tap1023"/>
          <p:cNvSpPr/>
          <p:nvPr/>
        </p:nvSpPr>
        <p:spPr>
          <a:xfrm>
            <a:off x="3394869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tap1024"/>
          <p:cNvSpPr/>
          <p:nvPr/>
        </p:nvSpPr>
        <p:spPr>
          <a:xfrm>
            <a:off x="3397360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tap1025"/>
          <p:cNvSpPr/>
          <p:nvPr/>
        </p:nvSpPr>
        <p:spPr>
          <a:xfrm>
            <a:off x="3401528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tap1_haard"/>
          <p:cNvSpPr/>
          <p:nvPr/>
        </p:nvSpPr>
        <p:spPr>
          <a:xfrm>
            <a:off x="3433994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stap2000"/>
          <p:cNvSpPr/>
          <p:nvPr/>
        </p:nvSpPr>
        <p:spPr>
          <a:xfrm>
            <a:off x="5214522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stap2001"/>
          <p:cNvSpPr/>
          <p:nvPr/>
        </p:nvSpPr>
        <p:spPr>
          <a:xfrm>
            <a:off x="5202512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stap2002"/>
          <p:cNvSpPr/>
          <p:nvPr/>
        </p:nvSpPr>
        <p:spPr>
          <a:xfrm>
            <a:off x="5197393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stap2003"/>
          <p:cNvSpPr/>
          <p:nvPr/>
        </p:nvSpPr>
        <p:spPr>
          <a:xfrm>
            <a:off x="5195998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stap2004"/>
          <p:cNvSpPr/>
          <p:nvPr/>
        </p:nvSpPr>
        <p:spPr>
          <a:xfrm>
            <a:off x="5196091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stap2005"/>
          <p:cNvSpPr/>
          <p:nvPr/>
        </p:nvSpPr>
        <p:spPr>
          <a:xfrm>
            <a:off x="5197176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stap2006"/>
          <p:cNvSpPr/>
          <p:nvPr/>
        </p:nvSpPr>
        <p:spPr>
          <a:xfrm>
            <a:off x="5199250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stap2007"/>
          <p:cNvSpPr/>
          <p:nvPr/>
        </p:nvSpPr>
        <p:spPr>
          <a:xfrm>
            <a:off x="5204134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stap2008"/>
          <p:cNvSpPr/>
          <p:nvPr/>
        </p:nvSpPr>
        <p:spPr>
          <a:xfrm>
            <a:off x="5209019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stap2009"/>
          <p:cNvSpPr/>
          <p:nvPr/>
        </p:nvSpPr>
        <p:spPr>
          <a:xfrm>
            <a:off x="5213903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stap2010"/>
          <p:cNvSpPr/>
          <p:nvPr/>
        </p:nvSpPr>
        <p:spPr>
          <a:xfrm>
            <a:off x="5218177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stap2011"/>
          <p:cNvSpPr/>
          <p:nvPr/>
        </p:nvSpPr>
        <p:spPr>
          <a:xfrm>
            <a:off x="5216956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stap2012"/>
          <p:cNvSpPr/>
          <p:nvPr/>
        </p:nvSpPr>
        <p:spPr>
          <a:xfrm>
            <a:off x="5215620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stap2013"/>
          <p:cNvSpPr/>
          <p:nvPr/>
        </p:nvSpPr>
        <p:spPr>
          <a:xfrm>
            <a:off x="5208642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stap2014"/>
          <p:cNvSpPr/>
          <p:nvPr/>
        </p:nvSpPr>
        <p:spPr>
          <a:xfrm>
            <a:off x="5201106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stap2015"/>
          <p:cNvSpPr/>
          <p:nvPr/>
        </p:nvSpPr>
        <p:spPr>
          <a:xfrm>
            <a:off x="5191337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stap2016"/>
          <p:cNvSpPr/>
          <p:nvPr/>
        </p:nvSpPr>
        <p:spPr>
          <a:xfrm>
            <a:off x="5182628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stap2017"/>
          <p:cNvSpPr/>
          <p:nvPr/>
        </p:nvSpPr>
        <p:spPr>
          <a:xfrm>
            <a:off x="5175650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stap2018"/>
          <p:cNvSpPr/>
          <p:nvPr/>
        </p:nvSpPr>
        <p:spPr>
          <a:xfrm>
            <a:off x="5170757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stap2019"/>
          <p:cNvSpPr/>
          <p:nvPr/>
        </p:nvSpPr>
        <p:spPr>
          <a:xfrm>
            <a:off x="5167500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stap2020"/>
          <p:cNvSpPr/>
          <p:nvPr/>
        </p:nvSpPr>
        <p:spPr>
          <a:xfrm>
            <a:off x="5167500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stap2021"/>
          <p:cNvSpPr/>
          <p:nvPr/>
        </p:nvSpPr>
        <p:spPr>
          <a:xfrm>
            <a:off x="5168360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stap2022"/>
          <p:cNvSpPr/>
          <p:nvPr/>
        </p:nvSpPr>
        <p:spPr>
          <a:xfrm>
            <a:off x="5170382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stap2023"/>
          <p:cNvSpPr/>
          <p:nvPr/>
        </p:nvSpPr>
        <p:spPr>
          <a:xfrm>
            <a:off x="5172824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stap2024"/>
          <p:cNvSpPr/>
          <p:nvPr/>
        </p:nvSpPr>
        <p:spPr>
          <a:xfrm>
            <a:off x="5175315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stap2025"/>
          <p:cNvSpPr/>
          <p:nvPr/>
        </p:nvSpPr>
        <p:spPr>
          <a:xfrm>
            <a:off x="5179484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stap2_haard"/>
          <p:cNvSpPr/>
          <p:nvPr/>
        </p:nvSpPr>
        <p:spPr>
          <a:xfrm>
            <a:off x="5211949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stap3000"/>
          <p:cNvSpPr/>
          <p:nvPr/>
        </p:nvSpPr>
        <p:spPr>
          <a:xfrm>
            <a:off x="6992477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stap3001"/>
          <p:cNvSpPr/>
          <p:nvPr/>
        </p:nvSpPr>
        <p:spPr>
          <a:xfrm>
            <a:off x="6980468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stap3002"/>
          <p:cNvSpPr/>
          <p:nvPr/>
        </p:nvSpPr>
        <p:spPr>
          <a:xfrm>
            <a:off x="6975349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stap3003"/>
          <p:cNvSpPr/>
          <p:nvPr/>
        </p:nvSpPr>
        <p:spPr>
          <a:xfrm>
            <a:off x="6973953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stap3004"/>
          <p:cNvSpPr/>
          <p:nvPr/>
        </p:nvSpPr>
        <p:spPr>
          <a:xfrm>
            <a:off x="6974046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stap3005"/>
          <p:cNvSpPr/>
          <p:nvPr/>
        </p:nvSpPr>
        <p:spPr>
          <a:xfrm>
            <a:off x="6975132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stap3006"/>
          <p:cNvSpPr/>
          <p:nvPr/>
        </p:nvSpPr>
        <p:spPr>
          <a:xfrm>
            <a:off x="6977205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stap3007"/>
          <p:cNvSpPr/>
          <p:nvPr/>
        </p:nvSpPr>
        <p:spPr>
          <a:xfrm>
            <a:off x="6982090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stap3008"/>
          <p:cNvSpPr/>
          <p:nvPr/>
        </p:nvSpPr>
        <p:spPr>
          <a:xfrm>
            <a:off x="6986974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stap3009"/>
          <p:cNvSpPr/>
          <p:nvPr/>
        </p:nvSpPr>
        <p:spPr>
          <a:xfrm>
            <a:off x="6991859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stap3010"/>
          <p:cNvSpPr/>
          <p:nvPr/>
        </p:nvSpPr>
        <p:spPr>
          <a:xfrm>
            <a:off x="6996132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stap3011"/>
          <p:cNvSpPr/>
          <p:nvPr/>
        </p:nvSpPr>
        <p:spPr>
          <a:xfrm>
            <a:off x="6994911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stap3012"/>
          <p:cNvSpPr/>
          <p:nvPr/>
        </p:nvSpPr>
        <p:spPr>
          <a:xfrm>
            <a:off x="6993575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stap3013"/>
          <p:cNvSpPr/>
          <p:nvPr/>
        </p:nvSpPr>
        <p:spPr>
          <a:xfrm>
            <a:off x="6986597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stap3014"/>
          <p:cNvSpPr/>
          <p:nvPr/>
        </p:nvSpPr>
        <p:spPr>
          <a:xfrm>
            <a:off x="6979061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stap3015"/>
          <p:cNvSpPr/>
          <p:nvPr/>
        </p:nvSpPr>
        <p:spPr>
          <a:xfrm>
            <a:off x="6969292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stap3016"/>
          <p:cNvSpPr/>
          <p:nvPr/>
        </p:nvSpPr>
        <p:spPr>
          <a:xfrm>
            <a:off x="6960584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stap3017"/>
          <p:cNvSpPr/>
          <p:nvPr/>
        </p:nvSpPr>
        <p:spPr>
          <a:xfrm>
            <a:off x="6953606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stap3018"/>
          <p:cNvSpPr/>
          <p:nvPr/>
        </p:nvSpPr>
        <p:spPr>
          <a:xfrm>
            <a:off x="6948712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stap3019"/>
          <p:cNvSpPr/>
          <p:nvPr/>
        </p:nvSpPr>
        <p:spPr>
          <a:xfrm>
            <a:off x="6945456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stap3020"/>
          <p:cNvSpPr/>
          <p:nvPr/>
        </p:nvSpPr>
        <p:spPr>
          <a:xfrm>
            <a:off x="6945456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stap3021"/>
          <p:cNvSpPr/>
          <p:nvPr/>
        </p:nvSpPr>
        <p:spPr>
          <a:xfrm>
            <a:off x="6946316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stap3022"/>
          <p:cNvSpPr/>
          <p:nvPr/>
        </p:nvSpPr>
        <p:spPr>
          <a:xfrm>
            <a:off x="6948338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stap3023"/>
          <p:cNvSpPr/>
          <p:nvPr/>
        </p:nvSpPr>
        <p:spPr>
          <a:xfrm>
            <a:off x="6950780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stap3024"/>
          <p:cNvSpPr/>
          <p:nvPr/>
        </p:nvSpPr>
        <p:spPr>
          <a:xfrm>
            <a:off x="6953271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stap3025"/>
          <p:cNvSpPr/>
          <p:nvPr/>
        </p:nvSpPr>
        <p:spPr>
          <a:xfrm>
            <a:off x="6957439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stap3_haard"/>
          <p:cNvSpPr/>
          <p:nvPr/>
        </p:nvSpPr>
        <p:spPr>
          <a:xfrm>
            <a:off x="6989905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stap4000"/>
          <p:cNvSpPr/>
          <p:nvPr/>
        </p:nvSpPr>
        <p:spPr>
          <a:xfrm>
            <a:off x="8770433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stap4001"/>
          <p:cNvSpPr/>
          <p:nvPr/>
        </p:nvSpPr>
        <p:spPr>
          <a:xfrm>
            <a:off x="8758423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stap4002"/>
          <p:cNvSpPr/>
          <p:nvPr/>
        </p:nvSpPr>
        <p:spPr>
          <a:xfrm>
            <a:off x="8753305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stap4003"/>
          <p:cNvSpPr/>
          <p:nvPr/>
        </p:nvSpPr>
        <p:spPr>
          <a:xfrm>
            <a:off x="8751909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stap4004"/>
          <p:cNvSpPr/>
          <p:nvPr/>
        </p:nvSpPr>
        <p:spPr>
          <a:xfrm>
            <a:off x="8752002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stap4005"/>
          <p:cNvSpPr/>
          <p:nvPr/>
        </p:nvSpPr>
        <p:spPr>
          <a:xfrm>
            <a:off x="8753087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stap4006"/>
          <p:cNvSpPr/>
          <p:nvPr/>
        </p:nvSpPr>
        <p:spPr>
          <a:xfrm>
            <a:off x="8755161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stap4007"/>
          <p:cNvSpPr/>
          <p:nvPr/>
        </p:nvSpPr>
        <p:spPr>
          <a:xfrm>
            <a:off x="8760045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stap4008"/>
          <p:cNvSpPr/>
          <p:nvPr/>
        </p:nvSpPr>
        <p:spPr>
          <a:xfrm>
            <a:off x="8764930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stap4009"/>
          <p:cNvSpPr/>
          <p:nvPr/>
        </p:nvSpPr>
        <p:spPr>
          <a:xfrm>
            <a:off x="8769814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stap4010"/>
          <p:cNvSpPr/>
          <p:nvPr/>
        </p:nvSpPr>
        <p:spPr>
          <a:xfrm>
            <a:off x="8774088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stap4011"/>
          <p:cNvSpPr/>
          <p:nvPr/>
        </p:nvSpPr>
        <p:spPr>
          <a:xfrm>
            <a:off x="8772867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stap4012"/>
          <p:cNvSpPr/>
          <p:nvPr/>
        </p:nvSpPr>
        <p:spPr>
          <a:xfrm>
            <a:off x="8771531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stap4013"/>
          <p:cNvSpPr/>
          <p:nvPr/>
        </p:nvSpPr>
        <p:spPr>
          <a:xfrm>
            <a:off x="8764553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stap4014"/>
          <p:cNvSpPr/>
          <p:nvPr/>
        </p:nvSpPr>
        <p:spPr>
          <a:xfrm>
            <a:off x="8757017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stap4015"/>
          <p:cNvSpPr/>
          <p:nvPr/>
        </p:nvSpPr>
        <p:spPr>
          <a:xfrm>
            <a:off x="8747248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stap4016"/>
          <p:cNvSpPr/>
          <p:nvPr/>
        </p:nvSpPr>
        <p:spPr>
          <a:xfrm>
            <a:off x="8738539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stap4017"/>
          <p:cNvSpPr/>
          <p:nvPr/>
        </p:nvSpPr>
        <p:spPr>
          <a:xfrm>
            <a:off x="8731562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stap4018"/>
          <p:cNvSpPr/>
          <p:nvPr/>
        </p:nvSpPr>
        <p:spPr>
          <a:xfrm>
            <a:off x="8726668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stap4019"/>
          <p:cNvSpPr/>
          <p:nvPr/>
        </p:nvSpPr>
        <p:spPr>
          <a:xfrm>
            <a:off x="8723411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stap4020"/>
          <p:cNvSpPr/>
          <p:nvPr/>
        </p:nvSpPr>
        <p:spPr>
          <a:xfrm>
            <a:off x="8723411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stap4021"/>
          <p:cNvSpPr/>
          <p:nvPr/>
        </p:nvSpPr>
        <p:spPr>
          <a:xfrm>
            <a:off x="8724271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stap4022"/>
          <p:cNvSpPr/>
          <p:nvPr/>
        </p:nvSpPr>
        <p:spPr>
          <a:xfrm>
            <a:off x="8726293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stap4023"/>
          <p:cNvSpPr/>
          <p:nvPr/>
        </p:nvSpPr>
        <p:spPr>
          <a:xfrm>
            <a:off x="8728736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stap4024"/>
          <p:cNvSpPr/>
          <p:nvPr/>
        </p:nvSpPr>
        <p:spPr>
          <a:xfrm>
            <a:off x="8731227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stap4025"/>
          <p:cNvSpPr/>
          <p:nvPr/>
        </p:nvSpPr>
        <p:spPr>
          <a:xfrm>
            <a:off x="8735395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stap4_haard"/>
          <p:cNvSpPr/>
          <p:nvPr/>
        </p:nvSpPr>
        <p:spPr>
          <a:xfrm>
            <a:off x="8767860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185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600">
        <p159:morph option="byObject"/>
      </p:transition>
    </mc:Choice>
    <mc:Fallback>
      <p:transition xmlns:p14="http://schemas.microsoft.com/office/powerpoint/2010/main" spd="slow" p14:dur="900" advClick="0" advTm="26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Rood is waar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het duwt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Alles boven 200 is te veel.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400">
        <p159:morph option="byObject"/>
      </p:transition>
    </mc:Choice>
    <mc:Fallback>
      <p:transition xmlns:p14="http://schemas.microsoft.com/office/powerpoint/2010/main" spd="slow" p14:dur="900" advClick="0" advTm="34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Rood is waar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het duwt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Precies het plekje dat opa niet voelt.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600">
        <p159:morph option="byObject"/>
      </p:transition>
    </mc:Choice>
    <mc:Fallback>
      <p:transition xmlns:p14="http://schemas.microsoft.com/office/powerpoint/2010/main" spd="slow" p14:dur="900" advClick="0" advTm="26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111822" y="1587460"/>
            <a:ext cx="457188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Een zool</a:t>
            </a:r>
          </a:p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op maat</a:t>
            </a:r>
          </a:p>
        </p:txBody>
      </p:sp>
      <p:sp>
        <p:nvSpPr>
          <p:cNvPr id="4" name="!!laag0_000"/>
          <p:cNvSpPr/>
          <p:nvPr/>
        </p:nvSpPr>
        <p:spPr>
          <a:xfrm>
            <a:off x="1905216" y="3884515"/>
            <a:ext cx="60905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laag0_001"/>
          <p:cNvSpPr/>
          <p:nvPr/>
        </p:nvSpPr>
        <p:spPr>
          <a:xfrm>
            <a:off x="1842247" y="3844828"/>
            <a:ext cx="73499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laag0_002"/>
          <p:cNvSpPr/>
          <p:nvPr/>
        </p:nvSpPr>
        <p:spPr>
          <a:xfrm>
            <a:off x="1783416" y="3805142"/>
            <a:ext cx="8526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laag0_003"/>
          <p:cNvSpPr/>
          <p:nvPr/>
        </p:nvSpPr>
        <p:spPr>
          <a:xfrm>
            <a:off x="1761826" y="3765455"/>
            <a:ext cx="89583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laag0_004"/>
          <p:cNvSpPr/>
          <p:nvPr/>
        </p:nvSpPr>
        <p:spPr>
          <a:xfrm>
            <a:off x="1740237" y="3725769"/>
            <a:ext cx="9390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laag0_005"/>
          <p:cNvSpPr/>
          <p:nvPr/>
        </p:nvSpPr>
        <p:spPr>
          <a:xfrm>
            <a:off x="1718648" y="3686082"/>
            <a:ext cx="9821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laag0_006"/>
          <p:cNvSpPr/>
          <p:nvPr/>
        </p:nvSpPr>
        <p:spPr>
          <a:xfrm>
            <a:off x="1698831" y="3646396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laag0_007"/>
          <p:cNvSpPr/>
          <p:nvPr/>
        </p:nvSpPr>
        <p:spPr>
          <a:xfrm>
            <a:off x="1694976" y="3606709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laag0_008"/>
          <p:cNvSpPr/>
          <p:nvPr/>
        </p:nvSpPr>
        <p:spPr>
          <a:xfrm>
            <a:off x="1691121" y="3567023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laag0_009"/>
          <p:cNvSpPr/>
          <p:nvPr/>
        </p:nvSpPr>
        <p:spPr>
          <a:xfrm>
            <a:off x="1687266" y="3527336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laag0_010"/>
          <p:cNvSpPr/>
          <p:nvPr/>
        </p:nvSpPr>
        <p:spPr>
          <a:xfrm>
            <a:off x="1683410" y="3487650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laag0_011"/>
          <p:cNvSpPr/>
          <p:nvPr/>
        </p:nvSpPr>
        <p:spPr>
          <a:xfrm>
            <a:off x="1679555" y="3447963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laag0_012"/>
          <p:cNvSpPr/>
          <p:nvPr/>
        </p:nvSpPr>
        <p:spPr>
          <a:xfrm>
            <a:off x="1679127" y="340827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laag0_013"/>
          <p:cNvSpPr/>
          <p:nvPr/>
        </p:nvSpPr>
        <p:spPr>
          <a:xfrm>
            <a:off x="1682125" y="3368590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laag0_014"/>
          <p:cNvSpPr/>
          <p:nvPr/>
        </p:nvSpPr>
        <p:spPr>
          <a:xfrm>
            <a:off x="1685124" y="332890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laag0_015"/>
          <p:cNvSpPr/>
          <p:nvPr/>
        </p:nvSpPr>
        <p:spPr>
          <a:xfrm>
            <a:off x="1688122" y="328921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laag0_016"/>
          <p:cNvSpPr/>
          <p:nvPr/>
        </p:nvSpPr>
        <p:spPr>
          <a:xfrm>
            <a:off x="1691121" y="324953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laag0_017"/>
          <p:cNvSpPr/>
          <p:nvPr/>
        </p:nvSpPr>
        <p:spPr>
          <a:xfrm>
            <a:off x="1694120" y="320984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laag0_018"/>
          <p:cNvSpPr/>
          <p:nvPr/>
        </p:nvSpPr>
        <p:spPr>
          <a:xfrm>
            <a:off x="1697118" y="317015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laag0_019"/>
          <p:cNvSpPr/>
          <p:nvPr/>
        </p:nvSpPr>
        <p:spPr>
          <a:xfrm>
            <a:off x="1703265" y="3130471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laag0_020"/>
          <p:cNvSpPr/>
          <p:nvPr/>
        </p:nvSpPr>
        <p:spPr>
          <a:xfrm>
            <a:off x="1716758" y="3090785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laag0_021"/>
          <p:cNvSpPr/>
          <p:nvPr/>
        </p:nvSpPr>
        <p:spPr>
          <a:xfrm>
            <a:off x="1730252" y="3051098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laag0_022"/>
          <p:cNvSpPr/>
          <p:nvPr/>
        </p:nvSpPr>
        <p:spPr>
          <a:xfrm>
            <a:off x="1743745" y="3011412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laag0_023"/>
          <p:cNvSpPr/>
          <p:nvPr/>
        </p:nvSpPr>
        <p:spPr>
          <a:xfrm>
            <a:off x="1757239" y="2971725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laag0_024"/>
          <p:cNvSpPr/>
          <p:nvPr/>
        </p:nvSpPr>
        <p:spPr>
          <a:xfrm>
            <a:off x="1770732" y="2932039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laag0_025"/>
          <p:cNvSpPr/>
          <p:nvPr/>
        </p:nvSpPr>
        <p:spPr>
          <a:xfrm>
            <a:off x="1784226" y="2892352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laag0_026"/>
          <p:cNvSpPr/>
          <p:nvPr/>
        </p:nvSpPr>
        <p:spPr>
          <a:xfrm>
            <a:off x="1797719" y="2852666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laag0_027"/>
          <p:cNvSpPr/>
          <p:nvPr/>
        </p:nvSpPr>
        <p:spPr>
          <a:xfrm>
            <a:off x="1811212" y="2812979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laag0_028"/>
          <p:cNvSpPr/>
          <p:nvPr/>
        </p:nvSpPr>
        <p:spPr>
          <a:xfrm>
            <a:off x="1824706" y="2773293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laag0_029"/>
          <p:cNvSpPr/>
          <p:nvPr/>
        </p:nvSpPr>
        <p:spPr>
          <a:xfrm>
            <a:off x="1838199" y="2733606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laag0_030"/>
          <p:cNvSpPr/>
          <p:nvPr/>
        </p:nvSpPr>
        <p:spPr>
          <a:xfrm>
            <a:off x="1851693" y="2693920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laag0_031"/>
          <p:cNvSpPr/>
          <p:nvPr/>
        </p:nvSpPr>
        <p:spPr>
          <a:xfrm>
            <a:off x="1865186" y="2654233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laag0_032"/>
          <p:cNvSpPr/>
          <p:nvPr/>
        </p:nvSpPr>
        <p:spPr>
          <a:xfrm>
            <a:off x="1870246" y="2614547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laag0_033"/>
          <p:cNvSpPr/>
          <p:nvPr/>
        </p:nvSpPr>
        <p:spPr>
          <a:xfrm>
            <a:off x="1866873" y="2574860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laag0_034"/>
          <p:cNvSpPr/>
          <p:nvPr/>
        </p:nvSpPr>
        <p:spPr>
          <a:xfrm>
            <a:off x="1863499" y="2535174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laag0_035"/>
          <p:cNvSpPr/>
          <p:nvPr/>
        </p:nvSpPr>
        <p:spPr>
          <a:xfrm>
            <a:off x="1860126" y="2495487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laag0_036"/>
          <p:cNvSpPr/>
          <p:nvPr/>
        </p:nvSpPr>
        <p:spPr>
          <a:xfrm>
            <a:off x="1856753" y="2455801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aag0_037"/>
          <p:cNvSpPr/>
          <p:nvPr/>
        </p:nvSpPr>
        <p:spPr>
          <a:xfrm>
            <a:off x="1853379" y="2416114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aag0_038"/>
          <p:cNvSpPr/>
          <p:nvPr/>
        </p:nvSpPr>
        <p:spPr>
          <a:xfrm>
            <a:off x="1848416" y="2376428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aag0_039"/>
          <p:cNvSpPr/>
          <p:nvPr/>
        </p:nvSpPr>
        <p:spPr>
          <a:xfrm>
            <a:off x="1829139" y="2336741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aag0_040"/>
          <p:cNvSpPr/>
          <p:nvPr/>
        </p:nvSpPr>
        <p:spPr>
          <a:xfrm>
            <a:off x="1809863" y="2297055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aag0_041"/>
          <p:cNvSpPr/>
          <p:nvPr/>
        </p:nvSpPr>
        <p:spPr>
          <a:xfrm>
            <a:off x="1790587" y="2257368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aag0_042"/>
          <p:cNvSpPr/>
          <p:nvPr/>
        </p:nvSpPr>
        <p:spPr>
          <a:xfrm>
            <a:off x="1771310" y="2217682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aag0_043"/>
          <p:cNvSpPr/>
          <p:nvPr/>
        </p:nvSpPr>
        <p:spPr>
          <a:xfrm>
            <a:off x="1752034" y="2177995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ag0_044"/>
          <p:cNvSpPr/>
          <p:nvPr/>
        </p:nvSpPr>
        <p:spPr>
          <a:xfrm>
            <a:off x="1728903" y="2138309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aag0_045"/>
          <p:cNvSpPr/>
          <p:nvPr/>
        </p:nvSpPr>
        <p:spPr>
          <a:xfrm>
            <a:off x="1701916" y="2098622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aag0_046"/>
          <p:cNvSpPr/>
          <p:nvPr/>
        </p:nvSpPr>
        <p:spPr>
          <a:xfrm>
            <a:off x="1674929" y="2058936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aag0_047"/>
          <p:cNvSpPr/>
          <p:nvPr/>
        </p:nvSpPr>
        <p:spPr>
          <a:xfrm>
            <a:off x="1647942" y="2019249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aag0_048"/>
          <p:cNvSpPr/>
          <p:nvPr/>
        </p:nvSpPr>
        <p:spPr>
          <a:xfrm>
            <a:off x="1620955" y="1979563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aag0_049"/>
          <p:cNvSpPr/>
          <p:nvPr/>
        </p:nvSpPr>
        <p:spPr>
          <a:xfrm>
            <a:off x="1593968" y="1939876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aag0_050"/>
          <p:cNvSpPr/>
          <p:nvPr/>
        </p:nvSpPr>
        <p:spPr>
          <a:xfrm>
            <a:off x="1573921" y="1900189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aag0_051"/>
          <p:cNvSpPr/>
          <p:nvPr/>
        </p:nvSpPr>
        <p:spPr>
          <a:xfrm>
            <a:off x="1554645" y="1860503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aag0_052"/>
          <p:cNvSpPr/>
          <p:nvPr/>
        </p:nvSpPr>
        <p:spPr>
          <a:xfrm>
            <a:off x="1535368" y="1820816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aag0_053"/>
          <p:cNvSpPr/>
          <p:nvPr/>
        </p:nvSpPr>
        <p:spPr>
          <a:xfrm>
            <a:off x="1516092" y="1781130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aag0_054"/>
          <p:cNvSpPr/>
          <p:nvPr/>
        </p:nvSpPr>
        <p:spPr>
          <a:xfrm>
            <a:off x="1496816" y="1741443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aag0_055"/>
          <p:cNvSpPr/>
          <p:nvPr/>
        </p:nvSpPr>
        <p:spPr>
          <a:xfrm>
            <a:off x="1480624" y="1701757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aag0_056"/>
          <p:cNvSpPr/>
          <p:nvPr/>
        </p:nvSpPr>
        <p:spPr>
          <a:xfrm>
            <a:off x="1471628" y="1662070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aag0_057"/>
          <p:cNvSpPr/>
          <p:nvPr/>
        </p:nvSpPr>
        <p:spPr>
          <a:xfrm>
            <a:off x="1462633" y="1622384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aag0_058"/>
          <p:cNvSpPr/>
          <p:nvPr/>
        </p:nvSpPr>
        <p:spPr>
          <a:xfrm>
            <a:off x="1453637" y="1582697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aag0_059"/>
          <p:cNvSpPr/>
          <p:nvPr/>
        </p:nvSpPr>
        <p:spPr>
          <a:xfrm>
            <a:off x="1444641" y="1543011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aag0_060"/>
          <p:cNvSpPr/>
          <p:nvPr/>
        </p:nvSpPr>
        <p:spPr>
          <a:xfrm>
            <a:off x="1440143" y="1503324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aag0_061"/>
          <p:cNvSpPr/>
          <p:nvPr/>
        </p:nvSpPr>
        <p:spPr>
          <a:xfrm>
            <a:off x="1440143" y="1463638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aag0_062"/>
          <p:cNvSpPr/>
          <p:nvPr/>
        </p:nvSpPr>
        <p:spPr>
          <a:xfrm>
            <a:off x="1440143" y="1423951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aag0_063"/>
          <p:cNvSpPr/>
          <p:nvPr/>
        </p:nvSpPr>
        <p:spPr>
          <a:xfrm>
            <a:off x="1440143" y="1384265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aag0_064"/>
          <p:cNvSpPr/>
          <p:nvPr/>
        </p:nvSpPr>
        <p:spPr>
          <a:xfrm>
            <a:off x="1440143" y="1344578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aag0_065"/>
          <p:cNvSpPr/>
          <p:nvPr/>
        </p:nvSpPr>
        <p:spPr>
          <a:xfrm>
            <a:off x="1443922" y="1304892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aag0_066"/>
          <p:cNvSpPr/>
          <p:nvPr/>
        </p:nvSpPr>
        <p:spPr>
          <a:xfrm>
            <a:off x="1449319" y="1265205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aag0_067"/>
          <p:cNvSpPr/>
          <p:nvPr/>
        </p:nvSpPr>
        <p:spPr>
          <a:xfrm>
            <a:off x="1454716" y="1225519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aag0_068"/>
          <p:cNvSpPr/>
          <p:nvPr/>
        </p:nvSpPr>
        <p:spPr>
          <a:xfrm>
            <a:off x="1460114" y="1185832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aag0_069"/>
          <p:cNvSpPr/>
          <p:nvPr/>
        </p:nvSpPr>
        <p:spPr>
          <a:xfrm>
            <a:off x="1466456" y="1146146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aag0_070"/>
          <p:cNvSpPr/>
          <p:nvPr/>
        </p:nvSpPr>
        <p:spPr>
          <a:xfrm>
            <a:off x="1473202" y="1106459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aag0_071"/>
          <p:cNvSpPr/>
          <p:nvPr/>
        </p:nvSpPr>
        <p:spPr>
          <a:xfrm>
            <a:off x="1479949" y="1066773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aag0_072"/>
          <p:cNvSpPr/>
          <p:nvPr/>
        </p:nvSpPr>
        <p:spPr>
          <a:xfrm>
            <a:off x="1486696" y="1027086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aag0_073"/>
          <p:cNvSpPr/>
          <p:nvPr/>
        </p:nvSpPr>
        <p:spPr>
          <a:xfrm>
            <a:off x="1493442" y="987400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aag0_074"/>
          <p:cNvSpPr/>
          <p:nvPr/>
        </p:nvSpPr>
        <p:spPr>
          <a:xfrm>
            <a:off x="1500189" y="947713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laag0_075"/>
          <p:cNvSpPr/>
          <p:nvPr/>
        </p:nvSpPr>
        <p:spPr>
          <a:xfrm>
            <a:off x="1507611" y="908027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laag0_076"/>
          <p:cNvSpPr/>
          <p:nvPr/>
        </p:nvSpPr>
        <p:spPr>
          <a:xfrm>
            <a:off x="1516606" y="868340"/>
            <a:ext cx="9823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laag0_077"/>
          <p:cNvSpPr/>
          <p:nvPr/>
        </p:nvSpPr>
        <p:spPr>
          <a:xfrm>
            <a:off x="1525602" y="828654"/>
            <a:ext cx="91940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laag0_078"/>
          <p:cNvSpPr/>
          <p:nvPr/>
        </p:nvSpPr>
        <p:spPr>
          <a:xfrm>
            <a:off x="1542693" y="788967"/>
            <a:ext cx="8321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aag0_079"/>
          <p:cNvSpPr/>
          <p:nvPr/>
        </p:nvSpPr>
        <p:spPr>
          <a:xfrm>
            <a:off x="1560685" y="749281"/>
            <a:ext cx="74219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aagstaal0"/>
          <p:cNvSpPr/>
          <p:nvPr/>
        </p:nvSpPr>
        <p:spPr>
          <a:xfrm>
            <a:off x="3479713" y="939776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 w="25400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laagnaam0"/>
          <p:cNvSpPr txBox="1"/>
          <p:nvPr/>
        </p:nvSpPr>
        <p:spPr>
          <a:xfrm>
            <a:off x="3797205" y="939776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kurk</a:t>
            </a:r>
          </a:p>
        </p:txBody>
      </p:sp>
      <p:sp>
        <p:nvSpPr>
          <p:cNvPr id="86" name="!!laag1_000"/>
          <p:cNvSpPr/>
          <p:nvPr/>
        </p:nvSpPr>
        <p:spPr>
          <a:xfrm>
            <a:off x="2362405" y="4722694"/>
            <a:ext cx="60905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aag1_001"/>
          <p:cNvSpPr/>
          <p:nvPr/>
        </p:nvSpPr>
        <p:spPr>
          <a:xfrm>
            <a:off x="2299436" y="4683007"/>
            <a:ext cx="73499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aag1_002"/>
          <p:cNvSpPr/>
          <p:nvPr/>
        </p:nvSpPr>
        <p:spPr>
          <a:xfrm>
            <a:off x="2240604" y="4643321"/>
            <a:ext cx="8526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aag1_003"/>
          <p:cNvSpPr/>
          <p:nvPr/>
        </p:nvSpPr>
        <p:spPr>
          <a:xfrm>
            <a:off x="2219015" y="4603634"/>
            <a:ext cx="89583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aag1_004"/>
          <p:cNvSpPr/>
          <p:nvPr/>
        </p:nvSpPr>
        <p:spPr>
          <a:xfrm>
            <a:off x="2197426" y="4563948"/>
            <a:ext cx="9390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aag1_005"/>
          <p:cNvSpPr/>
          <p:nvPr/>
        </p:nvSpPr>
        <p:spPr>
          <a:xfrm>
            <a:off x="2175836" y="4524261"/>
            <a:ext cx="9821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aag1_006"/>
          <p:cNvSpPr/>
          <p:nvPr/>
        </p:nvSpPr>
        <p:spPr>
          <a:xfrm>
            <a:off x="2156020" y="4484575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aag1_007"/>
          <p:cNvSpPr/>
          <p:nvPr/>
        </p:nvSpPr>
        <p:spPr>
          <a:xfrm>
            <a:off x="2152165" y="4444888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aag1_008"/>
          <p:cNvSpPr/>
          <p:nvPr/>
        </p:nvSpPr>
        <p:spPr>
          <a:xfrm>
            <a:off x="2148310" y="4405202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aag1_009"/>
          <p:cNvSpPr/>
          <p:nvPr/>
        </p:nvSpPr>
        <p:spPr>
          <a:xfrm>
            <a:off x="2144454" y="4365515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aag1_010"/>
          <p:cNvSpPr/>
          <p:nvPr/>
        </p:nvSpPr>
        <p:spPr>
          <a:xfrm>
            <a:off x="2140599" y="4325829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aag1_011"/>
          <p:cNvSpPr/>
          <p:nvPr/>
        </p:nvSpPr>
        <p:spPr>
          <a:xfrm>
            <a:off x="2136744" y="4286142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aag1_012"/>
          <p:cNvSpPr/>
          <p:nvPr/>
        </p:nvSpPr>
        <p:spPr>
          <a:xfrm>
            <a:off x="2136315" y="4246456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aag1_013"/>
          <p:cNvSpPr/>
          <p:nvPr/>
        </p:nvSpPr>
        <p:spPr>
          <a:xfrm>
            <a:off x="2139314" y="420676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aag1_014"/>
          <p:cNvSpPr/>
          <p:nvPr/>
        </p:nvSpPr>
        <p:spPr>
          <a:xfrm>
            <a:off x="2142312" y="4167083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aag1_015"/>
          <p:cNvSpPr/>
          <p:nvPr/>
        </p:nvSpPr>
        <p:spPr>
          <a:xfrm>
            <a:off x="2145311" y="4127396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aag1_016"/>
          <p:cNvSpPr/>
          <p:nvPr/>
        </p:nvSpPr>
        <p:spPr>
          <a:xfrm>
            <a:off x="2148310" y="4087710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aag1_017"/>
          <p:cNvSpPr/>
          <p:nvPr/>
        </p:nvSpPr>
        <p:spPr>
          <a:xfrm>
            <a:off x="2151308" y="4048023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aag1_018"/>
          <p:cNvSpPr/>
          <p:nvPr/>
        </p:nvSpPr>
        <p:spPr>
          <a:xfrm>
            <a:off x="2154307" y="400833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aag1_019"/>
          <p:cNvSpPr/>
          <p:nvPr/>
        </p:nvSpPr>
        <p:spPr>
          <a:xfrm>
            <a:off x="2160454" y="3968650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aag1_020"/>
          <p:cNvSpPr/>
          <p:nvPr/>
        </p:nvSpPr>
        <p:spPr>
          <a:xfrm>
            <a:off x="2173947" y="3928964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aag1_021"/>
          <p:cNvSpPr/>
          <p:nvPr/>
        </p:nvSpPr>
        <p:spPr>
          <a:xfrm>
            <a:off x="2187440" y="3889277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aag1_022"/>
          <p:cNvSpPr/>
          <p:nvPr/>
        </p:nvSpPr>
        <p:spPr>
          <a:xfrm>
            <a:off x="2200934" y="3849591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aag1_023"/>
          <p:cNvSpPr/>
          <p:nvPr/>
        </p:nvSpPr>
        <p:spPr>
          <a:xfrm>
            <a:off x="2214427" y="3809904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aag1_024"/>
          <p:cNvSpPr/>
          <p:nvPr/>
        </p:nvSpPr>
        <p:spPr>
          <a:xfrm>
            <a:off x="2227921" y="3770218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aag1_025"/>
          <p:cNvSpPr/>
          <p:nvPr/>
        </p:nvSpPr>
        <p:spPr>
          <a:xfrm>
            <a:off x="2241414" y="3730531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aag1_026"/>
          <p:cNvSpPr/>
          <p:nvPr/>
        </p:nvSpPr>
        <p:spPr>
          <a:xfrm>
            <a:off x="2254908" y="3690845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aag1_027"/>
          <p:cNvSpPr/>
          <p:nvPr/>
        </p:nvSpPr>
        <p:spPr>
          <a:xfrm>
            <a:off x="2268401" y="3651158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aag1_028"/>
          <p:cNvSpPr/>
          <p:nvPr/>
        </p:nvSpPr>
        <p:spPr>
          <a:xfrm>
            <a:off x="2281894" y="3611472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aag1_029"/>
          <p:cNvSpPr/>
          <p:nvPr/>
        </p:nvSpPr>
        <p:spPr>
          <a:xfrm>
            <a:off x="2295388" y="3571785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aag1_030"/>
          <p:cNvSpPr/>
          <p:nvPr/>
        </p:nvSpPr>
        <p:spPr>
          <a:xfrm>
            <a:off x="2308881" y="3532099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aag1_031"/>
          <p:cNvSpPr/>
          <p:nvPr/>
        </p:nvSpPr>
        <p:spPr>
          <a:xfrm>
            <a:off x="2322375" y="3492412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aag1_032"/>
          <p:cNvSpPr/>
          <p:nvPr/>
        </p:nvSpPr>
        <p:spPr>
          <a:xfrm>
            <a:off x="2327435" y="3452726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aag1_033"/>
          <p:cNvSpPr/>
          <p:nvPr/>
        </p:nvSpPr>
        <p:spPr>
          <a:xfrm>
            <a:off x="2324061" y="3413039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aag1_034"/>
          <p:cNvSpPr/>
          <p:nvPr/>
        </p:nvSpPr>
        <p:spPr>
          <a:xfrm>
            <a:off x="2320688" y="3373353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aag1_035"/>
          <p:cNvSpPr/>
          <p:nvPr/>
        </p:nvSpPr>
        <p:spPr>
          <a:xfrm>
            <a:off x="2317315" y="3333666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aag1_036"/>
          <p:cNvSpPr/>
          <p:nvPr/>
        </p:nvSpPr>
        <p:spPr>
          <a:xfrm>
            <a:off x="2313941" y="3293980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aag1_037"/>
          <p:cNvSpPr/>
          <p:nvPr/>
        </p:nvSpPr>
        <p:spPr>
          <a:xfrm>
            <a:off x="2310568" y="3254293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aag1_038"/>
          <p:cNvSpPr/>
          <p:nvPr/>
        </p:nvSpPr>
        <p:spPr>
          <a:xfrm>
            <a:off x="2305604" y="3214607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laag1_039"/>
          <p:cNvSpPr/>
          <p:nvPr/>
        </p:nvSpPr>
        <p:spPr>
          <a:xfrm>
            <a:off x="2286328" y="3174920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laag1_040"/>
          <p:cNvSpPr/>
          <p:nvPr/>
        </p:nvSpPr>
        <p:spPr>
          <a:xfrm>
            <a:off x="2267052" y="3135234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laag1_041"/>
          <p:cNvSpPr/>
          <p:nvPr/>
        </p:nvSpPr>
        <p:spPr>
          <a:xfrm>
            <a:off x="2247775" y="3095547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laag1_042"/>
          <p:cNvSpPr/>
          <p:nvPr/>
        </p:nvSpPr>
        <p:spPr>
          <a:xfrm>
            <a:off x="2228499" y="3055861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laag1_043"/>
          <p:cNvSpPr/>
          <p:nvPr/>
        </p:nvSpPr>
        <p:spPr>
          <a:xfrm>
            <a:off x="2209223" y="3016174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laag1_044"/>
          <p:cNvSpPr/>
          <p:nvPr/>
        </p:nvSpPr>
        <p:spPr>
          <a:xfrm>
            <a:off x="2186091" y="2976488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laag1_045"/>
          <p:cNvSpPr/>
          <p:nvPr/>
        </p:nvSpPr>
        <p:spPr>
          <a:xfrm>
            <a:off x="2159104" y="2936801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laag1_046"/>
          <p:cNvSpPr/>
          <p:nvPr/>
        </p:nvSpPr>
        <p:spPr>
          <a:xfrm>
            <a:off x="2132117" y="2897115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laag1_047"/>
          <p:cNvSpPr/>
          <p:nvPr/>
        </p:nvSpPr>
        <p:spPr>
          <a:xfrm>
            <a:off x="2105131" y="2857428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laag1_048"/>
          <p:cNvSpPr/>
          <p:nvPr/>
        </p:nvSpPr>
        <p:spPr>
          <a:xfrm>
            <a:off x="2078144" y="2817742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laag1_049"/>
          <p:cNvSpPr/>
          <p:nvPr/>
        </p:nvSpPr>
        <p:spPr>
          <a:xfrm>
            <a:off x="2051157" y="2778055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laag1_050"/>
          <p:cNvSpPr/>
          <p:nvPr/>
        </p:nvSpPr>
        <p:spPr>
          <a:xfrm>
            <a:off x="2031110" y="2738369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laag1_051"/>
          <p:cNvSpPr/>
          <p:nvPr/>
        </p:nvSpPr>
        <p:spPr>
          <a:xfrm>
            <a:off x="2011833" y="2698682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laag1_052"/>
          <p:cNvSpPr/>
          <p:nvPr/>
        </p:nvSpPr>
        <p:spPr>
          <a:xfrm>
            <a:off x="1992557" y="2658996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laag1_053"/>
          <p:cNvSpPr/>
          <p:nvPr/>
        </p:nvSpPr>
        <p:spPr>
          <a:xfrm>
            <a:off x="1973281" y="2619309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laag1_054"/>
          <p:cNvSpPr/>
          <p:nvPr/>
        </p:nvSpPr>
        <p:spPr>
          <a:xfrm>
            <a:off x="1954004" y="2579623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laag1_055"/>
          <p:cNvSpPr/>
          <p:nvPr/>
        </p:nvSpPr>
        <p:spPr>
          <a:xfrm>
            <a:off x="1937812" y="2539936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laag1_056"/>
          <p:cNvSpPr/>
          <p:nvPr/>
        </p:nvSpPr>
        <p:spPr>
          <a:xfrm>
            <a:off x="1928817" y="2500249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laag1_057"/>
          <p:cNvSpPr/>
          <p:nvPr/>
        </p:nvSpPr>
        <p:spPr>
          <a:xfrm>
            <a:off x="1919821" y="2460563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laag1_058"/>
          <p:cNvSpPr/>
          <p:nvPr/>
        </p:nvSpPr>
        <p:spPr>
          <a:xfrm>
            <a:off x="1910825" y="2420876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laag1_059"/>
          <p:cNvSpPr/>
          <p:nvPr/>
        </p:nvSpPr>
        <p:spPr>
          <a:xfrm>
            <a:off x="1901830" y="2381190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laag1_060"/>
          <p:cNvSpPr/>
          <p:nvPr/>
        </p:nvSpPr>
        <p:spPr>
          <a:xfrm>
            <a:off x="1897332" y="2341503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laag1_061"/>
          <p:cNvSpPr/>
          <p:nvPr/>
        </p:nvSpPr>
        <p:spPr>
          <a:xfrm>
            <a:off x="1897332" y="2301817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laag1_062"/>
          <p:cNvSpPr/>
          <p:nvPr/>
        </p:nvSpPr>
        <p:spPr>
          <a:xfrm>
            <a:off x="1897332" y="2262130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laag1_063"/>
          <p:cNvSpPr/>
          <p:nvPr/>
        </p:nvSpPr>
        <p:spPr>
          <a:xfrm>
            <a:off x="1897332" y="2222444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laag1_064"/>
          <p:cNvSpPr/>
          <p:nvPr/>
        </p:nvSpPr>
        <p:spPr>
          <a:xfrm>
            <a:off x="1897332" y="2182757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laag1_065"/>
          <p:cNvSpPr/>
          <p:nvPr/>
        </p:nvSpPr>
        <p:spPr>
          <a:xfrm>
            <a:off x="1901110" y="2143071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laag1_066"/>
          <p:cNvSpPr/>
          <p:nvPr/>
        </p:nvSpPr>
        <p:spPr>
          <a:xfrm>
            <a:off x="1906508" y="2103384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laag1_067"/>
          <p:cNvSpPr/>
          <p:nvPr/>
        </p:nvSpPr>
        <p:spPr>
          <a:xfrm>
            <a:off x="1911905" y="2063698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laag1_068"/>
          <p:cNvSpPr/>
          <p:nvPr/>
        </p:nvSpPr>
        <p:spPr>
          <a:xfrm>
            <a:off x="1917302" y="2024011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laag1_069"/>
          <p:cNvSpPr/>
          <p:nvPr/>
        </p:nvSpPr>
        <p:spPr>
          <a:xfrm>
            <a:off x="1923644" y="1984325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laag1_070"/>
          <p:cNvSpPr/>
          <p:nvPr/>
        </p:nvSpPr>
        <p:spPr>
          <a:xfrm>
            <a:off x="1930391" y="1944638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laag1_071"/>
          <p:cNvSpPr/>
          <p:nvPr/>
        </p:nvSpPr>
        <p:spPr>
          <a:xfrm>
            <a:off x="1937138" y="1904952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laag1_072"/>
          <p:cNvSpPr/>
          <p:nvPr/>
        </p:nvSpPr>
        <p:spPr>
          <a:xfrm>
            <a:off x="1943884" y="1865265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laag1_073"/>
          <p:cNvSpPr/>
          <p:nvPr/>
        </p:nvSpPr>
        <p:spPr>
          <a:xfrm>
            <a:off x="1950631" y="1825579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laag1_074"/>
          <p:cNvSpPr/>
          <p:nvPr/>
        </p:nvSpPr>
        <p:spPr>
          <a:xfrm>
            <a:off x="1957378" y="1785892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laag1_075"/>
          <p:cNvSpPr/>
          <p:nvPr/>
        </p:nvSpPr>
        <p:spPr>
          <a:xfrm>
            <a:off x="1964799" y="1746206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laag1_076"/>
          <p:cNvSpPr/>
          <p:nvPr/>
        </p:nvSpPr>
        <p:spPr>
          <a:xfrm>
            <a:off x="1973795" y="1706519"/>
            <a:ext cx="9823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laag1_077"/>
          <p:cNvSpPr/>
          <p:nvPr/>
        </p:nvSpPr>
        <p:spPr>
          <a:xfrm>
            <a:off x="1982790" y="1666833"/>
            <a:ext cx="91940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laag1_078"/>
          <p:cNvSpPr/>
          <p:nvPr/>
        </p:nvSpPr>
        <p:spPr>
          <a:xfrm>
            <a:off x="1999882" y="1627146"/>
            <a:ext cx="8321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laag1_079"/>
          <p:cNvSpPr/>
          <p:nvPr/>
        </p:nvSpPr>
        <p:spPr>
          <a:xfrm>
            <a:off x="2017873" y="1587460"/>
            <a:ext cx="74219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laagstaal1"/>
          <p:cNvSpPr/>
          <p:nvPr/>
        </p:nvSpPr>
        <p:spPr>
          <a:xfrm>
            <a:off x="3936901" y="1777955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52BDEC"/>
          </a:solidFill>
          <a:ln w="25400">
            <a:solidFill>
              <a:srgbClr val="2A6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laagnaam1"/>
          <p:cNvSpPr txBox="1"/>
          <p:nvPr/>
        </p:nvSpPr>
        <p:spPr>
          <a:xfrm>
            <a:off x="4254393" y="1777955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schuim</a:t>
            </a:r>
          </a:p>
        </p:txBody>
      </p:sp>
      <p:sp>
        <p:nvSpPr>
          <p:cNvPr id="168" name="!!laag2_000"/>
          <p:cNvSpPr/>
          <p:nvPr/>
        </p:nvSpPr>
        <p:spPr>
          <a:xfrm>
            <a:off x="2819594" y="5560873"/>
            <a:ext cx="60905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laag2_001"/>
          <p:cNvSpPr/>
          <p:nvPr/>
        </p:nvSpPr>
        <p:spPr>
          <a:xfrm>
            <a:off x="2756624" y="5521186"/>
            <a:ext cx="73499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laag2_002"/>
          <p:cNvSpPr/>
          <p:nvPr/>
        </p:nvSpPr>
        <p:spPr>
          <a:xfrm>
            <a:off x="2697793" y="5481500"/>
            <a:ext cx="8526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laag2_003"/>
          <p:cNvSpPr/>
          <p:nvPr/>
        </p:nvSpPr>
        <p:spPr>
          <a:xfrm>
            <a:off x="2676204" y="5441813"/>
            <a:ext cx="89583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laag2_004"/>
          <p:cNvSpPr/>
          <p:nvPr/>
        </p:nvSpPr>
        <p:spPr>
          <a:xfrm>
            <a:off x="2654614" y="5402127"/>
            <a:ext cx="9390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laag2_005"/>
          <p:cNvSpPr/>
          <p:nvPr/>
        </p:nvSpPr>
        <p:spPr>
          <a:xfrm>
            <a:off x="2633025" y="5362440"/>
            <a:ext cx="9821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laag2_006"/>
          <p:cNvSpPr/>
          <p:nvPr/>
        </p:nvSpPr>
        <p:spPr>
          <a:xfrm>
            <a:off x="2613209" y="5322754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laag2_007"/>
          <p:cNvSpPr/>
          <p:nvPr/>
        </p:nvSpPr>
        <p:spPr>
          <a:xfrm>
            <a:off x="2609353" y="5283067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laag2_008"/>
          <p:cNvSpPr/>
          <p:nvPr/>
        </p:nvSpPr>
        <p:spPr>
          <a:xfrm>
            <a:off x="2605498" y="5243381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laag2_009"/>
          <p:cNvSpPr/>
          <p:nvPr/>
        </p:nvSpPr>
        <p:spPr>
          <a:xfrm>
            <a:off x="2601643" y="5203694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laag2_010"/>
          <p:cNvSpPr/>
          <p:nvPr/>
        </p:nvSpPr>
        <p:spPr>
          <a:xfrm>
            <a:off x="2597788" y="5164008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laag2_011"/>
          <p:cNvSpPr/>
          <p:nvPr/>
        </p:nvSpPr>
        <p:spPr>
          <a:xfrm>
            <a:off x="2593932" y="5124321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laag2_012"/>
          <p:cNvSpPr/>
          <p:nvPr/>
        </p:nvSpPr>
        <p:spPr>
          <a:xfrm>
            <a:off x="2593504" y="508463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laag2_013"/>
          <p:cNvSpPr/>
          <p:nvPr/>
        </p:nvSpPr>
        <p:spPr>
          <a:xfrm>
            <a:off x="2596503" y="504494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laag2_014"/>
          <p:cNvSpPr/>
          <p:nvPr/>
        </p:nvSpPr>
        <p:spPr>
          <a:xfrm>
            <a:off x="2599501" y="500526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laag2_015"/>
          <p:cNvSpPr/>
          <p:nvPr/>
        </p:nvSpPr>
        <p:spPr>
          <a:xfrm>
            <a:off x="2602500" y="496557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laag2_016"/>
          <p:cNvSpPr/>
          <p:nvPr/>
        </p:nvSpPr>
        <p:spPr>
          <a:xfrm>
            <a:off x="2605498" y="492588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laag2_017"/>
          <p:cNvSpPr/>
          <p:nvPr/>
        </p:nvSpPr>
        <p:spPr>
          <a:xfrm>
            <a:off x="2608497" y="488620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laag2_018"/>
          <p:cNvSpPr/>
          <p:nvPr/>
        </p:nvSpPr>
        <p:spPr>
          <a:xfrm>
            <a:off x="2611495" y="4846516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laag2_019"/>
          <p:cNvSpPr/>
          <p:nvPr/>
        </p:nvSpPr>
        <p:spPr>
          <a:xfrm>
            <a:off x="2617642" y="4806829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laag2_020"/>
          <p:cNvSpPr/>
          <p:nvPr/>
        </p:nvSpPr>
        <p:spPr>
          <a:xfrm>
            <a:off x="2631136" y="4767143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laag2_021"/>
          <p:cNvSpPr/>
          <p:nvPr/>
        </p:nvSpPr>
        <p:spPr>
          <a:xfrm>
            <a:off x="2644629" y="4727456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laag2_022"/>
          <p:cNvSpPr/>
          <p:nvPr/>
        </p:nvSpPr>
        <p:spPr>
          <a:xfrm>
            <a:off x="2658122" y="4687770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laag2_023"/>
          <p:cNvSpPr/>
          <p:nvPr/>
        </p:nvSpPr>
        <p:spPr>
          <a:xfrm>
            <a:off x="2671616" y="4648083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laag2_024"/>
          <p:cNvSpPr/>
          <p:nvPr/>
        </p:nvSpPr>
        <p:spPr>
          <a:xfrm>
            <a:off x="2685109" y="4608397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laag2_025"/>
          <p:cNvSpPr/>
          <p:nvPr/>
        </p:nvSpPr>
        <p:spPr>
          <a:xfrm>
            <a:off x="2698603" y="4568710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laag2_026"/>
          <p:cNvSpPr/>
          <p:nvPr/>
        </p:nvSpPr>
        <p:spPr>
          <a:xfrm>
            <a:off x="2712096" y="4529024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laag2_027"/>
          <p:cNvSpPr/>
          <p:nvPr/>
        </p:nvSpPr>
        <p:spPr>
          <a:xfrm>
            <a:off x="2725589" y="4489337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laag2_028"/>
          <p:cNvSpPr/>
          <p:nvPr/>
        </p:nvSpPr>
        <p:spPr>
          <a:xfrm>
            <a:off x="2739083" y="4449651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laag2_029"/>
          <p:cNvSpPr/>
          <p:nvPr/>
        </p:nvSpPr>
        <p:spPr>
          <a:xfrm>
            <a:off x="2752576" y="4409964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laag2_030"/>
          <p:cNvSpPr/>
          <p:nvPr/>
        </p:nvSpPr>
        <p:spPr>
          <a:xfrm>
            <a:off x="2766070" y="4370278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laag2_031"/>
          <p:cNvSpPr/>
          <p:nvPr/>
        </p:nvSpPr>
        <p:spPr>
          <a:xfrm>
            <a:off x="2779563" y="4330591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laag2_032"/>
          <p:cNvSpPr/>
          <p:nvPr/>
        </p:nvSpPr>
        <p:spPr>
          <a:xfrm>
            <a:off x="2784623" y="4290905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laag2_033"/>
          <p:cNvSpPr/>
          <p:nvPr/>
        </p:nvSpPr>
        <p:spPr>
          <a:xfrm>
            <a:off x="2781250" y="4251218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laag2_034"/>
          <p:cNvSpPr/>
          <p:nvPr/>
        </p:nvSpPr>
        <p:spPr>
          <a:xfrm>
            <a:off x="2777876" y="4211532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laag2_035"/>
          <p:cNvSpPr/>
          <p:nvPr/>
        </p:nvSpPr>
        <p:spPr>
          <a:xfrm>
            <a:off x="2774503" y="4171845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laag2_036"/>
          <p:cNvSpPr/>
          <p:nvPr/>
        </p:nvSpPr>
        <p:spPr>
          <a:xfrm>
            <a:off x="2771130" y="4132159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laag2_037"/>
          <p:cNvSpPr/>
          <p:nvPr/>
        </p:nvSpPr>
        <p:spPr>
          <a:xfrm>
            <a:off x="2767756" y="4092472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laag2_038"/>
          <p:cNvSpPr/>
          <p:nvPr/>
        </p:nvSpPr>
        <p:spPr>
          <a:xfrm>
            <a:off x="2762793" y="4052786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laag2_039"/>
          <p:cNvSpPr/>
          <p:nvPr/>
        </p:nvSpPr>
        <p:spPr>
          <a:xfrm>
            <a:off x="2743516" y="4013099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laag2_040"/>
          <p:cNvSpPr/>
          <p:nvPr/>
        </p:nvSpPr>
        <p:spPr>
          <a:xfrm>
            <a:off x="2724240" y="3973413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laag2_041"/>
          <p:cNvSpPr/>
          <p:nvPr/>
        </p:nvSpPr>
        <p:spPr>
          <a:xfrm>
            <a:off x="2704964" y="3933726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laag2_042"/>
          <p:cNvSpPr/>
          <p:nvPr/>
        </p:nvSpPr>
        <p:spPr>
          <a:xfrm>
            <a:off x="2685688" y="3894040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laag2_043"/>
          <p:cNvSpPr/>
          <p:nvPr/>
        </p:nvSpPr>
        <p:spPr>
          <a:xfrm>
            <a:off x="2666411" y="3854353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laag2_044"/>
          <p:cNvSpPr/>
          <p:nvPr/>
        </p:nvSpPr>
        <p:spPr>
          <a:xfrm>
            <a:off x="2643280" y="3814667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laag2_045"/>
          <p:cNvSpPr/>
          <p:nvPr/>
        </p:nvSpPr>
        <p:spPr>
          <a:xfrm>
            <a:off x="2616293" y="3774980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laag2_046"/>
          <p:cNvSpPr/>
          <p:nvPr/>
        </p:nvSpPr>
        <p:spPr>
          <a:xfrm>
            <a:off x="2589306" y="3735294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laag2_047"/>
          <p:cNvSpPr/>
          <p:nvPr/>
        </p:nvSpPr>
        <p:spPr>
          <a:xfrm>
            <a:off x="2562319" y="3695607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laag2_048"/>
          <p:cNvSpPr/>
          <p:nvPr/>
        </p:nvSpPr>
        <p:spPr>
          <a:xfrm>
            <a:off x="2535332" y="3655921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laag2_049"/>
          <p:cNvSpPr/>
          <p:nvPr/>
        </p:nvSpPr>
        <p:spPr>
          <a:xfrm>
            <a:off x="2508346" y="3616234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laag2_050"/>
          <p:cNvSpPr/>
          <p:nvPr/>
        </p:nvSpPr>
        <p:spPr>
          <a:xfrm>
            <a:off x="2488298" y="3576548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laag2_051"/>
          <p:cNvSpPr/>
          <p:nvPr/>
        </p:nvSpPr>
        <p:spPr>
          <a:xfrm>
            <a:off x="2469022" y="3536861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laag2_052"/>
          <p:cNvSpPr/>
          <p:nvPr/>
        </p:nvSpPr>
        <p:spPr>
          <a:xfrm>
            <a:off x="2449746" y="3497175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laag2_053"/>
          <p:cNvSpPr/>
          <p:nvPr/>
        </p:nvSpPr>
        <p:spPr>
          <a:xfrm>
            <a:off x="2430469" y="3457488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laag2_054"/>
          <p:cNvSpPr/>
          <p:nvPr/>
        </p:nvSpPr>
        <p:spPr>
          <a:xfrm>
            <a:off x="2411193" y="3417802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laag2_055"/>
          <p:cNvSpPr/>
          <p:nvPr/>
        </p:nvSpPr>
        <p:spPr>
          <a:xfrm>
            <a:off x="2395001" y="3378115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laag2_056"/>
          <p:cNvSpPr/>
          <p:nvPr/>
        </p:nvSpPr>
        <p:spPr>
          <a:xfrm>
            <a:off x="2386005" y="3338429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laag2_057"/>
          <p:cNvSpPr/>
          <p:nvPr/>
        </p:nvSpPr>
        <p:spPr>
          <a:xfrm>
            <a:off x="2377010" y="3298742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laag2_058"/>
          <p:cNvSpPr/>
          <p:nvPr/>
        </p:nvSpPr>
        <p:spPr>
          <a:xfrm>
            <a:off x="2368014" y="3259056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laag2_059"/>
          <p:cNvSpPr/>
          <p:nvPr/>
        </p:nvSpPr>
        <p:spPr>
          <a:xfrm>
            <a:off x="2359018" y="3219369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laag2_060"/>
          <p:cNvSpPr/>
          <p:nvPr/>
        </p:nvSpPr>
        <p:spPr>
          <a:xfrm>
            <a:off x="2354521" y="3179683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laag2_061"/>
          <p:cNvSpPr/>
          <p:nvPr/>
        </p:nvSpPr>
        <p:spPr>
          <a:xfrm>
            <a:off x="2354521" y="3139996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laag2_062"/>
          <p:cNvSpPr/>
          <p:nvPr/>
        </p:nvSpPr>
        <p:spPr>
          <a:xfrm>
            <a:off x="2354521" y="3100309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laag2_063"/>
          <p:cNvSpPr/>
          <p:nvPr/>
        </p:nvSpPr>
        <p:spPr>
          <a:xfrm>
            <a:off x="2354521" y="3060623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laag2_064"/>
          <p:cNvSpPr/>
          <p:nvPr/>
        </p:nvSpPr>
        <p:spPr>
          <a:xfrm>
            <a:off x="2354521" y="3020936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laag2_065"/>
          <p:cNvSpPr/>
          <p:nvPr/>
        </p:nvSpPr>
        <p:spPr>
          <a:xfrm>
            <a:off x="2358299" y="2981250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laag2_066"/>
          <p:cNvSpPr/>
          <p:nvPr/>
        </p:nvSpPr>
        <p:spPr>
          <a:xfrm>
            <a:off x="2363696" y="2941563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laag2_067"/>
          <p:cNvSpPr/>
          <p:nvPr/>
        </p:nvSpPr>
        <p:spPr>
          <a:xfrm>
            <a:off x="2369094" y="2901877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laag2_068"/>
          <p:cNvSpPr/>
          <p:nvPr/>
        </p:nvSpPr>
        <p:spPr>
          <a:xfrm>
            <a:off x="2374491" y="2862190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laag2_069"/>
          <p:cNvSpPr/>
          <p:nvPr/>
        </p:nvSpPr>
        <p:spPr>
          <a:xfrm>
            <a:off x="2380833" y="2822504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laag2_070"/>
          <p:cNvSpPr/>
          <p:nvPr/>
        </p:nvSpPr>
        <p:spPr>
          <a:xfrm>
            <a:off x="2387579" y="2782817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laag2_071"/>
          <p:cNvSpPr/>
          <p:nvPr/>
        </p:nvSpPr>
        <p:spPr>
          <a:xfrm>
            <a:off x="2394326" y="2743131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laag2_072"/>
          <p:cNvSpPr/>
          <p:nvPr/>
        </p:nvSpPr>
        <p:spPr>
          <a:xfrm>
            <a:off x="2401073" y="2703444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laag2_073"/>
          <p:cNvSpPr/>
          <p:nvPr/>
        </p:nvSpPr>
        <p:spPr>
          <a:xfrm>
            <a:off x="2407820" y="2663758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laag2_074"/>
          <p:cNvSpPr/>
          <p:nvPr/>
        </p:nvSpPr>
        <p:spPr>
          <a:xfrm>
            <a:off x="2414566" y="2624071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laag2_075"/>
          <p:cNvSpPr/>
          <p:nvPr/>
        </p:nvSpPr>
        <p:spPr>
          <a:xfrm>
            <a:off x="2421988" y="2584385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laag2_076"/>
          <p:cNvSpPr/>
          <p:nvPr/>
        </p:nvSpPr>
        <p:spPr>
          <a:xfrm>
            <a:off x="2430983" y="2544698"/>
            <a:ext cx="9823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laag2_077"/>
          <p:cNvSpPr/>
          <p:nvPr/>
        </p:nvSpPr>
        <p:spPr>
          <a:xfrm>
            <a:off x="2439979" y="2505012"/>
            <a:ext cx="91940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laag2_078"/>
          <p:cNvSpPr/>
          <p:nvPr/>
        </p:nvSpPr>
        <p:spPr>
          <a:xfrm>
            <a:off x="2457071" y="2465325"/>
            <a:ext cx="8321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laag2_079"/>
          <p:cNvSpPr/>
          <p:nvPr/>
        </p:nvSpPr>
        <p:spPr>
          <a:xfrm>
            <a:off x="2475062" y="2425639"/>
            <a:ext cx="74219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laagstaal2"/>
          <p:cNvSpPr/>
          <p:nvPr/>
        </p:nvSpPr>
        <p:spPr>
          <a:xfrm>
            <a:off x="4394090" y="2616134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8FB6D0"/>
          </a:solidFill>
          <a:ln w="25400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laagnaam2"/>
          <p:cNvSpPr txBox="1"/>
          <p:nvPr/>
        </p:nvSpPr>
        <p:spPr>
          <a:xfrm>
            <a:off x="4711582" y="2616134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deklaag</a:t>
            </a:r>
          </a:p>
        </p:txBody>
      </p:sp>
      <p:sp>
        <p:nvSpPr>
          <p:cNvPr id="250" name="!!pad"/>
          <p:cNvSpPr/>
          <p:nvPr/>
        </p:nvSpPr>
        <p:spPr>
          <a:xfrm>
            <a:off x="2649153" y="3441613"/>
            <a:ext cx="495287" cy="330191"/>
          </a:xfrm>
          <a:prstGeom prst="ellipse">
            <a:avLst/>
          </a:prstGeom>
          <a:solidFill>
            <a:srgbClr val="FF7A00"/>
          </a:solidFill>
          <a:ln w="3048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schoenmaker bouwt hem op uit lagen.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200">
        <p159:morph option="byObject"/>
      </p:transition>
    </mc:Choice>
    <mc:Fallback>
      <p:transition xmlns:p14="http://schemas.microsoft.com/office/powerpoint/2010/main" spd="slow" p14:dur="900" advClick="0" advTm="32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111822" y="1587460"/>
            <a:ext cx="457188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Een zool</a:t>
            </a:r>
          </a:p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op maat</a:t>
            </a:r>
          </a:p>
        </p:txBody>
      </p:sp>
      <p:sp>
        <p:nvSpPr>
          <p:cNvPr id="4" name="!!laag0_000"/>
          <p:cNvSpPr/>
          <p:nvPr/>
        </p:nvSpPr>
        <p:spPr>
          <a:xfrm>
            <a:off x="2362405" y="4722694"/>
            <a:ext cx="60905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laag0_001"/>
          <p:cNvSpPr/>
          <p:nvPr/>
        </p:nvSpPr>
        <p:spPr>
          <a:xfrm>
            <a:off x="2299436" y="4683007"/>
            <a:ext cx="73499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laag0_002"/>
          <p:cNvSpPr/>
          <p:nvPr/>
        </p:nvSpPr>
        <p:spPr>
          <a:xfrm>
            <a:off x="2240604" y="4643321"/>
            <a:ext cx="8526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laag0_003"/>
          <p:cNvSpPr/>
          <p:nvPr/>
        </p:nvSpPr>
        <p:spPr>
          <a:xfrm>
            <a:off x="2219015" y="4603634"/>
            <a:ext cx="89583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laag0_004"/>
          <p:cNvSpPr/>
          <p:nvPr/>
        </p:nvSpPr>
        <p:spPr>
          <a:xfrm>
            <a:off x="2197426" y="4563948"/>
            <a:ext cx="9390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laag0_005"/>
          <p:cNvSpPr/>
          <p:nvPr/>
        </p:nvSpPr>
        <p:spPr>
          <a:xfrm>
            <a:off x="2175836" y="4524261"/>
            <a:ext cx="9821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laag0_006"/>
          <p:cNvSpPr/>
          <p:nvPr/>
        </p:nvSpPr>
        <p:spPr>
          <a:xfrm>
            <a:off x="2156020" y="4484575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laag0_007"/>
          <p:cNvSpPr/>
          <p:nvPr/>
        </p:nvSpPr>
        <p:spPr>
          <a:xfrm>
            <a:off x="2152165" y="4444888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laag0_008"/>
          <p:cNvSpPr/>
          <p:nvPr/>
        </p:nvSpPr>
        <p:spPr>
          <a:xfrm>
            <a:off x="2148310" y="4405202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laag0_009"/>
          <p:cNvSpPr/>
          <p:nvPr/>
        </p:nvSpPr>
        <p:spPr>
          <a:xfrm>
            <a:off x="2144454" y="4365515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laag0_010"/>
          <p:cNvSpPr/>
          <p:nvPr/>
        </p:nvSpPr>
        <p:spPr>
          <a:xfrm>
            <a:off x="2140599" y="4325829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laag0_011"/>
          <p:cNvSpPr/>
          <p:nvPr/>
        </p:nvSpPr>
        <p:spPr>
          <a:xfrm>
            <a:off x="2136744" y="4286142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laag0_012"/>
          <p:cNvSpPr/>
          <p:nvPr/>
        </p:nvSpPr>
        <p:spPr>
          <a:xfrm>
            <a:off x="2136315" y="4246456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laag0_013"/>
          <p:cNvSpPr/>
          <p:nvPr/>
        </p:nvSpPr>
        <p:spPr>
          <a:xfrm>
            <a:off x="2139314" y="420676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laag0_014"/>
          <p:cNvSpPr/>
          <p:nvPr/>
        </p:nvSpPr>
        <p:spPr>
          <a:xfrm>
            <a:off x="2142312" y="4167083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laag0_015"/>
          <p:cNvSpPr/>
          <p:nvPr/>
        </p:nvSpPr>
        <p:spPr>
          <a:xfrm>
            <a:off x="2145311" y="4127396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laag0_016"/>
          <p:cNvSpPr/>
          <p:nvPr/>
        </p:nvSpPr>
        <p:spPr>
          <a:xfrm>
            <a:off x="2148310" y="4087710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laag0_017"/>
          <p:cNvSpPr/>
          <p:nvPr/>
        </p:nvSpPr>
        <p:spPr>
          <a:xfrm>
            <a:off x="2151308" y="4048023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laag0_018"/>
          <p:cNvSpPr/>
          <p:nvPr/>
        </p:nvSpPr>
        <p:spPr>
          <a:xfrm>
            <a:off x="2154307" y="400833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laag0_019"/>
          <p:cNvSpPr/>
          <p:nvPr/>
        </p:nvSpPr>
        <p:spPr>
          <a:xfrm>
            <a:off x="2160454" y="3968650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laag0_020"/>
          <p:cNvSpPr/>
          <p:nvPr/>
        </p:nvSpPr>
        <p:spPr>
          <a:xfrm>
            <a:off x="2173947" y="3928964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laag0_021"/>
          <p:cNvSpPr/>
          <p:nvPr/>
        </p:nvSpPr>
        <p:spPr>
          <a:xfrm>
            <a:off x="2187440" y="3889277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laag0_022"/>
          <p:cNvSpPr/>
          <p:nvPr/>
        </p:nvSpPr>
        <p:spPr>
          <a:xfrm>
            <a:off x="2200934" y="3849591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laag0_023"/>
          <p:cNvSpPr/>
          <p:nvPr/>
        </p:nvSpPr>
        <p:spPr>
          <a:xfrm>
            <a:off x="2214427" y="3809904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laag0_024"/>
          <p:cNvSpPr/>
          <p:nvPr/>
        </p:nvSpPr>
        <p:spPr>
          <a:xfrm>
            <a:off x="2227921" y="3770218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laag0_025"/>
          <p:cNvSpPr/>
          <p:nvPr/>
        </p:nvSpPr>
        <p:spPr>
          <a:xfrm>
            <a:off x="2241414" y="3730531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laag0_026"/>
          <p:cNvSpPr/>
          <p:nvPr/>
        </p:nvSpPr>
        <p:spPr>
          <a:xfrm>
            <a:off x="2254908" y="3690845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laag0_027"/>
          <p:cNvSpPr/>
          <p:nvPr/>
        </p:nvSpPr>
        <p:spPr>
          <a:xfrm>
            <a:off x="2268401" y="3651158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laag0_028"/>
          <p:cNvSpPr/>
          <p:nvPr/>
        </p:nvSpPr>
        <p:spPr>
          <a:xfrm>
            <a:off x="2281894" y="3611472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laag0_029"/>
          <p:cNvSpPr/>
          <p:nvPr/>
        </p:nvSpPr>
        <p:spPr>
          <a:xfrm>
            <a:off x="2295388" y="3571785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laag0_030"/>
          <p:cNvSpPr/>
          <p:nvPr/>
        </p:nvSpPr>
        <p:spPr>
          <a:xfrm>
            <a:off x="2308881" y="3532099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laag0_031"/>
          <p:cNvSpPr/>
          <p:nvPr/>
        </p:nvSpPr>
        <p:spPr>
          <a:xfrm>
            <a:off x="2322375" y="3492412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laag0_032"/>
          <p:cNvSpPr/>
          <p:nvPr/>
        </p:nvSpPr>
        <p:spPr>
          <a:xfrm>
            <a:off x="2327435" y="3452726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laag0_033"/>
          <p:cNvSpPr/>
          <p:nvPr/>
        </p:nvSpPr>
        <p:spPr>
          <a:xfrm>
            <a:off x="2324061" y="3413039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laag0_034"/>
          <p:cNvSpPr/>
          <p:nvPr/>
        </p:nvSpPr>
        <p:spPr>
          <a:xfrm>
            <a:off x="2320688" y="3373353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laag0_035"/>
          <p:cNvSpPr/>
          <p:nvPr/>
        </p:nvSpPr>
        <p:spPr>
          <a:xfrm>
            <a:off x="2317315" y="3333666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laag0_036"/>
          <p:cNvSpPr/>
          <p:nvPr/>
        </p:nvSpPr>
        <p:spPr>
          <a:xfrm>
            <a:off x="2313941" y="3293980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aag0_037"/>
          <p:cNvSpPr/>
          <p:nvPr/>
        </p:nvSpPr>
        <p:spPr>
          <a:xfrm>
            <a:off x="2310568" y="3254293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aag0_038"/>
          <p:cNvSpPr/>
          <p:nvPr/>
        </p:nvSpPr>
        <p:spPr>
          <a:xfrm>
            <a:off x="2305604" y="3214607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aag0_039"/>
          <p:cNvSpPr/>
          <p:nvPr/>
        </p:nvSpPr>
        <p:spPr>
          <a:xfrm>
            <a:off x="2286328" y="3174920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aag0_040"/>
          <p:cNvSpPr/>
          <p:nvPr/>
        </p:nvSpPr>
        <p:spPr>
          <a:xfrm>
            <a:off x="2267052" y="3135234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aag0_041"/>
          <p:cNvSpPr/>
          <p:nvPr/>
        </p:nvSpPr>
        <p:spPr>
          <a:xfrm>
            <a:off x="2247775" y="3095547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aag0_042"/>
          <p:cNvSpPr/>
          <p:nvPr/>
        </p:nvSpPr>
        <p:spPr>
          <a:xfrm>
            <a:off x="2228499" y="3055861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aag0_043"/>
          <p:cNvSpPr/>
          <p:nvPr/>
        </p:nvSpPr>
        <p:spPr>
          <a:xfrm>
            <a:off x="2209223" y="3016174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ag0_044"/>
          <p:cNvSpPr/>
          <p:nvPr/>
        </p:nvSpPr>
        <p:spPr>
          <a:xfrm>
            <a:off x="2186091" y="2976488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aag0_045"/>
          <p:cNvSpPr/>
          <p:nvPr/>
        </p:nvSpPr>
        <p:spPr>
          <a:xfrm>
            <a:off x="2159104" y="2936801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aag0_046"/>
          <p:cNvSpPr/>
          <p:nvPr/>
        </p:nvSpPr>
        <p:spPr>
          <a:xfrm>
            <a:off x="2132117" y="2897115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aag0_047"/>
          <p:cNvSpPr/>
          <p:nvPr/>
        </p:nvSpPr>
        <p:spPr>
          <a:xfrm>
            <a:off x="2105131" y="2857428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aag0_048"/>
          <p:cNvSpPr/>
          <p:nvPr/>
        </p:nvSpPr>
        <p:spPr>
          <a:xfrm>
            <a:off x="2078144" y="2817742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aag0_049"/>
          <p:cNvSpPr/>
          <p:nvPr/>
        </p:nvSpPr>
        <p:spPr>
          <a:xfrm>
            <a:off x="2051157" y="2778055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aag0_050"/>
          <p:cNvSpPr/>
          <p:nvPr/>
        </p:nvSpPr>
        <p:spPr>
          <a:xfrm>
            <a:off x="2031110" y="2738369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aag0_051"/>
          <p:cNvSpPr/>
          <p:nvPr/>
        </p:nvSpPr>
        <p:spPr>
          <a:xfrm>
            <a:off x="2011833" y="2698682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aag0_052"/>
          <p:cNvSpPr/>
          <p:nvPr/>
        </p:nvSpPr>
        <p:spPr>
          <a:xfrm>
            <a:off x="1992557" y="2658996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aag0_053"/>
          <p:cNvSpPr/>
          <p:nvPr/>
        </p:nvSpPr>
        <p:spPr>
          <a:xfrm>
            <a:off x="1973281" y="2619309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aag0_054"/>
          <p:cNvSpPr/>
          <p:nvPr/>
        </p:nvSpPr>
        <p:spPr>
          <a:xfrm>
            <a:off x="1954004" y="2579623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aag0_055"/>
          <p:cNvSpPr/>
          <p:nvPr/>
        </p:nvSpPr>
        <p:spPr>
          <a:xfrm>
            <a:off x="1937812" y="2539936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aag0_056"/>
          <p:cNvSpPr/>
          <p:nvPr/>
        </p:nvSpPr>
        <p:spPr>
          <a:xfrm>
            <a:off x="1928817" y="2500249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aag0_057"/>
          <p:cNvSpPr/>
          <p:nvPr/>
        </p:nvSpPr>
        <p:spPr>
          <a:xfrm>
            <a:off x="1919821" y="2460563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aag0_058"/>
          <p:cNvSpPr/>
          <p:nvPr/>
        </p:nvSpPr>
        <p:spPr>
          <a:xfrm>
            <a:off x="1910825" y="2420876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aag0_059"/>
          <p:cNvSpPr/>
          <p:nvPr/>
        </p:nvSpPr>
        <p:spPr>
          <a:xfrm>
            <a:off x="1901830" y="2381190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aag0_060"/>
          <p:cNvSpPr/>
          <p:nvPr/>
        </p:nvSpPr>
        <p:spPr>
          <a:xfrm>
            <a:off x="1897332" y="2341503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aag0_061"/>
          <p:cNvSpPr/>
          <p:nvPr/>
        </p:nvSpPr>
        <p:spPr>
          <a:xfrm>
            <a:off x="1897332" y="2301817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aag0_062"/>
          <p:cNvSpPr/>
          <p:nvPr/>
        </p:nvSpPr>
        <p:spPr>
          <a:xfrm>
            <a:off x="1897332" y="2262130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aag0_063"/>
          <p:cNvSpPr/>
          <p:nvPr/>
        </p:nvSpPr>
        <p:spPr>
          <a:xfrm>
            <a:off x="1897332" y="2222444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aag0_064"/>
          <p:cNvSpPr/>
          <p:nvPr/>
        </p:nvSpPr>
        <p:spPr>
          <a:xfrm>
            <a:off x="1897332" y="2182757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aag0_065"/>
          <p:cNvSpPr/>
          <p:nvPr/>
        </p:nvSpPr>
        <p:spPr>
          <a:xfrm>
            <a:off x="1901110" y="2143071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aag0_066"/>
          <p:cNvSpPr/>
          <p:nvPr/>
        </p:nvSpPr>
        <p:spPr>
          <a:xfrm>
            <a:off x="1906508" y="2103384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aag0_067"/>
          <p:cNvSpPr/>
          <p:nvPr/>
        </p:nvSpPr>
        <p:spPr>
          <a:xfrm>
            <a:off x="1911905" y="2063698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aag0_068"/>
          <p:cNvSpPr/>
          <p:nvPr/>
        </p:nvSpPr>
        <p:spPr>
          <a:xfrm>
            <a:off x="1917302" y="2024011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aag0_069"/>
          <p:cNvSpPr/>
          <p:nvPr/>
        </p:nvSpPr>
        <p:spPr>
          <a:xfrm>
            <a:off x="1923644" y="1984325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aag0_070"/>
          <p:cNvSpPr/>
          <p:nvPr/>
        </p:nvSpPr>
        <p:spPr>
          <a:xfrm>
            <a:off x="1930391" y="1944638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aag0_071"/>
          <p:cNvSpPr/>
          <p:nvPr/>
        </p:nvSpPr>
        <p:spPr>
          <a:xfrm>
            <a:off x="1937138" y="1904952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aag0_072"/>
          <p:cNvSpPr/>
          <p:nvPr/>
        </p:nvSpPr>
        <p:spPr>
          <a:xfrm>
            <a:off x="1943884" y="1865265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aag0_073"/>
          <p:cNvSpPr/>
          <p:nvPr/>
        </p:nvSpPr>
        <p:spPr>
          <a:xfrm>
            <a:off x="1950631" y="1825579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aag0_074"/>
          <p:cNvSpPr/>
          <p:nvPr/>
        </p:nvSpPr>
        <p:spPr>
          <a:xfrm>
            <a:off x="1957378" y="1785892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laag0_075"/>
          <p:cNvSpPr/>
          <p:nvPr/>
        </p:nvSpPr>
        <p:spPr>
          <a:xfrm>
            <a:off x="1964799" y="1746206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laag0_076"/>
          <p:cNvSpPr/>
          <p:nvPr/>
        </p:nvSpPr>
        <p:spPr>
          <a:xfrm>
            <a:off x="1973795" y="1706519"/>
            <a:ext cx="9823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laag0_077"/>
          <p:cNvSpPr/>
          <p:nvPr/>
        </p:nvSpPr>
        <p:spPr>
          <a:xfrm>
            <a:off x="1982790" y="1666833"/>
            <a:ext cx="91940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laag0_078"/>
          <p:cNvSpPr/>
          <p:nvPr/>
        </p:nvSpPr>
        <p:spPr>
          <a:xfrm>
            <a:off x="1999882" y="1627146"/>
            <a:ext cx="8321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aag0_079"/>
          <p:cNvSpPr/>
          <p:nvPr/>
        </p:nvSpPr>
        <p:spPr>
          <a:xfrm>
            <a:off x="2017873" y="1587460"/>
            <a:ext cx="74219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aagstaal0"/>
          <p:cNvSpPr/>
          <p:nvPr/>
        </p:nvSpPr>
        <p:spPr>
          <a:xfrm>
            <a:off x="4698882" y="1892252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 w="25400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laagnaam0"/>
          <p:cNvSpPr txBox="1"/>
          <p:nvPr/>
        </p:nvSpPr>
        <p:spPr>
          <a:xfrm>
            <a:off x="5016374" y="1892252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kurk</a:t>
            </a:r>
          </a:p>
        </p:txBody>
      </p:sp>
      <p:sp>
        <p:nvSpPr>
          <p:cNvPr id="86" name="!!laag1_000"/>
          <p:cNvSpPr/>
          <p:nvPr/>
        </p:nvSpPr>
        <p:spPr>
          <a:xfrm>
            <a:off x="2464002" y="4938589"/>
            <a:ext cx="60905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aag1_001"/>
          <p:cNvSpPr/>
          <p:nvPr/>
        </p:nvSpPr>
        <p:spPr>
          <a:xfrm>
            <a:off x="2401033" y="4898902"/>
            <a:ext cx="73499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aag1_002"/>
          <p:cNvSpPr/>
          <p:nvPr/>
        </p:nvSpPr>
        <p:spPr>
          <a:xfrm>
            <a:off x="2342202" y="4859216"/>
            <a:ext cx="8526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aag1_003"/>
          <p:cNvSpPr/>
          <p:nvPr/>
        </p:nvSpPr>
        <p:spPr>
          <a:xfrm>
            <a:off x="2320612" y="4819529"/>
            <a:ext cx="89583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aag1_004"/>
          <p:cNvSpPr/>
          <p:nvPr/>
        </p:nvSpPr>
        <p:spPr>
          <a:xfrm>
            <a:off x="2299023" y="4779843"/>
            <a:ext cx="9390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aag1_005"/>
          <p:cNvSpPr/>
          <p:nvPr/>
        </p:nvSpPr>
        <p:spPr>
          <a:xfrm>
            <a:off x="2277434" y="4740156"/>
            <a:ext cx="9821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aag1_006"/>
          <p:cNvSpPr/>
          <p:nvPr/>
        </p:nvSpPr>
        <p:spPr>
          <a:xfrm>
            <a:off x="2257618" y="4700469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aag1_007"/>
          <p:cNvSpPr/>
          <p:nvPr/>
        </p:nvSpPr>
        <p:spPr>
          <a:xfrm>
            <a:off x="2253762" y="4660783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aag1_008"/>
          <p:cNvSpPr/>
          <p:nvPr/>
        </p:nvSpPr>
        <p:spPr>
          <a:xfrm>
            <a:off x="2249907" y="4621096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aag1_009"/>
          <p:cNvSpPr/>
          <p:nvPr/>
        </p:nvSpPr>
        <p:spPr>
          <a:xfrm>
            <a:off x="2246052" y="4581410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aag1_010"/>
          <p:cNvSpPr/>
          <p:nvPr/>
        </p:nvSpPr>
        <p:spPr>
          <a:xfrm>
            <a:off x="2242196" y="4541723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aag1_011"/>
          <p:cNvSpPr/>
          <p:nvPr/>
        </p:nvSpPr>
        <p:spPr>
          <a:xfrm>
            <a:off x="2238341" y="4502037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aag1_012"/>
          <p:cNvSpPr/>
          <p:nvPr/>
        </p:nvSpPr>
        <p:spPr>
          <a:xfrm>
            <a:off x="2237913" y="4462350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aag1_013"/>
          <p:cNvSpPr/>
          <p:nvPr/>
        </p:nvSpPr>
        <p:spPr>
          <a:xfrm>
            <a:off x="2240911" y="442266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aag1_014"/>
          <p:cNvSpPr/>
          <p:nvPr/>
        </p:nvSpPr>
        <p:spPr>
          <a:xfrm>
            <a:off x="2243910" y="438297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aag1_015"/>
          <p:cNvSpPr/>
          <p:nvPr/>
        </p:nvSpPr>
        <p:spPr>
          <a:xfrm>
            <a:off x="2246908" y="434329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aag1_016"/>
          <p:cNvSpPr/>
          <p:nvPr/>
        </p:nvSpPr>
        <p:spPr>
          <a:xfrm>
            <a:off x="2249907" y="430360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aag1_017"/>
          <p:cNvSpPr/>
          <p:nvPr/>
        </p:nvSpPr>
        <p:spPr>
          <a:xfrm>
            <a:off x="2252906" y="426391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aag1_018"/>
          <p:cNvSpPr/>
          <p:nvPr/>
        </p:nvSpPr>
        <p:spPr>
          <a:xfrm>
            <a:off x="2255904" y="422423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aag1_019"/>
          <p:cNvSpPr/>
          <p:nvPr/>
        </p:nvSpPr>
        <p:spPr>
          <a:xfrm>
            <a:off x="2262051" y="4184545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aag1_020"/>
          <p:cNvSpPr/>
          <p:nvPr/>
        </p:nvSpPr>
        <p:spPr>
          <a:xfrm>
            <a:off x="2275544" y="4144858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aag1_021"/>
          <p:cNvSpPr/>
          <p:nvPr/>
        </p:nvSpPr>
        <p:spPr>
          <a:xfrm>
            <a:off x="2289038" y="4105172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aag1_022"/>
          <p:cNvSpPr/>
          <p:nvPr/>
        </p:nvSpPr>
        <p:spPr>
          <a:xfrm>
            <a:off x="2302531" y="4065485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aag1_023"/>
          <p:cNvSpPr/>
          <p:nvPr/>
        </p:nvSpPr>
        <p:spPr>
          <a:xfrm>
            <a:off x="2316025" y="4025799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aag1_024"/>
          <p:cNvSpPr/>
          <p:nvPr/>
        </p:nvSpPr>
        <p:spPr>
          <a:xfrm>
            <a:off x="2329518" y="3986112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aag1_025"/>
          <p:cNvSpPr/>
          <p:nvPr/>
        </p:nvSpPr>
        <p:spPr>
          <a:xfrm>
            <a:off x="2343012" y="3946426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aag1_026"/>
          <p:cNvSpPr/>
          <p:nvPr/>
        </p:nvSpPr>
        <p:spPr>
          <a:xfrm>
            <a:off x="2356505" y="3906739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aag1_027"/>
          <p:cNvSpPr/>
          <p:nvPr/>
        </p:nvSpPr>
        <p:spPr>
          <a:xfrm>
            <a:off x="2369998" y="3867053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aag1_028"/>
          <p:cNvSpPr/>
          <p:nvPr/>
        </p:nvSpPr>
        <p:spPr>
          <a:xfrm>
            <a:off x="2383492" y="3827366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aag1_029"/>
          <p:cNvSpPr/>
          <p:nvPr/>
        </p:nvSpPr>
        <p:spPr>
          <a:xfrm>
            <a:off x="2396985" y="3787680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aag1_030"/>
          <p:cNvSpPr/>
          <p:nvPr/>
        </p:nvSpPr>
        <p:spPr>
          <a:xfrm>
            <a:off x="2410479" y="3747993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aag1_031"/>
          <p:cNvSpPr/>
          <p:nvPr/>
        </p:nvSpPr>
        <p:spPr>
          <a:xfrm>
            <a:off x="2423972" y="3708307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aag1_032"/>
          <p:cNvSpPr/>
          <p:nvPr/>
        </p:nvSpPr>
        <p:spPr>
          <a:xfrm>
            <a:off x="2429032" y="3668620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aag1_033"/>
          <p:cNvSpPr/>
          <p:nvPr/>
        </p:nvSpPr>
        <p:spPr>
          <a:xfrm>
            <a:off x="2425659" y="3628934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aag1_034"/>
          <p:cNvSpPr/>
          <p:nvPr/>
        </p:nvSpPr>
        <p:spPr>
          <a:xfrm>
            <a:off x="2422285" y="3589247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aag1_035"/>
          <p:cNvSpPr/>
          <p:nvPr/>
        </p:nvSpPr>
        <p:spPr>
          <a:xfrm>
            <a:off x="2418912" y="3549561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aag1_036"/>
          <p:cNvSpPr/>
          <p:nvPr/>
        </p:nvSpPr>
        <p:spPr>
          <a:xfrm>
            <a:off x="2415539" y="3509874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aag1_037"/>
          <p:cNvSpPr/>
          <p:nvPr/>
        </p:nvSpPr>
        <p:spPr>
          <a:xfrm>
            <a:off x="2412165" y="3470188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aag1_038"/>
          <p:cNvSpPr/>
          <p:nvPr/>
        </p:nvSpPr>
        <p:spPr>
          <a:xfrm>
            <a:off x="2407202" y="3430501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laag1_039"/>
          <p:cNvSpPr/>
          <p:nvPr/>
        </p:nvSpPr>
        <p:spPr>
          <a:xfrm>
            <a:off x="2387925" y="3390815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laag1_040"/>
          <p:cNvSpPr/>
          <p:nvPr/>
        </p:nvSpPr>
        <p:spPr>
          <a:xfrm>
            <a:off x="2368649" y="3351128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laag1_041"/>
          <p:cNvSpPr/>
          <p:nvPr/>
        </p:nvSpPr>
        <p:spPr>
          <a:xfrm>
            <a:off x="2349373" y="3311442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laag1_042"/>
          <p:cNvSpPr/>
          <p:nvPr/>
        </p:nvSpPr>
        <p:spPr>
          <a:xfrm>
            <a:off x="2330096" y="3271755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laag1_043"/>
          <p:cNvSpPr/>
          <p:nvPr/>
        </p:nvSpPr>
        <p:spPr>
          <a:xfrm>
            <a:off x="2310820" y="3232069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laag1_044"/>
          <p:cNvSpPr/>
          <p:nvPr/>
        </p:nvSpPr>
        <p:spPr>
          <a:xfrm>
            <a:off x="2287689" y="3192382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laag1_045"/>
          <p:cNvSpPr/>
          <p:nvPr/>
        </p:nvSpPr>
        <p:spPr>
          <a:xfrm>
            <a:off x="2260702" y="3152696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laag1_046"/>
          <p:cNvSpPr/>
          <p:nvPr/>
        </p:nvSpPr>
        <p:spPr>
          <a:xfrm>
            <a:off x="2233715" y="3113009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laag1_047"/>
          <p:cNvSpPr/>
          <p:nvPr/>
        </p:nvSpPr>
        <p:spPr>
          <a:xfrm>
            <a:off x="2206728" y="3073323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laag1_048"/>
          <p:cNvSpPr/>
          <p:nvPr/>
        </p:nvSpPr>
        <p:spPr>
          <a:xfrm>
            <a:off x="2179741" y="3033636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laag1_049"/>
          <p:cNvSpPr/>
          <p:nvPr/>
        </p:nvSpPr>
        <p:spPr>
          <a:xfrm>
            <a:off x="2152754" y="2993950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laag1_050"/>
          <p:cNvSpPr/>
          <p:nvPr/>
        </p:nvSpPr>
        <p:spPr>
          <a:xfrm>
            <a:off x="2132707" y="2954263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laag1_051"/>
          <p:cNvSpPr/>
          <p:nvPr/>
        </p:nvSpPr>
        <p:spPr>
          <a:xfrm>
            <a:off x="2113431" y="2914577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laag1_052"/>
          <p:cNvSpPr/>
          <p:nvPr/>
        </p:nvSpPr>
        <p:spPr>
          <a:xfrm>
            <a:off x="2094154" y="2874890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laag1_053"/>
          <p:cNvSpPr/>
          <p:nvPr/>
        </p:nvSpPr>
        <p:spPr>
          <a:xfrm>
            <a:off x="2074878" y="2835204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laag1_054"/>
          <p:cNvSpPr/>
          <p:nvPr/>
        </p:nvSpPr>
        <p:spPr>
          <a:xfrm>
            <a:off x="2055602" y="2795517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laag1_055"/>
          <p:cNvSpPr/>
          <p:nvPr/>
        </p:nvSpPr>
        <p:spPr>
          <a:xfrm>
            <a:off x="2039410" y="2755831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laag1_056"/>
          <p:cNvSpPr/>
          <p:nvPr/>
        </p:nvSpPr>
        <p:spPr>
          <a:xfrm>
            <a:off x="2030414" y="2716144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laag1_057"/>
          <p:cNvSpPr/>
          <p:nvPr/>
        </p:nvSpPr>
        <p:spPr>
          <a:xfrm>
            <a:off x="2021419" y="2676458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laag1_058"/>
          <p:cNvSpPr/>
          <p:nvPr/>
        </p:nvSpPr>
        <p:spPr>
          <a:xfrm>
            <a:off x="2012423" y="2636771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laag1_059"/>
          <p:cNvSpPr/>
          <p:nvPr/>
        </p:nvSpPr>
        <p:spPr>
          <a:xfrm>
            <a:off x="2003427" y="2597085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laag1_060"/>
          <p:cNvSpPr/>
          <p:nvPr/>
        </p:nvSpPr>
        <p:spPr>
          <a:xfrm>
            <a:off x="1998930" y="2557398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laag1_061"/>
          <p:cNvSpPr/>
          <p:nvPr/>
        </p:nvSpPr>
        <p:spPr>
          <a:xfrm>
            <a:off x="1998930" y="2517712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laag1_062"/>
          <p:cNvSpPr/>
          <p:nvPr/>
        </p:nvSpPr>
        <p:spPr>
          <a:xfrm>
            <a:off x="1998930" y="2478025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laag1_063"/>
          <p:cNvSpPr/>
          <p:nvPr/>
        </p:nvSpPr>
        <p:spPr>
          <a:xfrm>
            <a:off x="1998930" y="2438339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laag1_064"/>
          <p:cNvSpPr/>
          <p:nvPr/>
        </p:nvSpPr>
        <p:spPr>
          <a:xfrm>
            <a:off x="1998930" y="2398652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laag1_065"/>
          <p:cNvSpPr/>
          <p:nvPr/>
        </p:nvSpPr>
        <p:spPr>
          <a:xfrm>
            <a:off x="2002708" y="2358966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laag1_066"/>
          <p:cNvSpPr/>
          <p:nvPr/>
        </p:nvSpPr>
        <p:spPr>
          <a:xfrm>
            <a:off x="2008105" y="2319279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laag1_067"/>
          <p:cNvSpPr/>
          <p:nvPr/>
        </p:nvSpPr>
        <p:spPr>
          <a:xfrm>
            <a:off x="2013502" y="2279593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laag1_068"/>
          <p:cNvSpPr/>
          <p:nvPr/>
        </p:nvSpPr>
        <p:spPr>
          <a:xfrm>
            <a:off x="2018900" y="2239906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laag1_069"/>
          <p:cNvSpPr/>
          <p:nvPr/>
        </p:nvSpPr>
        <p:spPr>
          <a:xfrm>
            <a:off x="2025242" y="2200219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laag1_070"/>
          <p:cNvSpPr/>
          <p:nvPr/>
        </p:nvSpPr>
        <p:spPr>
          <a:xfrm>
            <a:off x="2031988" y="2160533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laag1_071"/>
          <p:cNvSpPr/>
          <p:nvPr/>
        </p:nvSpPr>
        <p:spPr>
          <a:xfrm>
            <a:off x="2038735" y="2120846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laag1_072"/>
          <p:cNvSpPr/>
          <p:nvPr/>
        </p:nvSpPr>
        <p:spPr>
          <a:xfrm>
            <a:off x="2045482" y="2081160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laag1_073"/>
          <p:cNvSpPr/>
          <p:nvPr/>
        </p:nvSpPr>
        <p:spPr>
          <a:xfrm>
            <a:off x="2052229" y="2041473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laag1_074"/>
          <p:cNvSpPr/>
          <p:nvPr/>
        </p:nvSpPr>
        <p:spPr>
          <a:xfrm>
            <a:off x="2058975" y="2001787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laag1_075"/>
          <p:cNvSpPr/>
          <p:nvPr/>
        </p:nvSpPr>
        <p:spPr>
          <a:xfrm>
            <a:off x="2066397" y="1962100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laag1_076"/>
          <p:cNvSpPr/>
          <p:nvPr/>
        </p:nvSpPr>
        <p:spPr>
          <a:xfrm>
            <a:off x="2075392" y="1922414"/>
            <a:ext cx="9823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laag1_077"/>
          <p:cNvSpPr/>
          <p:nvPr/>
        </p:nvSpPr>
        <p:spPr>
          <a:xfrm>
            <a:off x="2084388" y="1882727"/>
            <a:ext cx="91940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laag1_078"/>
          <p:cNvSpPr/>
          <p:nvPr/>
        </p:nvSpPr>
        <p:spPr>
          <a:xfrm>
            <a:off x="2101479" y="1843041"/>
            <a:ext cx="8321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laag1_079"/>
          <p:cNvSpPr/>
          <p:nvPr/>
        </p:nvSpPr>
        <p:spPr>
          <a:xfrm>
            <a:off x="2119471" y="1803354"/>
            <a:ext cx="74219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laagstaal1"/>
          <p:cNvSpPr/>
          <p:nvPr/>
        </p:nvSpPr>
        <p:spPr>
          <a:xfrm>
            <a:off x="4698882" y="2451038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52BDEC"/>
          </a:solidFill>
          <a:ln w="25400">
            <a:solidFill>
              <a:srgbClr val="2A6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laagnaam1"/>
          <p:cNvSpPr txBox="1"/>
          <p:nvPr/>
        </p:nvSpPr>
        <p:spPr>
          <a:xfrm>
            <a:off x="5016374" y="2451038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schuim</a:t>
            </a:r>
          </a:p>
        </p:txBody>
      </p:sp>
      <p:sp>
        <p:nvSpPr>
          <p:cNvPr id="168" name="!!laag2_000"/>
          <p:cNvSpPr/>
          <p:nvPr/>
        </p:nvSpPr>
        <p:spPr>
          <a:xfrm>
            <a:off x="2565600" y="5154483"/>
            <a:ext cx="60905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laag2_001"/>
          <p:cNvSpPr/>
          <p:nvPr/>
        </p:nvSpPr>
        <p:spPr>
          <a:xfrm>
            <a:off x="2502631" y="5114797"/>
            <a:ext cx="73499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laag2_002"/>
          <p:cNvSpPr/>
          <p:nvPr/>
        </p:nvSpPr>
        <p:spPr>
          <a:xfrm>
            <a:off x="2443799" y="5075110"/>
            <a:ext cx="8526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laag2_003"/>
          <p:cNvSpPr/>
          <p:nvPr/>
        </p:nvSpPr>
        <p:spPr>
          <a:xfrm>
            <a:off x="2422210" y="5035424"/>
            <a:ext cx="89583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laag2_004"/>
          <p:cNvSpPr/>
          <p:nvPr/>
        </p:nvSpPr>
        <p:spPr>
          <a:xfrm>
            <a:off x="2400620" y="4995737"/>
            <a:ext cx="9390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laag2_005"/>
          <p:cNvSpPr/>
          <p:nvPr/>
        </p:nvSpPr>
        <p:spPr>
          <a:xfrm>
            <a:off x="2379031" y="4956051"/>
            <a:ext cx="9821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laag2_006"/>
          <p:cNvSpPr/>
          <p:nvPr/>
        </p:nvSpPr>
        <p:spPr>
          <a:xfrm>
            <a:off x="2359215" y="4916364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laag2_007"/>
          <p:cNvSpPr/>
          <p:nvPr/>
        </p:nvSpPr>
        <p:spPr>
          <a:xfrm>
            <a:off x="2355360" y="4876678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laag2_008"/>
          <p:cNvSpPr/>
          <p:nvPr/>
        </p:nvSpPr>
        <p:spPr>
          <a:xfrm>
            <a:off x="2351504" y="4836991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laag2_009"/>
          <p:cNvSpPr/>
          <p:nvPr/>
        </p:nvSpPr>
        <p:spPr>
          <a:xfrm>
            <a:off x="2347649" y="4797305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laag2_010"/>
          <p:cNvSpPr/>
          <p:nvPr/>
        </p:nvSpPr>
        <p:spPr>
          <a:xfrm>
            <a:off x="2343794" y="4757618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laag2_011"/>
          <p:cNvSpPr/>
          <p:nvPr/>
        </p:nvSpPr>
        <p:spPr>
          <a:xfrm>
            <a:off x="2339939" y="4717932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laag2_012"/>
          <p:cNvSpPr/>
          <p:nvPr/>
        </p:nvSpPr>
        <p:spPr>
          <a:xfrm>
            <a:off x="2339510" y="467824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laag2_013"/>
          <p:cNvSpPr/>
          <p:nvPr/>
        </p:nvSpPr>
        <p:spPr>
          <a:xfrm>
            <a:off x="2342509" y="463855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laag2_014"/>
          <p:cNvSpPr/>
          <p:nvPr/>
        </p:nvSpPr>
        <p:spPr>
          <a:xfrm>
            <a:off x="2345507" y="459887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laag2_015"/>
          <p:cNvSpPr/>
          <p:nvPr/>
        </p:nvSpPr>
        <p:spPr>
          <a:xfrm>
            <a:off x="2348506" y="4559186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laag2_016"/>
          <p:cNvSpPr/>
          <p:nvPr/>
        </p:nvSpPr>
        <p:spPr>
          <a:xfrm>
            <a:off x="2351504" y="451949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laag2_017"/>
          <p:cNvSpPr/>
          <p:nvPr/>
        </p:nvSpPr>
        <p:spPr>
          <a:xfrm>
            <a:off x="2354503" y="4479813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laag2_018"/>
          <p:cNvSpPr/>
          <p:nvPr/>
        </p:nvSpPr>
        <p:spPr>
          <a:xfrm>
            <a:off x="2357502" y="4440126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laag2_019"/>
          <p:cNvSpPr/>
          <p:nvPr/>
        </p:nvSpPr>
        <p:spPr>
          <a:xfrm>
            <a:off x="2363649" y="4400439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laag2_020"/>
          <p:cNvSpPr/>
          <p:nvPr/>
        </p:nvSpPr>
        <p:spPr>
          <a:xfrm>
            <a:off x="2377142" y="4360753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laag2_021"/>
          <p:cNvSpPr/>
          <p:nvPr/>
        </p:nvSpPr>
        <p:spPr>
          <a:xfrm>
            <a:off x="2390635" y="4321066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laag2_022"/>
          <p:cNvSpPr/>
          <p:nvPr/>
        </p:nvSpPr>
        <p:spPr>
          <a:xfrm>
            <a:off x="2404129" y="4281380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laag2_023"/>
          <p:cNvSpPr/>
          <p:nvPr/>
        </p:nvSpPr>
        <p:spPr>
          <a:xfrm>
            <a:off x="2417622" y="4241693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laag2_024"/>
          <p:cNvSpPr/>
          <p:nvPr/>
        </p:nvSpPr>
        <p:spPr>
          <a:xfrm>
            <a:off x="2431116" y="4202007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laag2_025"/>
          <p:cNvSpPr/>
          <p:nvPr/>
        </p:nvSpPr>
        <p:spPr>
          <a:xfrm>
            <a:off x="2444609" y="4162320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laag2_026"/>
          <p:cNvSpPr/>
          <p:nvPr/>
        </p:nvSpPr>
        <p:spPr>
          <a:xfrm>
            <a:off x="2458102" y="4122634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laag2_027"/>
          <p:cNvSpPr/>
          <p:nvPr/>
        </p:nvSpPr>
        <p:spPr>
          <a:xfrm>
            <a:off x="2471596" y="4082947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laag2_028"/>
          <p:cNvSpPr/>
          <p:nvPr/>
        </p:nvSpPr>
        <p:spPr>
          <a:xfrm>
            <a:off x="2485089" y="4043261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laag2_029"/>
          <p:cNvSpPr/>
          <p:nvPr/>
        </p:nvSpPr>
        <p:spPr>
          <a:xfrm>
            <a:off x="2498583" y="4003574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laag2_030"/>
          <p:cNvSpPr/>
          <p:nvPr/>
        </p:nvSpPr>
        <p:spPr>
          <a:xfrm>
            <a:off x="2512076" y="3963888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laag2_031"/>
          <p:cNvSpPr/>
          <p:nvPr/>
        </p:nvSpPr>
        <p:spPr>
          <a:xfrm>
            <a:off x="2525569" y="3924201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laag2_032"/>
          <p:cNvSpPr/>
          <p:nvPr/>
        </p:nvSpPr>
        <p:spPr>
          <a:xfrm>
            <a:off x="2530630" y="3884515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laag2_033"/>
          <p:cNvSpPr/>
          <p:nvPr/>
        </p:nvSpPr>
        <p:spPr>
          <a:xfrm>
            <a:off x="2527256" y="3844828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laag2_034"/>
          <p:cNvSpPr/>
          <p:nvPr/>
        </p:nvSpPr>
        <p:spPr>
          <a:xfrm>
            <a:off x="2523883" y="3805142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laag2_035"/>
          <p:cNvSpPr/>
          <p:nvPr/>
        </p:nvSpPr>
        <p:spPr>
          <a:xfrm>
            <a:off x="2520509" y="3765455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laag2_036"/>
          <p:cNvSpPr/>
          <p:nvPr/>
        </p:nvSpPr>
        <p:spPr>
          <a:xfrm>
            <a:off x="2517136" y="3725769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laag2_037"/>
          <p:cNvSpPr/>
          <p:nvPr/>
        </p:nvSpPr>
        <p:spPr>
          <a:xfrm>
            <a:off x="2513763" y="3686082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laag2_038"/>
          <p:cNvSpPr/>
          <p:nvPr/>
        </p:nvSpPr>
        <p:spPr>
          <a:xfrm>
            <a:off x="2508799" y="3646396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laag2_039"/>
          <p:cNvSpPr/>
          <p:nvPr/>
        </p:nvSpPr>
        <p:spPr>
          <a:xfrm>
            <a:off x="2489523" y="3606709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laag2_040"/>
          <p:cNvSpPr/>
          <p:nvPr/>
        </p:nvSpPr>
        <p:spPr>
          <a:xfrm>
            <a:off x="2470246" y="3567023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laag2_041"/>
          <p:cNvSpPr/>
          <p:nvPr/>
        </p:nvSpPr>
        <p:spPr>
          <a:xfrm>
            <a:off x="2450970" y="3527336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laag2_042"/>
          <p:cNvSpPr/>
          <p:nvPr/>
        </p:nvSpPr>
        <p:spPr>
          <a:xfrm>
            <a:off x="2431694" y="3487650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laag2_043"/>
          <p:cNvSpPr/>
          <p:nvPr/>
        </p:nvSpPr>
        <p:spPr>
          <a:xfrm>
            <a:off x="2412418" y="3447963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laag2_044"/>
          <p:cNvSpPr/>
          <p:nvPr/>
        </p:nvSpPr>
        <p:spPr>
          <a:xfrm>
            <a:off x="2389286" y="3408277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laag2_045"/>
          <p:cNvSpPr/>
          <p:nvPr/>
        </p:nvSpPr>
        <p:spPr>
          <a:xfrm>
            <a:off x="2362299" y="3368590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laag2_046"/>
          <p:cNvSpPr/>
          <p:nvPr/>
        </p:nvSpPr>
        <p:spPr>
          <a:xfrm>
            <a:off x="2335312" y="3328904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laag2_047"/>
          <p:cNvSpPr/>
          <p:nvPr/>
        </p:nvSpPr>
        <p:spPr>
          <a:xfrm>
            <a:off x="2308326" y="3289217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laag2_048"/>
          <p:cNvSpPr/>
          <p:nvPr/>
        </p:nvSpPr>
        <p:spPr>
          <a:xfrm>
            <a:off x="2281339" y="3249531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laag2_049"/>
          <p:cNvSpPr/>
          <p:nvPr/>
        </p:nvSpPr>
        <p:spPr>
          <a:xfrm>
            <a:off x="2254352" y="3209844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laag2_050"/>
          <p:cNvSpPr/>
          <p:nvPr/>
        </p:nvSpPr>
        <p:spPr>
          <a:xfrm>
            <a:off x="2234305" y="3170158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laag2_051"/>
          <p:cNvSpPr/>
          <p:nvPr/>
        </p:nvSpPr>
        <p:spPr>
          <a:xfrm>
            <a:off x="2215028" y="3130471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laag2_052"/>
          <p:cNvSpPr/>
          <p:nvPr/>
        </p:nvSpPr>
        <p:spPr>
          <a:xfrm>
            <a:off x="2195752" y="3090785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laag2_053"/>
          <p:cNvSpPr/>
          <p:nvPr/>
        </p:nvSpPr>
        <p:spPr>
          <a:xfrm>
            <a:off x="2176476" y="3051098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laag2_054"/>
          <p:cNvSpPr/>
          <p:nvPr/>
        </p:nvSpPr>
        <p:spPr>
          <a:xfrm>
            <a:off x="2157199" y="3011412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laag2_055"/>
          <p:cNvSpPr/>
          <p:nvPr/>
        </p:nvSpPr>
        <p:spPr>
          <a:xfrm>
            <a:off x="2141007" y="2971725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laag2_056"/>
          <p:cNvSpPr/>
          <p:nvPr/>
        </p:nvSpPr>
        <p:spPr>
          <a:xfrm>
            <a:off x="2132012" y="2932039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laag2_057"/>
          <p:cNvSpPr/>
          <p:nvPr/>
        </p:nvSpPr>
        <p:spPr>
          <a:xfrm>
            <a:off x="2123016" y="2892352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laag2_058"/>
          <p:cNvSpPr/>
          <p:nvPr/>
        </p:nvSpPr>
        <p:spPr>
          <a:xfrm>
            <a:off x="2114020" y="2852666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laag2_059"/>
          <p:cNvSpPr/>
          <p:nvPr/>
        </p:nvSpPr>
        <p:spPr>
          <a:xfrm>
            <a:off x="2105025" y="2812979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laag2_060"/>
          <p:cNvSpPr/>
          <p:nvPr/>
        </p:nvSpPr>
        <p:spPr>
          <a:xfrm>
            <a:off x="2100527" y="2773293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laag2_061"/>
          <p:cNvSpPr/>
          <p:nvPr/>
        </p:nvSpPr>
        <p:spPr>
          <a:xfrm>
            <a:off x="2100527" y="2733606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laag2_062"/>
          <p:cNvSpPr/>
          <p:nvPr/>
        </p:nvSpPr>
        <p:spPr>
          <a:xfrm>
            <a:off x="2100527" y="2693920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laag2_063"/>
          <p:cNvSpPr/>
          <p:nvPr/>
        </p:nvSpPr>
        <p:spPr>
          <a:xfrm>
            <a:off x="2100527" y="2654233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laag2_064"/>
          <p:cNvSpPr/>
          <p:nvPr/>
        </p:nvSpPr>
        <p:spPr>
          <a:xfrm>
            <a:off x="2100527" y="2614547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laag2_065"/>
          <p:cNvSpPr/>
          <p:nvPr/>
        </p:nvSpPr>
        <p:spPr>
          <a:xfrm>
            <a:off x="2104305" y="2574860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laag2_066"/>
          <p:cNvSpPr/>
          <p:nvPr/>
        </p:nvSpPr>
        <p:spPr>
          <a:xfrm>
            <a:off x="2109703" y="2535174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laag2_067"/>
          <p:cNvSpPr/>
          <p:nvPr/>
        </p:nvSpPr>
        <p:spPr>
          <a:xfrm>
            <a:off x="2115100" y="2495487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laag2_068"/>
          <p:cNvSpPr/>
          <p:nvPr/>
        </p:nvSpPr>
        <p:spPr>
          <a:xfrm>
            <a:off x="2120497" y="2455801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laag2_069"/>
          <p:cNvSpPr/>
          <p:nvPr/>
        </p:nvSpPr>
        <p:spPr>
          <a:xfrm>
            <a:off x="2126839" y="2416114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laag2_070"/>
          <p:cNvSpPr/>
          <p:nvPr/>
        </p:nvSpPr>
        <p:spPr>
          <a:xfrm>
            <a:off x="2133586" y="2376428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laag2_071"/>
          <p:cNvSpPr/>
          <p:nvPr/>
        </p:nvSpPr>
        <p:spPr>
          <a:xfrm>
            <a:off x="2140333" y="2336741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laag2_072"/>
          <p:cNvSpPr/>
          <p:nvPr/>
        </p:nvSpPr>
        <p:spPr>
          <a:xfrm>
            <a:off x="2147079" y="2297055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laag2_073"/>
          <p:cNvSpPr/>
          <p:nvPr/>
        </p:nvSpPr>
        <p:spPr>
          <a:xfrm>
            <a:off x="2153826" y="2257368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laag2_074"/>
          <p:cNvSpPr/>
          <p:nvPr/>
        </p:nvSpPr>
        <p:spPr>
          <a:xfrm>
            <a:off x="2160573" y="2217682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laag2_075"/>
          <p:cNvSpPr/>
          <p:nvPr/>
        </p:nvSpPr>
        <p:spPr>
          <a:xfrm>
            <a:off x="2167994" y="2177995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laag2_076"/>
          <p:cNvSpPr/>
          <p:nvPr/>
        </p:nvSpPr>
        <p:spPr>
          <a:xfrm>
            <a:off x="2176990" y="2138309"/>
            <a:ext cx="9823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laag2_077"/>
          <p:cNvSpPr/>
          <p:nvPr/>
        </p:nvSpPr>
        <p:spPr>
          <a:xfrm>
            <a:off x="2185985" y="2098622"/>
            <a:ext cx="91940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laag2_078"/>
          <p:cNvSpPr/>
          <p:nvPr/>
        </p:nvSpPr>
        <p:spPr>
          <a:xfrm>
            <a:off x="2203077" y="2058936"/>
            <a:ext cx="8321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laag2_079"/>
          <p:cNvSpPr/>
          <p:nvPr/>
        </p:nvSpPr>
        <p:spPr>
          <a:xfrm>
            <a:off x="2221068" y="2019249"/>
            <a:ext cx="74219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laagstaal2"/>
          <p:cNvSpPr/>
          <p:nvPr/>
        </p:nvSpPr>
        <p:spPr>
          <a:xfrm>
            <a:off x="4698882" y="3009824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8FB6D0"/>
          </a:solidFill>
          <a:ln w="25400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laagnaam2"/>
          <p:cNvSpPr txBox="1"/>
          <p:nvPr/>
        </p:nvSpPr>
        <p:spPr>
          <a:xfrm>
            <a:off x="5016374" y="3009824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deklaag</a:t>
            </a:r>
          </a:p>
        </p:txBody>
      </p:sp>
      <p:sp>
        <p:nvSpPr>
          <p:cNvPr id="250" name="!!pad"/>
          <p:cNvSpPr/>
          <p:nvPr/>
        </p:nvSpPr>
        <p:spPr>
          <a:xfrm>
            <a:off x="2395160" y="3035224"/>
            <a:ext cx="698482" cy="469888"/>
          </a:xfrm>
          <a:prstGeom prst="ellipse">
            <a:avLst/>
          </a:prstGeom>
          <a:solidFill>
            <a:srgbClr val="FF7A00"/>
          </a:solidFill>
          <a:ln w="3048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Het kussentje haalt de druk weg van dat ene plekje.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200">
        <p159:morph option="byObject"/>
      </p:transition>
    </mc:Choice>
    <mc:Fallback>
      <p:transition xmlns:p14="http://schemas.microsoft.com/office/powerpoint/2010/main" spd="slow" p14:dur="900" advClick="0" advTm="32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Zelfde voet,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nieuwe zool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We meten opnieuw.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400">
        <p159:morph option="byObject"/>
      </p:transition>
    </mc:Choice>
    <mc:Fallback>
      <p:transition xmlns:p14="http://schemas.microsoft.com/office/powerpoint/2010/main" spd="slow" p14:dur="900" advClick="0" advTm="24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5B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6B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9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7B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E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EC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0C5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7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A9C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C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EC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EC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6C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3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3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BC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F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5B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E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EA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256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Zelfde voet,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nieuwe zool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En de rode plek koelt af.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000">
        <p159:morph option="byObject"/>
      </p:transition>
    </mc:Choice>
    <mc:Fallback>
      <p:transition xmlns:p14="http://schemas.microsoft.com/office/powerpoint/2010/main" spd="slow" p14:dur="900" advClick="0" advTm="20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EA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C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4B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FC4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9B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B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8C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0C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5B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9B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52BDEC"/>
                </a:solidFill>
                <a:latin typeface="Segoe UI"/>
              </a:rPr>
              <a:t>212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Zelfde voet,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nieuwe zool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En de rode plek koelt af.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000">
        <p159:morph option="byObject"/>
      </p:transition>
    </mc:Choice>
    <mc:Fallback>
      <p:transition xmlns:p14="http://schemas.microsoft.com/office/powerpoint/2010/main" spd="slow" p14:dur="900" advClick="0" advTm="20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En kijk: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het rood is weg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druk zit nu verdeeld over de hele voet.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600">
        <p159:morph option="byObject"/>
      </p:transition>
    </mc:Choice>
    <mc:Fallback>
      <p:transition xmlns:p14="http://schemas.microsoft.com/office/powerpoint/2010/main" spd="slow" p14:dur="900" advClick="0" advTm="36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7054673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670225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703562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686417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f_armL"/>
          <p:cNvSpPr/>
          <p:nvPr/>
        </p:nvSpPr>
        <p:spPr>
          <a:xfrm rot="480000"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f_handL"/>
          <p:cNvSpPr/>
          <p:nvPr/>
        </p:nvSpPr>
        <p:spPr>
          <a:xfrm>
            <a:off x="7821874" y="4568203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armR"/>
          <p:cNvSpPr/>
          <p:nvPr/>
        </p:nvSpPr>
        <p:spPr>
          <a:xfrm rot="21120000"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ndR"/>
          <p:cNvSpPr/>
          <p:nvPr/>
        </p:nvSpPr>
        <p:spPr>
          <a:xfrm>
            <a:off x="9028699" y="4568203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beenL"/>
          <p:cNvSpPr/>
          <p:nvPr/>
        </p:nvSpPr>
        <p:spPr>
          <a:xfrm rot="21000000"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schoenL"/>
          <p:cNvSpPr/>
          <p:nvPr/>
        </p:nvSpPr>
        <p:spPr>
          <a:xfrm rot="21000000">
            <a:off x="8193782" y="5330994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zoolL"/>
          <p:cNvSpPr/>
          <p:nvPr/>
        </p:nvSpPr>
        <p:spPr>
          <a:xfrm rot="21000000">
            <a:off x="8193782" y="5498630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beenR"/>
          <p:cNvSpPr/>
          <p:nvPr/>
        </p:nvSpPr>
        <p:spPr>
          <a:xfrm rot="600000"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schoenR"/>
          <p:cNvSpPr/>
          <p:nvPr/>
        </p:nvSpPr>
        <p:spPr>
          <a:xfrm rot="600000">
            <a:off x="8489155" y="5330994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zoolR"/>
          <p:cNvSpPr/>
          <p:nvPr/>
        </p:nvSpPr>
        <p:spPr>
          <a:xfrm rot="600000">
            <a:off x="8489155" y="5498630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_schaduw"/>
          <p:cNvSpPr/>
          <p:nvPr/>
        </p:nvSpPr>
        <p:spPr>
          <a:xfrm>
            <a:off x="10268963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_haarmassa"/>
          <p:cNvSpPr/>
          <p:nvPr/>
        </p:nvSpPr>
        <p:spPr>
          <a:xfrm>
            <a:off x="10268963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l_vlechtL"/>
          <p:cNvSpPr/>
          <p:nvPr/>
        </p:nvSpPr>
        <p:spPr>
          <a:xfrm>
            <a:off x="10153396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l_strikL"/>
          <p:cNvSpPr/>
          <p:nvPr/>
        </p:nvSpPr>
        <p:spPr>
          <a:xfrm>
            <a:off x="10186415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vlechtR"/>
          <p:cNvSpPr/>
          <p:nvPr/>
        </p:nvSpPr>
        <p:spPr>
          <a:xfrm>
            <a:off x="11061423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strikR"/>
          <p:cNvSpPr/>
          <p:nvPr/>
        </p:nvSpPr>
        <p:spPr>
          <a:xfrm>
            <a:off x="11094442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armL"/>
          <p:cNvSpPr/>
          <p:nvPr/>
        </p:nvSpPr>
        <p:spPr>
          <a:xfrm rot="21120000">
            <a:off x="10219434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handL"/>
          <p:cNvSpPr/>
          <p:nvPr/>
        </p:nvSpPr>
        <p:spPr>
          <a:xfrm>
            <a:off x="10240836" y="4784494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armR"/>
          <p:cNvSpPr/>
          <p:nvPr/>
        </p:nvSpPr>
        <p:spPr>
          <a:xfrm rot="480000">
            <a:off x="11094442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handR"/>
          <p:cNvSpPr/>
          <p:nvPr/>
        </p:nvSpPr>
        <p:spPr>
          <a:xfrm>
            <a:off x="11040021" y="4784494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beenL"/>
          <p:cNvSpPr/>
          <p:nvPr/>
        </p:nvSpPr>
        <p:spPr>
          <a:xfrm rot="600000">
            <a:off x="10467078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schoenL"/>
          <p:cNvSpPr/>
          <p:nvPr/>
        </p:nvSpPr>
        <p:spPr>
          <a:xfrm rot="600000">
            <a:off x="10360558" y="538548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zoolL"/>
          <p:cNvSpPr/>
          <p:nvPr/>
        </p:nvSpPr>
        <p:spPr>
          <a:xfrm rot="600000">
            <a:off x="10360558" y="551755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beenR"/>
          <p:cNvSpPr/>
          <p:nvPr/>
        </p:nvSpPr>
        <p:spPr>
          <a:xfrm rot="21000000">
            <a:off x="10797270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schoenR"/>
          <p:cNvSpPr/>
          <p:nvPr/>
        </p:nvSpPr>
        <p:spPr>
          <a:xfrm rot="21000000">
            <a:off x="10788223" y="538548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zoolR"/>
          <p:cNvSpPr/>
          <p:nvPr/>
        </p:nvSpPr>
        <p:spPr>
          <a:xfrm rot="21000000">
            <a:off x="10788223" y="551755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romp"/>
          <p:cNvSpPr/>
          <p:nvPr/>
        </p:nvSpPr>
        <p:spPr>
          <a:xfrm>
            <a:off x="10351511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zak"/>
          <p:cNvSpPr/>
          <p:nvPr/>
        </p:nvSpPr>
        <p:spPr>
          <a:xfrm>
            <a:off x="10500097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koord"/>
          <p:cNvSpPr/>
          <p:nvPr/>
        </p:nvSpPr>
        <p:spPr>
          <a:xfrm>
            <a:off x="10632174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nek"/>
          <p:cNvSpPr/>
          <p:nvPr/>
        </p:nvSpPr>
        <p:spPr>
          <a:xfrm>
            <a:off x="10615664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hoofd"/>
          <p:cNvSpPr/>
          <p:nvPr/>
        </p:nvSpPr>
        <p:spPr>
          <a:xfrm>
            <a:off x="10351511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oorL"/>
          <p:cNvSpPr/>
          <p:nvPr/>
        </p:nvSpPr>
        <p:spPr>
          <a:xfrm>
            <a:off x="10285472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oorR"/>
          <p:cNvSpPr/>
          <p:nvPr/>
        </p:nvSpPr>
        <p:spPr>
          <a:xfrm>
            <a:off x="11077933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pony"/>
          <p:cNvSpPr/>
          <p:nvPr/>
        </p:nvSpPr>
        <p:spPr>
          <a:xfrm>
            <a:off x="10368020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oogwitL"/>
          <p:cNvSpPr/>
          <p:nvPr/>
        </p:nvSpPr>
        <p:spPr>
          <a:xfrm>
            <a:off x="10500097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pupilL"/>
          <p:cNvSpPr/>
          <p:nvPr/>
        </p:nvSpPr>
        <p:spPr>
          <a:xfrm>
            <a:off x="10539720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glansL"/>
          <p:cNvSpPr/>
          <p:nvPr/>
        </p:nvSpPr>
        <p:spPr>
          <a:xfrm>
            <a:off x="10559532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wenkL"/>
          <p:cNvSpPr/>
          <p:nvPr/>
        </p:nvSpPr>
        <p:spPr>
          <a:xfrm>
            <a:off x="10491842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R"/>
          <p:cNvSpPr/>
          <p:nvPr/>
        </p:nvSpPr>
        <p:spPr>
          <a:xfrm>
            <a:off x="10813779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R"/>
          <p:cNvSpPr/>
          <p:nvPr/>
        </p:nvSpPr>
        <p:spPr>
          <a:xfrm>
            <a:off x="10853402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R"/>
          <p:cNvSpPr/>
          <p:nvPr/>
        </p:nvSpPr>
        <p:spPr>
          <a:xfrm>
            <a:off x="10873214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R"/>
          <p:cNvSpPr/>
          <p:nvPr/>
        </p:nvSpPr>
        <p:spPr>
          <a:xfrm>
            <a:off x="10805524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neus"/>
          <p:cNvSpPr/>
          <p:nvPr/>
        </p:nvSpPr>
        <p:spPr>
          <a:xfrm>
            <a:off x="10673448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blosL"/>
          <p:cNvSpPr/>
          <p:nvPr/>
        </p:nvSpPr>
        <p:spPr>
          <a:xfrm>
            <a:off x="10384530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blosR"/>
          <p:cNvSpPr/>
          <p:nvPr/>
        </p:nvSpPr>
        <p:spPr>
          <a:xfrm>
            <a:off x="10945856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mond"/>
          <p:cNvSpPr/>
          <p:nvPr/>
        </p:nvSpPr>
        <p:spPr>
          <a:xfrm>
            <a:off x="10640428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tand"/>
          <p:cNvSpPr/>
          <p:nvPr/>
        </p:nvSpPr>
        <p:spPr>
          <a:xfrm>
            <a:off x="10673448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monddek"/>
          <p:cNvSpPr/>
          <p:nvPr/>
        </p:nvSpPr>
        <p:spPr>
          <a:xfrm>
            <a:off x="10623919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kop"/>
          <p:cNvSpPr txBox="1"/>
          <p:nvPr/>
        </p:nvSpPr>
        <p:spPr>
          <a:xfrm>
            <a:off x="761980" y="825479"/>
            <a:ext cx="6730831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000" b="1">
                <a:solidFill>
                  <a:srgbClr val="F2F8FC"/>
                </a:solidFill>
                <a:latin typeface="Segoe UI"/>
              </a:rPr>
              <a:t>Maar voorkomt dat</a:t>
            </a:r>
          </a:p>
          <a:p>
            <a:pPr algn="l">
              <a:lnSpc>
                <a:spcPct val="110000"/>
              </a:lnSpc>
            </a:pPr>
            <a:r>
              <a:rPr sz="5000" b="1">
                <a:solidFill>
                  <a:srgbClr val="F2F8FC"/>
                </a:solidFill>
                <a:latin typeface="Segoe UI"/>
              </a:rPr>
              <a:t>ook echt een wonde?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87380" y="2984425"/>
            <a:ext cx="6222844" cy="1714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Zes Belgische ziekenhuizen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zoeken het nu samen uit,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ook AZ Groeninge in Kortrijk.</a:t>
            </a:r>
          </a:p>
        </p:txBody>
      </p:sp>
      <p:sp>
        <p:nvSpPr>
          <p:cNvPr id="123" name="!!ziek0"/>
          <p:cNvSpPr/>
          <p:nvPr/>
        </p:nvSpPr>
        <p:spPr>
          <a:xfrm>
            <a:off x="812779" y="4838579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ziek1"/>
          <p:cNvSpPr/>
          <p:nvPr/>
        </p:nvSpPr>
        <p:spPr>
          <a:xfrm>
            <a:off x="1206469" y="4838579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ziek2"/>
          <p:cNvSpPr/>
          <p:nvPr/>
        </p:nvSpPr>
        <p:spPr>
          <a:xfrm>
            <a:off x="1600159" y="4838579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ziek3"/>
          <p:cNvSpPr/>
          <p:nvPr/>
        </p:nvSpPr>
        <p:spPr>
          <a:xfrm>
            <a:off x="1993850" y="4838579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ziek4"/>
          <p:cNvSpPr/>
          <p:nvPr/>
        </p:nvSpPr>
        <p:spPr>
          <a:xfrm>
            <a:off x="2387540" y="4838579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ziek5"/>
          <p:cNvSpPr/>
          <p:nvPr/>
        </p:nvSpPr>
        <p:spPr>
          <a:xfrm>
            <a:off x="2781230" y="4838579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87380" y="5283067"/>
            <a:ext cx="5714857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spc="140">
                <a:solidFill>
                  <a:srgbClr val="52BDEC"/>
                </a:solidFill>
                <a:latin typeface="Consolas"/>
              </a:rPr>
              <a:t>PARADISE  ·  KU Leuven Campus Brugge</a:t>
            </a:r>
          </a:p>
        </p:txBody>
      </p:sp>
      <p:sp>
        <p:nvSpPr>
          <p:cNvPr id="1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Dat is wat PARADISE de komende jaren uitzoekt.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5500">
        <p159:morph option="byObject"/>
      </p:transition>
    </mc:Choice>
    <mc:Fallback>
      <p:transition xmlns:p14="http://schemas.microsoft.com/office/powerpoint/2010/main" spd="slow" p14:dur="900" advClick="0" advTm="55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