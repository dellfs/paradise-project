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1984960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068778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420000">
            <a:off x="1922096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1859006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21180000">
            <a:off x="303268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053865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20760000">
            <a:off x="223641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20760000">
            <a:off x="2249252" y="5325825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20760000">
            <a:off x="2249252" y="549346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840000">
            <a:off x="2655503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840000">
            <a:off x="2495984" y="5325825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840000">
            <a:off x="2495984" y="549346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089732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2383095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2550731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2425004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089732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00591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01172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110687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227832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232861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235375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226784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267645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272674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275189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266598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249834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13164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2844093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221545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261359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2529776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2383095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245643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249834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2435481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442710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442710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431154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434456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521956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5252588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840000">
            <a:off x="4377580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4295169" y="477905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20760000">
            <a:off x="525258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5301980" y="477905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840000">
            <a:off x="462522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840000">
            <a:off x="4499542" y="5381408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840000">
            <a:off x="4499542" y="5513485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20760000">
            <a:off x="495541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20760000">
            <a:off x="4965531" y="5381408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20760000">
            <a:off x="4965531" y="5513485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450965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4658243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479032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4773810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450965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4443618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523607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4526166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465824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469786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471767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4649988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4971925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011548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03136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4963670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483159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454267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10400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479857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483159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478206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Tienduizend stappen, zonder erbij na te denken.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50" advClick="0" advTm="3400">
        <p159:morph option="byObject"/>
      </p:transition>
    </mc:Choice>
    <mc:Fallback>
      <p:transition xmlns:p14="http://schemas.microsoft.com/office/powerpoint/2010/main" spd="slow" p14:dur="250" advClick="0" advTm="34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3000934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3084752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21180000">
            <a:off x="293807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2959253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360000">
            <a:off x="4048658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991563" y="4569674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780000">
            <a:off x="3252388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780000">
            <a:off x="3098914" y="532727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780000">
            <a:off x="3098914" y="549491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20820000">
            <a:off x="3671478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20820000">
            <a:off x="3678270" y="532727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20820000">
            <a:off x="3678270" y="549491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3105707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3399070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566705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3440978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3105707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302188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402770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3126661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3294297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334458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3369733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328382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3692432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374272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3767868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68195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514319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3147616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386006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323143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62956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545751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3399070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3472410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514319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3451456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697077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697077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558151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561452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6489537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6522556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20820000">
            <a:off x="564754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5692317" y="478016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780000">
            <a:off x="6522556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6444768" y="478016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20820000">
            <a:off x="5895192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20820000">
            <a:off x="5900544" y="53825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20820000">
            <a:off x="5900544" y="55146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780000">
            <a:off x="622538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780000">
            <a:off x="6104465" y="53825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780000">
            <a:off x="6104465" y="55146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779625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5928211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6060288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6043778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779625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71358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650604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796135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5928211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5967834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5987646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5919956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624189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628151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630132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623363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6101562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5812644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637397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6068543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6101562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6052033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Elke zondag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 stap</a:t>
            </a:r>
          </a:p>
        </p:txBody>
      </p:sp>
      <p:sp>
        <p:nvSpPr>
          <p:cNvPr id="12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Tienduizend stappen, zonder erbij na te denken.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schaduw"/>
          <p:cNvSpPr/>
          <p:nvPr/>
        </p:nvSpPr>
        <p:spPr>
          <a:xfrm>
            <a:off x="3284137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haarmassa"/>
          <p:cNvSpPr/>
          <p:nvPr/>
        </p:nvSpPr>
        <p:spPr>
          <a:xfrm>
            <a:off x="3284137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vlechtL"/>
          <p:cNvSpPr/>
          <p:nvPr/>
        </p:nvSpPr>
        <p:spPr>
          <a:xfrm>
            <a:off x="316857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strikL"/>
          <p:cNvSpPr/>
          <p:nvPr/>
        </p:nvSpPr>
        <p:spPr>
          <a:xfrm>
            <a:off x="320158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vlechtR"/>
          <p:cNvSpPr/>
          <p:nvPr/>
        </p:nvSpPr>
        <p:spPr>
          <a:xfrm>
            <a:off x="4076598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strikR"/>
          <p:cNvSpPr/>
          <p:nvPr/>
        </p:nvSpPr>
        <p:spPr>
          <a:xfrm>
            <a:off x="4109617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armL"/>
          <p:cNvSpPr/>
          <p:nvPr/>
        </p:nvSpPr>
        <p:spPr>
          <a:xfrm>
            <a:off x="3234609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handL"/>
          <p:cNvSpPr/>
          <p:nvPr/>
        </p:nvSpPr>
        <p:spPr>
          <a:xfrm>
            <a:off x="3218099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armR"/>
          <p:cNvSpPr/>
          <p:nvPr/>
        </p:nvSpPr>
        <p:spPr>
          <a:xfrm>
            <a:off x="4109617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handR"/>
          <p:cNvSpPr/>
          <p:nvPr/>
        </p:nvSpPr>
        <p:spPr>
          <a:xfrm>
            <a:off x="4093107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_beenL"/>
          <p:cNvSpPr/>
          <p:nvPr/>
        </p:nvSpPr>
        <p:spPr>
          <a:xfrm>
            <a:off x="3482252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_schoenL"/>
          <p:cNvSpPr/>
          <p:nvPr/>
        </p:nvSpPr>
        <p:spPr>
          <a:xfrm>
            <a:off x="3424469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_zoolL"/>
          <p:cNvSpPr/>
          <p:nvPr/>
        </p:nvSpPr>
        <p:spPr>
          <a:xfrm>
            <a:off x="3424469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_beenR"/>
          <p:cNvSpPr/>
          <p:nvPr/>
        </p:nvSpPr>
        <p:spPr>
          <a:xfrm>
            <a:off x="381244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oenR"/>
          <p:cNvSpPr/>
          <p:nvPr/>
        </p:nvSpPr>
        <p:spPr>
          <a:xfrm>
            <a:off x="3754661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zoolR"/>
          <p:cNvSpPr/>
          <p:nvPr/>
        </p:nvSpPr>
        <p:spPr>
          <a:xfrm>
            <a:off x="3754661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romp"/>
          <p:cNvSpPr/>
          <p:nvPr/>
        </p:nvSpPr>
        <p:spPr>
          <a:xfrm>
            <a:off x="3366685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zak"/>
          <p:cNvSpPr/>
          <p:nvPr/>
        </p:nvSpPr>
        <p:spPr>
          <a:xfrm>
            <a:off x="3515272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koord"/>
          <p:cNvSpPr/>
          <p:nvPr/>
        </p:nvSpPr>
        <p:spPr>
          <a:xfrm>
            <a:off x="3647348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nek"/>
          <p:cNvSpPr/>
          <p:nvPr/>
        </p:nvSpPr>
        <p:spPr>
          <a:xfrm>
            <a:off x="3630839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hoofd"/>
          <p:cNvSpPr/>
          <p:nvPr/>
        </p:nvSpPr>
        <p:spPr>
          <a:xfrm>
            <a:off x="3366685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oorL"/>
          <p:cNvSpPr/>
          <p:nvPr/>
        </p:nvSpPr>
        <p:spPr>
          <a:xfrm>
            <a:off x="330064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oorR"/>
          <p:cNvSpPr/>
          <p:nvPr/>
        </p:nvSpPr>
        <p:spPr>
          <a:xfrm>
            <a:off x="409310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pony"/>
          <p:cNvSpPr/>
          <p:nvPr/>
        </p:nvSpPr>
        <p:spPr>
          <a:xfrm>
            <a:off x="3383195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oogwitL"/>
          <p:cNvSpPr/>
          <p:nvPr/>
        </p:nvSpPr>
        <p:spPr>
          <a:xfrm>
            <a:off x="3515272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pupilL"/>
          <p:cNvSpPr/>
          <p:nvPr/>
        </p:nvSpPr>
        <p:spPr>
          <a:xfrm>
            <a:off x="3554895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glansL"/>
          <p:cNvSpPr/>
          <p:nvPr/>
        </p:nvSpPr>
        <p:spPr>
          <a:xfrm>
            <a:off x="3574706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wenkL"/>
          <p:cNvSpPr/>
          <p:nvPr/>
        </p:nvSpPr>
        <p:spPr>
          <a:xfrm>
            <a:off x="3507017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oogwitR"/>
          <p:cNvSpPr/>
          <p:nvPr/>
        </p:nvSpPr>
        <p:spPr>
          <a:xfrm>
            <a:off x="3828954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pupilR"/>
          <p:cNvSpPr/>
          <p:nvPr/>
        </p:nvSpPr>
        <p:spPr>
          <a:xfrm>
            <a:off x="3868577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glansR"/>
          <p:cNvSpPr/>
          <p:nvPr/>
        </p:nvSpPr>
        <p:spPr>
          <a:xfrm>
            <a:off x="388838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wenkR"/>
          <p:cNvSpPr/>
          <p:nvPr/>
        </p:nvSpPr>
        <p:spPr>
          <a:xfrm>
            <a:off x="382069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neus"/>
          <p:cNvSpPr/>
          <p:nvPr/>
        </p:nvSpPr>
        <p:spPr>
          <a:xfrm>
            <a:off x="3688622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blosL"/>
          <p:cNvSpPr/>
          <p:nvPr/>
        </p:nvSpPr>
        <p:spPr>
          <a:xfrm>
            <a:off x="3399705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blosR"/>
          <p:cNvSpPr/>
          <p:nvPr/>
        </p:nvSpPr>
        <p:spPr>
          <a:xfrm>
            <a:off x="39610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mond"/>
          <p:cNvSpPr/>
          <p:nvPr/>
        </p:nvSpPr>
        <p:spPr>
          <a:xfrm>
            <a:off x="3655603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tand"/>
          <p:cNvSpPr/>
          <p:nvPr/>
        </p:nvSpPr>
        <p:spPr>
          <a:xfrm>
            <a:off x="3688622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monddek"/>
          <p:cNvSpPr/>
          <p:nvPr/>
        </p:nvSpPr>
        <p:spPr>
          <a:xfrm>
            <a:off x="3639094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lok0"/>
          <p:cNvSpPr/>
          <p:nvPr/>
        </p:nvSpPr>
        <p:spPr>
          <a:xfrm>
            <a:off x="3530511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lok1"/>
          <p:cNvSpPr/>
          <p:nvPr/>
        </p:nvSpPr>
        <p:spPr>
          <a:xfrm>
            <a:off x="8318292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600">
        <p159:morph option="byObject"/>
      </p:transition>
    </mc:Choice>
    <mc:Fallback>
      <p:transition xmlns:p14="http://schemas.microsoft.com/office/powerpoint/2010/main" spd="slow" p14:dur="900" advClick="0" advTm="36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schaduw"/>
          <p:cNvSpPr/>
          <p:nvPr/>
        </p:nvSpPr>
        <p:spPr>
          <a:xfrm>
            <a:off x="3284137" y="4983355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haarmassa"/>
          <p:cNvSpPr/>
          <p:nvPr/>
        </p:nvSpPr>
        <p:spPr>
          <a:xfrm>
            <a:off x="3284137" y="3002204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vlechtL"/>
          <p:cNvSpPr/>
          <p:nvPr/>
        </p:nvSpPr>
        <p:spPr>
          <a:xfrm>
            <a:off x="3168570" y="3200319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strikL"/>
          <p:cNvSpPr/>
          <p:nvPr/>
        </p:nvSpPr>
        <p:spPr>
          <a:xfrm>
            <a:off x="3201589" y="3662588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vlechtR"/>
          <p:cNvSpPr/>
          <p:nvPr/>
        </p:nvSpPr>
        <p:spPr>
          <a:xfrm>
            <a:off x="4076598" y="3200319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strikR"/>
          <p:cNvSpPr/>
          <p:nvPr/>
        </p:nvSpPr>
        <p:spPr>
          <a:xfrm>
            <a:off x="4109617" y="3662588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armL"/>
          <p:cNvSpPr/>
          <p:nvPr/>
        </p:nvSpPr>
        <p:spPr>
          <a:xfrm rot="20280000">
            <a:off x="3234609" y="3761645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handL"/>
          <p:cNvSpPr/>
          <p:nvPr/>
        </p:nvSpPr>
        <p:spPr>
          <a:xfrm>
            <a:off x="3320145" y="419582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armR"/>
          <p:cNvSpPr/>
          <p:nvPr/>
        </p:nvSpPr>
        <p:spPr>
          <a:xfrm rot="1320000">
            <a:off x="4109617" y="3761645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handR"/>
          <p:cNvSpPr/>
          <p:nvPr/>
        </p:nvSpPr>
        <p:spPr>
          <a:xfrm>
            <a:off x="3991061" y="419582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_beenL"/>
          <p:cNvSpPr/>
          <p:nvPr/>
        </p:nvSpPr>
        <p:spPr>
          <a:xfrm>
            <a:off x="3482252" y="4322971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_schoenL"/>
          <p:cNvSpPr/>
          <p:nvPr/>
        </p:nvSpPr>
        <p:spPr>
          <a:xfrm>
            <a:off x="3424469" y="4818259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_zoolL"/>
          <p:cNvSpPr/>
          <p:nvPr/>
        </p:nvSpPr>
        <p:spPr>
          <a:xfrm>
            <a:off x="3424469" y="4950336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_beenR"/>
          <p:cNvSpPr/>
          <p:nvPr/>
        </p:nvSpPr>
        <p:spPr>
          <a:xfrm rot="19320000">
            <a:off x="3812444" y="4322971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oenR"/>
          <p:cNvSpPr/>
          <p:nvPr/>
        </p:nvSpPr>
        <p:spPr>
          <a:xfrm rot="19320000">
            <a:off x="3927454" y="4758762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zoolR"/>
          <p:cNvSpPr/>
          <p:nvPr/>
        </p:nvSpPr>
        <p:spPr>
          <a:xfrm rot="19320000">
            <a:off x="3927454" y="489083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romp"/>
          <p:cNvSpPr/>
          <p:nvPr/>
        </p:nvSpPr>
        <p:spPr>
          <a:xfrm>
            <a:off x="3366685" y="3695607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zak"/>
          <p:cNvSpPr/>
          <p:nvPr/>
        </p:nvSpPr>
        <p:spPr>
          <a:xfrm>
            <a:off x="3515272" y="4058818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koord"/>
          <p:cNvSpPr/>
          <p:nvPr/>
        </p:nvSpPr>
        <p:spPr>
          <a:xfrm>
            <a:off x="3647348" y="3695607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nek"/>
          <p:cNvSpPr/>
          <p:nvPr/>
        </p:nvSpPr>
        <p:spPr>
          <a:xfrm>
            <a:off x="3630839" y="3596550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hoofd"/>
          <p:cNvSpPr/>
          <p:nvPr/>
        </p:nvSpPr>
        <p:spPr>
          <a:xfrm>
            <a:off x="3366685" y="3035224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oorL"/>
          <p:cNvSpPr/>
          <p:nvPr/>
        </p:nvSpPr>
        <p:spPr>
          <a:xfrm>
            <a:off x="3300647" y="3332396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oorR"/>
          <p:cNvSpPr/>
          <p:nvPr/>
        </p:nvSpPr>
        <p:spPr>
          <a:xfrm>
            <a:off x="4093107" y="3332396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pony"/>
          <p:cNvSpPr/>
          <p:nvPr/>
        </p:nvSpPr>
        <p:spPr>
          <a:xfrm>
            <a:off x="3383195" y="3002204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oogwitL"/>
          <p:cNvSpPr/>
          <p:nvPr/>
        </p:nvSpPr>
        <p:spPr>
          <a:xfrm>
            <a:off x="3515272" y="3348906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pupilL"/>
          <p:cNvSpPr/>
          <p:nvPr/>
        </p:nvSpPr>
        <p:spPr>
          <a:xfrm>
            <a:off x="3554895" y="3391831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glansL"/>
          <p:cNvSpPr/>
          <p:nvPr/>
        </p:nvSpPr>
        <p:spPr>
          <a:xfrm>
            <a:off x="3574706" y="3403387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wenkL"/>
          <p:cNvSpPr/>
          <p:nvPr/>
        </p:nvSpPr>
        <p:spPr>
          <a:xfrm>
            <a:off x="3507017" y="3274613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oogwitR"/>
          <p:cNvSpPr/>
          <p:nvPr/>
        </p:nvSpPr>
        <p:spPr>
          <a:xfrm>
            <a:off x="3828954" y="3348906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pupilR"/>
          <p:cNvSpPr/>
          <p:nvPr/>
        </p:nvSpPr>
        <p:spPr>
          <a:xfrm>
            <a:off x="3868577" y="3391831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glansR"/>
          <p:cNvSpPr/>
          <p:nvPr/>
        </p:nvSpPr>
        <p:spPr>
          <a:xfrm>
            <a:off x="3888388" y="3403387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wenkR"/>
          <p:cNvSpPr/>
          <p:nvPr/>
        </p:nvSpPr>
        <p:spPr>
          <a:xfrm>
            <a:off x="3820699" y="3274613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neus"/>
          <p:cNvSpPr/>
          <p:nvPr/>
        </p:nvSpPr>
        <p:spPr>
          <a:xfrm>
            <a:off x="3688622" y="3464473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blosL"/>
          <p:cNvSpPr/>
          <p:nvPr/>
        </p:nvSpPr>
        <p:spPr>
          <a:xfrm>
            <a:off x="3399705" y="3480982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blosR"/>
          <p:cNvSpPr/>
          <p:nvPr/>
        </p:nvSpPr>
        <p:spPr>
          <a:xfrm>
            <a:off x="3961030" y="3480982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mond"/>
          <p:cNvSpPr/>
          <p:nvPr/>
        </p:nvSpPr>
        <p:spPr>
          <a:xfrm>
            <a:off x="3655603" y="3563530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tand"/>
          <p:cNvSpPr/>
          <p:nvPr/>
        </p:nvSpPr>
        <p:spPr>
          <a:xfrm>
            <a:off x="3688622" y="3576738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monddek"/>
          <p:cNvSpPr/>
          <p:nvPr/>
        </p:nvSpPr>
        <p:spPr>
          <a:xfrm>
            <a:off x="3639094" y="3547021"/>
            <a:ext cx="214624" cy="1650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lok0"/>
          <p:cNvSpPr/>
          <p:nvPr/>
        </p:nvSpPr>
        <p:spPr>
          <a:xfrm>
            <a:off x="3530511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lok1"/>
          <p:cNvSpPr/>
          <p:nvPr/>
        </p:nvSpPr>
        <p:spPr>
          <a:xfrm>
            <a:off x="8318292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au"/>
          <p:cNvSpPr txBox="1"/>
          <p:nvPr/>
        </p:nvSpPr>
        <p:spPr>
          <a:xfrm>
            <a:off x="2285942" y="1435064"/>
            <a:ext cx="2031949" cy="8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400" b="1">
                <a:solidFill>
                  <a:srgbClr val="FF7A00"/>
                </a:solidFill>
                <a:latin typeface="Segoe UI"/>
              </a:rPr>
              <a:t>AU!</a:t>
            </a:r>
          </a:p>
        </p:txBody>
      </p:sp>
      <p:sp>
        <p:nvSpPr>
          <p:cNvPr id="11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Opa Frans voelt niets.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600">
        <p159:morph option="byObject"/>
      </p:transition>
    </mc:Choice>
    <mc:Fallback>
      <p:transition xmlns:p14="http://schemas.microsoft.com/office/powerpoint/2010/main" spd="slow" p14:dur="900" advClick="0" advTm="36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4825879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enkel"/>
          <p:cNvSpPr/>
          <p:nvPr/>
        </p:nvSpPr>
        <p:spPr>
          <a:xfrm>
            <a:off x="7894122" y="3393355"/>
            <a:ext cx="1181070" cy="1574760"/>
          </a:xfrm>
          <a:prstGeom prst="roundRect">
            <a:avLst>
              <a:gd name="adj" fmla="val 35000"/>
            </a:avLst>
          </a:prstGeom>
          <a:solidFill>
            <a:srgbClr val="1C4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deel0"/>
          <p:cNvSpPr/>
          <p:nvPr/>
        </p:nvSpPr>
        <p:spPr>
          <a:xfrm>
            <a:off x="7657908" y="3078403"/>
            <a:ext cx="1653498" cy="1653498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deel1"/>
          <p:cNvSpPr/>
          <p:nvPr/>
        </p:nvSpPr>
        <p:spPr>
          <a:xfrm>
            <a:off x="7736646" y="2291022"/>
            <a:ext cx="1496022" cy="1259808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deel2"/>
          <p:cNvSpPr/>
          <p:nvPr/>
        </p:nvSpPr>
        <p:spPr>
          <a:xfrm>
            <a:off x="7264218" y="1661118"/>
            <a:ext cx="2440878" cy="1417284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teen0"/>
          <p:cNvSpPr/>
          <p:nvPr/>
        </p:nvSpPr>
        <p:spPr>
          <a:xfrm>
            <a:off x="7303587" y="1031214"/>
            <a:ext cx="708642" cy="708642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nagel0"/>
          <p:cNvSpPr/>
          <p:nvPr/>
        </p:nvSpPr>
        <p:spPr>
          <a:xfrm>
            <a:off x="7473661" y="1144596"/>
            <a:ext cx="354321" cy="297629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een1"/>
          <p:cNvSpPr/>
          <p:nvPr/>
        </p:nvSpPr>
        <p:spPr>
          <a:xfrm>
            <a:off x="8130336" y="952476"/>
            <a:ext cx="551166" cy="551166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nagel1"/>
          <p:cNvSpPr/>
          <p:nvPr/>
        </p:nvSpPr>
        <p:spPr>
          <a:xfrm>
            <a:off x="8262616" y="1040662"/>
            <a:ext cx="275583" cy="231489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een2"/>
          <p:cNvSpPr/>
          <p:nvPr/>
        </p:nvSpPr>
        <p:spPr>
          <a:xfrm>
            <a:off x="8681502" y="1031214"/>
            <a:ext cx="492112" cy="492112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nagel2"/>
          <p:cNvSpPr/>
          <p:nvPr/>
        </p:nvSpPr>
        <p:spPr>
          <a:xfrm>
            <a:off x="8799610" y="1109952"/>
            <a:ext cx="246056" cy="206687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een3"/>
          <p:cNvSpPr/>
          <p:nvPr/>
        </p:nvSpPr>
        <p:spPr>
          <a:xfrm>
            <a:off x="9153931" y="1188690"/>
            <a:ext cx="452743" cy="452743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nagel3"/>
          <p:cNvSpPr/>
          <p:nvPr/>
        </p:nvSpPr>
        <p:spPr>
          <a:xfrm>
            <a:off x="9262589" y="1261129"/>
            <a:ext cx="226371" cy="190152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teen4"/>
          <p:cNvSpPr/>
          <p:nvPr/>
        </p:nvSpPr>
        <p:spPr>
          <a:xfrm>
            <a:off x="9586990" y="1385535"/>
            <a:ext cx="413374" cy="413374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nagel4"/>
          <p:cNvSpPr/>
          <p:nvPr/>
        </p:nvSpPr>
        <p:spPr>
          <a:xfrm>
            <a:off x="9686200" y="1451675"/>
            <a:ext cx="206687" cy="173617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boog"/>
          <p:cNvSpPr/>
          <p:nvPr/>
        </p:nvSpPr>
        <p:spPr>
          <a:xfrm>
            <a:off x="7657908" y="2369760"/>
            <a:ext cx="1574760" cy="1181070"/>
          </a:xfrm>
          <a:prstGeom prst="ellipse">
            <a:avLst/>
          </a:prstGeom>
          <a:solidFill>
            <a:srgbClr val="37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haard0"/>
          <p:cNvSpPr/>
          <p:nvPr/>
        </p:nvSpPr>
        <p:spPr>
          <a:xfrm>
            <a:off x="7827449" y="1712552"/>
            <a:ext cx="841988" cy="841988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haard1"/>
          <p:cNvSpPr/>
          <p:nvPr/>
        </p:nvSpPr>
        <p:spPr>
          <a:xfrm>
            <a:off x="7987427" y="1872530"/>
            <a:ext cx="522033" cy="52203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haard2"/>
          <p:cNvSpPr/>
          <p:nvPr/>
        </p:nvSpPr>
        <p:spPr>
          <a:xfrm>
            <a:off x="8122145" y="2007248"/>
            <a:ext cx="252596" cy="252596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400">
        <p159:morph option="byObject"/>
      </p:transition>
    </mc:Choice>
    <mc:Fallback>
      <p:transition xmlns:p14="http://schemas.microsoft.com/office/powerpoint/2010/main" spd="slow" p14:dur="900" advClick="0" advTm="24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4825879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enkel"/>
          <p:cNvSpPr/>
          <p:nvPr/>
        </p:nvSpPr>
        <p:spPr>
          <a:xfrm>
            <a:off x="7894122" y="3393355"/>
            <a:ext cx="1181070" cy="1574760"/>
          </a:xfrm>
          <a:prstGeom prst="roundRect">
            <a:avLst>
              <a:gd name="adj" fmla="val 35000"/>
            </a:avLst>
          </a:prstGeom>
          <a:solidFill>
            <a:srgbClr val="1C4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deel0"/>
          <p:cNvSpPr/>
          <p:nvPr/>
        </p:nvSpPr>
        <p:spPr>
          <a:xfrm>
            <a:off x="7657908" y="3078403"/>
            <a:ext cx="1653498" cy="1653498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deel1"/>
          <p:cNvSpPr/>
          <p:nvPr/>
        </p:nvSpPr>
        <p:spPr>
          <a:xfrm>
            <a:off x="7736646" y="2291022"/>
            <a:ext cx="1496022" cy="1259808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deel2"/>
          <p:cNvSpPr/>
          <p:nvPr/>
        </p:nvSpPr>
        <p:spPr>
          <a:xfrm>
            <a:off x="7264218" y="1661118"/>
            <a:ext cx="2440878" cy="1417284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teen0"/>
          <p:cNvSpPr/>
          <p:nvPr/>
        </p:nvSpPr>
        <p:spPr>
          <a:xfrm>
            <a:off x="7303587" y="1031214"/>
            <a:ext cx="708642" cy="708642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nagel0"/>
          <p:cNvSpPr/>
          <p:nvPr/>
        </p:nvSpPr>
        <p:spPr>
          <a:xfrm>
            <a:off x="7473661" y="1144596"/>
            <a:ext cx="354321" cy="297629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een1"/>
          <p:cNvSpPr/>
          <p:nvPr/>
        </p:nvSpPr>
        <p:spPr>
          <a:xfrm>
            <a:off x="8130336" y="952476"/>
            <a:ext cx="551166" cy="551166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nagel1"/>
          <p:cNvSpPr/>
          <p:nvPr/>
        </p:nvSpPr>
        <p:spPr>
          <a:xfrm>
            <a:off x="8262616" y="1040662"/>
            <a:ext cx="275583" cy="231489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een2"/>
          <p:cNvSpPr/>
          <p:nvPr/>
        </p:nvSpPr>
        <p:spPr>
          <a:xfrm>
            <a:off x="8681502" y="1031214"/>
            <a:ext cx="492112" cy="492112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nagel2"/>
          <p:cNvSpPr/>
          <p:nvPr/>
        </p:nvSpPr>
        <p:spPr>
          <a:xfrm>
            <a:off x="8799610" y="1109952"/>
            <a:ext cx="246056" cy="206687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een3"/>
          <p:cNvSpPr/>
          <p:nvPr/>
        </p:nvSpPr>
        <p:spPr>
          <a:xfrm>
            <a:off x="9153931" y="1188690"/>
            <a:ext cx="452743" cy="452743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nagel3"/>
          <p:cNvSpPr/>
          <p:nvPr/>
        </p:nvSpPr>
        <p:spPr>
          <a:xfrm>
            <a:off x="9262589" y="1261129"/>
            <a:ext cx="226371" cy="190152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teen4"/>
          <p:cNvSpPr/>
          <p:nvPr/>
        </p:nvSpPr>
        <p:spPr>
          <a:xfrm>
            <a:off x="9586990" y="1385535"/>
            <a:ext cx="413374" cy="413374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nagel4"/>
          <p:cNvSpPr/>
          <p:nvPr/>
        </p:nvSpPr>
        <p:spPr>
          <a:xfrm>
            <a:off x="9686200" y="1451675"/>
            <a:ext cx="206687" cy="173617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boog"/>
          <p:cNvSpPr/>
          <p:nvPr/>
        </p:nvSpPr>
        <p:spPr>
          <a:xfrm>
            <a:off x="7657908" y="2369760"/>
            <a:ext cx="1574760" cy="1181070"/>
          </a:xfrm>
          <a:prstGeom prst="ellipse">
            <a:avLst/>
          </a:prstGeom>
          <a:solidFill>
            <a:srgbClr val="37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haard0"/>
          <p:cNvSpPr/>
          <p:nvPr/>
        </p:nvSpPr>
        <p:spPr>
          <a:xfrm>
            <a:off x="7753156" y="1638259"/>
            <a:ext cx="990575" cy="990575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haard1"/>
          <p:cNvSpPr/>
          <p:nvPr/>
        </p:nvSpPr>
        <p:spPr>
          <a:xfrm>
            <a:off x="7941365" y="1826468"/>
            <a:ext cx="614156" cy="61415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haard2"/>
          <p:cNvSpPr/>
          <p:nvPr/>
        </p:nvSpPr>
        <p:spPr>
          <a:xfrm>
            <a:off x="8099857" y="1984960"/>
            <a:ext cx="297172" cy="297172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400">
        <p159:morph option="byObject"/>
      </p:transition>
    </mc:Choice>
    <mc:Fallback>
      <p:transition xmlns:p14="http://schemas.microsoft.com/office/powerpoint/2010/main" spd="slow" p14:dur="900" advClick="0" advTm="24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4825879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enkel"/>
          <p:cNvSpPr/>
          <p:nvPr/>
        </p:nvSpPr>
        <p:spPr>
          <a:xfrm>
            <a:off x="7894122" y="3393355"/>
            <a:ext cx="1181070" cy="1574760"/>
          </a:xfrm>
          <a:prstGeom prst="roundRect">
            <a:avLst>
              <a:gd name="adj" fmla="val 35000"/>
            </a:avLst>
          </a:prstGeom>
          <a:solidFill>
            <a:srgbClr val="1C4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deel0"/>
          <p:cNvSpPr/>
          <p:nvPr/>
        </p:nvSpPr>
        <p:spPr>
          <a:xfrm>
            <a:off x="7657908" y="3078403"/>
            <a:ext cx="1653498" cy="1653498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deel1"/>
          <p:cNvSpPr/>
          <p:nvPr/>
        </p:nvSpPr>
        <p:spPr>
          <a:xfrm>
            <a:off x="7736646" y="2291022"/>
            <a:ext cx="1496022" cy="1259808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deel2"/>
          <p:cNvSpPr/>
          <p:nvPr/>
        </p:nvSpPr>
        <p:spPr>
          <a:xfrm>
            <a:off x="7264218" y="1661118"/>
            <a:ext cx="2440878" cy="1417284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teen0"/>
          <p:cNvSpPr/>
          <p:nvPr/>
        </p:nvSpPr>
        <p:spPr>
          <a:xfrm>
            <a:off x="7303587" y="1031214"/>
            <a:ext cx="708642" cy="708642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nagel0"/>
          <p:cNvSpPr/>
          <p:nvPr/>
        </p:nvSpPr>
        <p:spPr>
          <a:xfrm>
            <a:off x="7473661" y="1144596"/>
            <a:ext cx="354321" cy="297629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teen1"/>
          <p:cNvSpPr/>
          <p:nvPr/>
        </p:nvSpPr>
        <p:spPr>
          <a:xfrm>
            <a:off x="8130336" y="952476"/>
            <a:ext cx="551166" cy="551166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nagel1"/>
          <p:cNvSpPr/>
          <p:nvPr/>
        </p:nvSpPr>
        <p:spPr>
          <a:xfrm>
            <a:off x="8262616" y="1040662"/>
            <a:ext cx="275583" cy="231489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teen2"/>
          <p:cNvSpPr/>
          <p:nvPr/>
        </p:nvSpPr>
        <p:spPr>
          <a:xfrm>
            <a:off x="8681502" y="1031214"/>
            <a:ext cx="492112" cy="492112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nagel2"/>
          <p:cNvSpPr/>
          <p:nvPr/>
        </p:nvSpPr>
        <p:spPr>
          <a:xfrm>
            <a:off x="8799610" y="1109952"/>
            <a:ext cx="246056" cy="206687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teen3"/>
          <p:cNvSpPr/>
          <p:nvPr/>
        </p:nvSpPr>
        <p:spPr>
          <a:xfrm>
            <a:off x="9153931" y="1188690"/>
            <a:ext cx="452743" cy="452743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nagel3"/>
          <p:cNvSpPr/>
          <p:nvPr/>
        </p:nvSpPr>
        <p:spPr>
          <a:xfrm>
            <a:off x="9262589" y="1261129"/>
            <a:ext cx="226371" cy="190152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teen4"/>
          <p:cNvSpPr/>
          <p:nvPr/>
        </p:nvSpPr>
        <p:spPr>
          <a:xfrm>
            <a:off x="9586990" y="1385535"/>
            <a:ext cx="413374" cy="413374"/>
          </a:xfrm>
          <a:prstGeom prst="ellipse">
            <a:avLst/>
          </a:prstGeom>
          <a:solidFill>
            <a:srgbClr val="215B84"/>
          </a:solidFill>
          <a:ln w="2032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nagel4"/>
          <p:cNvSpPr/>
          <p:nvPr/>
        </p:nvSpPr>
        <p:spPr>
          <a:xfrm>
            <a:off x="9686200" y="1451675"/>
            <a:ext cx="206687" cy="173617"/>
          </a:xfrm>
          <a:prstGeom prst="ellipse">
            <a:avLst/>
          </a:prstGeom>
          <a:solidFill>
            <a:srgbClr val="5F8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boog"/>
          <p:cNvSpPr/>
          <p:nvPr/>
        </p:nvSpPr>
        <p:spPr>
          <a:xfrm>
            <a:off x="7657908" y="2369760"/>
            <a:ext cx="1574760" cy="1181070"/>
          </a:xfrm>
          <a:prstGeom prst="ellipse">
            <a:avLst/>
          </a:prstGeom>
          <a:solidFill>
            <a:srgbClr val="37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haard0"/>
          <p:cNvSpPr/>
          <p:nvPr/>
        </p:nvSpPr>
        <p:spPr>
          <a:xfrm>
            <a:off x="7794430" y="1679533"/>
            <a:ext cx="908027" cy="908027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haard1"/>
          <p:cNvSpPr/>
          <p:nvPr/>
        </p:nvSpPr>
        <p:spPr>
          <a:xfrm>
            <a:off x="7966955" y="1852058"/>
            <a:ext cx="562976" cy="562976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haard2"/>
          <p:cNvSpPr/>
          <p:nvPr/>
        </p:nvSpPr>
        <p:spPr>
          <a:xfrm>
            <a:off x="8112239" y="1997342"/>
            <a:ext cx="272408" cy="272408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400">
        <p159:morph option="byObject"/>
      </p:transition>
    </mc:Choice>
    <mc:Fallback>
      <p:transition xmlns:p14="http://schemas.microsoft.com/office/powerpoint/2010/main" spd="slow" p14:dur="900" advClick="0" advTm="24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498562"/>
            <a:ext cx="4825879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8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2000"/>
              </a:lnSpc>
            </a:pPr>
            <a:r>
              <a:rPr sz="68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2000"/>
              </a:lnSpc>
            </a:pPr>
            <a:r>
              <a:rPr sz="6800" b="1">
                <a:solidFill>
                  <a:srgbClr val="F2F8FC"/>
                </a:solidFill>
                <a:latin typeface="Segoe UI"/>
              </a:rPr>
              <a:t>voelertjes</a:t>
            </a:r>
          </a:p>
        </p:txBody>
      </p:sp>
      <p:sp>
        <p:nvSpPr>
          <p:cNvPr id="4" name="!!band000"/>
          <p:cNvSpPr/>
          <p:nvPr/>
        </p:nvSpPr>
        <p:spPr>
          <a:xfrm>
            <a:off x="2588971" y="5926518"/>
            <a:ext cx="7909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and001"/>
          <p:cNvSpPr/>
          <p:nvPr/>
        </p:nvSpPr>
        <p:spPr>
          <a:xfrm>
            <a:off x="2534644" y="5884186"/>
            <a:ext cx="89956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and002"/>
          <p:cNvSpPr/>
          <p:nvPr/>
        </p:nvSpPr>
        <p:spPr>
          <a:xfrm>
            <a:off x="2480318" y="5841853"/>
            <a:ext cx="10082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and003"/>
          <p:cNvSpPr/>
          <p:nvPr/>
        </p:nvSpPr>
        <p:spPr>
          <a:xfrm>
            <a:off x="2425992" y="5799521"/>
            <a:ext cx="11168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and004"/>
          <p:cNvSpPr/>
          <p:nvPr/>
        </p:nvSpPr>
        <p:spPr>
          <a:xfrm>
            <a:off x="2403795" y="5757189"/>
            <a:ext cx="11612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and005"/>
          <p:cNvSpPr/>
          <p:nvPr/>
        </p:nvSpPr>
        <p:spPr>
          <a:xfrm>
            <a:off x="2385169" y="5714857"/>
            <a:ext cx="119851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band006"/>
          <p:cNvSpPr/>
          <p:nvPr/>
        </p:nvSpPr>
        <p:spPr>
          <a:xfrm>
            <a:off x="2366543" y="5672524"/>
            <a:ext cx="123576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band007"/>
          <p:cNvSpPr/>
          <p:nvPr/>
        </p:nvSpPr>
        <p:spPr>
          <a:xfrm>
            <a:off x="2347917" y="5630192"/>
            <a:ext cx="12730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band008"/>
          <p:cNvSpPr/>
          <p:nvPr/>
        </p:nvSpPr>
        <p:spPr>
          <a:xfrm>
            <a:off x="2329291" y="5587860"/>
            <a:ext cx="13102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band009"/>
          <p:cNvSpPr/>
          <p:nvPr/>
        </p:nvSpPr>
        <p:spPr>
          <a:xfrm>
            <a:off x="2310664" y="5545528"/>
            <a:ext cx="13475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band010"/>
          <p:cNvSpPr/>
          <p:nvPr/>
        </p:nvSpPr>
        <p:spPr>
          <a:xfrm>
            <a:off x="2305808" y="5503195"/>
            <a:ext cx="13572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band011"/>
          <p:cNvSpPr/>
          <p:nvPr/>
        </p:nvSpPr>
        <p:spPr>
          <a:xfrm>
            <a:off x="2302482" y="5460863"/>
            <a:ext cx="13638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band012"/>
          <p:cNvSpPr/>
          <p:nvPr/>
        </p:nvSpPr>
        <p:spPr>
          <a:xfrm>
            <a:off x="2299156" y="5418531"/>
            <a:ext cx="13705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band013"/>
          <p:cNvSpPr/>
          <p:nvPr/>
        </p:nvSpPr>
        <p:spPr>
          <a:xfrm>
            <a:off x="2295830" y="5376198"/>
            <a:ext cx="13771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band014"/>
          <p:cNvSpPr/>
          <p:nvPr/>
        </p:nvSpPr>
        <p:spPr>
          <a:xfrm>
            <a:off x="2292504" y="5333866"/>
            <a:ext cx="13838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band015"/>
          <p:cNvSpPr/>
          <p:nvPr/>
        </p:nvSpPr>
        <p:spPr>
          <a:xfrm>
            <a:off x="2289178" y="5291534"/>
            <a:ext cx="13904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band016"/>
          <p:cNvSpPr/>
          <p:nvPr/>
        </p:nvSpPr>
        <p:spPr>
          <a:xfrm>
            <a:off x="2285852" y="5249202"/>
            <a:ext cx="139714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and017"/>
          <p:cNvSpPr/>
          <p:nvPr/>
        </p:nvSpPr>
        <p:spPr>
          <a:xfrm>
            <a:off x="2282526" y="5206869"/>
            <a:ext cx="140379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band018"/>
          <p:cNvSpPr/>
          <p:nvPr/>
        </p:nvSpPr>
        <p:spPr>
          <a:xfrm>
            <a:off x="2282156" y="516453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band019"/>
          <p:cNvSpPr/>
          <p:nvPr/>
        </p:nvSpPr>
        <p:spPr>
          <a:xfrm>
            <a:off x="2284743" y="5122205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band020"/>
          <p:cNvSpPr/>
          <p:nvPr/>
        </p:nvSpPr>
        <p:spPr>
          <a:xfrm>
            <a:off x="2287330" y="507987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band021"/>
          <p:cNvSpPr/>
          <p:nvPr/>
        </p:nvSpPr>
        <p:spPr>
          <a:xfrm>
            <a:off x="2289917" y="5037540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band022"/>
          <p:cNvSpPr/>
          <p:nvPr/>
        </p:nvSpPr>
        <p:spPr>
          <a:xfrm>
            <a:off x="2292504" y="4995208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band023"/>
          <p:cNvSpPr/>
          <p:nvPr/>
        </p:nvSpPr>
        <p:spPr>
          <a:xfrm>
            <a:off x="2295091" y="4952876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band024"/>
          <p:cNvSpPr/>
          <p:nvPr/>
        </p:nvSpPr>
        <p:spPr>
          <a:xfrm>
            <a:off x="2297678" y="491054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band025"/>
          <p:cNvSpPr/>
          <p:nvPr/>
        </p:nvSpPr>
        <p:spPr>
          <a:xfrm>
            <a:off x="2300265" y="4868211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band026"/>
          <p:cNvSpPr/>
          <p:nvPr/>
        </p:nvSpPr>
        <p:spPr>
          <a:xfrm>
            <a:off x="2302852" y="4825879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and027"/>
          <p:cNvSpPr/>
          <p:nvPr/>
        </p:nvSpPr>
        <p:spPr>
          <a:xfrm>
            <a:off x="2305439" y="478354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and028"/>
          <p:cNvSpPr/>
          <p:nvPr/>
        </p:nvSpPr>
        <p:spPr>
          <a:xfrm>
            <a:off x="2308026" y="4741214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and029"/>
          <p:cNvSpPr/>
          <p:nvPr/>
        </p:nvSpPr>
        <p:spPr>
          <a:xfrm>
            <a:off x="2316951" y="4698882"/>
            <a:ext cx="14010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and030"/>
          <p:cNvSpPr/>
          <p:nvPr/>
        </p:nvSpPr>
        <p:spPr>
          <a:xfrm>
            <a:off x="2328592" y="4656550"/>
            <a:ext cx="13922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and031"/>
          <p:cNvSpPr/>
          <p:nvPr/>
        </p:nvSpPr>
        <p:spPr>
          <a:xfrm>
            <a:off x="2340233" y="4614217"/>
            <a:ext cx="13835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and032"/>
          <p:cNvSpPr/>
          <p:nvPr/>
        </p:nvSpPr>
        <p:spPr>
          <a:xfrm>
            <a:off x="2351875" y="4571885"/>
            <a:ext cx="13748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and033"/>
          <p:cNvSpPr/>
          <p:nvPr/>
        </p:nvSpPr>
        <p:spPr>
          <a:xfrm>
            <a:off x="2363516" y="4529553"/>
            <a:ext cx="13660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and034"/>
          <p:cNvSpPr/>
          <p:nvPr/>
        </p:nvSpPr>
        <p:spPr>
          <a:xfrm>
            <a:off x="2375158" y="4487221"/>
            <a:ext cx="13573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and035"/>
          <p:cNvSpPr/>
          <p:nvPr/>
        </p:nvSpPr>
        <p:spPr>
          <a:xfrm>
            <a:off x="2386799" y="4444888"/>
            <a:ext cx="13486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and036"/>
          <p:cNvSpPr/>
          <p:nvPr/>
        </p:nvSpPr>
        <p:spPr>
          <a:xfrm>
            <a:off x="2398440" y="4402556"/>
            <a:ext cx="133989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band037"/>
          <p:cNvSpPr/>
          <p:nvPr/>
        </p:nvSpPr>
        <p:spPr>
          <a:xfrm>
            <a:off x="2410082" y="4360224"/>
            <a:ext cx="133116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band038"/>
          <p:cNvSpPr/>
          <p:nvPr/>
        </p:nvSpPr>
        <p:spPr>
          <a:xfrm>
            <a:off x="2421723" y="4317892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band039"/>
          <p:cNvSpPr/>
          <p:nvPr/>
        </p:nvSpPr>
        <p:spPr>
          <a:xfrm>
            <a:off x="2433364" y="4275559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band040"/>
          <p:cNvSpPr/>
          <p:nvPr/>
        </p:nvSpPr>
        <p:spPr>
          <a:xfrm>
            <a:off x="2445006" y="4233227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band041"/>
          <p:cNvSpPr/>
          <p:nvPr/>
        </p:nvSpPr>
        <p:spPr>
          <a:xfrm>
            <a:off x="2456647" y="419089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band042"/>
          <p:cNvSpPr/>
          <p:nvPr/>
        </p:nvSpPr>
        <p:spPr>
          <a:xfrm>
            <a:off x="2468289" y="4148562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band043"/>
          <p:cNvSpPr/>
          <p:nvPr/>
        </p:nvSpPr>
        <p:spPr>
          <a:xfrm>
            <a:off x="2479930" y="410623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band044"/>
          <p:cNvSpPr/>
          <p:nvPr/>
        </p:nvSpPr>
        <p:spPr>
          <a:xfrm>
            <a:off x="2491571" y="4063898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band045"/>
          <p:cNvSpPr/>
          <p:nvPr/>
        </p:nvSpPr>
        <p:spPr>
          <a:xfrm>
            <a:off x="2503213" y="4021566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band046"/>
          <p:cNvSpPr/>
          <p:nvPr/>
        </p:nvSpPr>
        <p:spPr>
          <a:xfrm>
            <a:off x="2514854" y="3979233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band047"/>
          <p:cNvSpPr/>
          <p:nvPr/>
        </p:nvSpPr>
        <p:spPr>
          <a:xfrm>
            <a:off x="2526496" y="3936901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band048"/>
          <p:cNvSpPr/>
          <p:nvPr/>
        </p:nvSpPr>
        <p:spPr>
          <a:xfrm>
            <a:off x="2530861" y="3894569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band049"/>
          <p:cNvSpPr/>
          <p:nvPr/>
        </p:nvSpPr>
        <p:spPr>
          <a:xfrm>
            <a:off x="2527951" y="3852237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band050"/>
          <p:cNvSpPr/>
          <p:nvPr/>
        </p:nvSpPr>
        <p:spPr>
          <a:xfrm>
            <a:off x="2525040" y="3809904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band051"/>
          <p:cNvSpPr/>
          <p:nvPr/>
        </p:nvSpPr>
        <p:spPr>
          <a:xfrm>
            <a:off x="2522130" y="3767572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band052"/>
          <p:cNvSpPr/>
          <p:nvPr/>
        </p:nvSpPr>
        <p:spPr>
          <a:xfrm>
            <a:off x="2519220" y="372524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band053"/>
          <p:cNvSpPr/>
          <p:nvPr/>
        </p:nvSpPr>
        <p:spPr>
          <a:xfrm>
            <a:off x="2516309" y="3682907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band054"/>
          <p:cNvSpPr/>
          <p:nvPr/>
        </p:nvSpPr>
        <p:spPr>
          <a:xfrm>
            <a:off x="2513399" y="364057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band055"/>
          <p:cNvSpPr/>
          <p:nvPr/>
        </p:nvSpPr>
        <p:spPr>
          <a:xfrm>
            <a:off x="2510489" y="3598243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band056"/>
          <p:cNvSpPr/>
          <p:nvPr/>
        </p:nvSpPr>
        <p:spPr>
          <a:xfrm>
            <a:off x="2507578" y="3555911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band057"/>
          <p:cNvSpPr/>
          <p:nvPr/>
        </p:nvSpPr>
        <p:spPr>
          <a:xfrm>
            <a:off x="2504668" y="3513578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band058"/>
          <p:cNvSpPr/>
          <p:nvPr/>
        </p:nvSpPr>
        <p:spPr>
          <a:xfrm>
            <a:off x="2489409" y="3471246"/>
            <a:ext cx="13442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band059"/>
          <p:cNvSpPr/>
          <p:nvPr/>
        </p:nvSpPr>
        <p:spPr>
          <a:xfrm>
            <a:off x="2472779" y="3428914"/>
            <a:ext cx="13675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band060"/>
          <p:cNvSpPr/>
          <p:nvPr/>
        </p:nvSpPr>
        <p:spPr>
          <a:xfrm>
            <a:off x="2456148" y="3386581"/>
            <a:ext cx="13908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band061"/>
          <p:cNvSpPr/>
          <p:nvPr/>
        </p:nvSpPr>
        <p:spPr>
          <a:xfrm>
            <a:off x="2439518" y="3344249"/>
            <a:ext cx="14141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band062"/>
          <p:cNvSpPr/>
          <p:nvPr/>
        </p:nvSpPr>
        <p:spPr>
          <a:xfrm>
            <a:off x="2422887" y="3301917"/>
            <a:ext cx="143739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band063"/>
          <p:cNvSpPr/>
          <p:nvPr/>
        </p:nvSpPr>
        <p:spPr>
          <a:xfrm>
            <a:off x="2406257" y="3259585"/>
            <a:ext cx="146067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band064"/>
          <p:cNvSpPr/>
          <p:nvPr/>
        </p:nvSpPr>
        <p:spPr>
          <a:xfrm>
            <a:off x="2389626" y="3217252"/>
            <a:ext cx="14839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band065"/>
          <p:cNvSpPr/>
          <p:nvPr/>
        </p:nvSpPr>
        <p:spPr>
          <a:xfrm>
            <a:off x="2372996" y="3174920"/>
            <a:ext cx="1507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band066"/>
          <p:cNvSpPr/>
          <p:nvPr/>
        </p:nvSpPr>
        <p:spPr>
          <a:xfrm>
            <a:off x="2353039" y="3132588"/>
            <a:ext cx="153384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band067"/>
          <p:cNvSpPr/>
          <p:nvPr/>
        </p:nvSpPr>
        <p:spPr>
          <a:xfrm>
            <a:off x="2329756" y="3090256"/>
            <a:ext cx="15637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band068"/>
          <p:cNvSpPr/>
          <p:nvPr/>
        </p:nvSpPr>
        <p:spPr>
          <a:xfrm>
            <a:off x="2306474" y="3047923"/>
            <a:ext cx="159371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band069"/>
          <p:cNvSpPr/>
          <p:nvPr/>
        </p:nvSpPr>
        <p:spPr>
          <a:xfrm>
            <a:off x="2283191" y="3005591"/>
            <a:ext cx="16236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band070"/>
          <p:cNvSpPr/>
          <p:nvPr/>
        </p:nvSpPr>
        <p:spPr>
          <a:xfrm>
            <a:off x="2259908" y="2963259"/>
            <a:ext cx="16535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band071"/>
          <p:cNvSpPr/>
          <p:nvPr/>
        </p:nvSpPr>
        <p:spPr>
          <a:xfrm>
            <a:off x="2236625" y="2920926"/>
            <a:ext cx="168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band072"/>
          <p:cNvSpPr/>
          <p:nvPr/>
        </p:nvSpPr>
        <p:spPr>
          <a:xfrm>
            <a:off x="2213342" y="2878594"/>
            <a:ext cx="17134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band073"/>
          <p:cNvSpPr/>
          <p:nvPr/>
        </p:nvSpPr>
        <p:spPr>
          <a:xfrm>
            <a:off x="2190060" y="2836262"/>
            <a:ext cx="17433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band074"/>
          <p:cNvSpPr/>
          <p:nvPr/>
        </p:nvSpPr>
        <p:spPr>
          <a:xfrm>
            <a:off x="2167442" y="2793930"/>
            <a:ext cx="177233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band075"/>
          <p:cNvSpPr/>
          <p:nvPr/>
        </p:nvSpPr>
        <p:spPr>
          <a:xfrm>
            <a:off x="2150812" y="2751597"/>
            <a:ext cx="17922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band076"/>
          <p:cNvSpPr/>
          <p:nvPr/>
        </p:nvSpPr>
        <p:spPr>
          <a:xfrm>
            <a:off x="2134181" y="2709265"/>
            <a:ext cx="18122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band077"/>
          <p:cNvSpPr/>
          <p:nvPr/>
        </p:nvSpPr>
        <p:spPr>
          <a:xfrm>
            <a:off x="2117551" y="2666933"/>
            <a:ext cx="183220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band078"/>
          <p:cNvSpPr/>
          <p:nvPr/>
        </p:nvSpPr>
        <p:spPr>
          <a:xfrm>
            <a:off x="2100920" y="2624601"/>
            <a:ext cx="18521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band079"/>
          <p:cNvSpPr/>
          <p:nvPr/>
        </p:nvSpPr>
        <p:spPr>
          <a:xfrm>
            <a:off x="2084290" y="2582268"/>
            <a:ext cx="187211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band080"/>
          <p:cNvSpPr/>
          <p:nvPr/>
        </p:nvSpPr>
        <p:spPr>
          <a:xfrm>
            <a:off x="2067659" y="2539936"/>
            <a:ext cx="18920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band081"/>
          <p:cNvSpPr/>
          <p:nvPr/>
        </p:nvSpPr>
        <p:spPr>
          <a:xfrm>
            <a:off x="2051028" y="2497604"/>
            <a:ext cx="19120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band082"/>
          <p:cNvSpPr/>
          <p:nvPr/>
        </p:nvSpPr>
        <p:spPr>
          <a:xfrm>
            <a:off x="2034398" y="2455271"/>
            <a:ext cx="19319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band083"/>
          <p:cNvSpPr/>
          <p:nvPr/>
        </p:nvSpPr>
        <p:spPr>
          <a:xfrm>
            <a:off x="2023976" y="2412939"/>
            <a:ext cx="194068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band084"/>
          <p:cNvSpPr/>
          <p:nvPr/>
        </p:nvSpPr>
        <p:spPr>
          <a:xfrm>
            <a:off x="2016215" y="2370607"/>
            <a:ext cx="19445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band085"/>
          <p:cNvSpPr/>
          <p:nvPr/>
        </p:nvSpPr>
        <p:spPr>
          <a:xfrm>
            <a:off x="2008454" y="2328275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band086"/>
          <p:cNvSpPr/>
          <p:nvPr/>
        </p:nvSpPr>
        <p:spPr>
          <a:xfrm>
            <a:off x="2000693" y="2285942"/>
            <a:ext cx="195232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band087"/>
          <p:cNvSpPr/>
          <p:nvPr/>
        </p:nvSpPr>
        <p:spPr>
          <a:xfrm>
            <a:off x="1992932" y="2243610"/>
            <a:ext cx="19562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band088"/>
          <p:cNvSpPr/>
          <p:nvPr/>
        </p:nvSpPr>
        <p:spPr>
          <a:xfrm>
            <a:off x="1985172" y="2201278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band089"/>
          <p:cNvSpPr/>
          <p:nvPr/>
        </p:nvSpPr>
        <p:spPr>
          <a:xfrm>
            <a:off x="1977411" y="2158946"/>
            <a:ext cx="19639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band090"/>
          <p:cNvSpPr/>
          <p:nvPr/>
        </p:nvSpPr>
        <p:spPr>
          <a:xfrm>
            <a:off x="1973530" y="2116613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band091"/>
          <p:cNvSpPr/>
          <p:nvPr/>
        </p:nvSpPr>
        <p:spPr>
          <a:xfrm>
            <a:off x="1973530" y="2074281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band092"/>
          <p:cNvSpPr/>
          <p:nvPr/>
        </p:nvSpPr>
        <p:spPr>
          <a:xfrm>
            <a:off x="1973530" y="2031949"/>
            <a:ext cx="193680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band093"/>
          <p:cNvSpPr/>
          <p:nvPr/>
        </p:nvSpPr>
        <p:spPr>
          <a:xfrm>
            <a:off x="1973530" y="1989616"/>
            <a:ext cx="19251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band094"/>
          <p:cNvSpPr/>
          <p:nvPr/>
        </p:nvSpPr>
        <p:spPr>
          <a:xfrm>
            <a:off x="1973530" y="1947284"/>
            <a:ext cx="191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band095"/>
          <p:cNvSpPr/>
          <p:nvPr/>
        </p:nvSpPr>
        <p:spPr>
          <a:xfrm>
            <a:off x="1973530" y="1904952"/>
            <a:ext cx="190188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band096"/>
          <p:cNvSpPr/>
          <p:nvPr/>
        </p:nvSpPr>
        <p:spPr>
          <a:xfrm>
            <a:off x="1973530" y="1862620"/>
            <a:ext cx="189024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band097"/>
          <p:cNvSpPr/>
          <p:nvPr/>
        </p:nvSpPr>
        <p:spPr>
          <a:xfrm>
            <a:off x="1974927" y="1820287"/>
            <a:ext cx="18751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band098"/>
          <p:cNvSpPr/>
          <p:nvPr/>
        </p:nvSpPr>
        <p:spPr>
          <a:xfrm>
            <a:off x="1979584" y="1777955"/>
            <a:ext cx="185182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band099"/>
          <p:cNvSpPr/>
          <p:nvPr/>
        </p:nvSpPr>
        <p:spPr>
          <a:xfrm>
            <a:off x="1984240" y="1735623"/>
            <a:ext cx="18285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band100"/>
          <p:cNvSpPr/>
          <p:nvPr/>
        </p:nvSpPr>
        <p:spPr>
          <a:xfrm>
            <a:off x="1988897" y="1693290"/>
            <a:ext cx="18052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band101"/>
          <p:cNvSpPr/>
          <p:nvPr/>
        </p:nvSpPr>
        <p:spPr>
          <a:xfrm>
            <a:off x="1993553" y="1650958"/>
            <a:ext cx="178197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band102"/>
          <p:cNvSpPr/>
          <p:nvPr/>
        </p:nvSpPr>
        <p:spPr>
          <a:xfrm>
            <a:off x="1998210" y="1608626"/>
            <a:ext cx="17586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and103"/>
          <p:cNvSpPr/>
          <p:nvPr/>
        </p:nvSpPr>
        <p:spPr>
          <a:xfrm>
            <a:off x="2003216" y="1566294"/>
            <a:ext cx="173366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and104"/>
          <p:cNvSpPr/>
          <p:nvPr/>
        </p:nvSpPr>
        <p:spPr>
          <a:xfrm>
            <a:off x="2009036" y="1523961"/>
            <a:ext cx="17045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band105"/>
          <p:cNvSpPr/>
          <p:nvPr/>
        </p:nvSpPr>
        <p:spPr>
          <a:xfrm>
            <a:off x="2014857" y="1481629"/>
            <a:ext cx="16754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band106"/>
          <p:cNvSpPr/>
          <p:nvPr/>
        </p:nvSpPr>
        <p:spPr>
          <a:xfrm>
            <a:off x="2020678" y="1439297"/>
            <a:ext cx="164635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band107"/>
          <p:cNvSpPr/>
          <p:nvPr/>
        </p:nvSpPr>
        <p:spPr>
          <a:xfrm>
            <a:off x="2026498" y="1396965"/>
            <a:ext cx="16172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band108"/>
          <p:cNvSpPr/>
          <p:nvPr/>
        </p:nvSpPr>
        <p:spPr>
          <a:xfrm>
            <a:off x="2032319" y="1354632"/>
            <a:ext cx="15823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band109"/>
          <p:cNvSpPr/>
          <p:nvPr/>
        </p:nvSpPr>
        <p:spPr>
          <a:xfrm>
            <a:off x="2038140" y="1312300"/>
            <a:ext cx="15415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band110"/>
          <p:cNvSpPr/>
          <p:nvPr/>
        </p:nvSpPr>
        <p:spPr>
          <a:xfrm>
            <a:off x="2043960" y="1269968"/>
            <a:ext cx="15008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band111"/>
          <p:cNvSpPr/>
          <p:nvPr/>
        </p:nvSpPr>
        <p:spPr>
          <a:xfrm>
            <a:off x="2049781" y="1227635"/>
            <a:ext cx="146009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band112"/>
          <p:cNvSpPr/>
          <p:nvPr/>
        </p:nvSpPr>
        <p:spPr>
          <a:xfrm>
            <a:off x="2055602" y="1185303"/>
            <a:ext cx="14193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nd113"/>
          <p:cNvSpPr/>
          <p:nvPr/>
        </p:nvSpPr>
        <p:spPr>
          <a:xfrm>
            <a:off x="2062781" y="1142971"/>
            <a:ext cx="136909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band114"/>
          <p:cNvSpPr/>
          <p:nvPr/>
        </p:nvSpPr>
        <p:spPr>
          <a:xfrm>
            <a:off x="2070542" y="1100639"/>
            <a:ext cx="131476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band115"/>
          <p:cNvSpPr/>
          <p:nvPr/>
        </p:nvSpPr>
        <p:spPr>
          <a:xfrm>
            <a:off x="2078303" y="1058306"/>
            <a:ext cx="126044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band116"/>
          <p:cNvSpPr/>
          <p:nvPr/>
        </p:nvSpPr>
        <p:spPr>
          <a:xfrm>
            <a:off x="2086840" y="1015974"/>
            <a:ext cx="12037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band117"/>
          <p:cNvSpPr/>
          <p:nvPr/>
        </p:nvSpPr>
        <p:spPr>
          <a:xfrm>
            <a:off x="2102361" y="973642"/>
            <a:ext cx="112617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band118"/>
          <p:cNvSpPr/>
          <p:nvPr/>
        </p:nvSpPr>
        <p:spPr>
          <a:xfrm>
            <a:off x="2117883" y="931310"/>
            <a:ext cx="10485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band119"/>
          <p:cNvSpPr/>
          <p:nvPr/>
        </p:nvSpPr>
        <p:spPr>
          <a:xfrm>
            <a:off x="2133405" y="888977"/>
            <a:ext cx="9709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cel00"/>
          <p:cNvSpPr/>
          <p:nvPr/>
        </p:nvSpPr>
        <p:spPr>
          <a:xfrm>
            <a:off x="2591440" y="573689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cel01"/>
          <p:cNvSpPr/>
          <p:nvPr/>
        </p:nvSpPr>
        <p:spPr>
          <a:xfrm>
            <a:off x="2901877" y="573689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cel02"/>
          <p:cNvSpPr/>
          <p:nvPr/>
        </p:nvSpPr>
        <p:spPr>
          <a:xfrm>
            <a:off x="3212314" y="573689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cel03"/>
          <p:cNvSpPr/>
          <p:nvPr/>
        </p:nvSpPr>
        <p:spPr>
          <a:xfrm>
            <a:off x="2591440" y="543807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cel04"/>
          <p:cNvSpPr/>
          <p:nvPr/>
        </p:nvSpPr>
        <p:spPr>
          <a:xfrm>
            <a:off x="2901877" y="543807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cel05"/>
          <p:cNvSpPr/>
          <p:nvPr/>
        </p:nvSpPr>
        <p:spPr>
          <a:xfrm>
            <a:off x="3212314" y="543807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cel06"/>
          <p:cNvSpPr/>
          <p:nvPr/>
        </p:nvSpPr>
        <p:spPr>
          <a:xfrm>
            <a:off x="2591440" y="513926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cel07"/>
          <p:cNvSpPr/>
          <p:nvPr/>
        </p:nvSpPr>
        <p:spPr>
          <a:xfrm>
            <a:off x="2901877" y="513926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cel08"/>
          <p:cNvSpPr/>
          <p:nvPr/>
        </p:nvSpPr>
        <p:spPr>
          <a:xfrm>
            <a:off x="3212314" y="513926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cel09"/>
          <p:cNvSpPr/>
          <p:nvPr/>
        </p:nvSpPr>
        <p:spPr>
          <a:xfrm>
            <a:off x="2591440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cel10"/>
          <p:cNvSpPr/>
          <p:nvPr/>
        </p:nvSpPr>
        <p:spPr>
          <a:xfrm>
            <a:off x="2901877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cel11"/>
          <p:cNvSpPr/>
          <p:nvPr/>
        </p:nvSpPr>
        <p:spPr>
          <a:xfrm>
            <a:off x="3212314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cel12"/>
          <p:cNvSpPr/>
          <p:nvPr/>
        </p:nvSpPr>
        <p:spPr>
          <a:xfrm>
            <a:off x="3522750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cel13"/>
          <p:cNvSpPr/>
          <p:nvPr/>
        </p:nvSpPr>
        <p:spPr>
          <a:xfrm>
            <a:off x="2591440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cel14"/>
          <p:cNvSpPr/>
          <p:nvPr/>
        </p:nvSpPr>
        <p:spPr>
          <a:xfrm>
            <a:off x="2901877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cel15"/>
          <p:cNvSpPr/>
          <p:nvPr/>
        </p:nvSpPr>
        <p:spPr>
          <a:xfrm>
            <a:off x="3212314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cel16"/>
          <p:cNvSpPr/>
          <p:nvPr/>
        </p:nvSpPr>
        <p:spPr>
          <a:xfrm>
            <a:off x="3522750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cel17"/>
          <p:cNvSpPr/>
          <p:nvPr/>
        </p:nvSpPr>
        <p:spPr>
          <a:xfrm>
            <a:off x="2591440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cel18"/>
          <p:cNvSpPr/>
          <p:nvPr/>
        </p:nvSpPr>
        <p:spPr>
          <a:xfrm>
            <a:off x="2901877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cel19"/>
          <p:cNvSpPr/>
          <p:nvPr/>
        </p:nvSpPr>
        <p:spPr>
          <a:xfrm>
            <a:off x="3212314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cel20"/>
          <p:cNvSpPr/>
          <p:nvPr/>
        </p:nvSpPr>
        <p:spPr>
          <a:xfrm>
            <a:off x="3522750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cel21"/>
          <p:cNvSpPr/>
          <p:nvPr/>
        </p:nvSpPr>
        <p:spPr>
          <a:xfrm>
            <a:off x="2591440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cel22"/>
          <p:cNvSpPr/>
          <p:nvPr/>
        </p:nvSpPr>
        <p:spPr>
          <a:xfrm>
            <a:off x="2901877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cel23"/>
          <p:cNvSpPr/>
          <p:nvPr/>
        </p:nvSpPr>
        <p:spPr>
          <a:xfrm>
            <a:off x="3212314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cel24"/>
          <p:cNvSpPr/>
          <p:nvPr/>
        </p:nvSpPr>
        <p:spPr>
          <a:xfrm>
            <a:off x="3522750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cel25"/>
          <p:cNvSpPr/>
          <p:nvPr/>
        </p:nvSpPr>
        <p:spPr>
          <a:xfrm>
            <a:off x="2591440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cel26"/>
          <p:cNvSpPr/>
          <p:nvPr/>
        </p:nvSpPr>
        <p:spPr>
          <a:xfrm>
            <a:off x="2901877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cel27"/>
          <p:cNvSpPr/>
          <p:nvPr/>
        </p:nvSpPr>
        <p:spPr>
          <a:xfrm>
            <a:off x="3212314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cel28"/>
          <p:cNvSpPr/>
          <p:nvPr/>
        </p:nvSpPr>
        <p:spPr>
          <a:xfrm>
            <a:off x="3522750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cel29"/>
          <p:cNvSpPr/>
          <p:nvPr/>
        </p:nvSpPr>
        <p:spPr>
          <a:xfrm>
            <a:off x="2591440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cel30"/>
          <p:cNvSpPr/>
          <p:nvPr/>
        </p:nvSpPr>
        <p:spPr>
          <a:xfrm>
            <a:off x="2901877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cel31"/>
          <p:cNvSpPr/>
          <p:nvPr/>
        </p:nvSpPr>
        <p:spPr>
          <a:xfrm>
            <a:off x="3212314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cel32"/>
          <p:cNvSpPr/>
          <p:nvPr/>
        </p:nvSpPr>
        <p:spPr>
          <a:xfrm>
            <a:off x="3522750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cel33"/>
          <p:cNvSpPr/>
          <p:nvPr/>
        </p:nvSpPr>
        <p:spPr>
          <a:xfrm>
            <a:off x="2591440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cel34"/>
          <p:cNvSpPr/>
          <p:nvPr/>
        </p:nvSpPr>
        <p:spPr>
          <a:xfrm>
            <a:off x="2901877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cel35"/>
          <p:cNvSpPr/>
          <p:nvPr/>
        </p:nvSpPr>
        <p:spPr>
          <a:xfrm>
            <a:off x="3212314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cel36"/>
          <p:cNvSpPr/>
          <p:nvPr/>
        </p:nvSpPr>
        <p:spPr>
          <a:xfrm>
            <a:off x="3522750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cel37"/>
          <p:cNvSpPr/>
          <p:nvPr/>
        </p:nvSpPr>
        <p:spPr>
          <a:xfrm>
            <a:off x="2281004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cel38"/>
          <p:cNvSpPr/>
          <p:nvPr/>
        </p:nvSpPr>
        <p:spPr>
          <a:xfrm>
            <a:off x="2591440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cel39"/>
          <p:cNvSpPr/>
          <p:nvPr/>
        </p:nvSpPr>
        <p:spPr>
          <a:xfrm>
            <a:off x="2901877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cel40"/>
          <p:cNvSpPr/>
          <p:nvPr/>
        </p:nvSpPr>
        <p:spPr>
          <a:xfrm>
            <a:off x="3212314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cel41"/>
          <p:cNvSpPr/>
          <p:nvPr/>
        </p:nvSpPr>
        <p:spPr>
          <a:xfrm>
            <a:off x="3522750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cel42"/>
          <p:cNvSpPr/>
          <p:nvPr/>
        </p:nvSpPr>
        <p:spPr>
          <a:xfrm>
            <a:off x="2281004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cel43"/>
          <p:cNvSpPr/>
          <p:nvPr/>
        </p:nvSpPr>
        <p:spPr>
          <a:xfrm>
            <a:off x="2591440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cel44"/>
          <p:cNvSpPr/>
          <p:nvPr/>
        </p:nvSpPr>
        <p:spPr>
          <a:xfrm>
            <a:off x="2901877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cel45"/>
          <p:cNvSpPr/>
          <p:nvPr/>
        </p:nvSpPr>
        <p:spPr>
          <a:xfrm>
            <a:off x="3212314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cel46"/>
          <p:cNvSpPr/>
          <p:nvPr/>
        </p:nvSpPr>
        <p:spPr>
          <a:xfrm>
            <a:off x="3522750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cel47"/>
          <p:cNvSpPr/>
          <p:nvPr/>
        </p:nvSpPr>
        <p:spPr>
          <a:xfrm>
            <a:off x="2281004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cel48"/>
          <p:cNvSpPr/>
          <p:nvPr/>
        </p:nvSpPr>
        <p:spPr>
          <a:xfrm>
            <a:off x="2591440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cel49"/>
          <p:cNvSpPr/>
          <p:nvPr/>
        </p:nvSpPr>
        <p:spPr>
          <a:xfrm>
            <a:off x="2901877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cel50"/>
          <p:cNvSpPr/>
          <p:nvPr/>
        </p:nvSpPr>
        <p:spPr>
          <a:xfrm>
            <a:off x="3212314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cel51"/>
          <p:cNvSpPr/>
          <p:nvPr/>
        </p:nvSpPr>
        <p:spPr>
          <a:xfrm>
            <a:off x="3522750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cel52"/>
          <p:cNvSpPr/>
          <p:nvPr/>
        </p:nvSpPr>
        <p:spPr>
          <a:xfrm>
            <a:off x="2281004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cel53"/>
          <p:cNvSpPr/>
          <p:nvPr/>
        </p:nvSpPr>
        <p:spPr>
          <a:xfrm>
            <a:off x="2591440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cel54"/>
          <p:cNvSpPr/>
          <p:nvPr/>
        </p:nvSpPr>
        <p:spPr>
          <a:xfrm>
            <a:off x="2901877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cel55"/>
          <p:cNvSpPr/>
          <p:nvPr/>
        </p:nvSpPr>
        <p:spPr>
          <a:xfrm>
            <a:off x="3212314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cel56"/>
          <p:cNvSpPr/>
          <p:nvPr/>
        </p:nvSpPr>
        <p:spPr>
          <a:xfrm>
            <a:off x="3522750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cel57"/>
          <p:cNvSpPr/>
          <p:nvPr/>
        </p:nvSpPr>
        <p:spPr>
          <a:xfrm>
            <a:off x="2281004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cel58"/>
          <p:cNvSpPr/>
          <p:nvPr/>
        </p:nvSpPr>
        <p:spPr>
          <a:xfrm>
            <a:off x="2591440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cel59"/>
          <p:cNvSpPr/>
          <p:nvPr/>
        </p:nvSpPr>
        <p:spPr>
          <a:xfrm>
            <a:off x="2901877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cel60"/>
          <p:cNvSpPr/>
          <p:nvPr/>
        </p:nvSpPr>
        <p:spPr>
          <a:xfrm>
            <a:off x="3212314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cel61"/>
          <p:cNvSpPr/>
          <p:nvPr/>
        </p:nvSpPr>
        <p:spPr>
          <a:xfrm>
            <a:off x="3522750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cel62"/>
          <p:cNvSpPr/>
          <p:nvPr/>
        </p:nvSpPr>
        <p:spPr>
          <a:xfrm>
            <a:off x="2281004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cel63"/>
          <p:cNvSpPr/>
          <p:nvPr/>
        </p:nvSpPr>
        <p:spPr>
          <a:xfrm>
            <a:off x="2591440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cel64"/>
          <p:cNvSpPr/>
          <p:nvPr/>
        </p:nvSpPr>
        <p:spPr>
          <a:xfrm>
            <a:off x="2901877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cel65"/>
          <p:cNvSpPr/>
          <p:nvPr/>
        </p:nvSpPr>
        <p:spPr>
          <a:xfrm>
            <a:off x="3212314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cel66"/>
          <p:cNvSpPr/>
          <p:nvPr/>
        </p:nvSpPr>
        <p:spPr>
          <a:xfrm>
            <a:off x="2281004" y="955837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cel67"/>
          <p:cNvSpPr/>
          <p:nvPr/>
        </p:nvSpPr>
        <p:spPr>
          <a:xfrm>
            <a:off x="2591440" y="955837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cel68"/>
          <p:cNvSpPr/>
          <p:nvPr/>
        </p:nvSpPr>
        <p:spPr>
          <a:xfrm>
            <a:off x="2901877" y="955837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Ze past gewoon in je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498562"/>
            <a:ext cx="4825879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8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2000"/>
              </a:lnSpc>
            </a:pPr>
            <a:r>
              <a:rPr sz="68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2000"/>
              </a:lnSpc>
            </a:pPr>
            <a:r>
              <a:rPr sz="6800" b="1">
                <a:solidFill>
                  <a:srgbClr val="F2F8FC"/>
                </a:solidFill>
                <a:latin typeface="Segoe UI"/>
              </a:rPr>
              <a:t>voelertjes</a:t>
            </a:r>
          </a:p>
        </p:txBody>
      </p:sp>
      <p:sp>
        <p:nvSpPr>
          <p:cNvPr id="4" name="!!band000"/>
          <p:cNvSpPr/>
          <p:nvPr/>
        </p:nvSpPr>
        <p:spPr>
          <a:xfrm>
            <a:off x="2588971" y="5926518"/>
            <a:ext cx="7909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and001"/>
          <p:cNvSpPr/>
          <p:nvPr/>
        </p:nvSpPr>
        <p:spPr>
          <a:xfrm>
            <a:off x="2534644" y="5884186"/>
            <a:ext cx="89956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and002"/>
          <p:cNvSpPr/>
          <p:nvPr/>
        </p:nvSpPr>
        <p:spPr>
          <a:xfrm>
            <a:off x="2480318" y="5841853"/>
            <a:ext cx="10082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and003"/>
          <p:cNvSpPr/>
          <p:nvPr/>
        </p:nvSpPr>
        <p:spPr>
          <a:xfrm>
            <a:off x="2425992" y="5799521"/>
            <a:ext cx="11168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and004"/>
          <p:cNvSpPr/>
          <p:nvPr/>
        </p:nvSpPr>
        <p:spPr>
          <a:xfrm>
            <a:off x="2403795" y="5757189"/>
            <a:ext cx="11612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and005"/>
          <p:cNvSpPr/>
          <p:nvPr/>
        </p:nvSpPr>
        <p:spPr>
          <a:xfrm>
            <a:off x="2385169" y="5714857"/>
            <a:ext cx="119851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band006"/>
          <p:cNvSpPr/>
          <p:nvPr/>
        </p:nvSpPr>
        <p:spPr>
          <a:xfrm>
            <a:off x="2366543" y="5672524"/>
            <a:ext cx="123576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band007"/>
          <p:cNvSpPr/>
          <p:nvPr/>
        </p:nvSpPr>
        <p:spPr>
          <a:xfrm>
            <a:off x="2347917" y="5630192"/>
            <a:ext cx="12730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band008"/>
          <p:cNvSpPr/>
          <p:nvPr/>
        </p:nvSpPr>
        <p:spPr>
          <a:xfrm>
            <a:off x="2329291" y="5587860"/>
            <a:ext cx="13102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band009"/>
          <p:cNvSpPr/>
          <p:nvPr/>
        </p:nvSpPr>
        <p:spPr>
          <a:xfrm>
            <a:off x="2310664" y="5545528"/>
            <a:ext cx="13475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band010"/>
          <p:cNvSpPr/>
          <p:nvPr/>
        </p:nvSpPr>
        <p:spPr>
          <a:xfrm>
            <a:off x="2305808" y="5503195"/>
            <a:ext cx="13572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band011"/>
          <p:cNvSpPr/>
          <p:nvPr/>
        </p:nvSpPr>
        <p:spPr>
          <a:xfrm>
            <a:off x="2302482" y="5460863"/>
            <a:ext cx="13638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band012"/>
          <p:cNvSpPr/>
          <p:nvPr/>
        </p:nvSpPr>
        <p:spPr>
          <a:xfrm>
            <a:off x="2299156" y="5418531"/>
            <a:ext cx="13705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band013"/>
          <p:cNvSpPr/>
          <p:nvPr/>
        </p:nvSpPr>
        <p:spPr>
          <a:xfrm>
            <a:off x="2295830" y="5376198"/>
            <a:ext cx="13771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band014"/>
          <p:cNvSpPr/>
          <p:nvPr/>
        </p:nvSpPr>
        <p:spPr>
          <a:xfrm>
            <a:off x="2292504" y="5333866"/>
            <a:ext cx="13838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band015"/>
          <p:cNvSpPr/>
          <p:nvPr/>
        </p:nvSpPr>
        <p:spPr>
          <a:xfrm>
            <a:off x="2289178" y="5291534"/>
            <a:ext cx="13904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band016"/>
          <p:cNvSpPr/>
          <p:nvPr/>
        </p:nvSpPr>
        <p:spPr>
          <a:xfrm>
            <a:off x="2285852" y="5249202"/>
            <a:ext cx="139714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and017"/>
          <p:cNvSpPr/>
          <p:nvPr/>
        </p:nvSpPr>
        <p:spPr>
          <a:xfrm>
            <a:off x="2282526" y="5206869"/>
            <a:ext cx="140379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band018"/>
          <p:cNvSpPr/>
          <p:nvPr/>
        </p:nvSpPr>
        <p:spPr>
          <a:xfrm>
            <a:off x="2282156" y="516453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band019"/>
          <p:cNvSpPr/>
          <p:nvPr/>
        </p:nvSpPr>
        <p:spPr>
          <a:xfrm>
            <a:off x="2284743" y="5122205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band020"/>
          <p:cNvSpPr/>
          <p:nvPr/>
        </p:nvSpPr>
        <p:spPr>
          <a:xfrm>
            <a:off x="2287330" y="507987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band021"/>
          <p:cNvSpPr/>
          <p:nvPr/>
        </p:nvSpPr>
        <p:spPr>
          <a:xfrm>
            <a:off x="2289917" y="5037540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band022"/>
          <p:cNvSpPr/>
          <p:nvPr/>
        </p:nvSpPr>
        <p:spPr>
          <a:xfrm>
            <a:off x="2292504" y="4995208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band023"/>
          <p:cNvSpPr/>
          <p:nvPr/>
        </p:nvSpPr>
        <p:spPr>
          <a:xfrm>
            <a:off x="2295091" y="4952876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band024"/>
          <p:cNvSpPr/>
          <p:nvPr/>
        </p:nvSpPr>
        <p:spPr>
          <a:xfrm>
            <a:off x="2297678" y="491054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band025"/>
          <p:cNvSpPr/>
          <p:nvPr/>
        </p:nvSpPr>
        <p:spPr>
          <a:xfrm>
            <a:off x="2300265" y="4868211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band026"/>
          <p:cNvSpPr/>
          <p:nvPr/>
        </p:nvSpPr>
        <p:spPr>
          <a:xfrm>
            <a:off x="2302852" y="4825879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and027"/>
          <p:cNvSpPr/>
          <p:nvPr/>
        </p:nvSpPr>
        <p:spPr>
          <a:xfrm>
            <a:off x="2305439" y="478354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and028"/>
          <p:cNvSpPr/>
          <p:nvPr/>
        </p:nvSpPr>
        <p:spPr>
          <a:xfrm>
            <a:off x="2308026" y="4741214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and029"/>
          <p:cNvSpPr/>
          <p:nvPr/>
        </p:nvSpPr>
        <p:spPr>
          <a:xfrm>
            <a:off x="2316951" y="4698882"/>
            <a:ext cx="14010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and030"/>
          <p:cNvSpPr/>
          <p:nvPr/>
        </p:nvSpPr>
        <p:spPr>
          <a:xfrm>
            <a:off x="2328592" y="4656550"/>
            <a:ext cx="13922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and031"/>
          <p:cNvSpPr/>
          <p:nvPr/>
        </p:nvSpPr>
        <p:spPr>
          <a:xfrm>
            <a:off x="2340233" y="4614217"/>
            <a:ext cx="13835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and032"/>
          <p:cNvSpPr/>
          <p:nvPr/>
        </p:nvSpPr>
        <p:spPr>
          <a:xfrm>
            <a:off x="2351875" y="4571885"/>
            <a:ext cx="13748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and033"/>
          <p:cNvSpPr/>
          <p:nvPr/>
        </p:nvSpPr>
        <p:spPr>
          <a:xfrm>
            <a:off x="2363516" y="4529553"/>
            <a:ext cx="13660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and034"/>
          <p:cNvSpPr/>
          <p:nvPr/>
        </p:nvSpPr>
        <p:spPr>
          <a:xfrm>
            <a:off x="2375158" y="4487221"/>
            <a:ext cx="13573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and035"/>
          <p:cNvSpPr/>
          <p:nvPr/>
        </p:nvSpPr>
        <p:spPr>
          <a:xfrm>
            <a:off x="2386799" y="4444888"/>
            <a:ext cx="13486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and036"/>
          <p:cNvSpPr/>
          <p:nvPr/>
        </p:nvSpPr>
        <p:spPr>
          <a:xfrm>
            <a:off x="2398440" y="4402556"/>
            <a:ext cx="133989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band037"/>
          <p:cNvSpPr/>
          <p:nvPr/>
        </p:nvSpPr>
        <p:spPr>
          <a:xfrm>
            <a:off x="2410082" y="4360224"/>
            <a:ext cx="133116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band038"/>
          <p:cNvSpPr/>
          <p:nvPr/>
        </p:nvSpPr>
        <p:spPr>
          <a:xfrm>
            <a:off x="2421723" y="4317892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band039"/>
          <p:cNvSpPr/>
          <p:nvPr/>
        </p:nvSpPr>
        <p:spPr>
          <a:xfrm>
            <a:off x="2433364" y="4275559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band040"/>
          <p:cNvSpPr/>
          <p:nvPr/>
        </p:nvSpPr>
        <p:spPr>
          <a:xfrm>
            <a:off x="2445006" y="4233227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band041"/>
          <p:cNvSpPr/>
          <p:nvPr/>
        </p:nvSpPr>
        <p:spPr>
          <a:xfrm>
            <a:off x="2456647" y="419089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band042"/>
          <p:cNvSpPr/>
          <p:nvPr/>
        </p:nvSpPr>
        <p:spPr>
          <a:xfrm>
            <a:off x="2468289" y="4148562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band043"/>
          <p:cNvSpPr/>
          <p:nvPr/>
        </p:nvSpPr>
        <p:spPr>
          <a:xfrm>
            <a:off x="2479930" y="410623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band044"/>
          <p:cNvSpPr/>
          <p:nvPr/>
        </p:nvSpPr>
        <p:spPr>
          <a:xfrm>
            <a:off x="2491571" y="4063898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band045"/>
          <p:cNvSpPr/>
          <p:nvPr/>
        </p:nvSpPr>
        <p:spPr>
          <a:xfrm>
            <a:off x="2503213" y="4021566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band046"/>
          <p:cNvSpPr/>
          <p:nvPr/>
        </p:nvSpPr>
        <p:spPr>
          <a:xfrm>
            <a:off x="2514854" y="3979233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band047"/>
          <p:cNvSpPr/>
          <p:nvPr/>
        </p:nvSpPr>
        <p:spPr>
          <a:xfrm>
            <a:off x="2526496" y="3936901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band048"/>
          <p:cNvSpPr/>
          <p:nvPr/>
        </p:nvSpPr>
        <p:spPr>
          <a:xfrm>
            <a:off x="2530861" y="3894569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band049"/>
          <p:cNvSpPr/>
          <p:nvPr/>
        </p:nvSpPr>
        <p:spPr>
          <a:xfrm>
            <a:off x="2527951" y="3852237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band050"/>
          <p:cNvSpPr/>
          <p:nvPr/>
        </p:nvSpPr>
        <p:spPr>
          <a:xfrm>
            <a:off x="2525040" y="3809904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band051"/>
          <p:cNvSpPr/>
          <p:nvPr/>
        </p:nvSpPr>
        <p:spPr>
          <a:xfrm>
            <a:off x="2522130" y="3767572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band052"/>
          <p:cNvSpPr/>
          <p:nvPr/>
        </p:nvSpPr>
        <p:spPr>
          <a:xfrm>
            <a:off x="2519220" y="372524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band053"/>
          <p:cNvSpPr/>
          <p:nvPr/>
        </p:nvSpPr>
        <p:spPr>
          <a:xfrm>
            <a:off x="2516309" y="3682907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band054"/>
          <p:cNvSpPr/>
          <p:nvPr/>
        </p:nvSpPr>
        <p:spPr>
          <a:xfrm>
            <a:off x="2513399" y="364057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band055"/>
          <p:cNvSpPr/>
          <p:nvPr/>
        </p:nvSpPr>
        <p:spPr>
          <a:xfrm>
            <a:off x="2510489" y="3598243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band056"/>
          <p:cNvSpPr/>
          <p:nvPr/>
        </p:nvSpPr>
        <p:spPr>
          <a:xfrm>
            <a:off x="2507578" y="3555911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band057"/>
          <p:cNvSpPr/>
          <p:nvPr/>
        </p:nvSpPr>
        <p:spPr>
          <a:xfrm>
            <a:off x="2504668" y="3513578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band058"/>
          <p:cNvSpPr/>
          <p:nvPr/>
        </p:nvSpPr>
        <p:spPr>
          <a:xfrm>
            <a:off x="2489409" y="3471246"/>
            <a:ext cx="13442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band059"/>
          <p:cNvSpPr/>
          <p:nvPr/>
        </p:nvSpPr>
        <p:spPr>
          <a:xfrm>
            <a:off x="2472779" y="3428914"/>
            <a:ext cx="13675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band060"/>
          <p:cNvSpPr/>
          <p:nvPr/>
        </p:nvSpPr>
        <p:spPr>
          <a:xfrm>
            <a:off x="2456148" y="3386581"/>
            <a:ext cx="13908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band061"/>
          <p:cNvSpPr/>
          <p:nvPr/>
        </p:nvSpPr>
        <p:spPr>
          <a:xfrm>
            <a:off x="2439518" y="3344249"/>
            <a:ext cx="14141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band062"/>
          <p:cNvSpPr/>
          <p:nvPr/>
        </p:nvSpPr>
        <p:spPr>
          <a:xfrm>
            <a:off x="2422887" y="3301917"/>
            <a:ext cx="143739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band063"/>
          <p:cNvSpPr/>
          <p:nvPr/>
        </p:nvSpPr>
        <p:spPr>
          <a:xfrm>
            <a:off x="2406257" y="3259585"/>
            <a:ext cx="146067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band064"/>
          <p:cNvSpPr/>
          <p:nvPr/>
        </p:nvSpPr>
        <p:spPr>
          <a:xfrm>
            <a:off x="2389626" y="3217252"/>
            <a:ext cx="14839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band065"/>
          <p:cNvSpPr/>
          <p:nvPr/>
        </p:nvSpPr>
        <p:spPr>
          <a:xfrm>
            <a:off x="2372996" y="3174920"/>
            <a:ext cx="1507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band066"/>
          <p:cNvSpPr/>
          <p:nvPr/>
        </p:nvSpPr>
        <p:spPr>
          <a:xfrm>
            <a:off x="2353039" y="3132588"/>
            <a:ext cx="153384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band067"/>
          <p:cNvSpPr/>
          <p:nvPr/>
        </p:nvSpPr>
        <p:spPr>
          <a:xfrm>
            <a:off x="2329756" y="3090256"/>
            <a:ext cx="15637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band068"/>
          <p:cNvSpPr/>
          <p:nvPr/>
        </p:nvSpPr>
        <p:spPr>
          <a:xfrm>
            <a:off x="2306474" y="3047923"/>
            <a:ext cx="159371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band069"/>
          <p:cNvSpPr/>
          <p:nvPr/>
        </p:nvSpPr>
        <p:spPr>
          <a:xfrm>
            <a:off x="2283191" y="3005591"/>
            <a:ext cx="16236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band070"/>
          <p:cNvSpPr/>
          <p:nvPr/>
        </p:nvSpPr>
        <p:spPr>
          <a:xfrm>
            <a:off x="2259908" y="2963259"/>
            <a:ext cx="16535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band071"/>
          <p:cNvSpPr/>
          <p:nvPr/>
        </p:nvSpPr>
        <p:spPr>
          <a:xfrm>
            <a:off x="2236625" y="2920926"/>
            <a:ext cx="168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band072"/>
          <p:cNvSpPr/>
          <p:nvPr/>
        </p:nvSpPr>
        <p:spPr>
          <a:xfrm>
            <a:off x="2213342" y="2878594"/>
            <a:ext cx="17134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band073"/>
          <p:cNvSpPr/>
          <p:nvPr/>
        </p:nvSpPr>
        <p:spPr>
          <a:xfrm>
            <a:off x="2190060" y="2836262"/>
            <a:ext cx="17433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band074"/>
          <p:cNvSpPr/>
          <p:nvPr/>
        </p:nvSpPr>
        <p:spPr>
          <a:xfrm>
            <a:off x="2167442" y="2793930"/>
            <a:ext cx="177233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band075"/>
          <p:cNvSpPr/>
          <p:nvPr/>
        </p:nvSpPr>
        <p:spPr>
          <a:xfrm>
            <a:off x="2150812" y="2751597"/>
            <a:ext cx="17922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band076"/>
          <p:cNvSpPr/>
          <p:nvPr/>
        </p:nvSpPr>
        <p:spPr>
          <a:xfrm>
            <a:off x="2134181" y="2709265"/>
            <a:ext cx="18122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band077"/>
          <p:cNvSpPr/>
          <p:nvPr/>
        </p:nvSpPr>
        <p:spPr>
          <a:xfrm>
            <a:off x="2117551" y="2666933"/>
            <a:ext cx="183220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band078"/>
          <p:cNvSpPr/>
          <p:nvPr/>
        </p:nvSpPr>
        <p:spPr>
          <a:xfrm>
            <a:off x="2100920" y="2624601"/>
            <a:ext cx="18521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band079"/>
          <p:cNvSpPr/>
          <p:nvPr/>
        </p:nvSpPr>
        <p:spPr>
          <a:xfrm>
            <a:off x="2084290" y="2582268"/>
            <a:ext cx="187211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band080"/>
          <p:cNvSpPr/>
          <p:nvPr/>
        </p:nvSpPr>
        <p:spPr>
          <a:xfrm>
            <a:off x="2067659" y="2539936"/>
            <a:ext cx="18920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band081"/>
          <p:cNvSpPr/>
          <p:nvPr/>
        </p:nvSpPr>
        <p:spPr>
          <a:xfrm>
            <a:off x="2051028" y="2497604"/>
            <a:ext cx="19120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band082"/>
          <p:cNvSpPr/>
          <p:nvPr/>
        </p:nvSpPr>
        <p:spPr>
          <a:xfrm>
            <a:off x="2034398" y="2455271"/>
            <a:ext cx="19319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band083"/>
          <p:cNvSpPr/>
          <p:nvPr/>
        </p:nvSpPr>
        <p:spPr>
          <a:xfrm>
            <a:off x="2023976" y="2412939"/>
            <a:ext cx="194068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band084"/>
          <p:cNvSpPr/>
          <p:nvPr/>
        </p:nvSpPr>
        <p:spPr>
          <a:xfrm>
            <a:off x="2016215" y="2370607"/>
            <a:ext cx="19445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band085"/>
          <p:cNvSpPr/>
          <p:nvPr/>
        </p:nvSpPr>
        <p:spPr>
          <a:xfrm>
            <a:off x="2008454" y="2328275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band086"/>
          <p:cNvSpPr/>
          <p:nvPr/>
        </p:nvSpPr>
        <p:spPr>
          <a:xfrm>
            <a:off x="2000693" y="2285942"/>
            <a:ext cx="195232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band087"/>
          <p:cNvSpPr/>
          <p:nvPr/>
        </p:nvSpPr>
        <p:spPr>
          <a:xfrm>
            <a:off x="1992932" y="2243610"/>
            <a:ext cx="19562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band088"/>
          <p:cNvSpPr/>
          <p:nvPr/>
        </p:nvSpPr>
        <p:spPr>
          <a:xfrm>
            <a:off x="1985172" y="2201278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band089"/>
          <p:cNvSpPr/>
          <p:nvPr/>
        </p:nvSpPr>
        <p:spPr>
          <a:xfrm>
            <a:off x="1977411" y="2158946"/>
            <a:ext cx="19639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band090"/>
          <p:cNvSpPr/>
          <p:nvPr/>
        </p:nvSpPr>
        <p:spPr>
          <a:xfrm>
            <a:off x="1973530" y="2116613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band091"/>
          <p:cNvSpPr/>
          <p:nvPr/>
        </p:nvSpPr>
        <p:spPr>
          <a:xfrm>
            <a:off x="1973530" y="2074281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band092"/>
          <p:cNvSpPr/>
          <p:nvPr/>
        </p:nvSpPr>
        <p:spPr>
          <a:xfrm>
            <a:off x="1973530" y="2031949"/>
            <a:ext cx="193680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band093"/>
          <p:cNvSpPr/>
          <p:nvPr/>
        </p:nvSpPr>
        <p:spPr>
          <a:xfrm>
            <a:off x="1973530" y="1989616"/>
            <a:ext cx="19251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band094"/>
          <p:cNvSpPr/>
          <p:nvPr/>
        </p:nvSpPr>
        <p:spPr>
          <a:xfrm>
            <a:off x="1973530" y="1947284"/>
            <a:ext cx="191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band095"/>
          <p:cNvSpPr/>
          <p:nvPr/>
        </p:nvSpPr>
        <p:spPr>
          <a:xfrm>
            <a:off x="1973530" y="1904952"/>
            <a:ext cx="190188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band096"/>
          <p:cNvSpPr/>
          <p:nvPr/>
        </p:nvSpPr>
        <p:spPr>
          <a:xfrm>
            <a:off x="1973530" y="1862620"/>
            <a:ext cx="189024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band097"/>
          <p:cNvSpPr/>
          <p:nvPr/>
        </p:nvSpPr>
        <p:spPr>
          <a:xfrm>
            <a:off x="1974927" y="1820287"/>
            <a:ext cx="18751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band098"/>
          <p:cNvSpPr/>
          <p:nvPr/>
        </p:nvSpPr>
        <p:spPr>
          <a:xfrm>
            <a:off x="1979584" y="1777955"/>
            <a:ext cx="185182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band099"/>
          <p:cNvSpPr/>
          <p:nvPr/>
        </p:nvSpPr>
        <p:spPr>
          <a:xfrm>
            <a:off x="1984240" y="1735623"/>
            <a:ext cx="18285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band100"/>
          <p:cNvSpPr/>
          <p:nvPr/>
        </p:nvSpPr>
        <p:spPr>
          <a:xfrm>
            <a:off x="1988897" y="1693290"/>
            <a:ext cx="18052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band101"/>
          <p:cNvSpPr/>
          <p:nvPr/>
        </p:nvSpPr>
        <p:spPr>
          <a:xfrm>
            <a:off x="1993553" y="1650958"/>
            <a:ext cx="178197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band102"/>
          <p:cNvSpPr/>
          <p:nvPr/>
        </p:nvSpPr>
        <p:spPr>
          <a:xfrm>
            <a:off x="1998210" y="1608626"/>
            <a:ext cx="17586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and103"/>
          <p:cNvSpPr/>
          <p:nvPr/>
        </p:nvSpPr>
        <p:spPr>
          <a:xfrm>
            <a:off x="2003216" y="1566294"/>
            <a:ext cx="173366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and104"/>
          <p:cNvSpPr/>
          <p:nvPr/>
        </p:nvSpPr>
        <p:spPr>
          <a:xfrm>
            <a:off x="2009036" y="1523961"/>
            <a:ext cx="17045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band105"/>
          <p:cNvSpPr/>
          <p:nvPr/>
        </p:nvSpPr>
        <p:spPr>
          <a:xfrm>
            <a:off x="2014857" y="1481629"/>
            <a:ext cx="16754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band106"/>
          <p:cNvSpPr/>
          <p:nvPr/>
        </p:nvSpPr>
        <p:spPr>
          <a:xfrm>
            <a:off x="2020678" y="1439297"/>
            <a:ext cx="164635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band107"/>
          <p:cNvSpPr/>
          <p:nvPr/>
        </p:nvSpPr>
        <p:spPr>
          <a:xfrm>
            <a:off x="2026498" y="1396965"/>
            <a:ext cx="16172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band108"/>
          <p:cNvSpPr/>
          <p:nvPr/>
        </p:nvSpPr>
        <p:spPr>
          <a:xfrm>
            <a:off x="2032319" y="1354632"/>
            <a:ext cx="15823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band109"/>
          <p:cNvSpPr/>
          <p:nvPr/>
        </p:nvSpPr>
        <p:spPr>
          <a:xfrm>
            <a:off x="2038140" y="1312300"/>
            <a:ext cx="15415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band110"/>
          <p:cNvSpPr/>
          <p:nvPr/>
        </p:nvSpPr>
        <p:spPr>
          <a:xfrm>
            <a:off x="2043960" y="1269968"/>
            <a:ext cx="15008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band111"/>
          <p:cNvSpPr/>
          <p:nvPr/>
        </p:nvSpPr>
        <p:spPr>
          <a:xfrm>
            <a:off x="2049781" y="1227635"/>
            <a:ext cx="146009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band112"/>
          <p:cNvSpPr/>
          <p:nvPr/>
        </p:nvSpPr>
        <p:spPr>
          <a:xfrm>
            <a:off x="2055602" y="1185303"/>
            <a:ext cx="14193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nd113"/>
          <p:cNvSpPr/>
          <p:nvPr/>
        </p:nvSpPr>
        <p:spPr>
          <a:xfrm>
            <a:off x="2062781" y="1142971"/>
            <a:ext cx="136909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band114"/>
          <p:cNvSpPr/>
          <p:nvPr/>
        </p:nvSpPr>
        <p:spPr>
          <a:xfrm>
            <a:off x="2070542" y="1100639"/>
            <a:ext cx="131476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band115"/>
          <p:cNvSpPr/>
          <p:nvPr/>
        </p:nvSpPr>
        <p:spPr>
          <a:xfrm>
            <a:off x="2078303" y="1058306"/>
            <a:ext cx="126044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band116"/>
          <p:cNvSpPr/>
          <p:nvPr/>
        </p:nvSpPr>
        <p:spPr>
          <a:xfrm>
            <a:off x="2086840" y="1015974"/>
            <a:ext cx="12037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band117"/>
          <p:cNvSpPr/>
          <p:nvPr/>
        </p:nvSpPr>
        <p:spPr>
          <a:xfrm>
            <a:off x="2102361" y="973642"/>
            <a:ext cx="112617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band118"/>
          <p:cNvSpPr/>
          <p:nvPr/>
        </p:nvSpPr>
        <p:spPr>
          <a:xfrm>
            <a:off x="2117883" y="931310"/>
            <a:ext cx="10485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band119"/>
          <p:cNvSpPr/>
          <p:nvPr/>
        </p:nvSpPr>
        <p:spPr>
          <a:xfrm>
            <a:off x="2133405" y="888977"/>
            <a:ext cx="9709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cel00"/>
          <p:cNvSpPr/>
          <p:nvPr/>
        </p:nvSpPr>
        <p:spPr>
          <a:xfrm>
            <a:off x="2591440" y="573689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cel01"/>
          <p:cNvSpPr/>
          <p:nvPr/>
        </p:nvSpPr>
        <p:spPr>
          <a:xfrm>
            <a:off x="2901877" y="573689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cel02"/>
          <p:cNvSpPr/>
          <p:nvPr/>
        </p:nvSpPr>
        <p:spPr>
          <a:xfrm>
            <a:off x="3212314" y="573689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cel03"/>
          <p:cNvSpPr/>
          <p:nvPr/>
        </p:nvSpPr>
        <p:spPr>
          <a:xfrm>
            <a:off x="2591440" y="543807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cel04"/>
          <p:cNvSpPr/>
          <p:nvPr/>
        </p:nvSpPr>
        <p:spPr>
          <a:xfrm>
            <a:off x="2901877" y="543807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cel05"/>
          <p:cNvSpPr/>
          <p:nvPr/>
        </p:nvSpPr>
        <p:spPr>
          <a:xfrm>
            <a:off x="3212314" y="543807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cel06"/>
          <p:cNvSpPr/>
          <p:nvPr/>
        </p:nvSpPr>
        <p:spPr>
          <a:xfrm>
            <a:off x="2591440" y="513926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cel07"/>
          <p:cNvSpPr/>
          <p:nvPr/>
        </p:nvSpPr>
        <p:spPr>
          <a:xfrm>
            <a:off x="2901877" y="513926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cel08"/>
          <p:cNvSpPr/>
          <p:nvPr/>
        </p:nvSpPr>
        <p:spPr>
          <a:xfrm>
            <a:off x="3212314" y="513926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cel09"/>
          <p:cNvSpPr/>
          <p:nvPr/>
        </p:nvSpPr>
        <p:spPr>
          <a:xfrm>
            <a:off x="2591440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cel10"/>
          <p:cNvSpPr/>
          <p:nvPr/>
        </p:nvSpPr>
        <p:spPr>
          <a:xfrm>
            <a:off x="2901877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cel11"/>
          <p:cNvSpPr/>
          <p:nvPr/>
        </p:nvSpPr>
        <p:spPr>
          <a:xfrm>
            <a:off x="3212314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cel12"/>
          <p:cNvSpPr/>
          <p:nvPr/>
        </p:nvSpPr>
        <p:spPr>
          <a:xfrm>
            <a:off x="3522750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cel13"/>
          <p:cNvSpPr/>
          <p:nvPr/>
        </p:nvSpPr>
        <p:spPr>
          <a:xfrm>
            <a:off x="2591440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cel14"/>
          <p:cNvSpPr/>
          <p:nvPr/>
        </p:nvSpPr>
        <p:spPr>
          <a:xfrm>
            <a:off x="2901877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cel15"/>
          <p:cNvSpPr/>
          <p:nvPr/>
        </p:nvSpPr>
        <p:spPr>
          <a:xfrm>
            <a:off x="3212314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cel16"/>
          <p:cNvSpPr/>
          <p:nvPr/>
        </p:nvSpPr>
        <p:spPr>
          <a:xfrm>
            <a:off x="3522750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cel17"/>
          <p:cNvSpPr/>
          <p:nvPr/>
        </p:nvSpPr>
        <p:spPr>
          <a:xfrm>
            <a:off x="2591440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cel18"/>
          <p:cNvSpPr/>
          <p:nvPr/>
        </p:nvSpPr>
        <p:spPr>
          <a:xfrm>
            <a:off x="2901877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cel19"/>
          <p:cNvSpPr/>
          <p:nvPr/>
        </p:nvSpPr>
        <p:spPr>
          <a:xfrm>
            <a:off x="3212314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cel20"/>
          <p:cNvSpPr/>
          <p:nvPr/>
        </p:nvSpPr>
        <p:spPr>
          <a:xfrm>
            <a:off x="3522750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cel21"/>
          <p:cNvSpPr/>
          <p:nvPr/>
        </p:nvSpPr>
        <p:spPr>
          <a:xfrm>
            <a:off x="2591440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cel22"/>
          <p:cNvSpPr/>
          <p:nvPr/>
        </p:nvSpPr>
        <p:spPr>
          <a:xfrm>
            <a:off x="2901877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cel23"/>
          <p:cNvSpPr/>
          <p:nvPr/>
        </p:nvSpPr>
        <p:spPr>
          <a:xfrm>
            <a:off x="3212314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cel24"/>
          <p:cNvSpPr/>
          <p:nvPr/>
        </p:nvSpPr>
        <p:spPr>
          <a:xfrm>
            <a:off x="3522750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cel25"/>
          <p:cNvSpPr/>
          <p:nvPr/>
        </p:nvSpPr>
        <p:spPr>
          <a:xfrm>
            <a:off x="2591440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cel26"/>
          <p:cNvSpPr/>
          <p:nvPr/>
        </p:nvSpPr>
        <p:spPr>
          <a:xfrm>
            <a:off x="2901877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cel27"/>
          <p:cNvSpPr/>
          <p:nvPr/>
        </p:nvSpPr>
        <p:spPr>
          <a:xfrm>
            <a:off x="3212314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cel28"/>
          <p:cNvSpPr/>
          <p:nvPr/>
        </p:nvSpPr>
        <p:spPr>
          <a:xfrm>
            <a:off x="3522750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cel29"/>
          <p:cNvSpPr/>
          <p:nvPr/>
        </p:nvSpPr>
        <p:spPr>
          <a:xfrm>
            <a:off x="2591440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cel30"/>
          <p:cNvSpPr/>
          <p:nvPr/>
        </p:nvSpPr>
        <p:spPr>
          <a:xfrm>
            <a:off x="2901877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cel31"/>
          <p:cNvSpPr/>
          <p:nvPr/>
        </p:nvSpPr>
        <p:spPr>
          <a:xfrm>
            <a:off x="3212314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cel32"/>
          <p:cNvSpPr/>
          <p:nvPr/>
        </p:nvSpPr>
        <p:spPr>
          <a:xfrm>
            <a:off x="3522750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cel33"/>
          <p:cNvSpPr/>
          <p:nvPr/>
        </p:nvSpPr>
        <p:spPr>
          <a:xfrm>
            <a:off x="2591440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cel34"/>
          <p:cNvSpPr/>
          <p:nvPr/>
        </p:nvSpPr>
        <p:spPr>
          <a:xfrm>
            <a:off x="2901877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cel35"/>
          <p:cNvSpPr/>
          <p:nvPr/>
        </p:nvSpPr>
        <p:spPr>
          <a:xfrm>
            <a:off x="3212314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cel36"/>
          <p:cNvSpPr/>
          <p:nvPr/>
        </p:nvSpPr>
        <p:spPr>
          <a:xfrm>
            <a:off x="3522750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cel37"/>
          <p:cNvSpPr/>
          <p:nvPr/>
        </p:nvSpPr>
        <p:spPr>
          <a:xfrm>
            <a:off x="2281004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cel38"/>
          <p:cNvSpPr/>
          <p:nvPr/>
        </p:nvSpPr>
        <p:spPr>
          <a:xfrm>
            <a:off x="2591440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cel39"/>
          <p:cNvSpPr/>
          <p:nvPr/>
        </p:nvSpPr>
        <p:spPr>
          <a:xfrm>
            <a:off x="2901877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cel40"/>
          <p:cNvSpPr/>
          <p:nvPr/>
        </p:nvSpPr>
        <p:spPr>
          <a:xfrm>
            <a:off x="3212314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cel41"/>
          <p:cNvSpPr/>
          <p:nvPr/>
        </p:nvSpPr>
        <p:spPr>
          <a:xfrm>
            <a:off x="3522750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cel42"/>
          <p:cNvSpPr/>
          <p:nvPr/>
        </p:nvSpPr>
        <p:spPr>
          <a:xfrm>
            <a:off x="2281004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cel43"/>
          <p:cNvSpPr/>
          <p:nvPr/>
        </p:nvSpPr>
        <p:spPr>
          <a:xfrm>
            <a:off x="2591440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cel44"/>
          <p:cNvSpPr/>
          <p:nvPr/>
        </p:nvSpPr>
        <p:spPr>
          <a:xfrm>
            <a:off x="2901877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cel45"/>
          <p:cNvSpPr/>
          <p:nvPr/>
        </p:nvSpPr>
        <p:spPr>
          <a:xfrm>
            <a:off x="3212314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cel46"/>
          <p:cNvSpPr/>
          <p:nvPr/>
        </p:nvSpPr>
        <p:spPr>
          <a:xfrm>
            <a:off x="3522750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cel47"/>
          <p:cNvSpPr/>
          <p:nvPr/>
        </p:nvSpPr>
        <p:spPr>
          <a:xfrm>
            <a:off x="2281004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cel48"/>
          <p:cNvSpPr/>
          <p:nvPr/>
        </p:nvSpPr>
        <p:spPr>
          <a:xfrm>
            <a:off x="2591440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cel49"/>
          <p:cNvSpPr/>
          <p:nvPr/>
        </p:nvSpPr>
        <p:spPr>
          <a:xfrm>
            <a:off x="2901877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cel50"/>
          <p:cNvSpPr/>
          <p:nvPr/>
        </p:nvSpPr>
        <p:spPr>
          <a:xfrm>
            <a:off x="3212314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cel51"/>
          <p:cNvSpPr/>
          <p:nvPr/>
        </p:nvSpPr>
        <p:spPr>
          <a:xfrm>
            <a:off x="3522750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cel52"/>
          <p:cNvSpPr/>
          <p:nvPr/>
        </p:nvSpPr>
        <p:spPr>
          <a:xfrm>
            <a:off x="2281004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cel53"/>
          <p:cNvSpPr/>
          <p:nvPr/>
        </p:nvSpPr>
        <p:spPr>
          <a:xfrm>
            <a:off x="2591440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cel54"/>
          <p:cNvSpPr/>
          <p:nvPr/>
        </p:nvSpPr>
        <p:spPr>
          <a:xfrm>
            <a:off x="2901877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cel55"/>
          <p:cNvSpPr/>
          <p:nvPr/>
        </p:nvSpPr>
        <p:spPr>
          <a:xfrm>
            <a:off x="3212314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cel56"/>
          <p:cNvSpPr/>
          <p:nvPr/>
        </p:nvSpPr>
        <p:spPr>
          <a:xfrm>
            <a:off x="3522750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cel57"/>
          <p:cNvSpPr/>
          <p:nvPr/>
        </p:nvSpPr>
        <p:spPr>
          <a:xfrm>
            <a:off x="2281004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cel58"/>
          <p:cNvSpPr/>
          <p:nvPr/>
        </p:nvSpPr>
        <p:spPr>
          <a:xfrm>
            <a:off x="2591440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cel59"/>
          <p:cNvSpPr/>
          <p:nvPr/>
        </p:nvSpPr>
        <p:spPr>
          <a:xfrm>
            <a:off x="2901877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cel60"/>
          <p:cNvSpPr/>
          <p:nvPr/>
        </p:nvSpPr>
        <p:spPr>
          <a:xfrm>
            <a:off x="3212314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cel61"/>
          <p:cNvSpPr/>
          <p:nvPr/>
        </p:nvSpPr>
        <p:spPr>
          <a:xfrm>
            <a:off x="3522750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cel62"/>
          <p:cNvSpPr/>
          <p:nvPr/>
        </p:nvSpPr>
        <p:spPr>
          <a:xfrm>
            <a:off x="2281004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cel63"/>
          <p:cNvSpPr/>
          <p:nvPr/>
        </p:nvSpPr>
        <p:spPr>
          <a:xfrm>
            <a:off x="2591440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cel64"/>
          <p:cNvSpPr/>
          <p:nvPr/>
        </p:nvSpPr>
        <p:spPr>
          <a:xfrm>
            <a:off x="2901877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cel65"/>
          <p:cNvSpPr/>
          <p:nvPr/>
        </p:nvSpPr>
        <p:spPr>
          <a:xfrm>
            <a:off x="3212314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cel66"/>
          <p:cNvSpPr/>
          <p:nvPr/>
        </p:nvSpPr>
        <p:spPr>
          <a:xfrm>
            <a:off x="2281004" y="955837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cel67"/>
          <p:cNvSpPr/>
          <p:nvPr/>
        </p:nvSpPr>
        <p:spPr>
          <a:xfrm>
            <a:off x="2591440" y="955837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cel68"/>
          <p:cNvSpPr/>
          <p:nvPr/>
        </p:nvSpPr>
        <p:spPr>
          <a:xfrm>
            <a:off x="2901877" y="955837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Ze past gewoon in je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0" y="5587860"/>
            <a:ext cx="12191695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_schaduw"/>
          <p:cNvSpPr/>
          <p:nvPr/>
        </p:nvSpPr>
        <p:spPr>
          <a:xfrm>
            <a:off x="1730966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_haarmassa"/>
          <p:cNvSpPr/>
          <p:nvPr/>
        </p:nvSpPr>
        <p:spPr>
          <a:xfrm>
            <a:off x="1814784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_armL"/>
          <p:cNvSpPr/>
          <p:nvPr/>
        </p:nvSpPr>
        <p:spPr>
          <a:xfrm rot="720000">
            <a:off x="1668103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_handL"/>
          <p:cNvSpPr/>
          <p:nvPr/>
        </p:nvSpPr>
        <p:spPr>
          <a:xfrm>
            <a:off x="1575263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_armR"/>
          <p:cNvSpPr/>
          <p:nvPr/>
        </p:nvSpPr>
        <p:spPr>
          <a:xfrm rot="20880000">
            <a:off x="277869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ndR"/>
          <p:cNvSpPr/>
          <p:nvPr/>
        </p:nvSpPr>
        <p:spPr>
          <a:xfrm>
            <a:off x="2829621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beenL"/>
          <p:cNvSpPr/>
          <p:nvPr/>
        </p:nvSpPr>
        <p:spPr>
          <a:xfrm rot="20640000">
            <a:off x="198242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schoenL"/>
          <p:cNvSpPr/>
          <p:nvPr/>
        </p:nvSpPr>
        <p:spPr>
          <a:xfrm rot="20640000">
            <a:off x="2007268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zoolL"/>
          <p:cNvSpPr/>
          <p:nvPr/>
        </p:nvSpPr>
        <p:spPr>
          <a:xfrm rot="20640000">
            <a:off x="2007268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beenR"/>
          <p:cNvSpPr/>
          <p:nvPr/>
        </p:nvSpPr>
        <p:spPr>
          <a:xfrm rot="960000">
            <a:off x="240150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schoenR"/>
          <p:cNvSpPr/>
          <p:nvPr/>
        </p:nvSpPr>
        <p:spPr>
          <a:xfrm rot="960000">
            <a:off x="2229980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zoolR"/>
          <p:cNvSpPr/>
          <p:nvPr/>
        </p:nvSpPr>
        <p:spPr>
          <a:xfrm rot="960000">
            <a:off x="2229980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romp"/>
          <p:cNvSpPr/>
          <p:nvPr/>
        </p:nvSpPr>
        <p:spPr>
          <a:xfrm>
            <a:off x="1835739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kraag"/>
          <p:cNvSpPr/>
          <p:nvPr/>
        </p:nvSpPr>
        <p:spPr>
          <a:xfrm>
            <a:off x="2129101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rand"/>
          <p:cNvSpPr/>
          <p:nvPr/>
        </p:nvSpPr>
        <p:spPr>
          <a:xfrm>
            <a:off x="2296737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nek"/>
          <p:cNvSpPr/>
          <p:nvPr/>
        </p:nvSpPr>
        <p:spPr>
          <a:xfrm>
            <a:off x="2171010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hoofd"/>
          <p:cNvSpPr/>
          <p:nvPr/>
        </p:nvSpPr>
        <p:spPr>
          <a:xfrm>
            <a:off x="1835739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oorL"/>
          <p:cNvSpPr/>
          <p:nvPr/>
        </p:nvSpPr>
        <p:spPr>
          <a:xfrm>
            <a:off x="1751921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oorR"/>
          <p:cNvSpPr/>
          <p:nvPr/>
        </p:nvSpPr>
        <p:spPr>
          <a:xfrm>
            <a:off x="2757736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pony"/>
          <p:cNvSpPr/>
          <p:nvPr/>
        </p:nvSpPr>
        <p:spPr>
          <a:xfrm>
            <a:off x="1856693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oogwitL"/>
          <p:cNvSpPr/>
          <p:nvPr/>
        </p:nvSpPr>
        <p:spPr>
          <a:xfrm>
            <a:off x="2024329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pupilL"/>
          <p:cNvSpPr/>
          <p:nvPr/>
        </p:nvSpPr>
        <p:spPr>
          <a:xfrm>
            <a:off x="2074620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glansL"/>
          <p:cNvSpPr/>
          <p:nvPr/>
        </p:nvSpPr>
        <p:spPr>
          <a:xfrm>
            <a:off x="209976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wenkL"/>
          <p:cNvSpPr/>
          <p:nvPr/>
        </p:nvSpPr>
        <p:spPr>
          <a:xfrm>
            <a:off x="2013852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R"/>
          <p:cNvSpPr/>
          <p:nvPr/>
        </p:nvSpPr>
        <p:spPr>
          <a:xfrm>
            <a:off x="2422464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R"/>
          <p:cNvSpPr/>
          <p:nvPr/>
        </p:nvSpPr>
        <p:spPr>
          <a:xfrm>
            <a:off x="2472755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R"/>
          <p:cNvSpPr/>
          <p:nvPr/>
        </p:nvSpPr>
        <p:spPr>
          <a:xfrm>
            <a:off x="249790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R"/>
          <p:cNvSpPr/>
          <p:nvPr/>
        </p:nvSpPr>
        <p:spPr>
          <a:xfrm>
            <a:off x="2411987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neus"/>
          <p:cNvSpPr/>
          <p:nvPr/>
        </p:nvSpPr>
        <p:spPr>
          <a:xfrm>
            <a:off x="2244351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blosL"/>
          <p:cNvSpPr/>
          <p:nvPr/>
        </p:nvSpPr>
        <p:spPr>
          <a:xfrm>
            <a:off x="187764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blosR"/>
          <p:cNvSpPr/>
          <p:nvPr/>
        </p:nvSpPr>
        <p:spPr>
          <a:xfrm>
            <a:off x="259010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brilL"/>
          <p:cNvSpPr/>
          <p:nvPr/>
        </p:nvSpPr>
        <p:spPr>
          <a:xfrm>
            <a:off x="196146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brilR"/>
          <p:cNvSpPr/>
          <p:nvPr/>
        </p:nvSpPr>
        <p:spPr>
          <a:xfrm>
            <a:off x="2359601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rug"/>
          <p:cNvSpPr/>
          <p:nvPr/>
        </p:nvSpPr>
        <p:spPr>
          <a:xfrm>
            <a:off x="2275783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nor"/>
          <p:cNvSpPr/>
          <p:nvPr/>
        </p:nvSpPr>
        <p:spPr>
          <a:xfrm>
            <a:off x="2129101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mond"/>
          <p:cNvSpPr/>
          <p:nvPr/>
        </p:nvSpPr>
        <p:spPr>
          <a:xfrm>
            <a:off x="2202442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tand"/>
          <p:cNvSpPr/>
          <p:nvPr/>
        </p:nvSpPr>
        <p:spPr>
          <a:xfrm>
            <a:off x="2244351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monddek"/>
          <p:cNvSpPr/>
          <p:nvPr/>
        </p:nvSpPr>
        <p:spPr>
          <a:xfrm>
            <a:off x="2181487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tap0"/>
          <p:cNvSpPr/>
          <p:nvPr/>
        </p:nvSpPr>
        <p:spPr>
          <a:xfrm>
            <a:off x="1663658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4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0" y="5587860"/>
            <a:ext cx="12191695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_schaduw"/>
          <p:cNvSpPr/>
          <p:nvPr/>
        </p:nvSpPr>
        <p:spPr>
          <a:xfrm>
            <a:off x="528687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_haarmassa"/>
          <p:cNvSpPr/>
          <p:nvPr/>
        </p:nvSpPr>
        <p:spPr>
          <a:xfrm>
            <a:off x="5370695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_armL"/>
          <p:cNvSpPr/>
          <p:nvPr/>
        </p:nvSpPr>
        <p:spPr>
          <a:xfrm rot="20880000">
            <a:off x="522401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_handL"/>
          <p:cNvSpPr/>
          <p:nvPr/>
        </p:nvSpPr>
        <p:spPr>
          <a:xfrm>
            <a:off x="5274945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_armR"/>
          <p:cNvSpPr/>
          <p:nvPr/>
        </p:nvSpPr>
        <p:spPr>
          <a:xfrm rot="720000">
            <a:off x="633460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ndR"/>
          <p:cNvSpPr/>
          <p:nvPr/>
        </p:nvSpPr>
        <p:spPr>
          <a:xfrm>
            <a:off x="6241761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beenL"/>
          <p:cNvSpPr/>
          <p:nvPr/>
        </p:nvSpPr>
        <p:spPr>
          <a:xfrm rot="900000">
            <a:off x="553833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schoenL"/>
          <p:cNvSpPr/>
          <p:nvPr/>
        </p:nvSpPr>
        <p:spPr>
          <a:xfrm rot="900000">
            <a:off x="5372792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zoolL"/>
          <p:cNvSpPr/>
          <p:nvPr/>
        </p:nvSpPr>
        <p:spPr>
          <a:xfrm rot="900000">
            <a:off x="5372792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beenR"/>
          <p:cNvSpPr/>
          <p:nvPr/>
        </p:nvSpPr>
        <p:spPr>
          <a:xfrm rot="20700000">
            <a:off x="595742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schoenR"/>
          <p:cNvSpPr/>
          <p:nvPr/>
        </p:nvSpPr>
        <p:spPr>
          <a:xfrm rot="20700000">
            <a:off x="5976278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zoolR"/>
          <p:cNvSpPr/>
          <p:nvPr/>
        </p:nvSpPr>
        <p:spPr>
          <a:xfrm rot="20700000">
            <a:off x="5976278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romp"/>
          <p:cNvSpPr/>
          <p:nvPr/>
        </p:nvSpPr>
        <p:spPr>
          <a:xfrm>
            <a:off x="5391650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kraag"/>
          <p:cNvSpPr/>
          <p:nvPr/>
        </p:nvSpPr>
        <p:spPr>
          <a:xfrm>
            <a:off x="568501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rand"/>
          <p:cNvSpPr/>
          <p:nvPr/>
        </p:nvSpPr>
        <p:spPr>
          <a:xfrm>
            <a:off x="585264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nek"/>
          <p:cNvSpPr/>
          <p:nvPr/>
        </p:nvSpPr>
        <p:spPr>
          <a:xfrm>
            <a:off x="572692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hoofd"/>
          <p:cNvSpPr/>
          <p:nvPr/>
        </p:nvSpPr>
        <p:spPr>
          <a:xfrm>
            <a:off x="5391650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oorL"/>
          <p:cNvSpPr/>
          <p:nvPr/>
        </p:nvSpPr>
        <p:spPr>
          <a:xfrm>
            <a:off x="530783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oorR"/>
          <p:cNvSpPr/>
          <p:nvPr/>
        </p:nvSpPr>
        <p:spPr>
          <a:xfrm>
            <a:off x="631364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pony"/>
          <p:cNvSpPr/>
          <p:nvPr/>
        </p:nvSpPr>
        <p:spPr>
          <a:xfrm>
            <a:off x="541260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oogwitL"/>
          <p:cNvSpPr/>
          <p:nvPr/>
        </p:nvSpPr>
        <p:spPr>
          <a:xfrm>
            <a:off x="558024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pupilL"/>
          <p:cNvSpPr/>
          <p:nvPr/>
        </p:nvSpPr>
        <p:spPr>
          <a:xfrm>
            <a:off x="563053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glansL"/>
          <p:cNvSpPr/>
          <p:nvPr/>
        </p:nvSpPr>
        <p:spPr>
          <a:xfrm>
            <a:off x="565567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wenkL"/>
          <p:cNvSpPr/>
          <p:nvPr/>
        </p:nvSpPr>
        <p:spPr>
          <a:xfrm>
            <a:off x="556976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R"/>
          <p:cNvSpPr/>
          <p:nvPr/>
        </p:nvSpPr>
        <p:spPr>
          <a:xfrm>
            <a:off x="597837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R"/>
          <p:cNvSpPr/>
          <p:nvPr/>
        </p:nvSpPr>
        <p:spPr>
          <a:xfrm>
            <a:off x="602866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R"/>
          <p:cNvSpPr/>
          <p:nvPr/>
        </p:nvSpPr>
        <p:spPr>
          <a:xfrm>
            <a:off x="605381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R"/>
          <p:cNvSpPr/>
          <p:nvPr/>
        </p:nvSpPr>
        <p:spPr>
          <a:xfrm>
            <a:off x="596789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neus"/>
          <p:cNvSpPr/>
          <p:nvPr/>
        </p:nvSpPr>
        <p:spPr>
          <a:xfrm>
            <a:off x="580026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blosL"/>
          <p:cNvSpPr/>
          <p:nvPr/>
        </p:nvSpPr>
        <p:spPr>
          <a:xfrm>
            <a:off x="543355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blosR"/>
          <p:cNvSpPr/>
          <p:nvPr/>
        </p:nvSpPr>
        <p:spPr>
          <a:xfrm>
            <a:off x="614601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brilL"/>
          <p:cNvSpPr/>
          <p:nvPr/>
        </p:nvSpPr>
        <p:spPr>
          <a:xfrm>
            <a:off x="5517377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brilR"/>
          <p:cNvSpPr/>
          <p:nvPr/>
        </p:nvSpPr>
        <p:spPr>
          <a:xfrm>
            <a:off x="591551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rug"/>
          <p:cNvSpPr/>
          <p:nvPr/>
        </p:nvSpPr>
        <p:spPr>
          <a:xfrm>
            <a:off x="5831694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nor"/>
          <p:cNvSpPr/>
          <p:nvPr/>
        </p:nvSpPr>
        <p:spPr>
          <a:xfrm>
            <a:off x="568501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mond"/>
          <p:cNvSpPr/>
          <p:nvPr/>
        </p:nvSpPr>
        <p:spPr>
          <a:xfrm>
            <a:off x="575835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tand"/>
          <p:cNvSpPr/>
          <p:nvPr/>
        </p:nvSpPr>
        <p:spPr>
          <a:xfrm>
            <a:off x="580026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monddek"/>
          <p:cNvSpPr/>
          <p:nvPr/>
        </p:nvSpPr>
        <p:spPr>
          <a:xfrm>
            <a:off x="5737399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tap0"/>
          <p:cNvSpPr/>
          <p:nvPr/>
        </p:nvSpPr>
        <p:spPr>
          <a:xfrm>
            <a:off x="1663658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ap1"/>
          <p:cNvSpPr/>
          <p:nvPr/>
        </p:nvSpPr>
        <p:spPr>
          <a:xfrm>
            <a:off x="3441613" y="5752956"/>
            <a:ext cx="444488" cy="26669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tap2"/>
          <p:cNvSpPr/>
          <p:nvPr/>
        </p:nvSpPr>
        <p:spPr>
          <a:xfrm>
            <a:off x="5219569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4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0" y="5587860"/>
            <a:ext cx="12191695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_schaduw"/>
          <p:cNvSpPr/>
          <p:nvPr/>
        </p:nvSpPr>
        <p:spPr>
          <a:xfrm>
            <a:off x="8842788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_haarmassa"/>
          <p:cNvSpPr/>
          <p:nvPr/>
        </p:nvSpPr>
        <p:spPr>
          <a:xfrm>
            <a:off x="8926606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_armL"/>
          <p:cNvSpPr/>
          <p:nvPr/>
        </p:nvSpPr>
        <p:spPr>
          <a:xfrm rot="720000">
            <a:off x="8779925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_handL"/>
          <p:cNvSpPr/>
          <p:nvPr/>
        </p:nvSpPr>
        <p:spPr>
          <a:xfrm>
            <a:off x="8687085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_armR"/>
          <p:cNvSpPr/>
          <p:nvPr/>
        </p:nvSpPr>
        <p:spPr>
          <a:xfrm rot="20880000">
            <a:off x="9890512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ndR"/>
          <p:cNvSpPr/>
          <p:nvPr/>
        </p:nvSpPr>
        <p:spPr>
          <a:xfrm>
            <a:off x="9941443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beenL"/>
          <p:cNvSpPr/>
          <p:nvPr/>
        </p:nvSpPr>
        <p:spPr>
          <a:xfrm rot="20640000">
            <a:off x="909424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schoenL"/>
          <p:cNvSpPr/>
          <p:nvPr/>
        </p:nvSpPr>
        <p:spPr>
          <a:xfrm rot="20640000">
            <a:off x="9119091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zoolL"/>
          <p:cNvSpPr/>
          <p:nvPr/>
        </p:nvSpPr>
        <p:spPr>
          <a:xfrm rot="20640000">
            <a:off x="9119091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beenR"/>
          <p:cNvSpPr/>
          <p:nvPr/>
        </p:nvSpPr>
        <p:spPr>
          <a:xfrm rot="960000">
            <a:off x="951333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schoenR"/>
          <p:cNvSpPr/>
          <p:nvPr/>
        </p:nvSpPr>
        <p:spPr>
          <a:xfrm rot="960000">
            <a:off x="9341802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zoolR"/>
          <p:cNvSpPr/>
          <p:nvPr/>
        </p:nvSpPr>
        <p:spPr>
          <a:xfrm rot="960000">
            <a:off x="9341802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romp"/>
          <p:cNvSpPr/>
          <p:nvPr/>
        </p:nvSpPr>
        <p:spPr>
          <a:xfrm>
            <a:off x="8947561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kraag"/>
          <p:cNvSpPr/>
          <p:nvPr/>
        </p:nvSpPr>
        <p:spPr>
          <a:xfrm>
            <a:off x="9240923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rand"/>
          <p:cNvSpPr/>
          <p:nvPr/>
        </p:nvSpPr>
        <p:spPr>
          <a:xfrm>
            <a:off x="9408559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nek"/>
          <p:cNvSpPr/>
          <p:nvPr/>
        </p:nvSpPr>
        <p:spPr>
          <a:xfrm>
            <a:off x="9282832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hoofd"/>
          <p:cNvSpPr/>
          <p:nvPr/>
        </p:nvSpPr>
        <p:spPr>
          <a:xfrm>
            <a:off x="8947561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oorL"/>
          <p:cNvSpPr/>
          <p:nvPr/>
        </p:nvSpPr>
        <p:spPr>
          <a:xfrm>
            <a:off x="8863743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oorR"/>
          <p:cNvSpPr/>
          <p:nvPr/>
        </p:nvSpPr>
        <p:spPr>
          <a:xfrm>
            <a:off x="9869558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pony"/>
          <p:cNvSpPr/>
          <p:nvPr/>
        </p:nvSpPr>
        <p:spPr>
          <a:xfrm>
            <a:off x="8968515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oogwitL"/>
          <p:cNvSpPr/>
          <p:nvPr/>
        </p:nvSpPr>
        <p:spPr>
          <a:xfrm>
            <a:off x="9136151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pupilL"/>
          <p:cNvSpPr/>
          <p:nvPr/>
        </p:nvSpPr>
        <p:spPr>
          <a:xfrm>
            <a:off x="9186442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glansL"/>
          <p:cNvSpPr/>
          <p:nvPr/>
        </p:nvSpPr>
        <p:spPr>
          <a:xfrm>
            <a:off x="9211587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wenkL"/>
          <p:cNvSpPr/>
          <p:nvPr/>
        </p:nvSpPr>
        <p:spPr>
          <a:xfrm>
            <a:off x="9125674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R"/>
          <p:cNvSpPr/>
          <p:nvPr/>
        </p:nvSpPr>
        <p:spPr>
          <a:xfrm>
            <a:off x="9534286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R"/>
          <p:cNvSpPr/>
          <p:nvPr/>
        </p:nvSpPr>
        <p:spPr>
          <a:xfrm>
            <a:off x="9584577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R"/>
          <p:cNvSpPr/>
          <p:nvPr/>
        </p:nvSpPr>
        <p:spPr>
          <a:xfrm>
            <a:off x="9609722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R"/>
          <p:cNvSpPr/>
          <p:nvPr/>
        </p:nvSpPr>
        <p:spPr>
          <a:xfrm>
            <a:off x="9523809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neus"/>
          <p:cNvSpPr/>
          <p:nvPr/>
        </p:nvSpPr>
        <p:spPr>
          <a:xfrm>
            <a:off x="9356173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blosL"/>
          <p:cNvSpPr/>
          <p:nvPr/>
        </p:nvSpPr>
        <p:spPr>
          <a:xfrm>
            <a:off x="898947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blosR"/>
          <p:cNvSpPr/>
          <p:nvPr/>
        </p:nvSpPr>
        <p:spPr>
          <a:xfrm>
            <a:off x="970192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brilL"/>
          <p:cNvSpPr/>
          <p:nvPr/>
        </p:nvSpPr>
        <p:spPr>
          <a:xfrm>
            <a:off x="9073288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brilR"/>
          <p:cNvSpPr/>
          <p:nvPr/>
        </p:nvSpPr>
        <p:spPr>
          <a:xfrm>
            <a:off x="9471423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rug"/>
          <p:cNvSpPr/>
          <p:nvPr/>
        </p:nvSpPr>
        <p:spPr>
          <a:xfrm>
            <a:off x="9387605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nor"/>
          <p:cNvSpPr/>
          <p:nvPr/>
        </p:nvSpPr>
        <p:spPr>
          <a:xfrm>
            <a:off x="9240923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mond"/>
          <p:cNvSpPr/>
          <p:nvPr/>
        </p:nvSpPr>
        <p:spPr>
          <a:xfrm>
            <a:off x="9314264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tand"/>
          <p:cNvSpPr/>
          <p:nvPr/>
        </p:nvSpPr>
        <p:spPr>
          <a:xfrm>
            <a:off x="9356173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monddek"/>
          <p:cNvSpPr/>
          <p:nvPr/>
        </p:nvSpPr>
        <p:spPr>
          <a:xfrm>
            <a:off x="9293310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tap0"/>
          <p:cNvSpPr/>
          <p:nvPr/>
        </p:nvSpPr>
        <p:spPr>
          <a:xfrm>
            <a:off x="1663658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ap1"/>
          <p:cNvSpPr/>
          <p:nvPr/>
        </p:nvSpPr>
        <p:spPr>
          <a:xfrm>
            <a:off x="3441613" y="5752956"/>
            <a:ext cx="444488" cy="26669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tap2"/>
          <p:cNvSpPr/>
          <p:nvPr/>
        </p:nvSpPr>
        <p:spPr>
          <a:xfrm>
            <a:off x="5219569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p3"/>
          <p:cNvSpPr/>
          <p:nvPr/>
        </p:nvSpPr>
        <p:spPr>
          <a:xfrm>
            <a:off x="6997525" y="5752956"/>
            <a:ext cx="444488" cy="26669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tap4"/>
          <p:cNvSpPr/>
          <p:nvPr/>
        </p:nvSpPr>
        <p:spPr>
          <a:xfrm>
            <a:off x="8775480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4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Alles boven 200 is te veel.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Alles boven 200 is te veel.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7B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EC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0C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9C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EC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EC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6C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3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3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BC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F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256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Alles boven 200 is te veel.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C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4B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FC4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8C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0C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212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rood is weg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zit nu verdeeld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rood is weg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zit nu verdeeld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rood is weg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zit nu verdeeld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7054673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670225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703562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686417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armL"/>
          <p:cNvSpPr/>
          <p:nvPr/>
        </p:nvSpPr>
        <p:spPr>
          <a:xfrm rot="480000"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handL"/>
          <p:cNvSpPr/>
          <p:nvPr/>
        </p:nvSpPr>
        <p:spPr>
          <a:xfrm>
            <a:off x="7821874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armR"/>
          <p:cNvSpPr/>
          <p:nvPr/>
        </p:nvSpPr>
        <p:spPr>
          <a:xfrm rot="21120000"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ndR"/>
          <p:cNvSpPr/>
          <p:nvPr/>
        </p:nvSpPr>
        <p:spPr>
          <a:xfrm>
            <a:off x="9028699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beenL"/>
          <p:cNvSpPr/>
          <p:nvPr/>
        </p:nvSpPr>
        <p:spPr>
          <a:xfrm rot="21000000"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schoenL"/>
          <p:cNvSpPr/>
          <p:nvPr/>
        </p:nvSpPr>
        <p:spPr>
          <a:xfrm rot="21000000">
            <a:off x="8193782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zoolL"/>
          <p:cNvSpPr/>
          <p:nvPr/>
        </p:nvSpPr>
        <p:spPr>
          <a:xfrm rot="21000000">
            <a:off x="8193782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beenR"/>
          <p:cNvSpPr/>
          <p:nvPr/>
        </p:nvSpPr>
        <p:spPr>
          <a:xfrm rot="600000"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schoenR"/>
          <p:cNvSpPr/>
          <p:nvPr/>
        </p:nvSpPr>
        <p:spPr>
          <a:xfrm rot="600000">
            <a:off x="8489155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zoolR"/>
          <p:cNvSpPr/>
          <p:nvPr/>
        </p:nvSpPr>
        <p:spPr>
          <a:xfrm rot="600000">
            <a:off x="8489155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aduw"/>
          <p:cNvSpPr/>
          <p:nvPr/>
        </p:nvSpPr>
        <p:spPr>
          <a:xfrm>
            <a:off x="10268963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haarmassa"/>
          <p:cNvSpPr/>
          <p:nvPr/>
        </p:nvSpPr>
        <p:spPr>
          <a:xfrm>
            <a:off x="10268963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vlechtL"/>
          <p:cNvSpPr/>
          <p:nvPr/>
        </p:nvSpPr>
        <p:spPr>
          <a:xfrm>
            <a:off x="10153396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strikL"/>
          <p:cNvSpPr/>
          <p:nvPr/>
        </p:nvSpPr>
        <p:spPr>
          <a:xfrm>
            <a:off x="10186415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vlechtR"/>
          <p:cNvSpPr/>
          <p:nvPr/>
        </p:nvSpPr>
        <p:spPr>
          <a:xfrm>
            <a:off x="1106142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strikR"/>
          <p:cNvSpPr/>
          <p:nvPr/>
        </p:nvSpPr>
        <p:spPr>
          <a:xfrm>
            <a:off x="1109444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armL"/>
          <p:cNvSpPr/>
          <p:nvPr/>
        </p:nvSpPr>
        <p:spPr>
          <a:xfrm rot="21120000">
            <a:off x="1021943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handL"/>
          <p:cNvSpPr/>
          <p:nvPr/>
        </p:nvSpPr>
        <p:spPr>
          <a:xfrm>
            <a:off x="10240836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armR"/>
          <p:cNvSpPr/>
          <p:nvPr/>
        </p:nvSpPr>
        <p:spPr>
          <a:xfrm rot="480000">
            <a:off x="1109444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handR"/>
          <p:cNvSpPr/>
          <p:nvPr/>
        </p:nvSpPr>
        <p:spPr>
          <a:xfrm>
            <a:off x="11040021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beenL"/>
          <p:cNvSpPr/>
          <p:nvPr/>
        </p:nvSpPr>
        <p:spPr>
          <a:xfrm rot="600000">
            <a:off x="10467078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schoenL"/>
          <p:cNvSpPr/>
          <p:nvPr/>
        </p:nvSpPr>
        <p:spPr>
          <a:xfrm rot="600000">
            <a:off x="10360558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zoolL"/>
          <p:cNvSpPr/>
          <p:nvPr/>
        </p:nvSpPr>
        <p:spPr>
          <a:xfrm rot="600000">
            <a:off x="10360558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beenR"/>
          <p:cNvSpPr/>
          <p:nvPr/>
        </p:nvSpPr>
        <p:spPr>
          <a:xfrm rot="21000000">
            <a:off x="10797270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schoenR"/>
          <p:cNvSpPr/>
          <p:nvPr/>
        </p:nvSpPr>
        <p:spPr>
          <a:xfrm rot="21000000">
            <a:off x="10788223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zoolR"/>
          <p:cNvSpPr/>
          <p:nvPr/>
        </p:nvSpPr>
        <p:spPr>
          <a:xfrm rot="21000000">
            <a:off x="10788223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romp"/>
          <p:cNvSpPr/>
          <p:nvPr/>
        </p:nvSpPr>
        <p:spPr>
          <a:xfrm>
            <a:off x="10351511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zak"/>
          <p:cNvSpPr/>
          <p:nvPr/>
        </p:nvSpPr>
        <p:spPr>
          <a:xfrm>
            <a:off x="10500097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koord"/>
          <p:cNvSpPr/>
          <p:nvPr/>
        </p:nvSpPr>
        <p:spPr>
          <a:xfrm>
            <a:off x="10632174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nek"/>
          <p:cNvSpPr/>
          <p:nvPr/>
        </p:nvSpPr>
        <p:spPr>
          <a:xfrm>
            <a:off x="10615664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hoofd"/>
          <p:cNvSpPr/>
          <p:nvPr/>
        </p:nvSpPr>
        <p:spPr>
          <a:xfrm>
            <a:off x="10351511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oorL"/>
          <p:cNvSpPr/>
          <p:nvPr/>
        </p:nvSpPr>
        <p:spPr>
          <a:xfrm>
            <a:off x="1028547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oorR"/>
          <p:cNvSpPr/>
          <p:nvPr/>
        </p:nvSpPr>
        <p:spPr>
          <a:xfrm>
            <a:off x="11077933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pony"/>
          <p:cNvSpPr/>
          <p:nvPr/>
        </p:nvSpPr>
        <p:spPr>
          <a:xfrm>
            <a:off x="1036802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oogwitL"/>
          <p:cNvSpPr/>
          <p:nvPr/>
        </p:nvSpPr>
        <p:spPr>
          <a:xfrm>
            <a:off x="1050009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pupilL"/>
          <p:cNvSpPr/>
          <p:nvPr/>
        </p:nvSpPr>
        <p:spPr>
          <a:xfrm>
            <a:off x="1053972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glansL"/>
          <p:cNvSpPr/>
          <p:nvPr/>
        </p:nvSpPr>
        <p:spPr>
          <a:xfrm>
            <a:off x="10559532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wenkL"/>
          <p:cNvSpPr/>
          <p:nvPr/>
        </p:nvSpPr>
        <p:spPr>
          <a:xfrm>
            <a:off x="1049184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R"/>
          <p:cNvSpPr/>
          <p:nvPr/>
        </p:nvSpPr>
        <p:spPr>
          <a:xfrm>
            <a:off x="1081377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R"/>
          <p:cNvSpPr/>
          <p:nvPr/>
        </p:nvSpPr>
        <p:spPr>
          <a:xfrm>
            <a:off x="1085340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R"/>
          <p:cNvSpPr/>
          <p:nvPr/>
        </p:nvSpPr>
        <p:spPr>
          <a:xfrm>
            <a:off x="10873214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R"/>
          <p:cNvSpPr/>
          <p:nvPr/>
        </p:nvSpPr>
        <p:spPr>
          <a:xfrm>
            <a:off x="1080552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neus"/>
          <p:cNvSpPr/>
          <p:nvPr/>
        </p:nvSpPr>
        <p:spPr>
          <a:xfrm>
            <a:off x="10673448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blosL"/>
          <p:cNvSpPr/>
          <p:nvPr/>
        </p:nvSpPr>
        <p:spPr>
          <a:xfrm>
            <a:off x="103845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blosR"/>
          <p:cNvSpPr/>
          <p:nvPr/>
        </p:nvSpPr>
        <p:spPr>
          <a:xfrm>
            <a:off x="1094585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mond"/>
          <p:cNvSpPr/>
          <p:nvPr/>
        </p:nvSpPr>
        <p:spPr>
          <a:xfrm>
            <a:off x="10640428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tand"/>
          <p:cNvSpPr/>
          <p:nvPr/>
        </p:nvSpPr>
        <p:spPr>
          <a:xfrm>
            <a:off x="10673448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monddek"/>
          <p:cNvSpPr/>
          <p:nvPr/>
        </p:nvSpPr>
        <p:spPr>
          <a:xfrm>
            <a:off x="10623919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kop"/>
          <p:cNvSpPr txBox="1"/>
          <p:nvPr/>
        </p:nvSpPr>
        <p:spPr>
          <a:xfrm>
            <a:off x="761980" y="698482"/>
            <a:ext cx="6349841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Werkt dat</a:t>
            </a:r>
          </a:p>
          <a:p>
            <a:pPr algn="l">
              <a:lnSpc>
                <a:spcPct val="10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echt?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87380" y="3327316"/>
            <a:ext cx="6222844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Zes Belgische ziekenhuizen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zoeken het nu samen uit,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ook AZ Groeninge in Kortrijk.</a:t>
            </a:r>
          </a:p>
        </p:txBody>
      </p:sp>
      <p:sp>
        <p:nvSpPr>
          <p:cNvPr id="123" name="!!ziek0"/>
          <p:cNvSpPr/>
          <p:nvPr/>
        </p:nvSpPr>
        <p:spPr>
          <a:xfrm>
            <a:off x="812779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ziek1"/>
          <p:cNvSpPr/>
          <p:nvPr/>
        </p:nvSpPr>
        <p:spPr>
          <a:xfrm>
            <a:off x="1206469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ziek2"/>
          <p:cNvSpPr/>
          <p:nvPr/>
        </p:nvSpPr>
        <p:spPr>
          <a:xfrm>
            <a:off x="1600159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ziek3"/>
          <p:cNvSpPr/>
          <p:nvPr/>
        </p:nvSpPr>
        <p:spPr>
          <a:xfrm>
            <a:off x="1993850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ziek4"/>
          <p:cNvSpPr/>
          <p:nvPr/>
        </p:nvSpPr>
        <p:spPr>
          <a:xfrm>
            <a:off x="2387540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ziek5"/>
          <p:cNvSpPr/>
          <p:nvPr/>
        </p:nvSpPr>
        <p:spPr>
          <a:xfrm>
            <a:off x="2781230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87380" y="5537061"/>
            <a:ext cx="5714857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spc="140">
                <a:solidFill>
                  <a:srgbClr val="52BDEC"/>
                </a:solidFill>
                <a:latin typeface="Consolas"/>
              </a:rPr>
              <a:t>PARADISE  ·  KU Leuven Campus Brugge</a:t>
            </a:r>
          </a:p>
        </p:txBody>
      </p:sp>
      <p:sp>
        <p:nvSpPr>
          <p:cNvPr id="1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Wat we tot nu toe schatten, gaan we eindelijk meten.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5500">
        <p159:morph option="byObject"/>
      </p:transition>
    </mc:Choice>
    <mc:Fallback>
      <p:transition xmlns:p14="http://schemas.microsoft.com/office/powerpoint/2010/main" spd="slow" p14:dur="900" advClick="0" advTm="55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