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1984960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068778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>
            <a:off x="1922096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1901142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>
            <a:off x="303268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011729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>
            <a:off x="223641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>
            <a:off x="216307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>
            <a:off x="216307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>
            <a:off x="265550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>
            <a:off x="2582162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>
            <a:off x="2582162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089732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383095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55073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425004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089732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00591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01172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11068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27832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32861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35375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26784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67645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72674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275189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66598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49834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13164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2844093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21545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61359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529776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383095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45643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49834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435481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42710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42710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31154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34456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21956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25258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>
            <a:off x="437758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361070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>
            <a:off x="525258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23607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>
            <a:off x="462522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>
            <a:off x="4567440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>
            <a:off x="4567440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>
            <a:off x="495541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>
            <a:off x="4897632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>
            <a:off x="4897632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50965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65824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479032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477381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50965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44361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23607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526166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6582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6978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47176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64998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4971925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01154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03136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496367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483159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54267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10400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479857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483159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478206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50" advClick="0" advTm="10">
        <p159:morph option="byObject"/>
      </p:transition>
    </mc:Choice>
    <mc:Fallback>
      <p:transition xmlns:p14="http://schemas.microsoft.com/office/powerpoint/2010/main" spd="slow" p14:dur="250" advClick="0" advTm="1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2058825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142643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540000">
            <a:off x="199596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1920920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21060000">
            <a:off x="3106549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139682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20700000">
            <a:off x="231027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20700000">
            <a:off x="2329137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20700000">
            <a:off x="2329137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900000">
            <a:off x="272936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900000">
            <a:off x="2563830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900000">
            <a:off x="2563830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163598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456960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624596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498869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163598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0797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08559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184552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35218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40247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42762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34171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75032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80061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282575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73984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572210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205507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291795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28932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68746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603642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456960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530301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572210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50934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50800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50800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39244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42546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30046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33348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21060000">
            <a:off x="445848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484585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540000">
            <a:off x="533348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274365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900000">
            <a:off x="470612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900000">
            <a:off x="4575700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900000">
            <a:off x="4575700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20700000">
            <a:off x="503631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20700000">
            <a:off x="5051173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20700000">
            <a:off x="5051173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59055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73914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487122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485471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59055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52451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31697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607067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7391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7787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47985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73088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505282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09244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11226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504457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491249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62357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18490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487947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491249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486296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224932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33313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0">
            <a:off x="218645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16550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0">
            <a:off x="329704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27609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0">
            <a:off x="250077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0">
            <a:off x="242743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0">
            <a:off x="242743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0">
            <a:off x="29198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0">
            <a:off x="284652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0">
            <a:off x="284652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35409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64745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81509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68936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35409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27027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27609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37504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54268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59297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61811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53220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94081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99110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01625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93034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76270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39600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10845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47982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87795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79413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64745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72079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76270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69984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71664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71664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60108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63409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50910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54212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0">
            <a:off x="466711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650608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0">
            <a:off x="554212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525617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0">
            <a:off x="491476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0">
            <a:off x="4856978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0">
            <a:off x="4856978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0">
            <a:off x="524495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0">
            <a:off x="5187170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0">
            <a:off x="5187170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79919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947781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507985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5063348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79919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733156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52561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815704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94778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98740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00721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93952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526146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30108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32089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525320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512113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832214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39354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5088112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512113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5071603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2509794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593612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21060000">
            <a:off x="244693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480063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540000">
            <a:off x="355751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482476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900000">
            <a:off x="2761247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900000">
            <a:off x="2595709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900000">
            <a:off x="2595709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20700000">
            <a:off x="3180337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20700000">
            <a:off x="3199194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20700000">
            <a:off x="3199194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614566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907929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075565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949838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614566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53074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53656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635521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803156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85344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878592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79267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201291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25158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276728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19081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023178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656475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368927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74029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13842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054610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907929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981269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023178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960315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00192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00192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88636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91937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79438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82740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540000">
            <a:off x="495239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893274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21060000">
            <a:off x="582740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853511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20700000">
            <a:off x="520004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20700000">
            <a:off x="5214899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20700000">
            <a:off x="5214899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900000">
            <a:off x="553023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900000">
            <a:off x="5399809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900000">
            <a:off x="5399809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08447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233061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536513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5348628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08447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018436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81089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100984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23306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27268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29249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22480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55467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5863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6061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553848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540641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117494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67882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537339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540641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5356883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2793593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877411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0">
            <a:off x="2730729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709775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0">
            <a:off x="384131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820362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0">
            <a:off x="3045046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0">
            <a:off x="2971706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0">
            <a:off x="2971706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0">
            <a:off x="3464136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0">
            <a:off x="3390795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0">
            <a:off x="3390795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898365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191728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359364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233637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898365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81454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82036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919320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08695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13724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16239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07647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48509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53538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560527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47461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306977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94027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652726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02409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42222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338409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191728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265068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306977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244114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312754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312754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19718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23020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105215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138234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0">
            <a:off x="526322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246716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0">
            <a:off x="61382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121724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0">
            <a:off x="5510869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0">
            <a:off x="5453086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0">
            <a:off x="5453086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0">
            <a:off x="5841061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0">
            <a:off x="5783278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0">
            <a:off x="5783278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395302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543889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5675965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5659456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395302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329264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121724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411812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54388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58351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603323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53563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585757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89719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917005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584931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5717239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428321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989647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5684220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5717239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5667710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05406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13788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540000">
            <a:off x="299120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916161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21060000">
            <a:off x="410179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4134922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20700000">
            <a:off x="330552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20700000">
            <a:off x="3324377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20700000">
            <a:off x="3324377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900000">
            <a:off x="372460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900000">
            <a:off x="3559070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900000">
            <a:off x="3559070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158838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45220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61983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49411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158838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07502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08083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17979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34742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39771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42286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33695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74556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79585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82100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73508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567450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200747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91319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28456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68270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598882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45220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52554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567450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50458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598034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598034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48246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51548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390495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423514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21060000">
            <a:off x="554850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574610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540000">
            <a:off x="642351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364390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900000">
            <a:off x="5796149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900000">
            <a:off x="5665725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900000">
            <a:off x="5665725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20700000">
            <a:off x="6126341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20700000">
            <a:off x="6141199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20700000">
            <a:off x="6141199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680582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829169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5961245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5944736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680582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614544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407004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697092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82916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86879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888603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82091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14285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18247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202285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13459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002519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713601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274927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5969500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002519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5952990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24456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32837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0">
            <a:off x="3181698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316074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0">
            <a:off x="429228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427133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0">
            <a:off x="3496015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0">
            <a:off x="342267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0">
            <a:off x="342267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0">
            <a:off x="391510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0">
            <a:off x="384176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0">
            <a:off x="384176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34933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64269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81033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68460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34933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26551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27133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37028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53792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58821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61336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52744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93605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98634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401149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92558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757946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39124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4103695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47506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87319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78937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64269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716037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757946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69508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806672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806672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691105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724124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59913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63215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0">
            <a:off x="5757143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740634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0">
            <a:off x="6632151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615642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0">
            <a:off x="6004787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0">
            <a:off x="5947003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0">
            <a:off x="5947003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0">
            <a:off x="6334979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0">
            <a:off x="6277195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0">
            <a:off x="6277195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889220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6037806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6169883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6153373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889220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82318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61564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90573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603780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607742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6097241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602955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351488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391111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410923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34323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211157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922239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483565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617813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211157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6161628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0">
        <p159:morph option="byObject"/>
      </p:transition>
    </mc:Choice>
    <mc:Fallback>
      <p:transition xmlns:p14="http://schemas.microsoft.com/office/powerpoint/2010/main" spd="slow" p14:dur="420" advClick="0" advTm="1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31842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40224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21060000">
            <a:off x="325556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3288696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540000">
            <a:off x="436615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4291109" y="456731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900000">
            <a:off x="356988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900000">
            <a:off x="3404341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900000">
            <a:off x="3404341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20700000">
            <a:off x="398897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20700000">
            <a:off x="4007827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20700000">
            <a:off x="4007827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42319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71656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88419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75847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42319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33938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34519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44415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61178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66208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68722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60131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400992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406021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408536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99944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831811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46510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417756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548926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94706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86324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71656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78990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831811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768948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887572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887572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772005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805024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68003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71305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540000">
            <a:off x="583804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778920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21060000">
            <a:off x="671305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739156" y="478379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20700000">
            <a:off x="6085687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20700000">
            <a:off x="6100545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20700000">
            <a:off x="6100545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900000">
            <a:off x="6415879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900000">
            <a:off x="6285455" y="53801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900000">
            <a:off x="6285455" y="55122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970120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611870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6250783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623427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970120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90408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69654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98663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611870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615833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6178141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611045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43238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47201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491823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42413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292057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6003139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564465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625903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292057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6242528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zondag samen op stap. Tienduizend stappen.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420" advClick="0" advTm="1800">
        <p159:morph option="byObject"/>
      </p:transition>
    </mc:Choice>
    <mc:Fallback>
      <p:transition xmlns:p14="http://schemas.microsoft.com/office/powerpoint/2010/main" spd="slow" p14:dur="420" advClick="0" advTm="18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395160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395160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27959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31261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18762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22063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345631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329121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22063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20412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593275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53549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53549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292346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2865683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2865683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477708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626294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758371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741861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477708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41166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20412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494217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62629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66591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68572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61803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293997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297959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2999411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293172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2799645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510727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072053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76662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2799645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750116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Er ligt een legoblokje op de grond.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605880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605880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49031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52333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39834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431360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55635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539842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43136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414850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803995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746212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746212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134187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076404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076404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688428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837014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969091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952582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688428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622390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414850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704938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83701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87663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896449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82876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1506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1903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210131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1424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010365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721447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282773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977346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010365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960836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Er ligt een legoblokje op de grond.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99721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99721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88165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91467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78967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82269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94769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931180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82269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806188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19533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137550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137550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525525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467742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467742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07976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22835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36043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34392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07976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01372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80618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096276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22835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26797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287787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22009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542035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58165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60147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53378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40170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11278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67411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368684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40170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35217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Er ligt een legoblokje op de grond.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3158411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141901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403341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401690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73624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678463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678463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Er ligt een legoblokje op de grond.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900">
        <p159:morph option="byObject"/>
      </p:transition>
    </mc:Choice>
    <mc:Fallback>
      <p:transition xmlns:p14="http://schemas.microsoft.com/office/powerpoint/2010/main" spd="slow" p14:dur="340" advClick="0" advTm="1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3158411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141901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403341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401690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73624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678463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678463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426433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445282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643397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410566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643397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410566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 rot="21195556">
            <a:off x="3158411" y="4204723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173875" y="465685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 rot="404444">
            <a:off x="4033419" y="4204723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984935" y="465685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766049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5261337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393414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 rot="20977778">
            <a:off x="3736246" y="4766049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 rot="20977778">
            <a:off x="3728985" y="5256752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 rot="20977778">
            <a:off x="3728985" y="5388829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4138685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501896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4138685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4039627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478301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77547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77547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445282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79198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83490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846465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717690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79198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83490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846465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717690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907551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924060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924060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4006608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4019816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990099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ijn_a"/>
          <p:cNvSpPr/>
          <p:nvPr/>
        </p:nvSpPr>
        <p:spPr>
          <a:xfrm>
            <a:off x="2986777" y="4701234"/>
            <a:ext cx="554082" cy="554082"/>
          </a:xfrm>
          <a:prstGeom prst="irregularSeal1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ijn_b"/>
          <p:cNvSpPr/>
          <p:nvPr/>
        </p:nvSpPr>
        <p:spPr>
          <a:xfrm>
            <a:off x="3092052" y="4806509"/>
            <a:ext cx="343531" cy="343531"/>
          </a:xfrm>
          <a:prstGeom prst="irregularSeal1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au"/>
          <p:cNvSpPr txBox="1"/>
          <p:nvPr/>
        </p:nvSpPr>
        <p:spPr>
          <a:xfrm>
            <a:off x="1904952" y="1358866"/>
            <a:ext cx="2158946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29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2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18796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20681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40492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386719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40492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386719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 rot="20444444">
            <a:off x="3158411" y="396625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231753" y="4405020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 rot="1155556">
            <a:off x="4033419" y="396625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927057" y="4405020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52757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502286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154942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 rot="19822222">
            <a:off x="3736246" y="452757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 rot="19822222">
            <a:off x="3817220" y="498616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 rot="19822222">
            <a:off x="3817220" y="5118242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390021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26342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390021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3801156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239830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53700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53700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20681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553512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596437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60799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479219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553512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596437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60799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479219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66907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68558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68558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376813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378134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751627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ijn_a"/>
          <p:cNvSpPr/>
          <p:nvPr/>
        </p:nvSpPr>
        <p:spPr>
          <a:xfrm>
            <a:off x="2778878" y="4493335"/>
            <a:ext cx="969879" cy="969879"/>
          </a:xfrm>
          <a:prstGeom prst="irregularSeal1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ijn_b"/>
          <p:cNvSpPr/>
          <p:nvPr/>
        </p:nvSpPr>
        <p:spPr>
          <a:xfrm>
            <a:off x="2963155" y="4677612"/>
            <a:ext cx="601325" cy="601325"/>
          </a:xfrm>
          <a:prstGeom prst="irregularSeal1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au"/>
          <p:cNvSpPr txBox="1"/>
          <p:nvPr/>
        </p:nvSpPr>
        <p:spPr>
          <a:xfrm>
            <a:off x="1904952" y="1358866"/>
            <a:ext cx="2158946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37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2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059553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078403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 rot="20040000">
            <a:off x="3158411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261317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 rot="1560000">
            <a:off x="4033419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897493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4894457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026534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 rot="19200000">
            <a:off x="3736246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 rot="19200000">
            <a:off x="3858869" y="4828794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 rot="19200000">
            <a:off x="3858869" y="496087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3771805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135016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3771805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3672748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111422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078403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540671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3639729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3652936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623219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ijn_a"/>
          <p:cNvSpPr/>
          <p:nvPr/>
        </p:nvSpPr>
        <p:spPr>
          <a:xfrm>
            <a:off x="2666933" y="4381390"/>
            <a:ext cx="1193770" cy="1193770"/>
          </a:xfrm>
          <a:prstGeom prst="irregularSeal1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ijn_b"/>
          <p:cNvSpPr/>
          <p:nvPr/>
        </p:nvSpPr>
        <p:spPr>
          <a:xfrm>
            <a:off x="2893749" y="4608206"/>
            <a:ext cx="740137" cy="740137"/>
          </a:xfrm>
          <a:prstGeom prst="irregularSeal1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au"/>
          <p:cNvSpPr txBox="1"/>
          <p:nvPr/>
        </p:nvSpPr>
        <p:spPr>
          <a:xfrm>
            <a:off x="1904952" y="1358866"/>
            <a:ext cx="2158946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20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2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059553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078403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276518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3738786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 rot="20040000">
            <a:off x="3158411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261317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 rot="1560000">
            <a:off x="4033419" y="3837844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897493" y="4264288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4894457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026534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 rot="19200000">
            <a:off x="3736246" y="4399170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 rot="19200000">
            <a:off x="3858869" y="4828794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 rot="19200000">
            <a:off x="3858869" y="496087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3771805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135016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3771805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3672748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111422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408594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078403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425104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468029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479586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350811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540671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557181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3639729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3652936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623219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ijn_a"/>
          <p:cNvSpPr/>
          <p:nvPr/>
        </p:nvSpPr>
        <p:spPr>
          <a:xfrm>
            <a:off x="2666933" y="4381390"/>
            <a:ext cx="1193770" cy="1193770"/>
          </a:xfrm>
          <a:prstGeom prst="irregularSeal1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ijn_b"/>
          <p:cNvSpPr/>
          <p:nvPr/>
        </p:nvSpPr>
        <p:spPr>
          <a:xfrm>
            <a:off x="2893749" y="4608206"/>
            <a:ext cx="740137" cy="740137"/>
          </a:xfrm>
          <a:prstGeom prst="irregularSeal1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au"/>
          <p:cNvSpPr txBox="1"/>
          <p:nvPr/>
        </p:nvSpPr>
        <p:spPr>
          <a:xfrm>
            <a:off x="1904952" y="1358866"/>
            <a:ext cx="2158946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20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2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stapt erop — en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900">
        <p159:morph option="byObject"/>
      </p:transition>
    </mc:Choice>
    <mc:Fallback>
      <p:transition xmlns:p14="http://schemas.microsoft.com/office/powerpoint/2010/main" spd="slow" p14:dur="340" advClick="0" advTm="1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3207939" y="5300847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3207939" y="3319697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3092372" y="3517812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3125391" y="3980080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4000399" y="3517812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4033419" y="3980080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3158411" y="4079138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3141901" y="453315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4033419" y="4079138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4016909" y="453315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406054" y="4640463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348271" y="51357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348271" y="52678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736246" y="4640463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678463" y="51357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678463" y="52678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290487" y="4013099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439074" y="4376310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571150" y="4013099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554641" y="3914042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290487" y="3352716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3224449" y="3649888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4016909" y="3649888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306997" y="3319697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439074" y="3666398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478697" y="3709323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498508" y="3720879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430819" y="3592105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752756" y="3666398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792379" y="3709323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812190" y="3720879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744501" y="3592105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612424" y="3781965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323506" y="3798475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884832" y="3798475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579405" y="3881022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612424" y="3894230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562895" y="3864513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staat op net zo’n blokje. Hij merkt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964294" y="5366697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964294" y="3385547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848726" y="3583662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881746" y="4045930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756754" y="3583662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789773" y="4045930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914765" y="4144988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898255" y="459900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789773" y="4144988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773263" y="4599001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3162409" y="4706314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3104625" y="520160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3104625" y="533367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492600" y="4706314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3434817" y="520160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3434817" y="533367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3046841" y="4078949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3195428" y="4442160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3327504" y="4078949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3310995" y="3979892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3046841" y="3418566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980803" y="3715738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773263" y="3715738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3063351" y="3385547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3195428" y="3732248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3235051" y="3775173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3254862" y="3786730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3187173" y="3657955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509110" y="3732248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548733" y="3775173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568544" y="3786730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500855" y="3657955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3368778" y="3847815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3079861" y="3864325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641187" y="3864325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3335759" y="3946873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3368778" y="3960080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3319250" y="3930363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8046001" y="5439800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129819" y="2925263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7983138" y="3889169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7962183" y="4465417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093725" y="3889169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9072770" y="4465417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297455" y="4601621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224114" y="523025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224114" y="5397891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716544" y="4601621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643204" y="523025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643204" y="5397891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150773" y="3805351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444136" y="378439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611772" y="3931078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486045" y="3679624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150773" y="2967172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8066955" y="334435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9072770" y="334435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171728" y="2925263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339364" y="3365307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389654" y="341978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414800" y="343445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328886" y="3271012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737499" y="3365307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787789" y="341978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812935" y="343445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727021" y="3271012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559386" y="351198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192682" y="3532943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8905134" y="3532943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276500" y="3323398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674635" y="3323398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590817" y="3449125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444136" y="361676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517477" y="374248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559386" y="3759251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496522" y="3721533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staat op net zo’n blokje. Hij merkt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511809" y="5488990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511809" y="350784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396241" y="370595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429261" y="4168223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304269" y="370595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337288" y="4168223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462280" y="426728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445770" y="472129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337288" y="426728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320778" y="472129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709924" y="482860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652140" y="532389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652140" y="545597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3040115" y="482860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2982332" y="532389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2982332" y="545597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594356" y="420124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742943" y="456445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875019" y="420124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858510" y="410218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594356" y="354085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528318" y="383803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320778" y="383803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610866" y="350784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742943" y="385454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782566" y="389746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802377" y="390902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734688" y="378024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3056625" y="385454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3096248" y="389746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3116059" y="390902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3048370" y="378024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2916293" y="3970108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627376" y="398661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3188702" y="398661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883274" y="406916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2916293" y="408237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866765" y="4052656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8217211" y="5242664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301029" y="2728126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8154348" y="369203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8133394" y="426828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264935" y="369203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9243981" y="426828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468665" y="4404485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395325" y="5033119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395325" y="5200755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887755" y="4404485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814414" y="5033119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814414" y="5200755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321984" y="3608214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615347" y="3587260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782982" y="3733941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657255" y="3482488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321984" y="2770035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8238166" y="3147216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9243981" y="3147216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342938" y="2728126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510574" y="316817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560865" y="322265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586010" y="323732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500097" y="307387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8908709" y="316817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8959000" y="322265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8984145" y="323732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898232" y="307387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730596" y="3314852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363893" y="333580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9076345" y="333580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447711" y="3126262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845846" y="3126262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762028" y="3251988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615347" y="3419624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688687" y="3545351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730596" y="3562115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667733" y="3524397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kring"/>
          <p:cNvSpPr/>
          <p:nvPr/>
        </p:nvSpPr>
        <p:spPr>
          <a:xfrm>
            <a:off x="8330991" y="4784732"/>
            <a:ext cx="1168370" cy="1168370"/>
          </a:xfrm>
          <a:prstGeom prst="ellipse">
            <a:avLst/>
          </a:prstGeom>
          <a:noFill/>
          <a:ln w="50800">
            <a:solidFill>
              <a:srgbClr val="4FC0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staat op net zo’n blokje. Hij merkt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lok0_body"/>
          <p:cNvSpPr/>
          <p:nvPr/>
        </p:nvSpPr>
        <p:spPr>
          <a:xfrm>
            <a:off x="3555911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lok0_nop0"/>
          <p:cNvSpPr/>
          <p:nvPr/>
        </p:nvSpPr>
        <p:spPr>
          <a:xfrm>
            <a:off x="358893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lok0_nop1"/>
          <p:cNvSpPr/>
          <p:nvPr/>
        </p:nvSpPr>
        <p:spPr>
          <a:xfrm>
            <a:off x="374412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lok0_nop2"/>
          <p:cNvSpPr/>
          <p:nvPr/>
        </p:nvSpPr>
        <p:spPr>
          <a:xfrm>
            <a:off x="389931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lok0_nop3"/>
          <p:cNvSpPr/>
          <p:nvPr/>
        </p:nvSpPr>
        <p:spPr>
          <a:xfrm>
            <a:off x="4054500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lok1_body"/>
          <p:cNvSpPr/>
          <p:nvPr/>
        </p:nvSpPr>
        <p:spPr>
          <a:xfrm>
            <a:off x="8584985" y="5317631"/>
            <a:ext cx="660383" cy="270228"/>
          </a:xfrm>
          <a:prstGeom prst="bevel">
            <a:avLst/>
          </a:prstGeom>
          <a:solidFill>
            <a:srgbClr val="FF7A00"/>
          </a:solidFill>
          <a:ln w="2794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lok1_nop0"/>
          <p:cNvSpPr/>
          <p:nvPr/>
        </p:nvSpPr>
        <p:spPr>
          <a:xfrm>
            <a:off x="861800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lok1_nop1"/>
          <p:cNvSpPr/>
          <p:nvPr/>
        </p:nvSpPr>
        <p:spPr>
          <a:xfrm>
            <a:off x="877319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lok1_nop2"/>
          <p:cNvSpPr/>
          <p:nvPr/>
        </p:nvSpPr>
        <p:spPr>
          <a:xfrm>
            <a:off x="892838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lok1_nop3"/>
          <p:cNvSpPr/>
          <p:nvPr/>
        </p:nvSpPr>
        <p:spPr>
          <a:xfrm>
            <a:off x="9083574" y="5178422"/>
            <a:ext cx="122170" cy="188341"/>
          </a:xfrm>
          <a:prstGeom prst="can">
            <a:avLst/>
          </a:prstGeom>
          <a:solidFill>
            <a:srgbClr val="FF891E"/>
          </a:solidFill>
          <a:ln w="25400">
            <a:solidFill>
              <a:srgbClr val="844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_schaduw"/>
          <p:cNvSpPr/>
          <p:nvPr/>
        </p:nvSpPr>
        <p:spPr>
          <a:xfrm>
            <a:off x="22681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_haarmassa"/>
          <p:cNvSpPr/>
          <p:nvPr/>
        </p:nvSpPr>
        <p:spPr>
          <a:xfrm>
            <a:off x="22681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_vlechtL"/>
          <p:cNvSpPr/>
          <p:nvPr/>
        </p:nvSpPr>
        <p:spPr>
          <a:xfrm>
            <a:off x="21525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_strikL"/>
          <p:cNvSpPr/>
          <p:nvPr/>
        </p:nvSpPr>
        <p:spPr>
          <a:xfrm>
            <a:off x="21856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_vlechtR"/>
          <p:cNvSpPr/>
          <p:nvPr/>
        </p:nvSpPr>
        <p:spPr>
          <a:xfrm>
            <a:off x="30606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_strikR"/>
          <p:cNvSpPr/>
          <p:nvPr/>
        </p:nvSpPr>
        <p:spPr>
          <a:xfrm>
            <a:off x="30936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_armL"/>
          <p:cNvSpPr/>
          <p:nvPr/>
        </p:nvSpPr>
        <p:spPr>
          <a:xfrm>
            <a:off x="22186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_handL"/>
          <p:cNvSpPr/>
          <p:nvPr/>
        </p:nvSpPr>
        <p:spPr>
          <a:xfrm>
            <a:off x="2202124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_armR"/>
          <p:cNvSpPr/>
          <p:nvPr/>
        </p:nvSpPr>
        <p:spPr>
          <a:xfrm>
            <a:off x="30936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_handR"/>
          <p:cNvSpPr/>
          <p:nvPr/>
        </p:nvSpPr>
        <p:spPr>
          <a:xfrm>
            <a:off x="3077133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_beenL"/>
          <p:cNvSpPr/>
          <p:nvPr/>
        </p:nvSpPr>
        <p:spPr>
          <a:xfrm>
            <a:off x="24662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_schoenL"/>
          <p:cNvSpPr/>
          <p:nvPr/>
        </p:nvSpPr>
        <p:spPr>
          <a:xfrm>
            <a:off x="2408494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_zoolL"/>
          <p:cNvSpPr/>
          <p:nvPr/>
        </p:nvSpPr>
        <p:spPr>
          <a:xfrm>
            <a:off x="2408494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_beenR"/>
          <p:cNvSpPr/>
          <p:nvPr/>
        </p:nvSpPr>
        <p:spPr>
          <a:xfrm>
            <a:off x="27964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_schoenR"/>
          <p:cNvSpPr/>
          <p:nvPr/>
        </p:nvSpPr>
        <p:spPr>
          <a:xfrm>
            <a:off x="2738686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_zoolR"/>
          <p:cNvSpPr/>
          <p:nvPr/>
        </p:nvSpPr>
        <p:spPr>
          <a:xfrm>
            <a:off x="2738686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_romp"/>
          <p:cNvSpPr/>
          <p:nvPr/>
        </p:nvSpPr>
        <p:spPr>
          <a:xfrm>
            <a:off x="23507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_zak"/>
          <p:cNvSpPr/>
          <p:nvPr/>
        </p:nvSpPr>
        <p:spPr>
          <a:xfrm>
            <a:off x="24992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_koord"/>
          <p:cNvSpPr/>
          <p:nvPr/>
        </p:nvSpPr>
        <p:spPr>
          <a:xfrm>
            <a:off x="26313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_nek"/>
          <p:cNvSpPr/>
          <p:nvPr/>
        </p:nvSpPr>
        <p:spPr>
          <a:xfrm>
            <a:off x="26148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_hoofd"/>
          <p:cNvSpPr/>
          <p:nvPr/>
        </p:nvSpPr>
        <p:spPr>
          <a:xfrm>
            <a:off x="23507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_oorL"/>
          <p:cNvSpPr/>
          <p:nvPr/>
        </p:nvSpPr>
        <p:spPr>
          <a:xfrm>
            <a:off x="22846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_oorR"/>
          <p:cNvSpPr/>
          <p:nvPr/>
        </p:nvSpPr>
        <p:spPr>
          <a:xfrm>
            <a:off x="30771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_pony"/>
          <p:cNvSpPr/>
          <p:nvPr/>
        </p:nvSpPr>
        <p:spPr>
          <a:xfrm>
            <a:off x="23672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_oogwitL"/>
          <p:cNvSpPr/>
          <p:nvPr/>
        </p:nvSpPr>
        <p:spPr>
          <a:xfrm>
            <a:off x="24992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_pupilL"/>
          <p:cNvSpPr/>
          <p:nvPr/>
        </p:nvSpPr>
        <p:spPr>
          <a:xfrm>
            <a:off x="25389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_glansL"/>
          <p:cNvSpPr/>
          <p:nvPr/>
        </p:nvSpPr>
        <p:spPr>
          <a:xfrm>
            <a:off x="25587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_wenkL"/>
          <p:cNvSpPr/>
          <p:nvPr/>
        </p:nvSpPr>
        <p:spPr>
          <a:xfrm>
            <a:off x="24910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oogwitR"/>
          <p:cNvSpPr/>
          <p:nvPr/>
        </p:nvSpPr>
        <p:spPr>
          <a:xfrm>
            <a:off x="28129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pupilR"/>
          <p:cNvSpPr/>
          <p:nvPr/>
        </p:nvSpPr>
        <p:spPr>
          <a:xfrm>
            <a:off x="28526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glansR"/>
          <p:cNvSpPr/>
          <p:nvPr/>
        </p:nvSpPr>
        <p:spPr>
          <a:xfrm>
            <a:off x="28724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wenkR"/>
          <p:cNvSpPr/>
          <p:nvPr/>
        </p:nvSpPr>
        <p:spPr>
          <a:xfrm>
            <a:off x="28047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neus"/>
          <p:cNvSpPr/>
          <p:nvPr/>
        </p:nvSpPr>
        <p:spPr>
          <a:xfrm>
            <a:off x="26726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blosL"/>
          <p:cNvSpPr/>
          <p:nvPr/>
        </p:nvSpPr>
        <p:spPr>
          <a:xfrm>
            <a:off x="23837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blosR"/>
          <p:cNvSpPr/>
          <p:nvPr/>
        </p:nvSpPr>
        <p:spPr>
          <a:xfrm>
            <a:off x="29450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mond"/>
          <p:cNvSpPr/>
          <p:nvPr/>
        </p:nvSpPr>
        <p:spPr>
          <a:xfrm>
            <a:off x="2639629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tand"/>
          <p:cNvSpPr/>
          <p:nvPr/>
        </p:nvSpPr>
        <p:spPr>
          <a:xfrm>
            <a:off x="26726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monddek"/>
          <p:cNvSpPr/>
          <p:nvPr/>
        </p:nvSpPr>
        <p:spPr>
          <a:xfrm>
            <a:off x="26231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chaduw"/>
          <p:cNvSpPr/>
          <p:nvPr/>
        </p:nvSpPr>
        <p:spPr>
          <a:xfrm>
            <a:off x="8309402" y="5136513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haarmassa"/>
          <p:cNvSpPr/>
          <p:nvPr/>
        </p:nvSpPr>
        <p:spPr>
          <a:xfrm>
            <a:off x="8393220" y="2621976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armL"/>
          <p:cNvSpPr/>
          <p:nvPr/>
        </p:nvSpPr>
        <p:spPr>
          <a:xfrm>
            <a:off x="8246538" y="358588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handL"/>
          <p:cNvSpPr/>
          <p:nvPr/>
        </p:nvSpPr>
        <p:spPr>
          <a:xfrm>
            <a:off x="8225584" y="416213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armR"/>
          <p:cNvSpPr/>
          <p:nvPr/>
        </p:nvSpPr>
        <p:spPr>
          <a:xfrm>
            <a:off x="9357126" y="3585882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handR"/>
          <p:cNvSpPr/>
          <p:nvPr/>
        </p:nvSpPr>
        <p:spPr>
          <a:xfrm>
            <a:off x="9336171" y="4162130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beenL"/>
          <p:cNvSpPr/>
          <p:nvPr/>
        </p:nvSpPr>
        <p:spPr>
          <a:xfrm>
            <a:off x="8560855" y="4298334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schoenL"/>
          <p:cNvSpPr/>
          <p:nvPr/>
        </p:nvSpPr>
        <p:spPr>
          <a:xfrm>
            <a:off x="8487515" y="49269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f_zoolL"/>
          <p:cNvSpPr/>
          <p:nvPr/>
        </p:nvSpPr>
        <p:spPr>
          <a:xfrm>
            <a:off x="8487515" y="50946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f_beenR"/>
          <p:cNvSpPr/>
          <p:nvPr/>
        </p:nvSpPr>
        <p:spPr>
          <a:xfrm>
            <a:off x="8979945" y="4298334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f_schoenR"/>
          <p:cNvSpPr/>
          <p:nvPr/>
        </p:nvSpPr>
        <p:spPr>
          <a:xfrm>
            <a:off x="8906604" y="49269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f_zoolR"/>
          <p:cNvSpPr/>
          <p:nvPr/>
        </p:nvSpPr>
        <p:spPr>
          <a:xfrm>
            <a:off x="8906604" y="50946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f_romp"/>
          <p:cNvSpPr/>
          <p:nvPr/>
        </p:nvSpPr>
        <p:spPr>
          <a:xfrm>
            <a:off x="8414174" y="3502064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f_kraag"/>
          <p:cNvSpPr/>
          <p:nvPr/>
        </p:nvSpPr>
        <p:spPr>
          <a:xfrm>
            <a:off x="8707537" y="3481109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f_rand"/>
          <p:cNvSpPr/>
          <p:nvPr/>
        </p:nvSpPr>
        <p:spPr>
          <a:xfrm>
            <a:off x="8875173" y="3627791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f_nek"/>
          <p:cNvSpPr/>
          <p:nvPr/>
        </p:nvSpPr>
        <p:spPr>
          <a:xfrm>
            <a:off x="8749446" y="3376337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f_hoofd"/>
          <p:cNvSpPr/>
          <p:nvPr/>
        </p:nvSpPr>
        <p:spPr>
          <a:xfrm>
            <a:off x="8414174" y="2663885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f_oorL"/>
          <p:cNvSpPr/>
          <p:nvPr/>
        </p:nvSpPr>
        <p:spPr>
          <a:xfrm>
            <a:off x="8330356" y="3041065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f_oorR"/>
          <p:cNvSpPr/>
          <p:nvPr/>
        </p:nvSpPr>
        <p:spPr>
          <a:xfrm>
            <a:off x="9336171" y="3041065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f_pony"/>
          <p:cNvSpPr/>
          <p:nvPr/>
        </p:nvSpPr>
        <p:spPr>
          <a:xfrm>
            <a:off x="8435129" y="2621976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f_oogwitL"/>
          <p:cNvSpPr/>
          <p:nvPr/>
        </p:nvSpPr>
        <p:spPr>
          <a:xfrm>
            <a:off x="8602764" y="306202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f_pupilL"/>
          <p:cNvSpPr/>
          <p:nvPr/>
        </p:nvSpPr>
        <p:spPr>
          <a:xfrm>
            <a:off x="8653055" y="311650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f_glansL"/>
          <p:cNvSpPr/>
          <p:nvPr/>
        </p:nvSpPr>
        <p:spPr>
          <a:xfrm>
            <a:off x="8678201" y="313117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f_wenkL"/>
          <p:cNvSpPr/>
          <p:nvPr/>
        </p:nvSpPr>
        <p:spPr>
          <a:xfrm>
            <a:off x="8592287" y="296772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f_oogwitR"/>
          <p:cNvSpPr/>
          <p:nvPr/>
        </p:nvSpPr>
        <p:spPr>
          <a:xfrm>
            <a:off x="9000899" y="3062020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f_pupilR"/>
          <p:cNvSpPr/>
          <p:nvPr/>
        </p:nvSpPr>
        <p:spPr>
          <a:xfrm>
            <a:off x="9051190" y="3116502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f_glansR"/>
          <p:cNvSpPr/>
          <p:nvPr/>
        </p:nvSpPr>
        <p:spPr>
          <a:xfrm>
            <a:off x="9076336" y="3131170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f_wenkR"/>
          <p:cNvSpPr/>
          <p:nvPr/>
        </p:nvSpPr>
        <p:spPr>
          <a:xfrm>
            <a:off x="8990422" y="2967725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f_neus"/>
          <p:cNvSpPr/>
          <p:nvPr/>
        </p:nvSpPr>
        <p:spPr>
          <a:xfrm>
            <a:off x="8822786" y="3208701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f_blosL"/>
          <p:cNvSpPr/>
          <p:nvPr/>
        </p:nvSpPr>
        <p:spPr>
          <a:xfrm>
            <a:off x="8456083" y="322965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f_blosR"/>
          <p:cNvSpPr/>
          <p:nvPr/>
        </p:nvSpPr>
        <p:spPr>
          <a:xfrm>
            <a:off x="9168535" y="3229656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f_brilL"/>
          <p:cNvSpPr/>
          <p:nvPr/>
        </p:nvSpPr>
        <p:spPr>
          <a:xfrm>
            <a:off x="8539901" y="3020111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f_brilR"/>
          <p:cNvSpPr/>
          <p:nvPr/>
        </p:nvSpPr>
        <p:spPr>
          <a:xfrm>
            <a:off x="8938036" y="3020111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f_brug"/>
          <p:cNvSpPr/>
          <p:nvPr/>
        </p:nvSpPr>
        <p:spPr>
          <a:xfrm>
            <a:off x="8854218" y="3145838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f_snor"/>
          <p:cNvSpPr/>
          <p:nvPr/>
        </p:nvSpPr>
        <p:spPr>
          <a:xfrm>
            <a:off x="8707537" y="3313474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f_mond"/>
          <p:cNvSpPr/>
          <p:nvPr/>
        </p:nvSpPr>
        <p:spPr>
          <a:xfrm>
            <a:off x="8780877" y="3439201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f_tand"/>
          <p:cNvSpPr/>
          <p:nvPr/>
        </p:nvSpPr>
        <p:spPr>
          <a:xfrm>
            <a:off x="8822786" y="3455964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f_monddek"/>
          <p:cNvSpPr/>
          <p:nvPr/>
        </p:nvSpPr>
        <p:spPr>
          <a:xfrm>
            <a:off x="8759923" y="3418246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kring"/>
          <p:cNvSpPr/>
          <p:nvPr/>
        </p:nvSpPr>
        <p:spPr>
          <a:xfrm>
            <a:off x="8330991" y="4784732"/>
            <a:ext cx="1168370" cy="1168370"/>
          </a:xfrm>
          <a:prstGeom prst="ellipse">
            <a:avLst/>
          </a:prstGeom>
          <a:noFill/>
          <a:ln w="50800">
            <a:solidFill>
              <a:srgbClr val="4FC0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staat op net zo’n blokje. Hij merkt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900">
        <p159:morph option="byObject"/>
      </p:transition>
    </mc:Choice>
    <mc:Fallback>
      <p:transition xmlns:p14="http://schemas.microsoft.com/office/powerpoint/2010/main" spd="slow" p14:dur="340" advClick="0" advTm="1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398835" y="1986230"/>
            <a:ext cx="1041373" cy="1041373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596696" y="2184091"/>
            <a:ext cx="645651" cy="645651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63315" y="2350711"/>
            <a:ext cx="312412" cy="31241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500">
        <p159:morph option="byObject"/>
      </p:transition>
    </mc:Choice>
    <mc:Fallback>
      <p:transition xmlns:p14="http://schemas.microsoft.com/office/powerpoint/2010/main" spd="slow" p14:dur="300" advClick="0" advTm="15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398835" y="1986230"/>
            <a:ext cx="1041373" cy="1041373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596696" y="2184091"/>
            <a:ext cx="645651" cy="645651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63315" y="2350711"/>
            <a:ext cx="312412" cy="31241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500">
        <p159:morph option="byObject"/>
      </p:transition>
    </mc:Choice>
    <mc:Fallback>
      <p:transition xmlns:p14="http://schemas.microsoft.com/office/powerpoint/2010/main" spd="slow" p14:dur="300" advClick="0" advTm="15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398835" y="1986230"/>
            <a:ext cx="1041373" cy="1041373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596696" y="2184091"/>
            <a:ext cx="645651" cy="645651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63315" y="2350711"/>
            <a:ext cx="312412" cy="31241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6833" y="2034228"/>
            <a:ext cx="945376" cy="94537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6455" y="2213850"/>
            <a:ext cx="586133" cy="5861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7715" y="2365110"/>
            <a:ext cx="283613" cy="283613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89637" y="2077033"/>
            <a:ext cx="859768" cy="85976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52993" y="2240389"/>
            <a:ext cx="533056" cy="5330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90556" y="2377952"/>
            <a:ext cx="257930" cy="257930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500">
        <p159:morph option="byObject"/>
      </p:transition>
    </mc:Choice>
    <mc:Fallback>
      <p:transition xmlns:p14="http://schemas.microsoft.com/office/powerpoint/2010/main" spd="slow" p14:dur="300" advClick="0" advTm="1500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033614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003330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3973046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3942762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3912479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3882195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3851911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3821627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3791343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3761059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3730775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3700492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3670208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3639924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3609640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3579356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3549072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3518788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3488505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345822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342793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339765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336736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333708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330680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327651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324623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321595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318566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315538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312509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3094814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064531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034247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003963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2973679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2943395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2913111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2882827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2852544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2822260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2791976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2761692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2731408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2701124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2670840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2640557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2610273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2579989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2549705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2519421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2489137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2458853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242857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2398286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2368002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2337718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2307434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2277150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2246866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2216583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2186299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2156015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2125731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2095447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065163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034879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004596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1974312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1944028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1913744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1883460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1853176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1822892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1792609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1762325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1732041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1701757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1671473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1641189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1610905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1580622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1550338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1520054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1489770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1459486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1429202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1398918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1368635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1338351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1308067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1277783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1247499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1217215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1186931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1156648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1126364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1096080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065796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03551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005228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974944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944660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914377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884093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853809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823525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793241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762957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732673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702390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672106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641822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611538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581254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550970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520686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490403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460119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429835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399551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369267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338983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308699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278416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248132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217848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87564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57280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26996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388460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388460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388460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365302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365302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365302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3421443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3421443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3421443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318986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318986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318986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318986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295827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295827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295827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2958278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272669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272669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272669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272669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249511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249511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249511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249511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226353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226353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226353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226353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03194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03194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03194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03194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180036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180036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180036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180036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156878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156878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156878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156878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156878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133720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133720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133720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133720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1337201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110561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110561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110561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110561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110561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87403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87403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87403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87403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874036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64245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64245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64245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64245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642454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410872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410872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410872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410872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7928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7928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79289"/>
            <a:ext cx="126996" cy="126996"/>
          </a:xfrm>
          <a:prstGeom prst="ellipse">
            <a:avLst/>
          </a:prstGeom>
          <a:solidFill>
            <a:srgbClr val="2D6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2200">
        <p159:morph option="byObject"/>
      </p:transition>
    </mc:Choice>
    <mc:Fallback>
      <p:transition xmlns:p14="http://schemas.microsoft.com/office/powerpoint/2010/main" spd="slow" p14:dur="340" advClick="0" advTm="2200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125804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095520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4065237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4034953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4004669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3974385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3944101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3913817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3883533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3853250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3822966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3792682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3762398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3732114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3701830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3671546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3641263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3610979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3580695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355041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352012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348984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345955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342927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339899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336870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333842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330814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327785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324757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321728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3187005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156721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126437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096153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3065869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3035585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3005302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2975018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2944734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2914450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2884166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2853882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2823598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2793315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2763031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2732747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2702463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2672179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2641895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2611611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2581328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2551044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252076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2490476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2460192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2429908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2399624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2369341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2339057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2308773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2278489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2248205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2217921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2187637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157354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127070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096786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2066502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2036218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2005934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1975650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1945367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1915083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1884799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1854515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1824231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1793947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1763663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1733380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1703096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1672812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1642528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1612244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1581960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1551676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1521393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1491109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1460825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1430541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1400257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1369973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1339689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1309406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1279122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1248838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1218554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1188270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157986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12770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097419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1067135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1036851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1006567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976283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945999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915715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885431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855148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824864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794580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764296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734012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703728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673444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643161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612877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582593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552309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522025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491741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461457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431174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400890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370606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340322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310038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279754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249470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219187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397679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397679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397679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374521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374521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374521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351363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351363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351363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328205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328205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328205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328205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305046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305046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305046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305046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281888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281888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281888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2818886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258730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258730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258730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258730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235572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235572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235572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2355721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12413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12413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12413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12413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189255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189255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189255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189255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166097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166097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166097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166097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166097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142939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142939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142939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142939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142939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119780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119780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119780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119780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119780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96622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96622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96622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96622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966227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73464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73464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73464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73464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734644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50306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50306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50306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503062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27147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27147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271479"/>
            <a:ext cx="126996" cy="126996"/>
          </a:xfrm>
          <a:prstGeom prst="ellipse">
            <a:avLst/>
          </a:prstGeom>
          <a:solidFill>
            <a:srgbClr val="2F6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356280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325996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4295712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4265428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4235145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4204861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4174577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4144293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4114009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4083725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053441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023158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3992874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3962590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3932306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3902022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3871738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3841454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3811171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378088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375060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372031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369003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365975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362946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359918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356890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353861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350833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347804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344776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3417480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387197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356913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326629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3296345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3266061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3235777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3205493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3175210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3144926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3114642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3084358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054074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023790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2993506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2963223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2932939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2902655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2872371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2842087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2811803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2781519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2751236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2720952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2690668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2660384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2630100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2599816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2569532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2539249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2508965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2478681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2448397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2418113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387829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357545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327262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2296978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2266694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2236410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2206126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2175842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2145558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2115275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2084991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054707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024423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1994139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1963855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1933571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1903288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1873004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1842720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1812436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1782152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1751868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1721584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1691301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1661017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1630733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1600449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1570165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1539881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1509597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1479314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1449030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1418746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388462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358178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327894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1297610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1267327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1237043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1206759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1176475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1146191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1115907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1085623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055339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025056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994772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964488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934204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903920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873636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843352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813069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782785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752501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722217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691933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661649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631365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601082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570798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540514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510230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479946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449662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420727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420727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420727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397569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397569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397569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3744109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3744109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3744109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351252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351252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351252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351252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328094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328094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328094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3280944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04936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04936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04936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04936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281778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281778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281778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281778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258619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258619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258619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258619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35461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35461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35461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35461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212303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212303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212303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212303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189145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189145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189145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189145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189145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165986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165986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165986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165986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1659867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142828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142828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142828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142828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142828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119670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119670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119670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119670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1196702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96512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96512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96512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96512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965120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733538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733538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733538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733538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50195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50195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501955"/>
            <a:ext cx="126996" cy="126996"/>
          </a:xfrm>
          <a:prstGeom prst="ellipse">
            <a:avLst/>
          </a:prstGeom>
          <a:solidFill>
            <a:srgbClr val="367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655898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625615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4595331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4565047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4534763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4504479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4474195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4443911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4413628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4383344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353060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322776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4292492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4262208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4231924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4201641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4171357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4141073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4110789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408050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405022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401993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398965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395937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392908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389880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386851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383823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380795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377766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374738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3717099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686815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656531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626247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3595963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3565680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3535396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3505112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3474828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3444544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3414260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3383976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353693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323409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3293125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3262841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3232557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3202273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3171989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3141706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3111422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3081138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3050854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3020570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2990286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2960002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2929719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2899435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2869151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2838867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2808583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2778299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2748015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2717732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687448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657164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626880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2596596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2566312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2536028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2505745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2475461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2445177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2414893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2384609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354325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324041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2293758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2263474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2233190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2202906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2172622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2142338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2112054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2081771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2051487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2021203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1990919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1960635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1930351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1900067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1869784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1839500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1809216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1778932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1748648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1718364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688080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657797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627513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1597229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1566945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1536661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1506377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1476093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1445810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1415526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1385242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354958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324674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1294390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1264106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1233822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1203539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1173255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1142971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1112687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1082403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1052119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1021835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991552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961268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930984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900700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870416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840132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809848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779565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749281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450689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450689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450689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427531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427531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427531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404372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404372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404372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3812145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3812145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3812145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3812145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358056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358056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358056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358056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34898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34898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34898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348980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311739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311739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311739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311739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288581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288581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288581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288581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65423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65423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65423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65423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242265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242265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242265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242265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219106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219106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219106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219106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219106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195948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195948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195948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195948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195948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172790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172790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172790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172790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1727903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149632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149632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149632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149632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1496321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126473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126473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126473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126473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1264738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103315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103315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103315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1033156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801574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801574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801574"/>
            <a:ext cx="126996" cy="126996"/>
          </a:xfrm>
          <a:prstGeom prst="ellipse">
            <a:avLst/>
          </a:prstGeom>
          <a:solidFill>
            <a:srgbClr val="3F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4955517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4925233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4894949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4864665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4834381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4804098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4773814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4743530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4713246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4682962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652678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622394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4592111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4561827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4531543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4501259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4470975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4440691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4410407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438012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434984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431955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428927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425898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422870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419842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416813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413785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410756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407728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404700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4016717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3986433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3956150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3925866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3895582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3865298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3835014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3804730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3774446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3744163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3713879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3683595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653311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623027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3592743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3562459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3532176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3501892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3471608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3441324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3411040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3380756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3350472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3320189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3289905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3259621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3229337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3199053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3168769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3138485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3108202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3077918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3047634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3017350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2987066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2956782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2926498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2896215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2865931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2835647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2805363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2775079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2744795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2714511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2684228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653944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623660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2593376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2563092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2532808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2502524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2472241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2441957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2411673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2381389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2351105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2320821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2290537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2260254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2229970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2199686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2169402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2139118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2108834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2078550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2048267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2017983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1987699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1957415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1927131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1896847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1866563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1836280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1805996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1775712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1745428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1715144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1684860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654576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624293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1594009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1563725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1533441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1503157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1472873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1442589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1412306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1382022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1351738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1321454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1291170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1260886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1230602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1200318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1170035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1139751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109467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079183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048899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480651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480651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480651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457492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457492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457492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434334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434334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434334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411176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411176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411176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411176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388018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388018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388018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3880181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64859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64859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64859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64859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341701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341701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341701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3417016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318543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318543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318543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318543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295385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295385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295385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295385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272226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272226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272226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272226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249068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249068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249068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249068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249068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225910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225910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225910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225910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225910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202752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202752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202752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202752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202752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179593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179593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179593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179593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1795939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156435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156435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156435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156435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1564357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133277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133277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133277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1332774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10119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10119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101192"/>
            <a:ext cx="126996" cy="126996"/>
          </a:xfrm>
          <a:prstGeom prst="ellipse">
            <a:avLst/>
          </a:prstGeom>
          <a:solidFill>
            <a:srgbClr val="48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Flinterdun, en ze gaat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5185993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5155709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5125425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5095141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5064857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5034573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5004289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4974006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4943722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4913438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883154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852870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4822586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4792302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4762019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4731735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4701451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4671167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4640883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461059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458031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455003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451974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448946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445918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442889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439861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436832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433804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430776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427747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4247193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4216909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4186625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4156341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4126058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4095774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4065490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4035206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4004922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3974638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3944354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3914071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883787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853503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382321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3792935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3762651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3732367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3702084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367180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3641516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3611232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3580948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3550664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3520380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3490097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3459813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342952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3399245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3368961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3338677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3308393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3278110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3247826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3217542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3187258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3156974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3126690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3096406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3066123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3035839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3005555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2975271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2944987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2914703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884419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854136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2823852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2793568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2763284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2733000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2702716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2672432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2642149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2611865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2581581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2551297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2521013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2490729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2460445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243016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2399878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2369594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2339310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2309026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2278742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2248458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2218175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2187891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2157607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2127323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2097039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2066755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2036471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2006188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1975904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1945620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1915336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885052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854768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1824484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1794201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1763917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1733633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1703349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1673065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1642781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1612497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1582214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1551930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1521646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1491362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1461078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1430794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1400510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1370226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339943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309659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279375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503698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503698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503698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4805404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4805404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4805404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457382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457382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457382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434224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434224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434224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434224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411065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411065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411065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411065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87907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87907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87907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87907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364749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364749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364749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364749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341591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341591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341591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341591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318432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318432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318432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3184327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295274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295274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295274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295274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272116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272116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272116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272116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2721162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248958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248958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248958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248958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248958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225799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225799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225799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225799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225799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202641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202641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202641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202641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2026415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1794833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1794833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1794833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1794833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1794833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156325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156325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156325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1563250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33166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33166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331668"/>
            <a:ext cx="126996" cy="126996"/>
          </a:xfrm>
          <a:prstGeom prst="ellipse">
            <a:avLst/>
          </a:prstGeom>
          <a:solidFill>
            <a:srgbClr val="4F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Zo meten we hoe hard zijn voet duwt.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10">
        <p159:morph option="byObject"/>
      </p:transition>
    </mc:Choice>
    <mc:Fallback>
      <p:transition xmlns:p14="http://schemas.microsoft.com/office/powerpoint/2010/main" spd="slow" p14:dur="340" advClick="0" advTm="10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587460"/>
            <a:ext cx="4952876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4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sensoren</a:t>
            </a:r>
          </a:p>
        </p:txBody>
      </p:sp>
      <p:sp>
        <p:nvSpPr>
          <p:cNvPr id="4" name="!!schoen000"/>
          <p:cNvSpPr/>
          <p:nvPr/>
        </p:nvSpPr>
        <p:spPr>
          <a:xfrm>
            <a:off x="3196819" y="5528269"/>
            <a:ext cx="7816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schoen001"/>
          <p:cNvSpPr/>
          <p:nvPr/>
        </p:nvSpPr>
        <p:spPr>
          <a:xfrm>
            <a:off x="3149179" y="5494078"/>
            <a:ext cx="8769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schoen002"/>
          <p:cNvSpPr/>
          <p:nvPr/>
        </p:nvSpPr>
        <p:spPr>
          <a:xfrm>
            <a:off x="3101539" y="5459886"/>
            <a:ext cx="9722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choen003"/>
          <p:cNvSpPr/>
          <p:nvPr/>
        </p:nvSpPr>
        <p:spPr>
          <a:xfrm>
            <a:off x="3053899" y="5425695"/>
            <a:ext cx="10675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schoen004"/>
          <p:cNvSpPr/>
          <p:nvPr/>
        </p:nvSpPr>
        <p:spPr>
          <a:xfrm>
            <a:off x="3025042" y="5391503"/>
            <a:ext cx="112523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schoen005"/>
          <p:cNvSpPr/>
          <p:nvPr/>
        </p:nvSpPr>
        <p:spPr>
          <a:xfrm>
            <a:off x="3008709" y="5357312"/>
            <a:ext cx="115790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schoen006"/>
          <p:cNvSpPr/>
          <p:nvPr/>
        </p:nvSpPr>
        <p:spPr>
          <a:xfrm>
            <a:off x="2992375" y="5323120"/>
            <a:ext cx="119056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schoen007"/>
          <p:cNvSpPr/>
          <p:nvPr/>
        </p:nvSpPr>
        <p:spPr>
          <a:xfrm>
            <a:off x="2976041" y="5288929"/>
            <a:ext cx="122323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schoen008"/>
          <p:cNvSpPr/>
          <p:nvPr/>
        </p:nvSpPr>
        <p:spPr>
          <a:xfrm>
            <a:off x="2959707" y="5254737"/>
            <a:ext cx="1255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schoen009"/>
          <p:cNvSpPr/>
          <p:nvPr/>
        </p:nvSpPr>
        <p:spPr>
          <a:xfrm>
            <a:off x="2943374" y="5220546"/>
            <a:ext cx="12885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schoen010"/>
          <p:cNvSpPr/>
          <p:nvPr/>
        </p:nvSpPr>
        <p:spPr>
          <a:xfrm>
            <a:off x="2928382" y="5186354"/>
            <a:ext cx="13185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schoen011"/>
          <p:cNvSpPr/>
          <p:nvPr/>
        </p:nvSpPr>
        <p:spPr>
          <a:xfrm>
            <a:off x="2925465" y="5152163"/>
            <a:ext cx="13243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schoen012"/>
          <p:cNvSpPr/>
          <p:nvPr/>
        </p:nvSpPr>
        <p:spPr>
          <a:xfrm>
            <a:off x="2922548" y="5117972"/>
            <a:ext cx="13302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schoen013"/>
          <p:cNvSpPr/>
          <p:nvPr/>
        </p:nvSpPr>
        <p:spPr>
          <a:xfrm>
            <a:off x="2919631" y="5083780"/>
            <a:ext cx="133605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schoen014"/>
          <p:cNvSpPr/>
          <p:nvPr/>
        </p:nvSpPr>
        <p:spPr>
          <a:xfrm>
            <a:off x="2916715" y="5049589"/>
            <a:ext cx="1341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schoen015"/>
          <p:cNvSpPr/>
          <p:nvPr/>
        </p:nvSpPr>
        <p:spPr>
          <a:xfrm>
            <a:off x="2913798" y="5015397"/>
            <a:ext cx="1347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schoen016"/>
          <p:cNvSpPr/>
          <p:nvPr/>
        </p:nvSpPr>
        <p:spPr>
          <a:xfrm>
            <a:off x="2910881" y="4981206"/>
            <a:ext cx="13535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schoen017"/>
          <p:cNvSpPr/>
          <p:nvPr/>
        </p:nvSpPr>
        <p:spPr>
          <a:xfrm>
            <a:off x="2907964" y="4947014"/>
            <a:ext cx="13593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schoen018"/>
          <p:cNvSpPr/>
          <p:nvPr/>
        </p:nvSpPr>
        <p:spPr>
          <a:xfrm>
            <a:off x="2905048" y="4912823"/>
            <a:ext cx="136522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schoen019"/>
          <p:cNvSpPr/>
          <p:nvPr/>
        </p:nvSpPr>
        <p:spPr>
          <a:xfrm>
            <a:off x="2902131" y="487863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schoen020"/>
          <p:cNvSpPr/>
          <p:nvPr/>
        </p:nvSpPr>
        <p:spPr>
          <a:xfrm>
            <a:off x="2904400" y="484444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schoen021"/>
          <p:cNvSpPr/>
          <p:nvPr/>
        </p:nvSpPr>
        <p:spPr>
          <a:xfrm>
            <a:off x="2906668" y="481024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schoen022"/>
          <p:cNvSpPr/>
          <p:nvPr/>
        </p:nvSpPr>
        <p:spPr>
          <a:xfrm>
            <a:off x="2908937" y="477605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choen023"/>
          <p:cNvSpPr/>
          <p:nvPr/>
        </p:nvSpPr>
        <p:spPr>
          <a:xfrm>
            <a:off x="2911205" y="4741866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schoen024"/>
          <p:cNvSpPr/>
          <p:nvPr/>
        </p:nvSpPr>
        <p:spPr>
          <a:xfrm>
            <a:off x="2913474" y="4707674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schoen025"/>
          <p:cNvSpPr/>
          <p:nvPr/>
        </p:nvSpPr>
        <p:spPr>
          <a:xfrm>
            <a:off x="2915742" y="4673483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schoen026"/>
          <p:cNvSpPr/>
          <p:nvPr/>
        </p:nvSpPr>
        <p:spPr>
          <a:xfrm>
            <a:off x="2918011" y="4639291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schoen027"/>
          <p:cNvSpPr/>
          <p:nvPr/>
        </p:nvSpPr>
        <p:spPr>
          <a:xfrm>
            <a:off x="2920280" y="4605100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schoen028"/>
          <p:cNvSpPr/>
          <p:nvPr/>
        </p:nvSpPr>
        <p:spPr>
          <a:xfrm>
            <a:off x="2922548" y="4570908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schoen029"/>
          <p:cNvSpPr/>
          <p:nvPr/>
        </p:nvSpPr>
        <p:spPr>
          <a:xfrm>
            <a:off x="2924817" y="4536717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schoen030"/>
          <p:cNvSpPr/>
          <p:nvPr/>
        </p:nvSpPr>
        <p:spPr>
          <a:xfrm>
            <a:off x="2927085" y="4502525"/>
            <a:ext cx="13710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schoen031"/>
          <p:cNvSpPr/>
          <p:nvPr/>
        </p:nvSpPr>
        <p:spPr>
          <a:xfrm>
            <a:off x="2931736" y="4468334"/>
            <a:ext cx="13687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schoen032"/>
          <p:cNvSpPr/>
          <p:nvPr/>
        </p:nvSpPr>
        <p:spPr>
          <a:xfrm>
            <a:off x="2941944" y="4434142"/>
            <a:ext cx="13611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choen033"/>
          <p:cNvSpPr/>
          <p:nvPr/>
        </p:nvSpPr>
        <p:spPr>
          <a:xfrm>
            <a:off x="2952153" y="4399951"/>
            <a:ext cx="135344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schoen034"/>
          <p:cNvSpPr/>
          <p:nvPr/>
        </p:nvSpPr>
        <p:spPr>
          <a:xfrm>
            <a:off x="2962362" y="4365760"/>
            <a:ext cx="134579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schoen035"/>
          <p:cNvSpPr/>
          <p:nvPr/>
        </p:nvSpPr>
        <p:spPr>
          <a:xfrm>
            <a:off x="2972570" y="4331568"/>
            <a:ext cx="133813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schoen036"/>
          <p:cNvSpPr/>
          <p:nvPr/>
        </p:nvSpPr>
        <p:spPr>
          <a:xfrm>
            <a:off x="2982779" y="4297377"/>
            <a:ext cx="13304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choen037"/>
          <p:cNvSpPr/>
          <p:nvPr/>
        </p:nvSpPr>
        <p:spPr>
          <a:xfrm>
            <a:off x="2992987" y="4263185"/>
            <a:ext cx="132282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choen038"/>
          <p:cNvSpPr/>
          <p:nvPr/>
        </p:nvSpPr>
        <p:spPr>
          <a:xfrm>
            <a:off x="3003196" y="4228994"/>
            <a:ext cx="13151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choen039"/>
          <p:cNvSpPr/>
          <p:nvPr/>
        </p:nvSpPr>
        <p:spPr>
          <a:xfrm>
            <a:off x="3013405" y="4194802"/>
            <a:ext cx="13075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choen040"/>
          <p:cNvSpPr/>
          <p:nvPr/>
        </p:nvSpPr>
        <p:spPr>
          <a:xfrm>
            <a:off x="3023613" y="4160611"/>
            <a:ext cx="12998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choen041"/>
          <p:cNvSpPr/>
          <p:nvPr/>
        </p:nvSpPr>
        <p:spPr>
          <a:xfrm>
            <a:off x="3033822" y="4126419"/>
            <a:ext cx="129219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choen042"/>
          <p:cNvSpPr/>
          <p:nvPr/>
        </p:nvSpPr>
        <p:spPr>
          <a:xfrm>
            <a:off x="3044030" y="4092228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schoen043"/>
          <p:cNvSpPr/>
          <p:nvPr/>
        </p:nvSpPr>
        <p:spPr>
          <a:xfrm>
            <a:off x="3054239" y="4058037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schoen044"/>
          <p:cNvSpPr/>
          <p:nvPr/>
        </p:nvSpPr>
        <p:spPr>
          <a:xfrm>
            <a:off x="3064448" y="4023845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choen045"/>
          <p:cNvSpPr/>
          <p:nvPr/>
        </p:nvSpPr>
        <p:spPr>
          <a:xfrm>
            <a:off x="3074656" y="3989654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choen046"/>
          <p:cNvSpPr/>
          <p:nvPr/>
        </p:nvSpPr>
        <p:spPr>
          <a:xfrm>
            <a:off x="3084865" y="3955462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choen047"/>
          <p:cNvSpPr/>
          <p:nvPr/>
        </p:nvSpPr>
        <p:spPr>
          <a:xfrm>
            <a:off x="3095073" y="3921271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choen048"/>
          <p:cNvSpPr/>
          <p:nvPr/>
        </p:nvSpPr>
        <p:spPr>
          <a:xfrm>
            <a:off x="3105282" y="388707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choen049"/>
          <p:cNvSpPr/>
          <p:nvPr/>
        </p:nvSpPr>
        <p:spPr>
          <a:xfrm>
            <a:off x="3115490" y="3852888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choen050"/>
          <p:cNvSpPr/>
          <p:nvPr/>
        </p:nvSpPr>
        <p:spPr>
          <a:xfrm>
            <a:off x="3125699" y="3818696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choen051"/>
          <p:cNvSpPr/>
          <p:nvPr/>
        </p:nvSpPr>
        <p:spPr>
          <a:xfrm>
            <a:off x="3135908" y="3784505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choen052"/>
          <p:cNvSpPr/>
          <p:nvPr/>
        </p:nvSpPr>
        <p:spPr>
          <a:xfrm>
            <a:off x="3139736" y="3750313"/>
            <a:ext cx="12156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choen053"/>
          <p:cNvSpPr/>
          <p:nvPr/>
        </p:nvSpPr>
        <p:spPr>
          <a:xfrm>
            <a:off x="3137184" y="3716122"/>
            <a:ext cx="122328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choen054"/>
          <p:cNvSpPr/>
          <p:nvPr/>
        </p:nvSpPr>
        <p:spPr>
          <a:xfrm>
            <a:off x="3134632" y="3681931"/>
            <a:ext cx="12309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choen055"/>
          <p:cNvSpPr/>
          <p:nvPr/>
        </p:nvSpPr>
        <p:spPr>
          <a:xfrm>
            <a:off x="3132079" y="3647739"/>
            <a:ext cx="12386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choen056"/>
          <p:cNvSpPr/>
          <p:nvPr/>
        </p:nvSpPr>
        <p:spPr>
          <a:xfrm>
            <a:off x="3129527" y="3613548"/>
            <a:ext cx="12462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choen057"/>
          <p:cNvSpPr/>
          <p:nvPr/>
        </p:nvSpPr>
        <p:spPr>
          <a:xfrm>
            <a:off x="3126975" y="3579356"/>
            <a:ext cx="12539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choen058"/>
          <p:cNvSpPr/>
          <p:nvPr/>
        </p:nvSpPr>
        <p:spPr>
          <a:xfrm>
            <a:off x="3124423" y="3545165"/>
            <a:ext cx="12615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choen059"/>
          <p:cNvSpPr/>
          <p:nvPr/>
        </p:nvSpPr>
        <p:spPr>
          <a:xfrm>
            <a:off x="3121871" y="3510973"/>
            <a:ext cx="1269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choen060"/>
          <p:cNvSpPr/>
          <p:nvPr/>
        </p:nvSpPr>
        <p:spPr>
          <a:xfrm>
            <a:off x="3119319" y="3476782"/>
            <a:ext cx="12768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choen061"/>
          <p:cNvSpPr/>
          <p:nvPr/>
        </p:nvSpPr>
        <p:spPr>
          <a:xfrm>
            <a:off x="3116767" y="3442590"/>
            <a:ext cx="128453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choen062"/>
          <p:cNvSpPr/>
          <p:nvPr/>
        </p:nvSpPr>
        <p:spPr>
          <a:xfrm>
            <a:off x="3113011" y="3408399"/>
            <a:ext cx="129347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choen063"/>
          <p:cNvSpPr/>
          <p:nvPr/>
        </p:nvSpPr>
        <p:spPr>
          <a:xfrm>
            <a:off x="3098428" y="3374207"/>
            <a:ext cx="13138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choen064"/>
          <p:cNvSpPr/>
          <p:nvPr/>
        </p:nvSpPr>
        <p:spPr>
          <a:xfrm>
            <a:off x="3083844" y="3340016"/>
            <a:ext cx="133430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choen065"/>
          <p:cNvSpPr/>
          <p:nvPr/>
        </p:nvSpPr>
        <p:spPr>
          <a:xfrm>
            <a:off x="3069260" y="3305825"/>
            <a:ext cx="13547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choen066"/>
          <p:cNvSpPr/>
          <p:nvPr/>
        </p:nvSpPr>
        <p:spPr>
          <a:xfrm>
            <a:off x="3054676" y="3271633"/>
            <a:ext cx="137514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choen067"/>
          <p:cNvSpPr/>
          <p:nvPr/>
        </p:nvSpPr>
        <p:spPr>
          <a:xfrm>
            <a:off x="3040093" y="3237442"/>
            <a:ext cx="13955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choen068"/>
          <p:cNvSpPr/>
          <p:nvPr/>
        </p:nvSpPr>
        <p:spPr>
          <a:xfrm>
            <a:off x="3025509" y="3203250"/>
            <a:ext cx="141597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choen069"/>
          <p:cNvSpPr/>
          <p:nvPr/>
        </p:nvSpPr>
        <p:spPr>
          <a:xfrm>
            <a:off x="3010925" y="3169059"/>
            <a:ext cx="14363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choen070"/>
          <p:cNvSpPr/>
          <p:nvPr/>
        </p:nvSpPr>
        <p:spPr>
          <a:xfrm>
            <a:off x="2996342" y="3134867"/>
            <a:ext cx="145680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choen071"/>
          <p:cNvSpPr/>
          <p:nvPr/>
        </p:nvSpPr>
        <p:spPr>
          <a:xfrm>
            <a:off x="2981758" y="3100676"/>
            <a:ext cx="147722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choen072"/>
          <p:cNvSpPr/>
          <p:nvPr/>
        </p:nvSpPr>
        <p:spPr>
          <a:xfrm>
            <a:off x="2961341" y="3066484"/>
            <a:ext cx="150347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choen073"/>
          <p:cNvSpPr/>
          <p:nvPr/>
        </p:nvSpPr>
        <p:spPr>
          <a:xfrm>
            <a:off x="2940924" y="3032293"/>
            <a:ext cx="15297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choen074"/>
          <p:cNvSpPr/>
          <p:nvPr/>
        </p:nvSpPr>
        <p:spPr>
          <a:xfrm>
            <a:off x="2920506" y="2998101"/>
            <a:ext cx="15559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choen075"/>
          <p:cNvSpPr/>
          <p:nvPr/>
        </p:nvSpPr>
        <p:spPr>
          <a:xfrm>
            <a:off x="2900089" y="2963910"/>
            <a:ext cx="158222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choen076"/>
          <p:cNvSpPr/>
          <p:nvPr/>
        </p:nvSpPr>
        <p:spPr>
          <a:xfrm>
            <a:off x="2879672" y="2929719"/>
            <a:ext cx="160848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choen077"/>
          <p:cNvSpPr/>
          <p:nvPr/>
        </p:nvSpPr>
        <p:spPr>
          <a:xfrm>
            <a:off x="2859255" y="2895527"/>
            <a:ext cx="163473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choen078"/>
          <p:cNvSpPr/>
          <p:nvPr/>
        </p:nvSpPr>
        <p:spPr>
          <a:xfrm>
            <a:off x="2838838" y="2861336"/>
            <a:ext cx="1660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choen079"/>
          <p:cNvSpPr/>
          <p:nvPr/>
        </p:nvSpPr>
        <p:spPr>
          <a:xfrm>
            <a:off x="2818420" y="2827144"/>
            <a:ext cx="168723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choen080"/>
          <p:cNvSpPr/>
          <p:nvPr/>
        </p:nvSpPr>
        <p:spPr>
          <a:xfrm>
            <a:off x="2798003" y="2792953"/>
            <a:ext cx="171348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choen081"/>
          <p:cNvSpPr/>
          <p:nvPr/>
        </p:nvSpPr>
        <p:spPr>
          <a:xfrm>
            <a:off x="2782836" y="2758761"/>
            <a:ext cx="17318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choen082"/>
          <p:cNvSpPr/>
          <p:nvPr/>
        </p:nvSpPr>
        <p:spPr>
          <a:xfrm>
            <a:off x="2768253" y="2724570"/>
            <a:ext cx="17493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choen083"/>
          <p:cNvSpPr/>
          <p:nvPr/>
        </p:nvSpPr>
        <p:spPr>
          <a:xfrm>
            <a:off x="2753669" y="2690378"/>
            <a:ext cx="17668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choen084"/>
          <p:cNvSpPr/>
          <p:nvPr/>
        </p:nvSpPr>
        <p:spPr>
          <a:xfrm>
            <a:off x="2739085" y="2656187"/>
            <a:ext cx="1784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choen085"/>
          <p:cNvSpPr/>
          <p:nvPr/>
        </p:nvSpPr>
        <p:spPr>
          <a:xfrm>
            <a:off x="2724501" y="2621995"/>
            <a:ext cx="18018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choen086"/>
          <p:cNvSpPr/>
          <p:nvPr/>
        </p:nvSpPr>
        <p:spPr>
          <a:xfrm>
            <a:off x="2709918" y="2587804"/>
            <a:ext cx="181936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choen087"/>
          <p:cNvSpPr/>
          <p:nvPr/>
        </p:nvSpPr>
        <p:spPr>
          <a:xfrm>
            <a:off x="2695334" y="2553613"/>
            <a:ext cx="1836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choen088"/>
          <p:cNvSpPr/>
          <p:nvPr/>
        </p:nvSpPr>
        <p:spPr>
          <a:xfrm>
            <a:off x="2680750" y="2519421"/>
            <a:ext cx="18543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choen089"/>
          <p:cNvSpPr/>
          <p:nvPr/>
        </p:nvSpPr>
        <p:spPr>
          <a:xfrm>
            <a:off x="2666167" y="2485230"/>
            <a:ext cx="187186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choen090"/>
          <p:cNvSpPr/>
          <p:nvPr/>
        </p:nvSpPr>
        <p:spPr>
          <a:xfrm>
            <a:off x="2657805" y="2451038"/>
            <a:ext cx="187808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choen091"/>
          <p:cNvSpPr/>
          <p:nvPr/>
        </p:nvSpPr>
        <p:spPr>
          <a:xfrm>
            <a:off x="2651000" y="2416847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choen092"/>
          <p:cNvSpPr/>
          <p:nvPr/>
        </p:nvSpPr>
        <p:spPr>
          <a:xfrm>
            <a:off x="2644194" y="2382655"/>
            <a:ext cx="18848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choen093"/>
          <p:cNvSpPr/>
          <p:nvPr/>
        </p:nvSpPr>
        <p:spPr>
          <a:xfrm>
            <a:off x="2637388" y="2348464"/>
            <a:ext cx="188829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choen094"/>
          <p:cNvSpPr/>
          <p:nvPr/>
        </p:nvSpPr>
        <p:spPr>
          <a:xfrm>
            <a:off x="2630582" y="2314272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choen095"/>
          <p:cNvSpPr/>
          <p:nvPr/>
        </p:nvSpPr>
        <p:spPr>
          <a:xfrm>
            <a:off x="2623777" y="2280081"/>
            <a:ext cx="18950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choen096"/>
          <p:cNvSpPr/>
          <p:nvPr/>
        </p:nvSpPr>
        <p:spPr>
          <a:xfrm>
            <a:off x="2616971" y="2245890"/>
            <a:ext cx="189850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choen097"/>
          <p:cNvSpPr/>
          <p:nvPr/>
        </p:nvSpPr>
        <p:spPr>
          <a:xfrm>
            <a:off x="2610165" y="2211698"/>
            <a:ext cx="190190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choen098"/>
          <p:cNvSpPr/>
          <p:nvPr/>
        </p:nvSpPr>
        <p:spPr>
          <a:xfrm>
            <a:off x="2610165" y="2177507"/>
            <a:ext cx="189169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choen099"/>
          <p:cNvSpPr/>
          <p:nvPr/>
        </p:nvSpPr>
        <p:spPr>
          <a:xfrm>
            <a:off x="2610165" y="2143315"/>
            <a:ext cx="188148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choen100"/>
          <p:cNvSpPr/>
          <p:nvPr/>
        </p:nvSpPr>
        <p:spPr>
          <a:xfrm>
            <a:off x="2610165" y="2109124"/>
            <a:ext cx="187127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choen101"/>
          <p:cNvSpPr/>
          <p:nvPr/>
        </p:nvSpPr>
        <p:spPr>
          <a:xfrm>
            <a:off x="2610165" y="2074932"/>
            <a:ext cx="186107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choen102"/>
          <p:cNvSpPr/>
          <p:nvPr/>
        </p:nvSpPr>
        <p:spPr>
          <a:xfrm>
            <a:off x="2610165" y="2040741"/>
            <a:ext cx="185086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choen103"/>
          <p:cNvSpPr/>
          <p:nvPr/>
        </p:nvSpPr>
        <p:spPr>
          <a:xfrm>
            <a:off x="2610165" y="2006549"/>
            <a:ext cx="184065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choen104"/>
          <p:cNvSpPr/>
          <p:nvPr/>
        </p:nvSpPr>
        <p:spPr>
          <a:xfrm>
            <a:off x="2610165" y="1972358"/>
            <a:ext cx="183044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choen105"/>
          <p:cNvSpPr/>
          <p:nvPr/>
        </p:nvSpPr>
        <p:spPr>
          <a:xfrm>
            <a:off x="2610982" y="1938166"/>
            <a:ext cx="181819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choen106"/>
          <p:cNvSpPr/>
          <p:nvPr/>
        </p:nvSpPr>
        <p:spPr>
          <a:xfrm>
            <a:off x="2615065" y="1903975"/>
            <a:ext cx="179777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choen107"/>
          <p:cNvSpPr/>
          <p:nvPr/>
        </p:nvSpPr>
        <p:spPr>
          <a:xfrm>
            <a:off x="2619149" y="1869784"/>
            <a:ext cx="177735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choen108"/>
          <p:cNvSpPr/>
          <p:nvPr/>
        </p:nvSpPr>
        <p:spPr>
          <a:xfrm>
            <a:off x="2623232" y="1835592"/>
            <a:ext cx="1756942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choen109"/>
          <p:cNvSpPr/>
          <p:nvPr/>
        </p:nvSpPr>
        <p:spPr>
          <a:xfrm>
            <a:off x="2627316" y="1801401"/>
            <a:ext cx="17365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choen110"/>
          <p:cNvSpPr/>
          <p:nvPr/>
        </p:nvSpPr>
        <p:spPr>
          <a:xfrm>
            <a:off x="2631399" y="1767209"/>
            <a:ext cx="171610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choen111"/>
          <p:cNvSpPr/>
          <p:nvPr/>
        </p:nvSpPr>
        <p:spPr>
          <a:xfrm>
            <a:off x="2635483" y="1733018"/>
            <a:ext cx="169569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choen112"/>
          <p:cNvSpPr/>
          <p:nvPr/>
        </p:nvSpPr>
        <p:spPr>
          <a:xfrm>
            <a:off x="2640281" y="1698826"/>
            <a:ext cx="1671700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choen113"/>
          <p:cNvSpPr/>
          <p:nvPr/>
        </p:nvSpPr>
        <p:spPr>
          <a:xfrm>
            <a:off x="2645385" y="1664635"/>
            <a:ext cx="164617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choen114"/>
          <p:cNvSpPr/>
          <p:nvPr/>
        </p:nvSpPr>
        <p:spPr>
          <a:xfrm>
            <a:off x="2650489" y="1630443"/>
            <a:ext cx="1620657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choen115"/>
          <p:cNvSpPr/>
          <p:nvPr/>
        </p:nvSpPr>
        <p:spPr>
          <a:xfrm>
            <a:off x="2655593" y="1596252"/>
            <a:ext cx="159513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choen116"/>
          <p:cNvSpPr/>
          <p:nvPr/>
        </p:nvSpPr>
        <p:spPr>
          <a:xfrm>
            <a:off x="2660698" y="1562060"/>
            <a:ext cx="1569614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choen117"/>
          <p:cNvSpPr/>
          <p:nvPr/>
        </p:nvSpPr>
        <p:spPr>
          <a:xfrm>
            <a:off x="2665802" y="1527869"/>
            <a:ext cx="1538989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choen118"/>
          <p:cNvSpPr/>
          <p:nvPr/>
        </p:nvSpPr>
        <p:spPr>
          <a:xfrm>
            <a:off x="2670906" y="1493678"/>
            <a:ext cx="150325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choen119"/>
          <p:cNvSpPr/>
          <p:nvPr/>
        </p:nvSpPr>
        <p:spPr>
          <a:xfrm>
            <a:off x="2676011" y="1459486"/>
            <a:ext cx="146752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choen120"/>
          <p:cNvSpPr/>
          <p:nvPr/>
        </p:nvSpPr>
        <p:spPr>
          <a:xfrm>
            <a:off x="2681115" y="1425295"/>
            <a:ext cx="143179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choen121"/>
          <p:cNvSpPr/>
          <p:nvPr/>
        </p:nvSpPr>
        <p:spPr>
          <a:xfrm>
            <a:off x="2686219" y="1391103"/>
            <a:ext cx="139606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choen122"/>
          <p:cNvSpPr/>
          <p:nvPr/>
        </p:nvSpPr>
        <p:spPr>
          <a:xfrm>
            <a:off x="2691834" y="1356912"/>
            <a:ext cx="135676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choen123"/>
          <p:cNvSpPr/>
          <p:nvPr/>
        </p:nvSpPr>
        <p:spPr>
          <a:xfrm>
            <a:off x="2698640" y="1322720"/>
            <a:ext cx="130912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choen124"/>
          <p:cNvSpPr/>
          <p:nvPr/>
        </p:nvSpPr>
        <p:spPr>
          <a:xfrm>
            <a:off x="2705445" y="1288529"/>
            <a:ext cx="126148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choen125"/>
          <p:cNvSpPr/>
          <p:nvPr/>
        </p:nvSpPr>
        <p:spPr>
          <a:xfrm>
            <a:off x="2712251" y="1254337"/>
            <a:ext cx="1213845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choen126"/>
          <p:cNvSpPr/>
          <p:nvPr/>
        </p:nvSpPr>
        <p:spPr>
          <a:xfrm>
            <a:off x="2721779" y="1220146"/>
            <a:ext cx="1158038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choen127"/>
          <p:cNvSpPr/>
          <p:nvPr/>
        </p:nvSpPr>
        <p:spPr>
          <a:xfrm>
            <a:off x="2735391" y="1185954"/>
            <a:ext cx="1089981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choen128"/>
          <p:cNvSpPr/>
          <p:nvPr/>
        </p:nvSpPr>
        <p:spPr>
          <a:xfrm>
            <a:off x="2749002" y="1151763"/>
            <a:ext cx="1021923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choen129"/>
          <p:cNvSpPr/>
          <p:nvPr/>
        </p:nvSpPr>
        <p:spPr>
          <a:xfrm>
            <a:off x="2762614" y="1117572"/>
            <a:ext cx="953866" cy="4689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holte000"/>
          <p:cNvSpPr/>
          <p:nvPr/>
        </p:nvSpPr>
        <p:spPr>
          <a:xfrm>
            <a:off x="3255433" y="5390722"/>
            <a:ext cx="664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holte001"/>
          <p:cNvSpPr/>
          <p:nvPr/>
        </p:nvSpPr>
        <p:spPr>
          <a:xfrm>
            <a:off x="3213263" y="5358679"/>
            <a:ext cx="7487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holte002"/>
          <p:cNvSpPr/>
          <p:nvPr/>
        </p:nvSpPr>
        <p:spPr>
          <a:xfrm>
            <a:off x="3171094" y="5326637"/>
            <a:ext cx="8331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holte003"/>
          <p:cNvSpPr/>
          <p:nvPr/>
        </p:nvSpPr>
        <p:spPr>
          <a:xfrm>
            <a:off x="3128924" y="5294595"/>
            <a:ext cx="9174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holte004"/>
          <p:cNvSpPr/>
          <p:nvPr/>
        </p:nvSpPr>
        <p:spPr>
          <a:xfrm>
            <a:off x="3103382" y="5262553"/>
            <a:ext cx="9685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holte005"/>
          <p:cNvSpPr/>
          <p:nvPr/>
        </p:nvSpPr>
        <p:spPr>
          <a:xfrm>
            <a:off x="3088924" y="5230510"/>
            <a:ext cx="9974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holte006"/>
          <p:cNvSpPr/>
          <p:nvPr/>
        </p:nvSpPr>
        <p:spPr>
          <a:xfrm>
            <a:off x="3074466" y="5198468"/>
            <a:ext cx="10263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holte007"/>
          <p:cNvSpPr/>
          <p:nvPr/>
        </p:nvSpPr>
        <p:spPr>
          <a:xfrm>
            <a:off x="3060008" y="5166426"/>
            <a:ext cx="10553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holte008"/>
          <p:cNvSpPr/>
          <p:nvPr/>
        </p:nvSpPr>
        <p:spPr>
          <a:xfrm>
            <a:off x="3045549" y="5134383"/>
            <a:ext cx="10842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holte009"/>
          <p:cNvSpPr/>
          <p:nvPr/>
        </p:nvSpPr>
        <p:spPr>
          <a:xfrm>
            <a:off x="3031091" y="5102341"/>
            <a:ext cx="11131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holte010"/>
          <p:cNvSpPr/>
          <p:nvPr/>
        </p:nvSpPr>
        <p:spPr>
          <a:xfrm>
            <a:off x="3017821" y="5070299"/>
            <a:ext cx="11396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holte011"/>
          <p:cNvSpPr/>
          <p:nvPr/>
        </p:nvSpPr>
        <p:spPr>
          <a:xfrm>
            <a:off x="3015239" y="5038257"/>
            <a:ext cx="114484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holte012"/>
          <p:cNvSpPr/>
          <p:nvPr/>
        </p:nvSpPr>
        <p:spPr>
          <a:xfrm>
            <a:off x="3012657" y="5006214"/>
            <a:ext cx="11500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holte013"/>
          <p:cNvSpPr/>
          <p:nvPr/>
        </p:nvSpPr>
        <p:spPr>
          <a:xfrm>
            <a:off x="3010075" y="4974172"/>
            <a:ext cx="11551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holte014"/>
          <p:cNvSpPr/>
          <p:nvPr/>
        </p:nvSpPr>
        <p:spPr>
          <a:xfrm>
            <a:off x="3007494" y="4942130"/>
            <a:ext cx="116033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holte015"/>
          <p:cNvSpPr/>
          <p:nvPr/>
        </p:nvSpPr>
        <p:spPr>
          <a:xfrm>
            <a:off x="3004912" y="4910088"/>
            <a:ext cx="11654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holte016"/>
          <p:cNvSpPr/>
          <p:nvPr/>
        </p:nvSpPr>
        <p:spPr>
          <a:xfrm>
            <a:off x="3002330" y="4878045"/>
            <a:ext cx="117065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holte017"/>
          <p:cNvSpPr/>
          <p:nvPr/>
        </p:nvSpPr>
        <p:spPr>
          <a:xfrm>
            <a:off x="2999748" y="4846003"/>
            <a:ext cx="117582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holte018"/>
          <p:cNvSpPr/>
          <p:nvPr/>
        </p:nvSpPr>
        <p:spPr>
          <a:xfrm>
            <a:off x="2997166" y="4813961"/>
            <a:ext cx="118098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holte019"/>
          <p:cNvSpPr/>
          <p:nvPr/>
        </p:nvSpPr>
        <p:spPr>
          <a:xfrm>
            <a:off x="2994585" y="478191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holte020"/>
          <p:cNvSpPr/>
          <p:nvPr/>
        </p:nvSpPr>
        <p:spPr>
          <a:xfrm>
            <a:off x="2996593" y="474987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holte021"/>
          <p:cNvSpPr/>
          <p:nvPr/>
        </p:nvSpPr>
        <p:spPr>
          <a:xfrm>
            <a:off x="2998601" y="4717834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holte022"/>
          <p:cNvSpPr/>
          <p:nvPr/>
        </p:nvSpPr>
        <p:spPr>
          <a:xfrm>
            <a:off x="3000609" y="468579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holte023"/>
          <p:cNvSpPr/>
          <p:nvPr/>
        </p:nvSpPr>
        <p:spPr>
          <a:xfrm>
            <a:off x="3002617" y="4653749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holte024"/>
          <p:cNvSpPr/>
          <p:nvPr/>
        </p:nvSpPr>
        <p:spPr>
          <a:xfrm>
            <a:off x="3004625" y="4621707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holte025"/>
          <p:cNvSpPr/>
          <p:nvPr/>
        </p:nvSpPr>
        <p:spPr>
          <a:xfrm>
            <a:off x="3006633" y="4589665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holte026"/>
          <p:cNvSpPr/>
          <p:nvPr/>
        </p:nvSpPr>
        <p:spPr>
          <a:xfrm>
            <a:off x="3008641" y="4557622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holte027"/>
          <p:cNvSpPr/>
          <p:nvPr/>
        </p:nvSpPr>
        <p:spPr>
          <a:xfrm>
            <a:off x="3010649" y="4525580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holte028"/>
          <p:cNvSpPr/>
          <p:nvPr/>
        </p:nvSpPr>
        <p:spPr>
          <a:xfrm>
            <a:off x="3012657" y="4493538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holte029"/>
          <p:cNvSpPr/>
          <p:nvPr/>
        </p:nvSpPr>
        <p:spPr>
          <a:xfrm>
            <a:off x="3014665" y="4461496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holte030"/>
          <p:cNvSpPr/>
          <p:nvPr/>
        </p:nvSpPr>
        <p:spPr>
          <a:xfrm>
            <a:off x="3016673" y="4429453"/>
            <a:ext cx="11861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holte031"/>
          <p:cNvSpPr/>
          <p:nvPr/>
        </p:nvSpPr>
        <p:spPr>
          <a:xfrm>
            <a:off x="3020790" y="4397411"/>
            <a:ext cx="11841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holte032"/>
          <p:cNvSpPr/>
          <p:nvPr/>
        </p:nvSpPr>
        <p:spPr>
          <a:xfrm>
            <a:off x="3029826" y="4365369"/>
            <a:ext cx="117733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holte033"/>
          <p:cNvSpPr/>
          <p:nvPr/>
        </p:nvSpPr>
        <p:spPr>
          <a:xfrm>
            <a:off x="3038863" y="4333327"/>
            <a:ext cx="117056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holte034"/>
          <p:cNvSpPr/>
          <p:nvPr/>
        </p:nvSpPr>
        <p:spPr>
          <a:xfrm>
            <a:off x="3047899" y="4301284"/>
            <a:ext cx="116378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holte035"/>
          <p:cNvSpPr/>
          <p:nvPr/>
        </p:nvSpPr>
        <p:spPr>
          <a:xfrm>
            <a:off x="3056935" y="4269242"/>
            <a:ext cx="11570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holte036"/>
          <p:cNvSpPr/>
          <p:nvPr/>
        </p:nvSpPr>
        <p:spPr>
          <a:xfrm>
            <a:off x="3065972" y="4237200"/>
            <a:ext cx="115023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holte037"/>
          <p:cNvSpPr/>
          <p:nvPr/>
        </p:nvSpPr>
        <p:spPr>
          <a:xfrm>
            <a:off x="3075008" y="4205157"/>
            <a:ext cx="11434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holte038"/>
          <p:cNvSpPr/>
          <p:nvPr/>
        </p:nvSpPr>
        <p:spPr>
          <a:xfrm>
            <a:off x="3084044" y="4173115"/>
            <a:ext cx="113667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holte039"/>
          <p:cNvSpPr/>
          <p:nvPr/>
        </p:nvSpPr>
        <p:spPr>
          <a:xfrm>
            <a:off x="3093080" y="4141073"/>
            <a:ext cx="11298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holte040"/>
          <p:cNvSpPr/>
          <p:nvPr/>
        </p:nvSpPr>
        <p:spPr>
          <a:xfrm>
            <a:off x="3102117" y="4109031"/>
            <a:ext cx="11231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holte041"/>
          <p:cNvSpPr/>
          <p:nvPr/>
        </p:nvSpPr>
        <p:spPr>
          <a:xfrm>
            <a:off x="3111153" y="4076988"/>
            <a:ext cx="111634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holte042"/>
          <p:cNvSpPr/>
          <p:nvPr/>
        </p:nvSpPr>
        <p:spPr>
          <a:xfrm>
            <a:off x="3120189" y="4044946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holte043"/>
          <p:cNvSpPr/>
          <p:nvPr/>
        </p:nvSpPr>
        <p:spPr>
          <a:xfrm>
            <a:off x="3129226" y="4012904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holte044"/>
          <p:cNvSpPr/>
          <p:nvPr/>
        </p:nvSpPr>
        <p:spPr>
          <a:xfrm>
            <a:off x="3138262" y="3980862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holte045"/>
          <p:cNvSpPr/>
          <p:nvPr/>
        </p:nvSpPr>
        <p:spPr>
          <a:xfrm>
            <a:off x="3147298" y="3948819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holte046"/>
          <p:cNvSpPr/>
          <p:nvPr/>
        </p:nvSpPr>
        <p:spPr>
          <a:xfrm>
            <a:off x="3156335" y="3916777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holte047"/>
          <p:cNvSpPr/>
          <p:nvPr/>
        </p:nvSpPr>
        <p:spPr>
          <a:xfrm>
            <a:off x="3165371" y="3884735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holte048"/>
          <p:cNvSpPr/>
          <p:nvPr/>
        </p:nvSpPr>
        <p:spPr>
          <a:xfrm>
            <a:off x="3174407" y="3852692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holte049"/>
          <p:cNvSpPr/>
          <p:nvPr/>
        </p:nvSpPr>
        <p:spPr>
          <a:xfrm>
            <a:off x="3183444" y="3820650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holte050"/>
          <p:cNvSpPr/>
          <p:nvPr/>
        </p:nvSpPr>
        <p:spPr>
          <a:xfrm>
            <a:off x="3192480" y="3788608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holte051"/>
          <p:cNvSpPr/>
          <p:nvPr/>
        </p:nvSpPr>
        <p:spPr>
          <a:xfrm>
            <a:off x="3201516" y="3756566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holte052"/>
          <p:cNvSpPr/>
          <p:nvPr/>
        </p:nvSpPr>
        <p:spPr>
          <a:xfrm>
            <a:off x="3204905" y="3724523"/>
            <a:ext cx="10485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holte053"/>
          <p:cNvSpPr/>
          <p:nvPr/>
        </p:nvSpPr>
        <p:spPr>
          <a:xfrm>
            <a:off x="3202646" y="3692481"/>
            <a:ext cx="105534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holte054"/>
          <p:cNvSpPr/>
          <p:nvPr/>
        </p:nvSpPr>
        <p:spPr>
          <a:xfrm>
            <a:off x="3200387" y="3660439"/>
            <a:ext cx="10621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holte055"/>
          <p:cNvSpPr/>
          <p:nvPr/>
        </p:nvSpPr>
        <p:spPr>
          <a:xfrm>
            <a:off x="3198128" y="3628396"/>
            <a:ext cx="106890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holte056"/>
          <p:cNvSpPr/>
          <p:nvPr/>
        </p:nvSpPr>
        <p:spPr>
          <a:xfrm>
            <a:off x="3195868" y="3596354"/>
            <a:ext cx="10756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holte057"/>
          <p:cNvSpPr/>
          <p:nvPr/>
        </p:nvSpPr>
        <p:spPr>
          <a:xfrm>
            <a:off x="3193609" y="3564312"/>
            <a:ext cx="108245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holte058"/>
          <p:cNvSpPr/>
          <p:nvPr/>
        </p:nvSpPr>
        <p:spPr>
          <a:xfrm>
            <a:off x="3191350" y="3532270"/>
            <a:ext cx="108923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holte059"/>
          <p:cNvSpPr/>
          <p:nvPr/>
        </p:nvSpPr>
        <p:spPr>
          <a:xfrm>
            <a:off x="3189091" y="3500227"/>
            <a:ext cx="109601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holte060"/>
          <p:cNvSpPr/>
          <p:nvPr/>
        </p:nvSpPr>
        <p:spPr>
          <a:xfrm>
            <a:off x="3186832" y="3468185"/>
            <a:ext cx="11027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holte061"/>
          <p:cNvSpPr/>
          <p:nvPr/>
        </p:nvSpPr>
        <p:spPr>
          <a:xfrm>
            <a:off x="3184573" y="3436143"/>
            <a:ext cx="110956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holte062"/>
          <p:cNvSpPr/>
          <p:nvPr/>
        </p:nvSpPr>
        <p:spPr>
          <a:xfrm>
            <a:off x="3181249" y="3404101"/>
            <a:ext cx="111747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holte063"/>
          <p:cNvSpPr/>
          <p:nvPr/>
        </p:nvSpPr>
        <p:spPr>
          <a:xfrm>
            <a:off x="3168340" y="3372058"/>
            <a:ext cx="11355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holte064"/>
          <p:cNvSpPr/>
          <p:nvPr/>
        </p:nvSpPr>
        <p:spPr>
          <a:xfrm>
            <a:off x="3155431" y="3340016"/>
            <a:ext cx="11536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holte065"/>
          <p:cNvSpPr/>
          <p:nvPr/>
        </p:nvSpPr>
        <p:spPr>
          <a:xfrm>
            <a:off x="3142522" y="3307974"/>
            <a:ext cx="11716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holte066"/>
          <p:cNvSpPr/>
          <p:nvPr/>
        </p:nvSpPr>
        <p:spPr>
          <a:xfrm>
            <a:off x="3129613" y="3275931"/>
            <a:ext cx="11897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holte067"/>
          <p:cNvSpPr/>
          <p:nvPr/>
        </p:nvSpPr>
        <p:spPr>
          <a:xfrm>
            <a:off x="3116704" y="3243889"/>
            <a:ext cx="120783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holte068"/>
          <p:cNvSpPr/>
          <p:nvPr/>
        </p:nvSpPr>
        <p:spPr>
          <a:xfrm>
            <a:off x="3103795" y="3211847"/>
            <a:ext cx="12259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holte069"/>
          <p:cNvSpPr/>
          <p:nvPr/>
        </p:nvSpPr>
        <p:spPr>
          <a:xfrm>
            <a:off x="3090886" y="3179805"/>
            <a:ext cx="12439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olte070"/>
          <p:cNvSpPr/>
          <p:nvPr/>
        </p:nvSpPr>
        <p:spPr>
          <a:xfrm>
            <a:off x="3077977" y="3147762"/>
            <a:ext cx="12620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olte071"/>
          <p:cNvSpPr/>
          <p:nvPr/>
        </p:nvSpPr>
        <p:spPr>
          <a:xfrm>
            <a:off x="3065068" y="3115720"/>
            <a:ext cx="128012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olte072"/>
          <p:cNvSpPr/>
          <p:nvPr/>
        </p:nvSpPr>
        <p:spPr>
          <a:xfrm>
            <a:off x="3046995" y="3083678"/>
            <a:ext cx="13033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holte073"/>
          <p:cNvSpPr/>
          <p:nvPr/>
        </p:nvSpPr>
        <p:spPr>
          <a:xfrm>
            <a:off x="3028923" y="3051636"/>
            <a:ext cx="132660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holte074"/>
          <p:cNvSpPr/>
          <p:nvPr/>
        </p:nvSpPr>
        <p:spPr>
          <a:xfrm>
            <a:off x="3010850" y="3019593"/>
            <a:ext cx="134983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holte075"/>
          <p:cNvSpPr/>
          <p:nvPr/>
        </p:nvSpPr>
        <p:spPr>
          <a:xfrm>
            <a:off x="2992777" y="2987551"/>
            <a:ext cx="137307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holte076"/>
          <p:cNvSpPr/>
          <p:nvPr/>
        </p:nvSpPr>
        <p:spPr>
          <a:xfrm>
            <a:off x="2974705" y="2955509"/>
            <a:ext cx="139630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holte077"/>
          <p:cNvSpPr/>
          <p:nvPr/>
        </p:nvSpPr>
        <p:spPr>
          <a:xfrm>
            <a:off x="2956632" y="2923466"/>
            <a:ext cx="141954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holte078"/>
          <p:cNvSpPr/>
          <p:nvPr/>
        </p:nvSpPr>
        <p:spPr>
          <a:xfrm>
            <a:off x="2938559" y="2891424"/>
            <a:ext cx="144278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holte079"/>
          <p:cNvSpPr/>
          <p:nvPr/>
        </p:nvSpPr>
        <p:spPr>
          <a:xfrm>
            <a:off x="2920487" y="2859382"/>
            <a:ext cx="146601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holte080"/>
          <p:cNvSpPr/>
          <p:nvPr/>
        </p:nvSpPr>
        <p:spPr>
          <a:xfrm>
            <a:off x="2902414" y="2827340"/>
            <a:ext cx="148925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holte081"/>
          <p:cNvSpPr/>
          <p:nvPr/>
        </p:nvSpPr>
        <p:spPr>
          <a:xfrm>
            <a:off x="2888989" y="2795297"/>
            <a:ext cx="150551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holte082"/>
          <p:cNvSpPr/>
          <p:nvPr/>
        </p:nvSpPr>
        <p:spPr>
          <a:xfrm>
            <a:off x="2876080" y="2763255"/>
            <a:ext cx="152101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holte083"/>
          <p:cNvSpPr/>
          <p:nvPr/>
        </p:nvSpPr>
        <p:spPr>
          <a:xfrm>
            <a:off x="2863171" y="2731213"/>
            <a:ext cx="153650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holte084"/>
          <p:cNvSpPr/>
          <p:nvPr/>
        </p:nvSpPr>
        <p:spPr>
          <a:xfrm>
            <a:off x="2850262" y="2699170"/>
            <a:ext cx="1551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holte085"/>
          <p:cNvSpPr/>
          <p:nvPr/>
        </p:nvSpPr>
        <p:spPr>
          <a:xfrm>
            <a:off x="2837353" y="2667128"/>
            <a:ext cx="156748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holte086"/>
          <p:cNvSpPr/>
          <p:nvPr/>
        </p:nvSpPr>
        <p:spPr>
          <a:xfrm>
            <a:off x="2824444" y="2635086"/>
            <a:ext cx="158297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holte087"/>
          <p:cNvSpPr/>
          <p:nvPr/>
        </p:nvSpPr>
        <p:spPr>
          <a:xfrm>
            <a:off x="2811535" y="2603044"/>
            <a:ext cx="159846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holte088"/>
          <p:cNvSpPr/>
          <p:nvPr/>
        </p:nvSpPr>
        <p:spPr>
          <a:xfrm>
            <a:off x="2798626" y="2571001"/>
            <a:ext cx="161395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holte089"/>
          <p:cNvSpPr/>
          <p:nvPr/>
        </p:nvSpPr>
        <p:spPr>
          <a:xfrm>
            <a:off x="2785717" y="2538959"/>
            <a:ext cx="162944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holte090"/>
          <p:cNvSpPr/>
          <p:nvPr/>
        </p:nvSpPr>
        <p:spPr>
          <a:xfrm>
            <a:off x="2778316" y="2506917"/>
            <a:ext cx="163495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holte091"/>
          <p:cNvSpPr/>
          <p:nvPr/>
        </p:nvSpPr>
        <p:spPr>
          <a:xfrm>
            <a:off x="2772291" y="2474875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holte092"/>
          <p:cNvSpPr/>
          <p:nvPr/>
        </p:nvSpPr>
        <p:spPr>
          <a:xfrm>
            <a:off x="2766267" y="2442832"/>
            <a:ext cx="16409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holte093"/>
          <p:cNvSpPr/>
          <p:nvPr/>
        </p:nvSpPr>
        <p:spPr>
          <a:xfrm>
            <a:off x="2760243" y="2410790"/>
            <a:ext cx="164399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holte094"/>
          <p:cNvSpPr/>
          <p:nvPr/>
        </p:nvSpPr>
        <p:spPr>
          <a:xfrm>
            <a:off x="2754219" y="2378748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holte095"/>
          <p:cNvSpPr/>
          <p:nvPr/>
        </p:nvSpPr>
        <p:spPr>
          <a:xfrm>
            <a:off x="2748195" y="2346705"/>
            <a:ext cx="165001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holte096"/>
          <p:cNvSpPr/>
          <p:nvPr/>
        </p:nvSpPr>
        <p:spPr>
          <a:xfrm>
            <a:off x="2742170" y="2314663"/>
            <a:ext cx="165302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holte097"/>
          <p:cNvSpPr/>
          <p:nvPr/>
        </p:nvSpPr>
        <p:spPr>
          <a:xfrm>
            <a:off x="2736146" y="2282621"/>
            <a:ext cx="165603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holte098"/>
          <p:cNvSpPr/>
          <p:nvPr/>
        </p:nvSpPr>
        <p:spPr>
          <a:xfrm>
            <a:off x="2736146" y="2250579"/>
            <a:ext cx="164700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holte099"/>
          <p:cNvSpPr/>
          <p:nvPr/>
        </p:nvSpPr>
        <p:spPr>
          <a:xfrm>
            <a:off x="2736146" y="2218536"/>
            <a:ext cx="163796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holte100"/>
          <p:cNvSpPr/>
          <p:nvPr/>
        </p:nvSpPr>
        <p:spPr>
          <a:xfrm>
            <a:off x="2736146" y="2186494"/>
            <a:ext cx="162892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holte101"/>
          <p:cNvSpPr/>
          <p:nvPr/>
        </p:nvSpPr>
        <p:spPr>
          <a:xfrm>
            <a:off x="2736146" y="2154452"/>
            <a:ext cx="161989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holte102"/>
          <p:cNvSpPr/>
          <p:nvPr/>
        </p:nvSpPr>
        <p:spPr>
          <a:xfrm>
            <a:off x="2736146" y="2122410"/>
            <a:ext cx="161085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holte103"/>
          <p:cNvSpPr/>
          <p:nvPr/>
        </p:nvSpPr>
        <p:spPr>
          <a:xfrm>
            <a:off x="2736146" y="2090367"/>
            <a:ext cx="160182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holte104"/>
          <p:cNvSpPr/>
          <p:nvPr/>
        </p:nvSpPr>
        <p:spPr>
          <a:xfrm>
            <a:off x="2736146" y="2058325"/>
            <a:ext cx="1592784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holte105"/>
          <p:cNvSpPr/>
          <p:nvPr/>
        </p:nvSpPr>
        <p:spPr>
          <a:xfrm>
            <a:off x="2736869" y="2026283"/>
            <a:ext cx="158194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holte106"/>
          <p:cNvSpPr/>
          <p:nvPr/>
        </p:nvSpPr>
        <p:spPr>
          <a:xfrm>
            <a:off x="2740484" y="1994240"/>
            <a:ext cx="156386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holte107"/>
          <p:cNvSpPr/>
          <p:nvPr/>
        </p:nvSpPr>
        <p:spPr>
          <a:xfrm>
            <a:off x="2744098" y="1962198"/>
            <a:ext cx="154579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holte108"/>
          <p:cNvSpPr/>
          <p:nvPr/>
        </p:nvSpPr>
        <p:spPr>
          <a:xfrm>
            <a:off x="2747713" y="1930156"/>
            <a:ext cx="152772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holte109"/>
          <p:cNvSpPr/>
          <p:nvPr/>
        </p:nvSpPr>
        <p:spPr>
          <a:xfrm>
            <a:off x="2751327" y="1898114"/>
            <a:ext cx="15096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holte110"/>
          <p:cNvSpPr/>
          <p:nvPr/>
        </p:nvSpPr>
        <p:spPr>
          <a:xfrm>
            <a:off x="2754942" y="1866071"/>
            <a:ext cx="149157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holte111"/>
          <p:cNvSpPr/>
          <p:nvPr/>
        </p:nvSpPr>
        <p:spPr>
          <a:xfrm>
            <a:off x="2758556" y="1834029"/>
            <a:ext cx="1473505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holte112"/>
          <p:cNvSpPr/>
          <p:nvPr/>
        </p:nvSpPr>
        <p:spPr>
          <a:xfrm>
            <a:off x="2762803" y="1801987"/>
            <a:ext cx="145226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holte113"/>
          <p:cNvSpPr/>
          <p:nvPr/>
        </p:nvSpPr>
        <p:spPr>
          <a:xfrm>
            <a:off x="2767321" y="1769944"/>
            <a:ext cx="142967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holte114"/>
          <p:cNvSpPr/>
          <p:nvPr/>
        </p:nvSpPr>
        <p:spPr>
          <a:xfrm>
            <a:off x="2771840" y="1737902"/>
            <a:ext cx="140708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holte115"/>
          <p:cNvSpPr/>
          <p:nvPr/>
        </p:nvSpPr>
        <p:spPr>
          <a:xfrm>
            <a:off x="2776358" y="1705860"/>
            <a:ext cx="13844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holte116"/>
          <p:cNvSpPr/>
          <p:nvPr/>
        </p:nvSpPr>
        <p:spPr>
          <a:xfrm>
            <a:off x="2780876" y="1673818"/>
            <a:ext cx="136190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holte117"/>
          <p:cNvSpPr/>
          <p:nvPr/>
        </p:nvSpPr>
        <p:spPr>
          <a:xfrm>
            <a:off x="2785394" y="1641775"/>
            <a:ext cx="1334797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holte118"/>
          <p:cNvSpPr/>
          <p:nvPr/>
        </p:nvSpPr>
        <p:spPr>
          <a:xfrm>
            <a:off x="2789912" y="1609733"/>
            <a:ext cx="130317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holte119"/>
          <p:cNvSpPr/>
          <p:nvPr/>
        </p:nvSpPr>
        <p:spPr>
          <a:xfrm>
            <a:off x="2794430" y="1577691"/>
            <a:ext cx="1271543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holte120"/>
          <p:cNvSpPr/>
          <p:nvPr/>
        </p:nvSpPr>
        <p:spPr>
          <a:xfrm>
            <a:off x="2798948" y="1545649"/>
            <a:ext cx="123991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holte121"/>
          <p:cNvSpPr/>
          <p:nvPr/>
        </p:nvSpPr>
        <p:spPr>
          <a:xfrm>
            <a:off x="2803467" y="1513606"/>
            <a:ext cx="120828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holte122"/>
          <p:cNvSpPr/>
          <p:nvPr/>
        </p:nvSpPr>
        <p:spPr>
          <a:xfrm>
            <a:off x="2808437" y="1481564"/>
            <a:ext cx="1173499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holte123"/>
          <p:cNvSpPr/>
          <p:nvPr/>
        </p:nvSpPr>
        <p:spPr>
          <a:xfrm>
            <a:off x="2814461" y="1449522"/>
            <a:ext cx="113133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holte124"/>
          <p:cNvSpPr/>
          <p:nvPr/>
        </p:nvSpPr>
        <p:spPr>
          <a:xfrm>
            <a:off x="2820485" y="1417479"/>
            <a:ext cx="108916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holte125"/>
          <p:cNvSpPr/>
          <p:nvPr/>
        </p:nvSpPr>
        <p:spPr>
          <a:xfrm>
            <a:off x="2826509" y="1385437"/>
            <a:ext cx="1046991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holte126"/>
          <p:cNvSpPr/>
          <p:nvPr/>
        </p:nvSpPr>
        <p:spPr>
          <a:xfrm>
            <a:off x="2834943" y="1353395"/>
            <a:ext cx="997592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holte127"/>
          <p:cNvSpPr/>
          <p:nvPr/>
        </p:nvSpPr>
        <p:spPr>
          <a:xfrm>
            <a:off x="2846992" y="1321353"/>
            <a:ext cx="937350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holte128"/>
          <p:cNvSpPr/>
          <p:nvPr/>
        </p:nvSpPr>
        <p:spPr>
          <a:xfrm>
            <a:off x="2859040" y="1289310"/>
            <a:ext cx="877108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holte129"/>
          <p:cNvSpPr/>
          <p:nvPr/>
        </p:nvSpPr>
        <p:spPr>
          <a:xfrm>
            <a:off x="2871088" y="1257268"/>
            <a:ext cx="816866" cy="44741"/>
          </a:xfrm>
          <a:prstGeom prst="roundRect">
            <a:avLst>
              <a:gd name="adj" fmla="val 50000"/>
            </a:avLst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band000"/>
          <p:cNvSpPr/>
          <p:nvPr/>
        </p:nvSpPr>
        <p:spPr>
          <a:xfrm>
            <a:off x="3283112" y="5278183"/>
            <a:ext cx="6090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band001"/>
          <p:cNvSpPr/>
          <p:nvPr/>
        </p:nvSpPr>
        <p:spPr>
          <a:xfrm>
            <a:off x="3245501" y="5247899"/>
            <a:ext cx="68431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band002"/>
          <p:cNvSpPr/>
          <p:nvPr/>
        </p:nvSpPr>
        <p:spPr>
          <a:xfrm>
            <a:off x="3207890" y="5217615"/>
            <a:ext cx="7595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band003"/>
          <p:cNvSpPr/>
          <p:nvPr/>
        </p:nvSpPr>
        <p:spPr>
          <a:xfrm>
            <a:off x="3170280" y="5187331"/>
            <a:ext cx="8347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band004"/>
          <p:cNvSpPr/>
          <p:nvPr/>
        </p:nvSpPr>
        <p:spPr>
          <a:xfrm>
            <a:off x="3147499" y="5157047"/>
            <a:ext cx="8803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band005"/>
          <p:cNvSpPr/>
          <p:nvPr/>
        </p:nvSpPr>
        <p:spPr>
          <a:xfrm>
            <a:off x="3134604" y="5126764"/>
            <a:ext cx="9061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band006"/>
          <p:cNvSpPr/>
          <p:nvPr/>
        </p:nvSpPr>
        <p:spPr>
          <a:xfrm>
            <a:off x="3121708" y="5096480"/>
            <a:ext cx="93190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band007"/>
          <p:cNvSpPr/>
          <p:nvPr/>
        </p:nvSpPr>
        <p:spPr>
          <a:xfrm>
            <a:off x="3108813" y="5066196"/>
            <a:ext cx="9576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band008"/>
          <p:cNvSpPr/>
          <p:nvPr/>
        </p:nvSpPr>
        <p:spPr>
          <a:xfrm>
            <a:off x="3095918" y="5035912"/>
            <a:ext cx="98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band009"/>
          <p:cNvSpPr/>
          <p:nvPr/>
        </p:nvSpPr>
        <p:spPr>
          <a:xfrm>
            <a:off x="3083023" y="5005628"/>
            <a:ext cx="10092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band010"/>
          <p:cNvSpPr/>
          <p:nvPr/>
        </p:nvSpPr>
        <p:spPr>
          <a:xfrm>
            <a:off x="3071187" y="4975344"/>
            <a:ext cx="103294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band011"/>
          <p:cNvSpPr/>
          <p:nvPr/>
        </p:nvSpPr>
        <p:spPr>
          <a:xfrm>
            <a:off x="3068885" y="4945060"/>
            <a:ext cx="10375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band012"/>
          <p:cNvSpPr/>
          <p:nvPr/>
        </p:nvSpPr>
        <p:spPr>
          <a:xfrm>
            <a:off x="3066582" y="4914777"/>
            <a:ext cx="10421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band013"/>
          <p:cNvSpPr/>
          <p:nvPr/>
        </p:nvSpPr>
        <p:spPr>
          <a:xfrm>
            <a:off x="3064279" y="4884493"/>
            <a:ext cx="10467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band014"/>
          <p:cNvSpPr/>
          <p:nvPr/>
        </p:nvSpPr>
        <p:spPr>
          <a:xfrm>
            <a:off x="3061977" y="4854209"/>
            <a:ext cx="10513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band015"/>
          <p:cNvSpPr/>
          <p:nvPr/>
        </p:nvSpPr>
        <p:spPr>
          <a:xfrm>
            <a:off x="3059674" y="4823925"/>
            <a:ext cx="105597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band016"/>
          <p:cNvSpPr/>
          <p:nvPr/>
        </p:nvSpPr>
        <p:spPr>
          <a:xfrm>
            <a:off x="3057371" y="4793641"/>
            <a:ext cx="10605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band017"/>
          <p:cNvSpPr/>
          <p:nvPr/>
        </p:nvSpPr>
        <p:spPr>
          <a:xfrm>
            <a:off x="3055069" y="4763357"/>
            <a:ext cx="10651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band018"/>
          <p:cNvSpPr/>
          <p:nvPr/>
        </p:nvSpPr>
        <p:spPr>
          <a:xfrm>
            <a:off x="3052766" y="4733073"/>
            <a:ext cx="106978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band019"/>
          <p:cNvSpPr/>
          <p:nvPr/>
        </p:nvSpPr>
        <p:spPr>
          <a:xfrm>
            <a:off x="3050463" y="470279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band020"/>
          <p:cNvSpPr/>
          <p:nvPr/>
        </p:nvSpPr>
        <p:spPr>
          <a:xfrm>
            <a:off x="3052254" y="467250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band021"/>
          <p:cNvSpPr/>
          <p:nvPr/>
        </p:nvSpPr>
        <p:spPr>
          <a:xfrm>
            <a:off x="3054045" y="4642222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band022"/>
          <p:cNvSpPr/>
          <p:nvPr/>
        </p:nvSpPr>
        <p:spPr>
          <a:xfrm>
            <a:off x="3055836" y="4611938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band023"/>
          <p:cNvSpPr/>
          <p:nvPr/>
        </p:nvSpPr>
        <p:spPr>
          <a:xfrm>
            <a:off x="3057627" y="4581654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band024"/>
          <p:cNvSpPr/>
          <p:nvPr/>
        </p:nvSpPr>
        <p:spPr>
          <a:xfrm>
            <a:off x="3059418" y="4551370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band025"/>
          <p:cNvSpPr/>
          <p:nvPr/>
        </p:nvSpPr>
        <p:spPr>
          <a:xfrm>
            <a:off x="3061209" y="4521086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band026"/>
          <p:cNvSpPr/>
          <p:nvPr/>
        </p:nvSpPr>
        <p:spPr>
          <a:xfrm>
            <a:off x="3063000" y="4490803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band027"/>
          <p:cNvSpPr/>
          <p:nvPr/>
        </p:nvSpPr>
        <p:spPr>
          <a:xfrm>
            <a:off x="3064791" y="4460519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band028"/>
          <p:cNvSpPr/>
          <p:nvPr/>
        </p:nvSpPr>
        <p:spPr>
          <a:xfrm>
            <a:off x="3066582" y="4430235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band029"/>
          <p:cNvSpPr/>
          <p:nvPr/>
        </p:nvSpPr>
        <p:spPr>
          <a:xfrm>
            <a:off x="3068373" y="4399951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band030"/>
          <p:cNvSpPr/>
          <p:nvPr/>
        </p:nvSpPr>
        <p:spPr>
          <a:xfrm>
            <a:off x="3070164" y="4369667"/>
            <a:ext cx="107439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band031"/>
          <p:cNvSpPr/>
          <p:nvPr/>
        </p:nvSpPr>
        <p:spPr>
          <a:xfrm>
            <a:off x="3073836" y="4339383"/>
            <a:ext cx="10725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band032"/>
          <p:cNvSpPr/>
          <p:nvPr/>
        </p:nvSpPr>
        <p:spPr>
          <a:xfrm>
            <a:off x="3081895" y="4309099"/>
            <a:ext cx="10665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band033"/>
          <p:cNvSpPr/>
          <p:nvPr/>
        </p:nvSpPr>
        <p:spPr>
          <a:xfrm>
            <a:off x="3089954" y="4278816"/>
            <a:ext cx="1060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band034"/>
          <p:cNvSpPr/>
          <p:nvPr/>
        </p:nvSpPr>
        <p:spPr>
          <a:xfrm>
            <a:off x="3098014" y="4248532"/>
            <a:ext cx="10544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band035"/>
          <p:cNvSpPr/>
          <p:nvPr/>
        </p:nvSpPr>
        <p:spPr>
          <a:xfrm>
            <a:off x="3106073" y="4218248"/>
            <a:ext cx="10484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band036"/>
          <p:cNvSpPr/>
          <p:nvPr/>
        </p:nvSpPr>
        <p:spPr>
          <a:xfrm>
            <a:off x="3114133" y="4187964"/>
            <a:ext cx="10423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band037"/>
          <p:cNvSpPr/>
          <p:nvPr/>
        </p:nvSpPr>
        <p:spPr>
          <a:xfrm>
            <a:off x="3122192" y="4157680"/>
            <a:ext cx="103631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band038"/>
          <p:cNvSpPr/>
          <p:nvPr/>
        </p:nvSpPr>
        <p:spPr>
          <a:xfrm>
            <a:off x="3130251" y="4127396"/>
            <a:ext cx="103026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band039"/>
          <p:cNvSpPr/>
          <p:nvPr/>
        </p:nvSpPr>
        <p:spPr>
          <a:xfrm>
            <a:off x="3138311" y="4097112"/>
            <a:ext cx="10242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band040"/>
          <p:cNvSpPr/>
          <p:nvPr/>
        </p:nvSpPr>
        <p:spPr>
          <a:xfrm>
            <a:off x="3146370" y="4066829"/>
            <a:ext cx="10181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band041"/>
          <p:cNvSpPr/>
          <p:nvPr/>
        </p:nvSpPr>
        <p:spPr>
          <a:xfrm>
            <a:off x="3154430" y="4036545"/>
            <a:ext cx="101213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band042"/>
          <p:cNvSpPr/>
          <p:nvPr/>
        </p:nvSpPr>
        <p:spPr>
          <a:xfrm>
            <a:off x="3162489" y="4006261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band043"/>
          <p:cNvSpPr/>
          <p:nvPr/>
        </p:nvSpPr>
        <p:spPr>
          <a:xfrm>
            <a:off x="3170549" y="3975977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band044"/>
          <p:cNvSpPr/>
          <p:nvPr/>
        </p:nvSpPr>
        <p:spPr>
          <a:xfrm>
            <a:off x="3178608" y="3945693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band045"/>
          <p:cNvSpPr/>
          <p:nvPr/>
        </p:nvSpPr>
        <p:spPr>
          <a:xfrm>
            <a:off x="3186667" y="391540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band046"/>
          <p:cNvSpPr/>
          <p:nvPr/>
        </p:nvSpPr>
        <p:spPr>
          <a:xfrm>
            <a:off x="3194727" y="3885125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band047"/>
          <p:cNvSpPr/>
          <p:nvPr/>
        </p:nvSpPr>
        <p:spPr>
          <a:xfrm>
            <a:off x="3202786" y="3854842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band048"/>
          <p:cNvSpPr/>
          <p:nvPr/>
        </p:nvSpPr>
        <p:spPr>
          <a:xfrm>
            <a:off x="3210846" y="3824558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band049"/>
          <p:cNvSpPr/>
          <p:nvPr/>
        </p:nvSpPr>
        <p:spPr>
          <a:xfrm>
            <a:off x="3218905" y="3794274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band050"/>
          <p:cNvSpPr/>
          <p:nvPr/>
        </p:nvSpPr>
        <p:spPr>
          <a:xfrm>
            <a:off x="3226964" y="3763990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band051"/>
          <p:cNvSpPr/>
          <p:nvPr/>
        </p:nvSpPr>
        <p:spPr>
          <a:xfrm>
            <a:off x="3235024" y="3733706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band052"/>
          <p:cNvSpPr/>
          <p:nvPr/>
        </p:nvSpPr>
        <p:spPr>
          <a:xfrm>
            <a:off x="3238046" y="3703422"/>
            <a:ext cx="9516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band053"/>
          <p:cNvSpPr/>
          <p:nvPr/>
        </p:nvSpPr>
        <p:spPr>
          <a:xfrm>
            <a:off x="3236031" y="3673138"/>
            <a:ext cx="95773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band054"/>
          <p:cNvSpPr/>
          <p:nvPr/>
        </p:nvSpPr>
        <p:spPr>
          <a:xfrm>
            <a:off x="3234016" y="3642855"/>
            <a:ext cx="9637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band055"/>
          <p:cNvSpPr/>
          <p:nvPr/>
        </p:nvSpPr>
        <p:spPr>
          <a:xfrm>
            <a:off x="3232002" y="3612571"/>
            <a:ext cx="96982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band056"/>
          <p:cNvSpPr/>
          <p:nvPr/>
        </p:nvSpPr>
        <p:spPr>
          <a:xfrm>
            <a:off x="3229987" y="3582287"/>
            <a:ext cx="9758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band057"/>
          <p:cNvSpPr/>
          <p:nvPr/>
        </p:nvSpPr>
        <p:spPr>
          <a:xfrm>
            <a:off x="3227972" y="3552003"/>
            <a:ext cx="9819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band058"/>
          <p:cNvSpPr/>
          <p:nvPr/>
        </p:nvSpPr>
        <p:spPr>
          <a:xfrm>
            <a:off x="3225957" y="3521719"/>
            <a:ext cx="98795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band059"/>
          <p:cNvSpPr/>
          <p:nvPr/>
        </p:nvSpPr>
        <p:spPr>
          <a:xfrm>
            <a:off x="3223942" y="3491435"/>
            <a:ext cx="9940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band060"/>
          <p:cNvSpPr/>
          <p:nvPr/>
        </p:nvSpPr>
        <p:spPr>
          <a:xfrm>
            <a:off x="3221927" y="3461151"/>
            <a:ext cx="10000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band061"/>
          <p:cNvSpPr/>
          <p:nvPr/>
        </p:nvSpPr>
        <p:spPr>
          <a:xfrm>
            <a:off x="3219912" y="3430868"/>
            <a:ext cx="100608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band062"/>
          <p:cNvSpPr/>
          <p:nvPr/>
        </p:nvSpPr>
        <p:spPr>
          <a:xfrm>
            <a:off x="3216948" y="3400584"/>
            <a:ext cx="101314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band063"/>
          <p:cNvSpPr/>
          <p:nvPr/>
        </p:nvSpPr>
        <p:spPr>
          <a:xfrm>
            <a:off x="3205434" y="3370300"/>
            <a:ext cx="102926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band064"/>
          <p:cNvSpPr/>
          <p:nvPr/>
        </p:nvSpPr>
        <p:spPr>
          <a:xfrm>
            <a:off x="3193921" y="3340016"/>
            <a:ext cx="104537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!!band065"/>
          <p:cNvSpPr/>
          <p:nvPr/>
        </p:nvSpPr>
        <p:spPr>
          <a:xfrm>
            <a:off x="3182407" y="3309732"/>
            <a:ext cx="106149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!!band066"/>
          <p:cNvSpPr/>
          <p:nvPr/>
        </p:nvSpPr>
        <p:spPr>
          <a:xfrm>
            <a:off x="3170894" y="3279448"/>
            <a:ext cx="10776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band067"/>
          <p:cNvSpPr/>
          <p:nvPr/>
        </p:nvSpPr>
        <p:spPr>
          <a:xfrm>
            <a:off x="3159380" y="3249164"/>
            <a:ext cx="10937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!!band068"/>
          <p:cNvSpPr/>
          <p:nvPr/>
        </p:nvSpPr>
        <p:spPr>
          <a:xfrm>
            <a:off x="3147867" y="3218881"/>
            <a:ext cx="11098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!!band069"/>
          <p:cNvSpPr/>
          <p:nvPr/>
        </p:nvSpPr>
        <p:spPr>
          <a:xfrm>
            <a:off x="3136354" y="3188597"/>
            <a:ext cx="112597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!!band070"/>
          <p:cNvSpPr/>
          <p:nvPr/>
        </p:nvSpPr>
        <p:spPr>
          <a:xfrm>
            <a:off x="3124840" y="3158313"/>
            <a:ext cx="114209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!!band071"/>
          <p:cNvSpPr/>
          <p:nvPr/>
        </p:nvSpPr>
        <p:spPr>
          <a:xfrm>
            <a:off x="3113327" y="3128029"/>
            <a:ext cx="115821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!!band072"/>
          <p:cNvSpPr/>
          <p:nvPr/>
        </p:nvSpPr>
        <p:spPr>
          <a:xfrm>
            <a:off x="3097208" y="3097745"/>
            <a:ext cx="11789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!!band073"/>
          <p:cNvSpPr/>
          <p:nvPr/>
        </p:nvSpPr>
        <p:spPr>
          <a:xfrm>
            <a:off x="3081089" y="3067461"/>
            <a:ext cx="119965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!!band074"/>
          <p:cNvSpPr/>
          <p:nvPr/>
        </p:nvSpPr>
        <p:spPr>
          <a:xfrm>
            <a:off x="3064970" y="3037177"/>
            <a:ext cx="122038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!!band075"/>
          <p:cNvSpPr/>
          <p:nvPr/>
        </p:nvSpPr>
        <p:spPr>
          <a:xfrm>
            <a:off x="3048851" y="3006894"/>
            <a:ext cx="124110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!!band076"/>
          <p:cNvSpPr/>
          <p:nvPr/>
        </p:nvSpPr>
        <p:spPr>
          <a:xfrm>
            <a:off x="3032733" y="2976610"/>
            <a:ext cx="12618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!!band077"/>
          <p:cNvSpPr/>
          <p:nvPr/>
        </p:nvSpPr>
        <p:spPr>
          <a:xfrm>
            <a:off x="3016614" y="2946326"/>
            <a:ext cx="128255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!!band078"/>
          <p:cNvSpPr/>
          <p:nvPr/>
        </p:nvSpPr>
        <p:spPr>
          <a:xfrm>
            <a:off x="3000495" y="2916042"/>
            <a:ext cx="130328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!!band079"/>
          <p:cNvSpPr/>
          <p:nvPr/>
        </p:nvSpPr>
        <p:spPr>
          <a:xfrm>
            <a:off x="2984376" y="2885758"/>
            <a:ext cx="13240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!!band080"/>
          <p:cNvSpPr/>
          <p:nvPr/>
        </p:nvSpPr>
        <p:spPr>
          <a:xfrm>
            <a:off x="2968257" y="2855474"/>
            <a:ext cx="134472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!!band081"/>
          <p:cNvSpPr/>
          <p:nvPr/>
        </p:nvSpPr>
        <p:spPr>
          <a:xfrm>
            <a:off x="2956283" y="2825190"/>
            <a:ext cx="135923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!!band082"/>
          <p:cNvSpPr/>
          <p:nvPr/>
        </p:nvSpPr>
        <p:spPr>
          <a:xfrm>
            <a:off x="2944770" y="2794907"/>
            <a:ext cx="137305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!!band083"/>
          <p:cNvSpPr/>
          <p:nvPr/>
        </p:nvSpPr>
        <p:spPr>
          <a:xfrm>
            <a:off x="2933256" y="2764623"/>
            <a:ext cx="138686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!!band084"/>
          <p:cNvSpPr/>
          <p:nvPr/>
        </p:nvSpPr>
        <p:spPr>
          <a:xfrm>
            <a:off x="2921743" y="2734339"/>
            <a:ext cx="140068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!!band085"/>
          <p:cNvSpPr/>
          <p:nvPr/>
        </p:nvSpPr>
        <p:spPr>
          <a:xfrm>
            <a:off x="2910229" y="2704055"/>
            <a:ext cx="141450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!!band086"/>
          <p:cNvSpPr/>
          <p:nvPr/>
        </p:nvSpPr>
        <p:spPr>
          <a:xfrm>
            <a:off x="2898716" y="2673771"/>
            <a:ext cx="142831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!!band087"/>
          <p:cNvSpPr/>
          <p:nvPr/>
        </p:nvSpPr>
        <p:spPr>
          <a:xfrm>
            <a:off x="2887203" y="2643487"/>
            <a:ext cx="144213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!!band088"/>
          <p:cNvSpPr/>
          <p:nvPr/>
        </p:nvSpPr>
        <p:spPr>
          <a:xfrm>
            <a:off x="2875689" y="2613203"/>
            <a:ext cx="14559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!!band089"/>
          <p:cNvSpPr/>
          <p:nvPr/>
        </p:nvSpPr>
        <p:spPr>
          <a:xfrm>
            <a:off x="2864176" y="2582920"/>
            <a:ext cx="146976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!!band090"/>
          <p:cNvSpPr/>
          <p:nvPr/>
        </p:nvSpPr>
        <p:spPr>
          <a:xfrm>
            <a:off x="2857575" y="2552636"/>
            <a:ext cx="147467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!!band091"/>
          <p:cNvSpPr/>
          <p:nvPr/>
        </p:nvSpPr>
        <p:spPr>
          <a:xfrm>
            <a:off x="2852202" y="2522352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!!band092"/>
          <p:cNvSpPr/>
          <p:nvPr/>
        </p:nvSpPr>
        <p:spPr>
          <a:xfrm>
            <a:off x="2846829" y="2492068"/>
            <a:ext cx="148005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!!band093"/>
          <p:cNvSpPr/>
          <p:nvPr/>
        </p:nvSpPr>
        <p:spPr>
          <a:xfrm>
            <a:off x="2841456" y="2461784"/>
            <a:ext cx="148273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!!band094"/>
          <p:cNvSpPr/>
          <p:nvPr/>
        </p:nvSpPr>
        <p:spPr>
          <a:xfrm>
            <a:off x="2836083" y="2431500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!!band095"/>
          <p:cNvSpPr/>
          <p:nvPr/>
        </p:nvSpPr>
        <p:spPr>
          <a:xfrm>
            <a:off x="2830710" y="2401216"/>
            <a:ext cx="1488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!!band096"/>
          <p:cNvSpPr/>
          <p:nvPr/>
        </p:nvSpPr>
        <p:spPr>
          <a:xfrm>
            <a:off x="2825337" y="2370933"/>
            <a:ext cx="149079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!!band097"/>
          <p:cNvSpPr/>
          <p:nvPr/>
        </p:nvSpPr>
        <p:spPr>
          <a:xfrm>
            <a:off x="2819964" y="2340649"/>
            <a:ext cx="14934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!!band098"/>
          <p:cNvSpPr/>
          <p:nvPr/>
        </p:nvSpPr>
        <p:spPr>
          <a:xfrm>
            <a:off x="2819964" y="2310365"/>
            <a:ext cx="148542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!!band099"/>
          <p:cNvSpPr/>
          <p:nvPr/>
        </p:nvSpPr>
        <p:spPr>
          <a:xfrm>
            <a:off x="2819964" y="2280081"/>
            <a:ext cx="1477363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!!band100"/>
          <p:cNvSpPr/>
          <p:nvPr/>
        </p:nvSpPr>
        <p:spPr>
          <a:xfrm>
            <a:off x="2819964" y="2249797"/>
            <a:ext cx="146930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!!band101"/>
          <p:cNvSpPr/>
          <p:nvPr/>
        </p:nvSpPr>
        <p:spPr>
          <a:xfrm>
            <a:off x="2819964" y="2219513"/>
            <a:ext cx="14612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!!band102"/>
          <p:cNvSpPr/>
          <p:nvPr/>
        </p:nvSpPr>
        <p:spPr>
          <a:xfrm>
            <a:off x="2819964" y="2189229"/>
            <a:ext cx="145318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!!band103"/>
          <p:cNvSpPr/>
          <p:nvPr/>
        </p:nvSpPr>
        <p:spPr>
          <a:xfrm>
            <a:off x="2819964" y="2158946"/>
            <a:ext cx="144512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!!band104"/>
          <p:cNvSpPr/>
          <p:nvPr/>
        </p:nvSpPr>
        <p:spPr>
          <a:xfrm>
            <a:off x="2819964" y="2128662"/>
            <a:ext cx="143706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!!band105"/>
          <p:cNvSpPr/>
          <p:nvPr/>
        </p:nvSpPr>
        <p:spPr>
          <a:xfrm>
            <a:off x="2820609" y="2098378"/>
            <a:ext cx="142739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!!band106"/>
          <p:cNvSpPr/>
          <p:nvPr/>
        </p:nvSpPr>
        <p:spPr>
          <a:xfrm>
            <a:off x="2823833" y="2068094"/>
            <a:ext cx="141127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!!band107"/>
          <p:cNvSpPr/>
          <p:nvPr/>
        </p:nvSpPr>
        <p:spPr>
          <a:xfrm>
            <a:off x="2827056" y="2037810"/>
            <a:ext cx="139515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!!band108"/>
          <p:cNvSpPr/>
          <p:nvPr/>
        </p:nvSpPr>
        <p:spPr>
          <a:xfrm>
            <a:off x="2830280" y="2007526"/>
            <a:ext cx="13790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!!band109"/>
          <p:cNvSpPr/>
          <p:nvPr/>
        </p:nvSpPr>
        <p:spPr>
          <a:xfrm>
            <a:off x="2833504" y="1977242"/>
            <a:ext cx="13629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!!band110"/>
          <p:cNvSpPr/>
          <p:nvPr/>
        </p:nvSpPr>
        <p:spPr>
          <a:xfrm>
            <a:off x="2836728" y="1946959"/>
            <a:ext cx="134680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!!band111"/>
          <p:cNvSpPr/>
          <p:nvPr/>
        </p:nvSpPr>
        <p:spPr>
          <a:xfrm>
            <a:off x="2839951" y="1916675"/>
            <a:ext cx="133068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!!band112"/>
          <p:cNvSpPr/>
          <p:nvPr/>
        </p:nvSpPr>
        <p:spPr>
          <a:xfrm>
            <a:off x="2843739" y="1886391"/>
            <a:ext cx="131174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!!band113"/>
          <p:cNvSpPr/>
          <p:nvPr/>
        </p:nvSpPr>
        <p:spPr>
          <a:xfrm>
            <a:off x="2847769" y="1856107"/>
            <a:ext cx="129159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!!band114"/>
          <p:cNvSpPr/>
          <p:nvPr/>
        </p:nvSpPr>
        <p:spPr>
          <a:xfrm>
            <a:off x="2851799" y="1825823"/>
            <a:ext cx="1271445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!!band115"/>
          <p:cNvSpPr/>
          <p:nvPr/>
        </p:nvSpPr>
        <p:spPr>
          <a:xfrm>
            <a:off x="2855828" y="1795539"/>
            <a:ext cx="1251297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!!band116"/>
          <p:cNvSpPr/>
          <p:nvPr/>
        </p:nvSpPr>
        <p:spPr>
          <a:xfrm>
            <a:off x="2859858" y="1765255"/>
            <a:ext cx="123114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!!band117"/>
          <p:cNvSpPr/>
          <p:nvPr/>
        </p:nvSpPr>
        <p:spPr>
          <a:xfrm>
            <a:off x="2863888" y="1734972"/>
            <a:ext cx="120697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!!band118"/>
          <p:cNvSpPr/>
          <p:nvPr/>
        </p:nvSpPr>
        <p:spPr>
          <a:xfrm>
            <a:off x="2867918" y="1704688"/>
            <a:ext cx="1178762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!!band119"/>
          <p:cNvSpPr/>
          <p:nvPr/>
        </p:nvSpPr>
        <p:spPr>
          <a:xfrm>
            <a:off x="2871947" y="1674404"/>
            <a:ext cx="1150554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!!band120"/>
          <p:cNvSpPr/>
          <p:nvPr/>
        </p:nvSpPr>
        <p:spPr>
          <a:xfrm>
            <a:off x="2875977" y="1644120"/>
            <a:ext cx="1122346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!!band121"/>
          <p:cNvSpPr/>
          <p:nvPr/>
        </p:nvSpPr>
        <p:spPr>
          <a:xfrm>
            <a:off x="2880007" y="1613836"/>
            <a:ext cx="109413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!!band122"/>
          <p:cNvSpPr/>
          <p:nvPr/>
        </p:nvSpPr>
        <p:spPr>
          <a:xfrm>
            <a:off x="2884439" y="1583552"/>
            <a:ext cx="106310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!!band123"/>
          <p:cNvSpPr/>
          <p:nvPr/>
        </p:nvSpPr>
        <p:spPr>
          <a:xfrm>
            <a:off x="2889812" y="1553268"/>
            <a:ext cx="1025499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!!band124"/>
          <p:cNvSpPr/>
          <p:nvPr/>
        </p:nvSpPr>
        <p:spPr>
          <a:xfrm>
            <a:off x="2895185" y="1522985"/>
            <a:ext cx="98788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!!band125"/>
          <p:cNvSpPr/>
          <p:nvPr/>
        </p:nvSpPr>
        <p:spPr>
          <a:xfrm>
            <a:off x="2900558" y="1492701"/>
            <a:ext cx="950278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!!band126"/>
          <p:cNvSpPr/>
          <p:nvPr/>
        </p:nvSpPr>
        <p:spPr>
          <a:xfrm>
            <a:off x="2908080" y="1462417"/>
            <a:ext cx="90622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!!band127"/>
          <p:cNvSpPr/>
          <p:nvPr/>
        </p:nvSpPr>
        <p:spPr>
          <a:xfrm>
            <a:off x="2918826" y="1432133"/>
            <a:ext cx="852490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!!band128"/>
          <p:cNvSpPr/>
          <p:nvPr/>
        </p:nvSpPr>
        <p:spPr>
          <a:xfrm>
            <a:off x="2929572" y="1401849"/>
            <a:ext cx="79876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!!band129"/>
          <p:cNvSpPr/>
          <p:nvPr/>
        </p:nvSpPr>
        <p:spPr>
          <a:xfrm>
            <a:off x="2940318" y="1371565"/>
            <a:ext cx="745031" cy="42983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!!cel00"/>
          <p:cNvSpPr/>
          <p:nvPr/>
        </p:nvSpPr>
        <p:spPr>
          <a:xfrm>
            <a:off x="3291334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!!cel01"/>
          <p:cNvSpPr/>
          <p:nvPr/>
        </p:nvSpPr>
        <p:spPr>
          <a:xfrm>
            <a:off x="3524161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!!cel02"/>
          <p:cNvSpPr/>
          <p:nvPr/>
        </p:nvSpPr>
        <p:spPr>
          <a:xfrm>
            <a:off x="3756989" y="512917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cel03"/>
          <p:cNvSpPr/>
          <p:nvPr/>
        </p:nvSpPr>
        <p:spPr>
          <a:xfrm>
            <a:off x="3291334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!!cel04"/>
          <p:cNvSpPr/>
          <p:nvPr/>
        </p:nvSpPr>
        <p:spPr>
          <a:xfrm>
            <a:off x="3524161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!!cel05"/>
          <p:cNvSpPr/>
          <p:nvPr/>
        </p:nvSpPr>
        <p:spPr>
          <a:xfrm>
            <a:off x="3756989" y="489759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!!cel06"/>
          <p:cNvSpPr/>
          <p:nvPr/>
        </p:nvSpPr>
        <p:spPr>
          <a:xfrm>
            <a:off x="3291334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!!cel07"/>
          <p:cNvSpPr/>
          <p:nvPr/>
        </p:nvSpPr>
        <p:spPr>
          <a:xfrm>
            <a:off x="3524161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!!cel08"/>
          <p:cNvSpPr/>
          <p:nvPr/>
        </p:nvSpPr>
        <p:spPr>
          <a:xfrm>
            <a:off x="3756989" y="466601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!!cel09"/>
          <p:cNvSpPr/>
          <p:nvPr/>
        </p:nvSpPr>
        <p:spPr>
          <a:xfrm>
            <a:off x="3291334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!!cel10"/>
          <p:cNvSpPr/>
          <p:nvPr/>
        </p:nvSpPr>
        <p:spPr>
          <a:xfrm>
            <a:off x="3524161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!!cel11"/>
          <p:cNvSpPr/>
          <p:nvPr/>
        </p:nvSpPr>
        <p:spPr>
          <a:xfrm>
            <a:off x="3756989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!!cel12"/>
          <p:cNvSpPr/>
          <p:nvPr/>
        </p:nvSpPr>
        <p:spPr>
          <a:xfrm>
            <a:off x="3989816" y="443443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!!cel13"/>
          <p:cNvSpPr/>
          <p:nvPr/>
        </p:nvSpPr>
        <p:spPr>
          <a:xfrm>
            <a:off x="3291334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!!cel14"/>
          <p:cNvSpPr/>
          <p:nvPr/>
        </p:nvSpPr>
        <p:spPr>
          <a:xfrm>
            <a:off x="3524161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!!cel15"/>
          <p:cNvSpPr/>
          <p:nvPr/>
        </p:nvSpPr>
        <p:spPr>
          <a:xfrm>
            <a:off x="3756989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!!cel16"/>
          <p:cNvSpPr/>
          <p:nvPr/>
        </p:nvSpPr>
        <p:spPr>
          <a:xfrm>
            <a:off x="3989816" y="4202847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!!cel17"/>
          <p:cNvSpPr/>
          <p:nvPr/>
        </p:nvSpPr>
        <p:spPr>
          <a:xfrm>
            <a:off x="3291334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!!cel18"/>
          <p:cNvSpPr/>
          <p:nvPr/>
        </p:nvSpPr>
        <p:spPr>
          <a:xfrm>
            <a:off x="3524161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!!cel19"/>
          <p:cNvSpPr/>
          <p:nvPr/>
        </p:nvSpPr>
        <p:spPr>
          <a:xfrm>
            <a:off x="3756989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!!cel20"/>
          <p:cNvSpPr/>
          <p:nvPr/>
        </p:nvSpPr>
        <p:spPr>
          <a:xfrm>
            <a:off x="3989816" y="397126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!!cel21"/>
          <p:cNvSpPr/>
          <p:nvPr/>
        </p:nvSpPr>
        <p:spPr>
          <a:xfrm>
            <a:off x="3291334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!!cel22"/>
          <p:cNvSpPr/>
          <p:nvPr/>
        </p:nvSpPr>
        <p:spPr>
          <a:xfrm>
            <a:off x="3524161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!!cel23"/>
          <p:cNvSpPr/>
          <p:nvPr/>
        </p:nvSpPr>
        <p:spPr>
          <a:xfrm>
            <a:off x="3756989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!!cel24"/>
          <p:cNvSpPr/>
          <p:nvPr/>
        </p:nvSpPr>
        <p:spPr>
          <a:xfrm>
            <a:off x="3989816" y="3739682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!!cel25"/>
          <p:cNvSpPr/>
          <p:nvPr/>
        </p:nvSpPr>
        <p:spPr>
          <a:xfrm>
            <a:off x="3291334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!!cel26"/>
          <p:cNvSpPr/>
          <p:nvPr/>
        </p:nvSpPr>
        <p:spPr>
          <a:xfrm>
            <a:off x="3524161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!!cel27"/>
          <p:cNvSpPr/>
          <p:nvPr/>
        </p:nvSpPr>
        <p:spPr>
          <a:xfrm>
            <a:off x="3756989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!!cel28"/>
          <p:cNvSpPr/>
          <p:nvPr/>
        </p:nvSpPr>
        <p:spPr>
          <a:xfrm>
            <a:off x="3989816" y="350810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!!cel29"/>
          <p:cNvSpPr/>
          <p:nvPr/>
        </p:nvSpPr>
        <p:spPr>
          <a:xfrm>
            <a:off x="3291334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!!cel30"/>
          <p:cNvSpPr/>
          <p:nvPr/>
        </p:nvSpPr>
        <p:spPr>
          <a:xfrm>
            <a:off x="3524161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!!cel31"/>
          <p:cNvSpPr/>
          <p:nvPr/>
        </p:nvSpPr>
        <p:spPr>
          <a:xfrm>
            <a:off x="3756989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!!cel32"/>
          <p:cNvSpPr/>
          <p:nvPr/>
        </p:nvSpPr>
        <p:spPr>
          <a:xfrm>
            <a:off x="3989816" y="327651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!!cel33"/>
          <p:cNvSpPr/>
          <p:nvPr/>
        </p:nvSpPr>
        <p:spPr>
          <a:xfrm>
            <a:off x="3291334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!!cel34"/>
          <p:cNvSpPr/>
          <p:nvPr/>
        </p:nvSpPr>
        <p:spPr>
          <a:xfrm>
            <a:off x="3524161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!!cel35"/>
          <p:cNvSpPr/>
          <p:nvPr/>
        </p:nvSpPr>
        <p:spPr>
          <a:xfrm>
            <a:off x="3756989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!!cel36"/>
          <p:cNvSpPr/>
          <p:nvPr/>
        </p:nvSpPr>
        <p:spPr>
          <a:xfrm>
            <a:off x="3989816" y="304493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!!cel37"/>
          <p:cNvSpPr/>
          <p:nvPr/>
        </p:nvSpPr>
        <p:spPr>
          <a:xfrm>
            <a:off x="3058506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!!cel38"/>
          <p:cNvSpPr/>
          <p:nvPr/>
        </p:nvSpPr>
        <p:spPr>
          <a:xfrm>
            <a:off x="3291334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!!cel39"/>
          <p:cNvSpPr/>
          <p:nvPr/>
        </p:nvSpPr>
        <p:spPr>
          <a:xfrm>
            <a:off x="3524161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!!cel40"/>
          <p:cNvSpPr/>
          <p:nvPr/>
        </p:nvSpPr>
        <p:spPr>
          <a:xfrm>
            <a:off x="3756989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!!cel41"/>
          <p:cNvSpPr/>
          <p:nvPr/>
        </p:nvSpPr>
        <p:spPr>
          <a:xfrm>
            <a:off x="3989816" y="281335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!!cel42"/>
          <p:cNvSpPr/>
          <p:nvPr/>
        </p:nvSpPr>
        <p:spPr>
          <a:xfrm>
            <a:off x="3058506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!!cel43"/>
          <p:cNvSpPr/>
          <p:nvPr/>
        </p:nvSpPr>
        <p:spPr>
          <a:xfrm>
            <a:off x="3291334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!!cel44"/>
          <p:cNvSpPr/>
          <p:nvPr/>
        </p:nvSpPr>
        <p:spPr>
          <a:xfrm>
            <a:off x="3524161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!!cel45"/>
          <p:cNvSpPr/>
          <p:nvPr/>
        </p:nvSpPr>
        <p:spPr>
          <a:xfrm>
            <a:off x="3756989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!!cel46"/>
          <p:cNvSpPr/>
          <p:nvPr/>
        </p:nvSpPr>
        <p:spPr>
          <a:xfrm>
            <a:off x="3989816" y="258177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!!cel47"/>
          <p:cNvSpPr/>
          <p:nvPr/>
        </p:nvSpPr>
        <p:spPr>
          <a:xfrm>
            <a:off x="3058506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!!cel48"/>
          <p:cNvSpPr/>
          <p:nvPr/>
        </p:nvSpPr>
        <p:spPr>
          <a:xfrm>
            <a:off x="3291334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!!cel49"/>
          <p:cNvSpPr/>
          <p:nvPr/>
        </p:nvSpPr>
        <p:spPr>
          <a:xfrm>
            <a:off x="3524161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!!cel50"/>
          <p:cNvSpPr/>
          <p:nvPr/>
        </p:nvSpPr>
        <p:spPr>
          <a:xfrm>
            <a:off x="3756989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!!cel51"/>
          <p:cNvSpPr/>
          <p:nvPr/>
        </p:nvSpPr>
        <p:spPr>
          <a:xfrm>
            <a:off x="3989816" y="235018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!!cel52"/>
          <p:cNvSpPr/>
          <p:nvPr/>
        </p:nvSpPr>
        <p:spPr>
          <a:xfrm>
            <a:off x="3058506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!!cel53"/>
          <p:cNvSpPr/>
          <p:nvPr/>
        </p:nvSpPr>
        <p:spPr>
          <a:xfrm>
            <a:off x="3291334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!!cel54"/>
          <p:cNvSpPr/>
          <p:nvPr/>
        </p:nvSpPr>
        <p:spPr>
          <a:xfrm>
            <a:off x="3524161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!!cel55"/>
          <p:cNvSpPr/>
          <p:nvPr/>
        </p:nvSpPr>
        <p:spPr>
          <a:xfrm>
            <a:off x="3756989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!!cel56"/>
          <p:cNvSpPr/>
          <p:nvPr/>
        </p:nvSpPr>
        <p:spPr>
          <a:xfrm>
            <a:off x="3989816" y="2118605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!!cel57"/>
          <p:cNvSpPr/>
          <p:nvPr/>
        </p:nvSpPr>
        <p:spPr>
          <a:xfrm>
            <a:off x="3058506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!!cel58"/>
          <p:cNvSpPr/>
          <p:nvPr/>
        </p:nvSpPr>
        <p:spPr>
          <a:xfrm>
            <a:off x="3291334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!!cel59"/>
          <p:cNvSpPr/>
          <p:nvPr/>
        </p:nvSpPr>
        <p:spPr>
          <a:xfrm>
            <a:off x="3524161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!!cel60"/>
          <p:cNvSpPr/>
          <p:nvPr/>
        </p:nvSpPr>
        <p:spPr>
          <a:xfrm>
            <a:off x="3756989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!!cel61"/>
          <p:cNvSpPr/>
          <p:nvPr/>
        </p:nvSpPr>
        <p:spPr>
          <a:xfrm>
            <a:off x="3989816" y="1887023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!!cel62"/>
          <p:cNvSpPr/>
          <p:nvPr/>
        </p:nvSpPr>
        <p:spPr>
          <a:xfrm>
            <a:off x="3058506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!!cel63"/>
          <p:cNvSpPr/>
          <p:nvPr/>
        </p:nvSpPr>
        <p:spPr>
          <a:xfrm>
            <a:off x="3291334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!!cel64"/>
          <p:cNvSpPr/>
          <p:nvPr/>
        </p:nvSpPr>
        <p:spPr>
          <a:xfrm>
            <a:off x="3524161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!!cel65"/>
          <p:cNvSpPr/>
          <p:nvPr/>
        </p:nvSpPr>
        <p:spPr>
          <a:xfrm>
            <a:off x="3756989" y="1655440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!!cel66"/>
          <p:cNvSpPr/>
          <p:nvPr/>
        </p:nvSpPr>
        <p:spPr>
          <a:xfrm>
            <a:off x="3058506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!!cel67"/>
          <p:cNvSpPr/>
          <p:nvPr/>
        </p:nvSpPr>
        <p:spPr>
          <a:xfrm>
            <a:off x="3291334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!!cel68"/>
          <p:cNvSpPr/>
          <p:nvPr/>
        </p:nvSpPr>
        <p:spPr>
          <a:xfrm>
            <a:off x="3524161" y="1423858"/>
            <a:ext cx="126996" cy="126996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Zo meten we hoe hard zijn voet duwt.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40" advClick="0" advTm="2200">
        <p159:morph option="byObject"/>
      </p:transition>
    </mc:Choice>
    <mc:Fallback>
      <p:transition xmlns:p14="http://schemas.microsoft.com/office/powerpoint/2010/main" spd="slow" p14:dur="340" advClick="0" advTm="2200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173096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181478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>
            <a:off x="166810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1647148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>
            <a:off x="277869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2757736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>
            <a:off x="198242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>
            <a:off x="1909079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>
            <a:off x="1909079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>
            <a:off x="240150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>
            <a:off x="2328169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>
            <a:off x="2328169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183573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212910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229673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217101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183573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175192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275773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185669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202432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207462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209976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201385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242246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247275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249790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241198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2244351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187764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259010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196146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235960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227578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212910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220244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2244351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218148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2778690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2569145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2757736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5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193009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201391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720000">
            <a:off x="18672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1774394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20880000">
            <a:off x="297782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3028752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20640000">
            <a:off x="218155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20640000">
            <a:off x="220640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20640000">
            <a:off x="220640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960000">
            <a:off x="260064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960000">
            <a:off x="242911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960000">
            <a:off x="242911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203487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232823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249586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237014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203487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195105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295686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205582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222346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227375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229889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221298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262159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267188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269703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261111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244348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207677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278923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2160596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255873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247491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232823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240157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244348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2380618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297782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2768276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2956867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7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247059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255441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0">
            <a:off x="240773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2386778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0">
            <a:off x="351832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3497365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0">
            <a:off x="272204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0">
            <a:off x="2648709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0">
            <a:off x="2648709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0">
            <a:off x="314113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0">
            <a:off x="3067798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0">
            <a:off x="3067798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2575368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286873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303636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291064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2575368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249155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34973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259632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276395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281424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283939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275348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316209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321238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323753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315161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2983980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2617277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332972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270109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309923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3015412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286873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2942071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2983980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292111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3518320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3308775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3497365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7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3267120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3350938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20880000">
            <a:off x="3204256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3255187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720000">
            <a:off x="431484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4222004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960000">
            <a:off x="351857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960000">
            <a:off x="3347044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960000">
            <a:off x="3347044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20640000">
            <a:off x="393766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20640000">
            <a:off x="3962512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20640000">
            <a:off x="3962512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3371892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3665255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383289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3707164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3371892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328807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429388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339284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3560482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361077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363591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355000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395861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400890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403405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394814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3780504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341380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4126253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349761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389575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3811936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3665255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373859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3780504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3717641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4314844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4105299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4293889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77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4234328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4318146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0">
            <a:off x="417146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415051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0">
            <a:off x="528205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5261097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0">
            <a:off x="448578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0">
            <a:off x="4412441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0">
            <a:off x="4412441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0">
            <a:off x="490487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0">
            <a:off x="4831530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0">
            <a:off x="4831530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433910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4632463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480009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4674372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433910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425528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526109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436005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452769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457798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460312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451721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492582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497611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500126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491534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474771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438100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509346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446482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486296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477914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4632463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470580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474771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468484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528205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5072507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5261097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04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528687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537069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720000">
            <a:off x="522401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5131174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20880000">
            <a:off x="633460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6385532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20640000">
            <a:off x="553833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20640000">
            <a:off x="556318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20640000">
            <a:off x="556318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960000">
            <a:off x="595742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960000">
            <a:off x="578589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960000">
            <a:off x="578589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539165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568501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585264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572692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539165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530783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631364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541260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558024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563053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565567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556976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597837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602866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605381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596789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580026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543355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614601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551737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591551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583169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568501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575835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580026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573739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633460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6125056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6313647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3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633942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642324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0">
            <a:off x="627656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6255609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0">
            <a:off x="738715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7366196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0">
            <a:off x="659088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0">
            <a:off x="6517540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0">
            <a:off x="6517540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0">
            <a:off x="700997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0">
            <a:off x="6936630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0">
            <a:off x="6936630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644419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673756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690519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677947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644419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636038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736619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646515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663279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668308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670822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662231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703092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708121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710636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702044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685281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648610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719856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6569926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696806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688424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673756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681090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685281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6789948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738715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7177606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7366196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3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7306635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7390453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20880000">
            <a:off x="724377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7294702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720000">
            <a:off x="8354359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8261519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960000">
            <a:off x="755808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960000">
            <a:off x="7386559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960000">
            <a:off x="7386559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20640000">
            <a:off x="797717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20640000">
            <a:off x="8002027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20640000">
            <a:off x="8002027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7411407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7704770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7872406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7746679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7411407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732758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833340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7432362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7599997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765028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767543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758952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799813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804842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807356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798765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7820019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7453316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816576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753713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793526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7851451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7704770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7778111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7820019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7757156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8354359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8144814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8333404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tap3000"/>
          <p:cNvSpPr/>
          <p:nvPr/>
        </p:nvSpPr>
        <p:spPr>
          <a:xfrm>
            <a:off x="623049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tap3001"/>
          <p:cNvSpPr/>
          <p:nvPr/>
        </p:nvSpPr>
        <p:spPr>
          <a:xfrm>
            <a:off x="621848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tap3002"/>
          <p:cNvSpPr/>
          <p:nvPr/>
        </p:nvSpPr>
        <p:spPr>
          <a:xfrm>
            <a:off x="621336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tap3003"/>
          <p:cNvSpPr/>
          <p:nvPr/>
        </p:nvSpPr>
        <p:spPr>
          <a:xfrm>
            <a:off x="621197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stap3004"/>
          <p:cNvSpPr/>
          <p:nvPr/>
        </p:nvSpPr>
        <p:spPr>
          <a:xfrm>
            <a:off x="621206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stap3005"/>
          <p:cNvSpPr/>
          <p:nvPr/>
        </p:nvSpPr>
        <p:spPr>
          <a:xfrm>
            <a:off x="621315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stap3006"/>
          <p:cNvSpPr/>
          <p:nvPr/>
        </p:nvSpPr>
        <p:spPr>
          <a:xfrm>
            <a:off x="621522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stap3007"/>
          <p:cNvSpPr/>
          <p:nvPr/>
        </p:nvSpPr>
        <p:spPr>
          <a:xfrm>
            <a:off x="6220109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stap3008"/>
          <p:cNvSpPr/>
          <p:nvPr/>
        </p:nvSpPr>
        <p:spPr>
          <a:xfrm>
            <a:off x="622499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stap3009"/>
          <p:cNvSpPr/>
          <p:nvPr/>
        </p:nvSpPr>
        <p:spPr>
          <a:xfrm>
            <a:off x="6229878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stap3010"/>
          <p:cNvSpPr/>
          <p:nvPr/>
        </p:nvSpPr>
        <p:spPr>
          <a:xfrm>
            <a:off x="6234152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stap3011"/>
          <p:cNvSpPr/>
          <p:nvPr/>
        </p:nvSpPr>
        <p:spPr>
          <a:xfrm>
            <a:off x="623293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stap3012"/>
          <p:cNvSpPr/>
          <p:nvPr/>
        </p:nvSpPr>
        <p:spPr>
          <a:xfrm>
            <a:off x="623159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stap3013"/>
          <p:cNvSpPr/>
          <p:nvPr/>
        </p:nvSpPr>
        <p:spPr>
          <a:xfrm>
            <a:off x="622461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stap3014"/>
          <p:cNvSpPr/>
          <p:nvPr/>
        </p:nvSpPr>
        <p:spPr>
          <a:xfrm>
            <a:off x="621708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stap3015"/>
          <p:cNvSpPr/>
          <p:nvPr/>
        </p:nvSpPr>
        <p:spPr>
          <a:xfrm>
            <a:off x="620731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stap3016"/>
          <p:cNvSpPr/>
          <p:nvPr/>
        </p:nvSpPr>
        <p:spPr>
          <a:xfrm>
            <a:off x="619860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stap3017"/>
          <p:cNvSpPr/>
          <p:nvPr/>
        </p:nvSpPr>
        <p:spPr>
          <a:xfrm>
            <a:off x="619162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stap3018"/>
          <p:cNvSpPr/>
          <p:nvPr/>
        </p:nvSpPr>
        <p:spPr>
          <a:xfrm>
            <a:off x="618673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stap3019"/>
          <p:cNvSpPr/>
          <p:nvPr/>
        </p:nvSpPr>
        <p:spPr>
          <a:xfrm>
            <a:off x="618347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stap3020"/>
          <p:cNvSpPr/>
          <p:nvPr/>
        </p:nvSpPr>
        <p:spPr>
          <a:xfrm>
            <a:off x="618347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stap3021"/>
          <p:cNvSpPr/>
          <p:nvPr/>
        </p:nvSpPr>
        <p:spPr>
          <a:xfrm>
            <a:off x="6184335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stap3022"/>
          <p:cNvSpPr/>
          <p:nvPr/>
        </p:nvSpPr>
        <p:spPr>
          <a:xfrm>
            <a:off x="618635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stap3023"/>
          <p:cNvSpPr/>
          <p:nvPr/>
        </p:nvSpPr>
        <p:spPr>
          <a:xfrm>
            <a:off x="618879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stap3024"/>
          <p:cNvSpPr/>
          <p:nvPr/>
        </p:nvSpPr>
        <p:spPr>
          <a:xfrm>
            <a:off x="619129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stap3025"/>
          <p:cNvSpPr/>
          <p:nvPr/>
        </p:nvSpPr>
        <p:spPr>
          <a:xfrm>
            <a:off x="619545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stap3_haard"/>
          <p:cNvSpPr/>
          <p:nvPr/>
        </p:nvSpPr>
        <p:spPr>
          <a:xfrm>
            <a:off x="622792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58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8103159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8186977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0">
            <a:off x="804029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8019341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0">
            <a:off x="915088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9129928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0">
            <a:off x="835461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0">
            <a:off x="8281272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0">
            <a:off x="8281272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0">
            <a:off x="877370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0">
            <a:off x="8700361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0">
            <a:off x="8700361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8207931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8501294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8668930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8543203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8207931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812411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912992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8228886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8396522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844681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8471958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838604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8794657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884494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8870093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878417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8616544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824984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89622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833365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873179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8647975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8501294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8574635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8616544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8553680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9150883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8941338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9129928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tap3000"/>
          <p:cNvSpPr/>
          <p:nvPr/>
        </p:nvSpPr>
        <p:spPr>
          <a:xfrm>
            <a:off x="623049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tap3001"/>
          <p:cNvSpPr/>
          <p:nvPr/>
        </p:nvSpPr>
        <p:spPr>
          <a:xfrm>
            <a:off x="621848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tap3002"/>
          <p:cNvSpPr/>
          <p:nvPr/>
        </p:nvSpPr>
        <p:spPr>
          <a:xfrm>
            <a:off x="621336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tap3003"/>
          <p:cNvSpPr/>
          <p:nvPr/>
        </p:nvSpPr>
        <p:spPr>
          <a:xfrm>
            <a:off x="621197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stap3004"/>
          <p:cNvSpPr/>
          <p:nvPr/>
        </p:nvSpPr>
        <p:spPr>
          <a:xfrm>
            <a:off x="621206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stap3005"/>
          <p:cNvSpPr/>
          <p:nvPr/>
        </p:nvSpPr>
        <p:spPr>
          <a:xfrm>
            <a:off x="621315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stap3006"/>
          <p:cNvSpPr/>
          <p:nvPr/>
        </p:nvSpPr>
        <p:spPr>
          <a:xfrm>
            <a:off x="621522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stap3007"/>
          <p:cNvSpPr/>
          <p:nvPr/>
        </p:nvSpPr>
        <p:spPr>
          <a:xfrm>
            <a:off x="6220109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stap3008"/>
          <p:cNvSpPr/>
          <p:nvPr/>
        </p:nvSpPr>
        <p:spPr>
          <a:xfrm>
            <a:off x="622499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stap3009"/>
          <p:cNvSpPr/>
          <p:nvPr/>
        </p:nvSpPr>
        <p:spPr>
          <a:xfrm>
            <a:off x="6229878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stap3010"/>
          <p:cNvSpPr/>
          <p:nvPr/>
        </p:nvSpPr>
        <p:spPr>
          <a:xfrm>
            <a:off x="6234152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stap3011"/>
          <p:cNvSpPr/>
          <p:nvPr/>
        </p:nvSpPr>
        <p:spPr>
          <a:xfrm>
            <a:off x="623293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stap3012"/>
          <p:cNvSpPr/>
          <p:nvPr/>
        </p:nvSpPr>
        <p:spPr>
          <a:xfrm>
            <a:off x="623159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stap3013"/>
          <p:cNvSpPr/>
          <p:nvPr/>
        </p:nvSpPr>
        <p:spPr>
          <a:xfrm>
            <a:off x="622461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stap3014"/>
          <p:cNvSpPr/>
          <p:nvPr/>
        </p:nvSpPr>
        <p:spPr>
          <a:xfrm>
            <a:off x="621708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stap3015"/>
          <p:cNvSpPr/>
          <p:nvPr/>
        </p:nvSpPr>
        <p:spPr>
          <a:xfrm>
            <a:off x="620731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stap3016"/>
          <p:cNvSpPr/>
          <p:nvPr/>
        </p:nvSpPr>
        <p:spPr>
          <a:xfrm>
            <a:off x="619860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stap3017"/>
          <p:cNvSpPr/>
          <p:nvPr/>
        </p:nvSpPr>
        <p:spPr>
          <a:xfrm>
            <a:off x="619162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stap3018"/>
          <p:cNvSpPr/>
          <p:nvPr/>
        </p:nvSpPr>
        <p:spPr>
          <a:xfrm>
            <a:off x="618673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stap3019"/>
          <p:cNvSpPr/>
          <p:nvPr/>
        </p:nvSpPr>
        <p:spPr>
          <a:xfrm>
            <a:off x="618347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stap3020"/>
          <p:cNvSpPr/>
          <p:nvPr/>
        </p:nvSpPr>
        <p:spPr>
          <a:xfrm>
            <a:off x="618347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stap3021"/>
          <p:cNvSpPr/>
          <p:nvPr/>
        </p:nvSpPr>
        <p:spPr>
          <a:xfrm>
            <a:off x="6184335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stap3022"/>
          <p:cNvSpPr/>
          <p:nvPr/>
        </p:nvSpPr>
        <p:spPr>
          <a:xfrm>
            <a:off x="618635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stap3023"/>
          <p:cNvSpPr/>
          <p:nvPr/>
        </p:nvSpPr>
        <p:spPr>
          <a:xfrm>
            <a:off x="618879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stap3024"/>
          <p:cNvSpPr/>
          <p:nvPr/>
        </p:nvSpPr>
        <p:spPr>
          <a:xfrm>
            <a:off x="619129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stap3025"/>
          <p:cNvSpPr/>
          <p:nvPr/>
        </p:nvSpPr>
        <p:spPr>
          <a:xfrm>
            <a:off x="619545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stap3_haard"/>
          <p:cNvSpPr/>
          <p:nvPr/>
        </p:nvSpPr>
        <p:spPr>
          <a:xfrm>
            <a:off x="622792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stap4000"/>
          <p:cNvSpPr/>
          <p:nvPr/>
        </p:nvSpPr>
        <p:spPr>
          <a:xfrm>
            <a:off x="7754458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stap4001"/>
          <p:cNvSpPr/>
          <p:nvPr/>
        </p:nvSpPr>
        <p:spPr>
          <a:xfrm>
            <a:off x="7742449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stap4002"/>
          <p:cNvSpPr/>
          <p:nvPr/>
        </p:nvSpPr>
        <p:spPr>
          <a:xfrm>
            <a:off x="7737330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stap4003"/>
          <p:cNvSpPr/>
          <p:nvPr/>
        </p:nvSpPr>
        <p:spPr>
          <a:xfrm>
            <a:off x="7735934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stap4004"/>
          <p:cNvSpPr/>
          <p:nvPr/>
        </p:nvSpPr>
        <p:spPr>
          <a:xfrm>
            <a:off x="7736027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stap4005"/>
          <p:cNvSpPr/>
          <p:nvPr/>
        </p:nvSpPr>
        <p:spPr>
          <a:xfrm>
            <a:off x="7737113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stap4006"/>
          <p:cNvSpPr/>
          <p:nvPr/>
        </p:nvSpPr>
        <p:spPr>
          <a:xfrm>
            <a:off x="7739186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stap4007"/>
          <p:cNvSpPr/>
          <p:nvPr/>
        </p:nvSpPr>
        <p:spPr>
          <a:xfrm>
            <a:off x="7744071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stap4008"/>
          <p:cNvSpPr/>
          <p:nvPr/>
        </p:nvSpPr>
        <p:spPr>
          <a:xfrm>
            <a:off x="7748955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stap4009"/>
          <p:cNvSpPr/>
          <p:nvPr/>
        </p:nvSpPr>
        <p:spPr>
          <a:xfrm>
            <a:off x="7753839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stap4010"/>
          <p:cNvSpPr/>
          <p:nvPr/>
        </p:nvSpPr>
        <p:spPr>
          <a:xfrm>
            <a:off x="7758113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stap4011"/>
          <p:cNvSpPr/>
          <p:nvPr/>
        </p:nvSpPr>
        <p:spPr>
          <a:xfrm>
            <a:off x="7756892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stap4012"/>
          <p:cNvSpPr/>
          <p:nvPr/>
        </p:nvSpPr>
        <p:spPr>
          <a:xfrm>
            <a:off x="7755556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stap4013"/>
          <p:cNvSpPr/>
          <p:nvPr/>
        </p:nvSpPr>
        <p:spPr>
          <a:xfrm>
            <a:off x="7748578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stap4014"/>
          <p:cNvSpPr/>
          <p:nvPr/>
        </p:nvSpPr>
        <p:spPr>
          <a:xfrm>
            <a:off x="7741042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stap4015"/>
          <p:cNvSpPr/>
          <p:nvPr/>
        </p:nvSpPr>
        <p:spPr>
          <a:xfrm>
            <a:off x="7731273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stap4016"/>
          <p:cNvSpPr/>
          <p:nvPr/>
        </p:nvSpPr>
        <p:spPr>
          <a:xfrm>
            <a:off x="7722565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stap4017"/>
          <p:cNvSpPr/>
          <p:nvPr/>
        </p:nvSpPr>
        <p:spPr>
          <a:xfrm>
            <a:off x="7715587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stap4018"/>
          <p:cNvSpPr/>
          <p:nvPr/>
        </p:nvSpPr>
        <p:spPr>
          <a:xfrm>
            <a:off x="7710693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stap4019"/>
          <p:cNvSpPr/>
          <p:nvPr/>
        </p:nvSpPr>
        <p:spPr>
          <a:xfrm>
            <a:off x="7707437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stap4020"/>
          <p:cNvSpPr/>
          <p:nvPr/>
        </p:nvSpPr>
        <p:spPr>
          <a:xfrm>
            <a:off x="7707437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stap4021"/>
          <p:cNvSpPr/>
          <p:nvPr/>
        </p:nvSpPr>
        <p:spPr>
          <a:xfrm>
            <a:off x="7708296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stap4022"/>
          <p:cNvSpPr/>
          <p:nvPr/>
        </p:nvSpPr>
        <p:spPr>
          <a:xfrm>
            <a:off x="7710319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stap4023"/>
          <p:cNvSpPr/>
          <p:nvPr/>
        </p:nvSpPr>
        <p:spPr>
          <a:xfrm>
            <a:off x="7712761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stap4024"/>
          <p:cNvSpPr/>
          <p:nvPr/>
        </p:nvSpPr>
        <p:spPr>
          <a:xfrm>
            <a:off x="7715252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stap4025"/>
          <p:cNvSpPr/>
          <p:nvPr/>
        </p:nvSpPr>
        <p:spPr>
          <a:xfrm>
            <a:off x="7719420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stap4_haard"/>
          <p:cNvSpPr/>
          <p:nvPr/>
        </p:nvSpPr>
        <p:spPr>
          <a:xfrm>
            <a:off x="7751886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85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864365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872747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720000">
            <a:off x="858079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8487954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20880000">
            <a:off x="969138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9742312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20640000">
            <a:off x="889511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20640000">
            <a:off x="891996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20640000">
            <a:off x="891996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960000">
            <a:off x="931420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960000">
            <a:off x="914267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960000">
            <a:off x="914267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874843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904179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920942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908370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874843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866461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967042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876938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893702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898731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901245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892654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933515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938544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941059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932467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915704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879033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950279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887415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927229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918847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904179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911513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915704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909417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9691381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9481836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9670427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tap3000"/>
          <p:cNvSpPr/>
          <p:nvPr/>
        </p:nvSpPr>
        <p:spPr>
          <a:xfrm>
            <a:off x="623049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tap3001"/>
          <p:cNvSpPr/>
          <p:nvPr/>
        </p:nvSpPr>
        <p:spPr>
          <a:xfrm>
            <a:off x="621848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tap3002"/>
          <p:cNvSpPr/>
          <p:nvPr/>
        </p:nvSpPr>
        <p:spPr>
          <a:xfrm>
            <a:off x="621336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tap3003"/>
          <p:cNvSpPr/>
          <p:nvPr/>
        </p:nvSpPr>
        <p:spPr>
          <a:xfrm>
            <a:off x="621197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stap3004"/>
          <p:cNvSpPr/>
          <p:nvPr/>
        </p:nvSpPr>
        <p:spPr>
          <a:xfrm>
            <a:off x="621206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stap3005"/>
          <p:cNvSpPr/>
          <p:nvPr/>
        </p:nvSpPr>
        <p:spPr>
          <a:xfrm>
            <a:off x="621315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stap3006"/>
          <p:cNvSpPr/>
          <p:nvPr/>
        </p:nvSpPr>
        <p:spPr>
          <a:xfrm>
            <a:off x="621522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stap3007"/>
          <p:cNvSpPr/>
          <p:nvPr/>
        </p:nvSpPr>
        <p:spPr>
          <a:xfrm>
            <a:off x="6220109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stap3008"/>
          <p:cNvSpPr/>
          <p:nvPr/>
        </p:nvSpPr>
        <p:spPr>
          <a:xfrm>
            <a:off x="622499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stap3009"/>
          <p:cNvSpPr/>
          <p:nvPr/>
        </p:nvSpPr>
        <p:spPr>
          <a:xfrm>
            <a:off x="6229878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stap3010"/>
          <p:cNvSpPr/>
          <p:nvPr/>
        </p:nvSpPr>
        <p:spPr>
          <a:xfrm>
            <a:off x="6234152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stap3011"/>
          <p:cNvSpPr/>
          <p:nvPr/>
        </p:nvSpPr>
        <p:spPr>
          <a:xfrm>
            <a:off x="623293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stap3012"/>
          <p:cNvSpPr/>
          <p:nvPr/>
        </p:nvSpPr>
        <p:spPr>
          <a:xfrm>
            <a:off x="623159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stap3013"/>
          <p:cNvSpPr/>
          <p:nvPr/>
        </p:nvSpPr>
        <p:spPr>
          <a:xfrm>
            <a:off x="622461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stap3014"/>
          <p:cNvSpPr/>
          <p:nvPr/>
        </p:nvSpPr>
        <p:spPr>
          <a:xfrm>
            <a:off x="621708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stap3015"/>
          <p:cNvSpPr/>
          <p:nvPr/>
        </p:nvSpPr>
        <p:spPr>
          <a:xfrm>
            <a:off x="620731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stap3016"/>
          <p:cNvSpPr/>
          <p:nvPr/>
        </p:nvSpPr>
        <p:spPr>
          <a:xfrm>
            <a:off x="619860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stap3017"/>
          <p:cNvSpPr/>
          <p:nvPr/>
        </p:nvSpPr>
        <p:spPr>
          <a:xfrm>
            <a:off x="619162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stap3018"/>
          <p:cNvSpPr/>
          <p:nvPr/>
        </p:nvSpPr>
        <p:spPr>
          <a:xfrm>
            <a:off x="618673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stap3019"/>
          <p:cNvSpPr/>
          <p:nvPr/>
        </p:nvSpPr>
        <p:spPr>
          <a:xfrm>
            <a:off x="618347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stap3020"/>
          <p:cNvSpPr/>
          <p:nvPr/>
        </p:nvSpPr>
        <p:spPr>
          <a:xfrm>
            <a:off x="618347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stap3021"/>
          <p:cNvSpPr/>
          <p:nvPr/>
        </p:nvSpPr>
        <p:spPr>
          <a:xfrm>
            <a:off x="6184335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stap3022"/>
          <p:cNvSpPr/>
          <p:nvPr/>
        </p:nvSpPr>
        <p:spPr>
          <a:xfrm>
            <a:off x="618635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stap3023"/>
          <p:cNvSpPr/>
          <p:nvPr/>
        </p:nvSpPr>
        <p:spPr>
          <a:xfrm>
            <a:off x="618879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stap3024"/>
          <p:cNvSpPr/>
          <p:nvPr/>
        </p:nvSpPr>
        <p:spPr>
          <a:xfrm>
            <a:off x="619129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stap3025"/>
          <p:cNvSpPr/>
          <p:nvPr/>
        </p:nvSpPr>
        <p:spPr>
          <a:xfrm>
            <a:off x="619545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stap3_haard"/>
          <p:cNvSpPr/>
          <p:nvPr/>
        </p:nvSpPr>
        <p:spPr>
          <a:xfrm>
            <a:off x="622792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stap4000"/>
          <p:cNvSpPr/>
          <p:nvPr/>
        </p:nvSpPr>
        <p:spPr>
          <a:xfrm>
            <a:off x="7754458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stap4001"/>
          <p:cNvSpPr/>
          <p:nvPr/>
        </p:nvSpPr>
        <p:spPr>
          <a:xfrm>
            <a:off x="7742449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stap4002"/>
          <p:cNvSpPr/>
          <p:nvPr/>
        </p:nvSpPr>
        <p:spPr>
          <a:xfrm>
            <a:off x="7737330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stap4003"/>
          <p:cNvSpPr/>
          <p:nvPr/>
        </p:nvSpPr>
        <p:spPr>
          <a:xfrm>
            <a:off x="7735934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stap4004"/>
          <p:cNvSpPr/>
          <p:nvPr/>
        </p:nvSpPr>
        <p:spPr>
          <a:xfrm>
            <a:off x="7736027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stap4005"/>
          <p:cNvSpPr/>
          <p:nvPr/>
        </p:nvSpPr>
        <p:spPr>
          <a:xfrm>
            <a:off x="7737113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stap4006"/>
          <p:cNvSpPr/>
          <p:nvPr/>
        </p:nvSpPr>
        <p:spPr>
          <a:xfrm>
            <a:off x="7739186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stap4007"/>
          <p:cNvSpPr/>
          <p:nvPr/>
        </p:nvSpPr>
        <p:spPr>
          <a:xfrm>
            <a:off x="7744071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stap4008"/>
          <p:cNvSpPr/>
          <p:nvPr/>
        </p:nvSpPr>
        <p:spPr>
          <a:xfrm>
            <a:off x="7748955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stap4009"/>
          <p:cNvSpPr/>
          <p:nvPr/>
        </p:nvSpPr>
        <p:spPr>
          <a:xfrm>
            <a:off x="7753839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stap4010"/>
          <p:cNvSpPr/>
          <p:nvPr/>
        </p:nvSpPr>
        <p:spPr>
          <a:xfrm>
            <a:off x="7758113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stap4011"/>
          <p:cNvSpPr/>
          <p:nvPr/>
        </p:nvSpPr>
        <p:spPr>
          <a:xfrm>
            <a:off x="7756892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stap4012"/>
          <p:cNvSpPr/>
          <p:nvPr/>
        </p:nvSpPr>
        <p:spPr>
          <a:xfrm>
            <a:off x="7755556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stap4013"/>
          <p:cNvSpPr/>
          <p:nvPr/>
        </p:nvSpPr>
        <p:spPr>
          <a:xfrm>
            <a:off x="7748578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stap4014"/>
          <p:cNvSpPr/>
          <p:nvPr/>
        </p:nvSpPr>
        <p:spPr>
          <a:xfrm>
            <a:off x="7741042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stap4015"/>
          <p:cNvSpPr/>
          <p:nvPr/>
        </p:nvSpPr>
        <p:spPr>
          <a:xfrm>
            <a:off x="7731273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stap4016"/>
          <p:cNvSpPr/>
          <p:nvPr/>
        </p:nvSpPr>
        <p:spPr>
          <a:xfrm>
            <a:off x="7722565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stap4017"/>
          <p:cNvSpPr/>
          <p:nvPr/>
        </p:nvSpPr>
        <p:spPr>
          <a:xfrm>
            <a:off x="7715587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stap4018"/>
          <p:cNvSpPr/>
          <p:nvPr/>
        </p:nvSpPr>
        <p:spPr>
          <a:xfrm>
            <a:off x="7710693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stap4019"/>
          <p:cNvSpPr/>
          <p:nvPr/>
        </p:nvSpPr>
        <p:spPr>
          <a:xfrm>
            <a:off x="7707437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stap4020"/>
          <p:cNvSpPr/>
          <p:nvPr/>
        </p:nvSpPr>
        <p:spPr>
          <a:xfrm>
            <a:off x="7707437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stap4021"/>
          <p:cNvSpPr/>
          <p:nvPr/>
        </p:nvSpPr>
        <p:spPr>
          <a:xfrm>
            <a:off x="7708296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stap4022"/>
          <p:cNvSpPr/>
          <p:nvPr/>
        </p:nvSpPr>
        <p:spPr>
          <a:xfrm>
            <a:off x="7710319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stap4023"/>
          <p:cNvSpPr/>
          <p:nvPr/>
        </p:nvSpPr>
        <p:spPr>
          <a:xfrm>
            <a:off x="7712761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stap4024"/>
          <p:cNvSpPr/>
          <p:nvPr/>
        </p:nvSpPr>
        <p:spPr>
          <a:xfrm>
            <a:off x="7715252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stap4025"/>
          <p:cNvSpPr/>
          <p:nvPr/>
        </p:nvSpPr>
        <p:spPr>
          <a:xfrm>
            <a:off x="7719420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stap4_haard"/>
          <p:cNvSpPr/>
          <p:nvPr/>
        </p:nvSpPr>
        <p:spPr>
          <a:xfrm>
            <a:off x="7751886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85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0">
        <p159:morph option="byObject"/>
      </p:transition>
    </mc:Choice>
    <mc:Fallback>
      <p:transition xmlns:p14="http://schemas.microsoft.com/office/powerpoint/2010/main" spd="slow" p14:dur="320" advClick="0" advTm="10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761980" y="5587860"/>
            <a:ext cx="10667733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erk0"/>
          <p:cNvSpPr/>
          <p:nvPr/>
        </p:nvSpPr>
        <p:spPr>
          <a:xfrm>
            <a:off x="736581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erklabel0"/>
          <p:cNvSpPr txBox="1"/>
          <p:nvPr/>
        </p:nvSpPr>
        <p:spPr>
          <a:xfrm>
            <a:off x="317492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0 m</a:t>
            </a:r>
          </a:p>
        </p:txBody>
      </p:sp>
      <p:sp>
        <p:nvSpPr>
          <p:cNvPr id="6" name="!!merk1"/>
          <p:cNvSpPr/>
          <p:nvPr/>
        </p:nvSpPr>
        <p:spPr>
          <a:xfrm>
            <a:off x="11404314" y="5371965"/>
            <a:ext cx="50798" cy="304792"/>
          </a:xfrm>
          <a:prstGeom prst="rect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erklabel1"/>
          <p:cNvSpPr txBox="1"/>
          <p:nvPr/>
        </p:nvSpPr>
        <p:spPr>
          <a:xfrm>
            <a:off x="10985225" y="4965575"/>
            <a:ext cx="8889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52BDEC"/>
                </a:solidFill>
                <a:latin typeface="Consolas"/>
              </a:rPr>
              <a:t>10 m</a:t>
            </a:r>
          </a:p>
        </p:txBody>
      </p:sp>
      <p:sp>
        <p:nvSpPr>
          <p:cNvPr id="8" name="!!f_schaduw"/>
          <p:cNvSpPr/>
          <p:nvPr/>
        </p:nvSpPr>
        <p:spPr>
          <a:xfrm>
            <a:off x="8842788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armassa"/>
          <p:cNvSpPr/>
          <p:nvPr/>
        </p:nvSpPr>
        <p:spPr>
          <a:xfrm>
            <a:off x="8926606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armL"/>
          <p:cNvSpPr/>
          <p:nvPr/>
        </p:nvSpPr>
        <p:spPr>
          <a:xfrm rot="0">
            <a:off x="877992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handL"/>
          <p:cNvSpPr/>
          <p:nvPr/>
        </p:nvSpPr>
        <p:spPr>
          <a:xfrm>
            <a:off x="8758971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armR"/>
          <p:cNvSpPr/>
          <p:nvPr/>
        </p:nvSpPr>
        <p:spPr>
          <a:xfrm rot="0">
            <a:off x="989051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handR"/>
          <p:cNvSpPr/>
          <p:nvPr/>
        </p:nvSpPr>
        <p:spPr>
          <a:xfrm>
            <a:off x="9869558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beenL"/>
          <p:cNvSpPr/>
          <p:nvPr/>
        </p:nvSpPr>
        <p:spPr>
          <a:xfrm rot="0">
            <a:off x="909424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schoenL"/>
          <p:cNvSpPr/>
          <p:nvPr/>
        </p:nvSpPr>
        <p:spPr>
          <a:xfrm rot="0">
            <a:off x="9020901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zoolL"/>
          <p:cNvSpPr/>
          <p:nvPr/>
        </p:nvSpPr>
        <p:spPr>
          <a:xfrm rot="0">
            <a:off x="9020901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beenR"/>
          <p:cNvSpPr/>
          <p:nvPr/>
        </p:nvSpPr>
        <p:spPr>
          <a:xfrm rot="0">
            <a:off x="951333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schoenR"/>
          <p:cNvSpPr/>
          <p:nvPr/>
        </p:nvSpPr>
        <p:spPr>
          <a:xfrm rot="0">
            <a:off x="9439991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zoolR"/>
          <p:cNvSpPr/>
          <p:nvPr/>
        </p:nvSpPr>
        <p:spPr>
          <a:xfrm rot="0">
            <a:off x="9439991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romp"/>
          <p:cNvSpPr/>
          <p:nvPr/>
        </p:nvSpPr>
        <p:spPr>
          <a:xfrm>
            <a:off x="8947561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kraag"/>
          <p:cNvSpPr/>
          <p:nvPr/>
        </p:nvSpPr>
        <p:spPr>
          <a:xfrm>
            <a:off x="9240923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rand"/>
          <p:cNvSpPr/>
          <p:nvPr/>
        </p:nvSpPr>
        <p:spPr>
          <a:xfrm>
            <a:off x="9408559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nek"/>
          <p:cNvSpPr/>
          <p:nvPr/>
        </p:nvSpPr>
        <p:spPr>
          <a:xfrm>
            <a:off x="9282832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hoofd"/>
          <p:cNvSpPr/>
          <p:nvPr/>
        </p:nvSpPr>
        <p:spPr>
          <a:xfrm>
            <a:off x="8947561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oorL"/>
          <p:cNvSpPr/>
          <p:nvPr/>
        </p:nvSpPr>
        <p:spPr>
          <a:xfrm>
            <a:off x="886374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oorR"/>
          <p:cNvSpPr/>
          <p:nvPr/>
        </p:nvSpPr>
        <p:spPr>
          <a:xfrm>
            <a:off x="986955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pony"/>
          <p:cNvSpPr/>
          <p:nvPr/>
        </p:nvSpPr>
        <p:spPr>
          <a:xfrm>
            <a:off x="8968515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L"/>
          <p:cNvSpPr/>
          <p:nvPr/>
        </p:nvSpPr>
        <p:spPr>
          <a:xfrm>
            <a:off x="9136151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L"/>
          <p:cNvSpPr/>
          <p:nvPr/>
        </p:nvSpPr>
        <p:spPr>
          <a:xfrm>
            <a:off x="918644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L"/>
          <p:cNvSpPr/>
          <p:nvPr/>
        </p:nvSpPr>
        <p:spPr>
          <a:xfrm>
            <a:off x="9211587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L"/>
          <p:cNvSpPr/>
          <p:nvPr/>
        </p:nvSpPr>
        <p:spPr>
          <a:xfrm>
            <a:off x="912567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oogwitR"/>
          <p:cNvSpPr/>
          <p:nvPr/>
        </p:nvSpPr>
        <p:spPr>
          <a:xfrm>
            <a:off x="9534286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pupilR"/>
          <p:cNvSpPr/>
          <p:nvPr/>
        </p:nvSpPr>
        <p:spPr>
          <a:xfrm>
            <a:off x="958457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glansR"/>
          <p:cNvSpPr/>
          <p:nvPr/>
        </p:nvSpPr>
        <p:spPr>
          <a:xfrm>
            <a:off x="9609722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wenkR"/>
          <p:cNvSpPr/>
          <p:nvPr/>
        </p:nvSpPr>
        <p:spPr>
          <a:xfrm>
            <a:off x="952380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neus"/>
          <p:cNvSpPr/>
          <p:nvPr/>
        </p:nvSpPr>
        <p:spPr>
          <a:xfrm>
            <a:off x="9356173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losL"/>
          <p:cNvSpPr/>
          <p:nvPr/>
        </p:nvSpPr>
        <p:spPr>
          <a:xfrm>
            <a:off x="898947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blosR"/>
          <p:cNvSpPr/>
          <p:nvPr/>
        </p:nvSpPr>
        <p:spPr>
          <a:xfrm>
            <a:off x="970192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brilL"/>
          <p:cNvSpPr/>
          <p:nvPr/>
        </p:nvSpPr>
        <p:spPr>
          <a:xfrm>
            <a:off x="907328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rilR"/>
          <p:cNvSpPr/>
          <p:nvPr/>
        </p:nvSpPr>
        <p:spPr>
          <a:xfrm>
            <a:off x="947142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brug"/>
          <p:cNvSpPr/>
          <p:nvPr/>
        </p:nvSpPr>
        <p:spPr>
          <a:xfrm>
            <a:off x="9387605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snor"/>
          <p:cNvSpPr/>
          <p:nvPr/>
        </p:nvSpPr>
        <p:spPr>
          <a:xfrm>
            <a:off x="9240923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mond"/>
          <p:cNvSpPr/>
          <p:nvPr/>
        </p:nvSpPr>
        <p:spPr>
          <a:xfrm>
            <a:off x="9314264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tand"/>
          <p:cNvSpPr/>
          <p:nvPr/>
        </p:nvSpPr>
        <p:spPr>
          <a:xfrm>
            <a:off x="9356173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monddek"/>
          <p:cNvSpPr/>
          <p:nvPr/>
        </p:nvSpPr>
        <p:spPr>
          <a:xfrm>
            <a:off x="9293310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abel"/>
          <p:cNvSpPr/>
          <p:nvPr/>
        </p:nvSpPr>
        <p:spPr>
          <a:xfrm>
            <a:off x="9890512" y="4917317"/>
            <a:ext cx="19049" cy="628634"/>
          </a:xfrm>
          <a:prstGeom prst="rect">
            <a:avLst/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astje"/>
          <p:cNvSpPr/>
          <p:nvPr/>
        </p:nvSpPr>
        <p:spPr>
          <a:xfrm>
            <a:off x="9680967" y="4540136"/>
            <a:ext cx="544816" cy="419089"/>
          </a:xfrm>
          <a:prstGeom prst="roundRect">
            <a:avLst>
              <a:gd name="adj" fmla="val 30000"/>
            </a:avLst>
          </a:prstGeom>
          <a:solidFill>
            <a:srgbClr val="113A57"/>
          </a:solidFill>
          <a:ln w="2540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mpje"/>
          <p:cNvSpPr/>
          <p:nvPr/>
        </p:nvSpPr>
        <p:spPr>
          <a:xfrm>
            <a:off x="9869558" y="4665863"/>
            <a:ext cx="167635" cy="167635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stap0000"/>
          <p:cNvSpPr/>
          <p:nvPr/>
        </p:nvSpPr>
        <p:spPr>
          <a:xfrm>
            <a:off x="1658611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stap0001"/>
          <p:cNvSpPr/>
          <p:nvPr/>
        </p:nvSpPr>
        <p:spPr>
          <a:xfrm>
            <a:off x="1646601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stap0002"/>
          <p:cNvSpPr/>
          <p:nvPr/>
        </p:nvSpPr>
        <p:spPr>
          <a:xfrm>
            <a:off x="1641482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stap0003"/>
          <p:cNvSpPr/>
          <p:nvPr/>
        </p:nvSpPr>
        <p:spPr>
          <a:xfrm>
            <a:off x="1640087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stap0004"/>
          <p:cNvSpPr/>
          <p:nvPr/>
        </p:nvSpPr>
        <p:spPr>
          <a:xfrm>
            <a:off x="1640180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stap0005"/>
          <p:cNvSpPr/>
          <p:nvPr/>
        </p:nvSpPr>
        <p:spPr>
          <a:xfrm>
            <a:off x="1641265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stap0006"/>
          <p:cNvSpPr/>
          <p:nvPr/>
        </p:nvSpPr>
        <p:spPr>
          <a:xfrm>
            <a:off x="1643338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stap0007"/>
          <p:cNvSpPr/>
          <p:nvPr/>
        </p:nvSpPr>
        <p:spPr>
          <a:xfrm>
            <a:off x="1648223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stap0008"/>
          <p:cNvSpPr/>
          <p:nvPr/>
        </p:nvSpPr>
        <p:spPr>
          <a:xfrm>
            <a:off x="1653107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stap0009"/>
          <p:cNvSpPr/>
          <p:nvPr/>
        </p:nvSpPr>
        <p:spPr>
          <a:xfrm>
            <a:off x="1657992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stap0010"/>
          <p:cNvSpPr/>
          <p:nvPr/>
        </p:nvSpPr>
        <p:spPr>
          <a:xfrm>
            <a:off x="1662266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stap0011"/>
          <p:cNvSpPr/>
          <p:nvPr/>
        </p:nvSpPr>
        <p:spPr>
          <a:xfrm>
            <a:off x="1661045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stap0012"/>
          <p:cNvSpPr/>
          <p:nvPr/>
        </p:nvSpPr>
        <p:spPr>
          <a:xfrm>
            <a:off x="1659708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stap0013"/>
          <p:cNvSpPr/>
          <p:nvPr/>
        </p:nvSpPr>
        <p:spPr>
          <a:xfrm>
            <a:off x="1652731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stap0014"/>
          <p:cNvSpPr/>
          <p:nvPr/>
        </p:nvSpPr>
        <p:spPr>
          <a:xfrm>
            <a:off x="1645195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stap0015"/>
          <p:cNvSpPr/>
          <p:nvPr/>
        </p:nvSpPr>
        <p:spPr>
          <a:xfrm>
            <a:off x="1635426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stap0016"/>
          <p:cNvSpPr/>
          <p:nvPr/>
        </p:nvSpPr>
        <p:spPr>
          <a:xfrm>
            <a:off x="1626717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stap0017"/>
          <p:cNvSpPr/>
          <p:nvPr/>
        </p:nvSpPr>
        <p:spPr>
          <a:xfrm>
            <a:off x="1619739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stap0018"/>
          <p:cNvSpPr/>
          <p:nvPr/>
        </p:nvSpPr>
        <p:spPr>
          <a:xfrm>
            <a:off x="1614846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stap0019"/>
          <p:cNvSpPr/>
          <p:nvPr/>
        </p:nvSpPr>
        <p:spPr>
          <a:xfrm>
            <a:off x="1611589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stap0020"/>
          <p:cNvSpPr/>
          <p:nvPr/>
        </p:nvSpPr>
        <p:spPr>
          <a:xfrm>
            <a:off x="1611589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stap0021"/>
          <p:cNvSpPr/>
          <p:nvPr/>
        </p:nvSpPr>
        <p:spPr>
          <a:xfrm>
            <a:off x="1612449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stap0022"/>
          <p:cNvSpPr/>
          <p:nvPr/>
        </p:nvSpPr>
        <p:spPr>
          <a:xfrm>
            <a:off x="1614471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stap0023"/>
          <p:cNvSpPr/>
          <p:nvPr/>
        </p:nvSpPr>
        <p:spPr>
          <a:xfrm>
            <a:off x="1616913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stap0024"/>
          <p:cNvSpPr/>
          <p:nvPr/>
        </p:nvSpPr>
        <p:spPr>
          <a:xfrm>
            <a:off x="1619404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stap0025"/>
          <p:cNvSpPr/>
          <p:nvPr/>
        </p:nvSpPr>
        <p:spPr>
          <a:xfrm>
            <a:off x="1623572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stap0_haard"/>
          <p:cNvSpPr/>
          <p:nvPr/>
        </p:nvSpPr>
        <p:spPr>
          <a:xfrm>
            <a:off x="1656038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stap1000"/>
          <p:cNvSpPr/>
          <p:nvPr/>
        </p:nvSpPr>
        <p:spPr>
          <a:xfrm>
            <a:off x="3182572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stap1001"/>
          <p:cNvSpPr/>
          <p:nvPr/>
        </p:nvSpPr>
        <p:spPr>
          <a:xfrm>
            <a:off x="3170563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stap1002"/>
          <p:cNvSpPr/>
          <p:nvPr/>
        </p:nvSpPr>
        <p:spPr>
          <a:xfrm>
            <a:off x="3165444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stap1003"/>
          <p:cNvSpPr/>
          <p:nvPr/>
        </p:nvSpPr>
        <p:spPr>
          <a:xfrm>
            <a:off x="3164049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stap1004"/>
          <p:cNvSpPr/>
          <p:nvPr/>
        </p:nvSpPr>
        <p:spPr>
          <a:xfrm>
            <a:off x="3164142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stap1005"/>
          <p:cNvSpPr/>
          <p:nvPr/>
        </p:nvSpPr>
        <p:spPr>
          <a:xfrm>
            <a:off x="3165227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stap1006"/>
          <p:cNvSpPr/>
          <p:nvPr/>
        </p:nvSpPr>
        <p:spPr>
          <a:xfrm>
            <a:off x="3167300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stap1007"/>
          <p:cNvSpPr/>
          <p:nvPr/>
        </p:nvSpPr>
        <p:spPr>
          <a:xfrm>
            <a:off x="3172185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stap1008"/>
          <p:cNvSpPr/>
          <p:nvPr/>
        </p:nvSpPr>
        <p:spPr>
          <a:xfrm>
            <a:off x="3177069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stap1009"/>
          <p:cNvSpPr/>
          <p:nvPr/>
        </p:nvSpPr>
        <p:spPr>
          <a:xfrm>
            <a:off x="3181954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stap1010"/>
          <p:cNvSpPr/>
          <p:nvPr/>
        </p:nvSpPr>
        <p:spPr>
          <a:xfrm>
            <a:off x="3186228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stap1011"/>
          <p:cNvSpPr/>
          <p:nvPr/>
        </p:nvSpPr>
        <p:spPr>
          <a:xfrm>
            <a:off x="3185007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stap1012"/>
          <p:cNvSpPr/>
          <p:nvPr/>
        </p:nvSpPr>
        <p:spPr>
          <a:xfrm>
            <a:off x="3183670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stap1013"/>
          <p:cNvSpPr/>
          <p:nvPr/>
        </p:nvSpPr>
        <p:spPr>
          <a:xfrm>
            <a:off x="3176692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stap1014"/>
          <p:cNvSpPr/>
          <p:nvPr/>
        </p:nvSpPr>
        <p:spPr>
          <a:xfrm>
            <a:off x="3169156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stap1015"/>
          <p:cNvSpPr/>
          <p:nvPr/>
        </p:nvSpPr>
        <p:spPr>
          <a:xfrm>
            <a:off x="3159387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stap1016"/>
          <p:cNvSpPr/>
          <p:nvPr/>
        </p:nvSpPr>
        <p:spPr>
          <a:xfrm>
            <a:off x="3150679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stap1017"/>
          <p:cNvSpPr/>
          <p:nvPr/>
        </p:nvSpPr>
        <p:spPr>
          <a:xfrm>
            <a:off x="3143701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stap1018"/>
          <p:cNvSpPr/>
          <p:nvPr/>
        </p:nvSpPr>
        <p:spPr>
          <a:xfrm>
            <a:off x="3138807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stap1019"/>
          <p:cNvSpPr/>
          <p:nvPr/>
        </p:nvSpPr>
        <p:spPr>
          <a:xfrm>
            <a:off x="3135551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stap1020"/>
          <p:cNvSpPr/>
          <p:nvPr/>
        </p:nvSpPr>
        <p:spPr>
          <a:xfrm>
            <a:off x="3135551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stap1021"/>
          <p:cNvSpPr/>
          <p:nvPr/>
        </p:nvSpPr>
        <p:spPr>
          <a:xfrm>
            <a:off x="3136411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stap1022"/>
          <p:cNvSpPr/>
          <p:nvPr/>
        </p:nvSpPr>
        <p:spPr>
          <a:xfrm>
            <a:off x="3138433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stap1023"/>
          <p:cNvSpPr/>
          <p:nvPr/>
        </p:nvSpPr>
        <p:spPr>
          <a:xfrm>
            <a:off x="3140875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stap1024"/>
          <p:cNvSpPr/>
          <p:nvPr/>
        </p:nvSpPr>
        <p:spPr>
          <a:xfrm>
            <a:off x="3143366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stap1025"/>
          <p:cNvSpPr/>
          <p:nvPr/>
        </p:nvSpPr>
        <p:spPr>
          <a:xfrm>
            <a:off x="3147534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stap1_haard"/>
          <p:cNvSpPr/>
          <p:nvPr/>
        </p:nvSpPr>
        <p:spPr>
          <a:xfrm>
            <a:off x="3180000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stap2000"/>
          <p:cNvSpPr/>
          <p:nvPr/>
        </p:nvSpPr>
        <p:spPr>
          <a:xfrm>
            <a:off x="4706534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stap2001"/>
          <p:cNvSpPr/>
          <p:nvPr/>
        </p:nvSpPr>
        <p:spPr>
          <a:xfrm>
            <a:off x="4694525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stap2002"/>
          <p:cNvSpPr/>
          <p:nvPr/>
        </p:nvSpPr>
        <p:spPr>
          <a:xfrm>
            <a:off x="4689406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stap2003"/>
          <p:cNvSpPr/>
          <p:nvPr/>
        </p:nvSpPr>
        <p:spPr>
          <a:xfrm>
            <a:off x="4688011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stap2004"/>
          <p:cNvSpPr/>
          <p:nvPr/>
        </p:nvSpPr>
        <p:spPr>
          <a:xfrm>
            <a:off x="4688104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stap2005"/>
          <p:cNvSpPr/>
          <p:nvPr/>
        </p:nvSpPr>
        <p:spPr>
          <a:xfrm>
            <a:off x="4689189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stap2006"/>
          <p:cNvSpPr/>
          <p:nvPr/>
        </p:nvSpPr>
        <p:spPr>
          <a:xfrm>
            <a:off x="4691262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stap2007"/>
          <p:cNvSpPr/>
          <p:nvPr/>
        </p:nvSpPr>
        <p:spPr>
          <a:xfrm>
            <a:off x="4696147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stap2008"/>
          <p:cNvSpPr/>
          <p:nvPr/>
        </p:nvSpPr>
        <p:spPr>
          <a:xfrm>
            <a:off x="4701031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stap2009"/>
          <p:cNvSpPr/>
          <p:nvPr/>
        </p:nvSpPr>
        <p:spPr>
          <a:xfrm>
            <a:off x="4705916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stap2010"/>
          <p:cNvSpPr/>
          <p:nvPr/>
        </p:nvSpPr>
        <p:spPr>
          <a:xfrm>
            <a:off x="4710190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stap2011"/>
          <p:cNvSpPr/>
          <p:nvPr/>
        </p:nvSpPr>
        <p:spPr>
          <a:xfrm>
            <a:off x="4708969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stap2012"/>
          <p:cNvSpPr/>
          <p:nvPr/>
        </p:nvSpPr>
        <p:spPr>
          <a:xfrm>
            <a:off x="4707632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stap2013"/>
          <p:cNvSpPr/>
          <p:nvPr/>
        </p:nvSpPr>
        <p:spPr>
          <a:xfrm>
            <a:off x="4700654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stap2014"/>
          <p:cNvSpPr/>
          <p:nvPr/>
        </p:nvSpPr>
        <p:spPr>
          <a:xfrm>
            <a:off x="4693118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stap2015"/>
          <p:cNvSpPr/>
          <p:nvPr/>
        </p:nvSpPr>
        <p:spPr>
          <a:xfrm>
            <a:off x="4683349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stap2016"/>
          <p:cNvSpPr/>
          <p:nvPr/>
        </p:nvSpPr>
        <p:spPr>
          <a:xfrm>
            <a:off x="4674641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stap2017"/>
          <p:cNvSpPr/>
          <p:nvPr/>
        </p:nvSpPr>
        <p:spPr>
          <a:xfrm>
            <a:off x="4667663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stap2018"/>
          <p:cNvSpPr/>
          <p:nvPr/>
        </p:nvSpPr>
        <p:spPr>
          <a:xfrm>
            <a:off x="4662769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stap2019"/>
          <p:cNvSpPr/>
          <p:nvPr/>
        </p:nvSpPr>
        <p:spPr>
          <a:xfrm>
            <a:off x="4659513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stap2020"/>
          <p:cNvSpPr/>
          <p:nvPr/>
        </p:nvSpPr>
        <p:spPr>
          <a:xfrm>
            <a:off x="4659513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stap2021"/>
          <p:cNvSpPr/>
          <p:nvPr/>
        </p:nvSpPr>
        <p:spPr>
          <a:xfrm>
            <a:off x="4660373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stap2022"/>
          <p:cNvSpPr/>
          <p:nvPr/>
        </p:nvSpPr>
        <p:spPr>
          <a:xfrm>
            <a:off x="4662395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stap2023"/>
          <p:cNvSpPr/>
          <p:nvPr/>
        </p:nvSpPr>
        <p:spPr>
          <a:xfrm>
            <a:off x="4664837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stap2024"/>
          <p:cNvSpPr/>
          <p:nvPr/>
        </p:nvSpPr>
        <p:spPr>
          <a:xfrm>
            <a:off x="4667328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stap2025"/>
          <p:cNvSpPr/>
          <p:nvPr/>
        </p:nvSpPr>
        <p:spPr>
          <a:xfrm>
            <a:off x="4671496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stap2_haard"/>
          <p:cNvSpPr/>
          <p:nvPr/>
        </p:nvSpPr>
        <p:spPr>
          <a:xfrm>
            <a:off x="4703962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stap3000"/>
          <p:cNvSpPr/>
          <p:nvPr/>
        </p:nvSpPr>
        <p:spPr>
          <a:xfrm>
            <a:off x="6230496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stap3001"/>
          <p:cNvSpPr/>
          <p:nvPr/>
        </p:nvSpPr>
        <p:spPr>
          <a:xfrm>
            <a:off x="6218487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stap3002"/>
          <p:cNvSpPr/>
          <p:nvPr/>
        </p:nvSpPr>
        <p:spPr>
          <a:xfrm>
            <a:off x="6213368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stap3003"/>
          <p:cNvSpPr/>
          <p:nvPr/>
        </p:nvSpPr>
        <p:spPr>
          <a:xfrm>
            <a:off x="6211972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stap3004"/>
          <p:cNvSpPr/>
          <p:nvPr/>
        </p:nvSpPr>
        <p:spPr>
          <a:xfrm>
            <a:off x="6212065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stap3005"/>
          <p:cNvSpPr/>
          <p:nvPr/>
        </p:nvSpPr>
        <p:spPr>
          <a:xfrm>
            <a:off x="6213151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stap3006"/>
          <p:cNvSpPr/>
          <p:nvPr/>
        </p:nvSpPr>
        <p:spPr>
          <a:xfrm>
            <a:off x="6215224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stap3007"/>
          <p:cNvSpPr/>
          <p:nvPr/>
        </p:nvSpPr>
        <p:spPr>
          <a:xfrm>
            <a:off x="6220109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stap3008"/>
          <p:cNvSpPr/>
          <p:nvPr/>
        </p:nvSpPr>
        <p:spPr>
          <a:xfrm>
            <a:off x="6224993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stap3009"/>
          <p:cNvSpPr/>
          <p:nvPr/>
        </p:nvSpPr>
        <p:spPr>
          <a:xfrm>
            <a:off x="6229878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stap3010"/>
          <p:cNvSpPr/>
          <p:nvPr/>
        </p:nvSpPr>
        <p:spPr>
          <a:xfrm>
            <a:off x="6234152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stap3011"/>
          <p:cNvSpPr/>
          <p:nvPr/>
        </p:nvSpPr>
        <p:spPr>
          <a:xfrm>
            <a:off x="6232930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stap3012"/>
          <p:cNvSpPr/>
          <p:nvPr/>
        </p:nvSpPr>
        <p:spPr>
          <a:xfrm>
            <a:off x="6231594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stap3013"/>
          <p:cNvSpPr/>
          <p:nvPr/>
        </p:nvSpPr>
        <p:spPr>
          <a:xfrm>
            <a:off x="6224616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stap3014"/>
          <p:cNvSpPr/>
          <p:nvPr/>
        </p:nvSpPr>
        <p:spPr>
          <a:xfrm>
            <a:off x="6217080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stap3015"/>
          <p:cNvSpPr/>
          <p:nvPr/>
        </p:nvSpPr>
        <p:spPr>
          <a:xfrm>
            <a:off x="6207311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stap3016"/>
          <p:cNvSpPr/>
          <p:nvPr/>
        </p:nvSpPr>
        <p:spPr>
          <a:xfrm>
            <a:off x="6198603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stap3017"/>
          <p:cNvSpPr/>
          <p:nvPr/>
        </p:nvSpPr>
        <p:spPr>
          <a:xfrm>
            <a:off x="6191625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stap3018"/>
          <p:cNvSpPr/>
          <p:nvPr/>
        </p:nvSpPr>
        <p:spPr>
          <a:xfrm>
            <a:off x="6186731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stap3019"/>
          <p:cNvSpPr/>
          <p:nvPr/>
        </p:nvSpPr>
        <p:spPr>
          <a:xfrm>
            <a:off x="6183475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stap3020"/>
          <p:cNvSpPr/>
          <p:nvPr/>
        </p:nvSpPr>
        <p:spPr>
          <a:xfrm>
            <a:off x="6183475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stap3021"/>
          <p:cNvSpPr/>
          <p:nvPr/>
        </p:nvSpPr>
        <p:spPr>
          <a:xfrm>
            <a:off x="6184335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stap3022"/>
          <p:cNvSpPr/>
          <p:nvPr/>
        </p:nvSpPr>
        <p:spPr>
          <a:xfrm>
            <a:off x="6186357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stap3023"/>
          <p:cNvSpPr/>
          <p:nvPr/>
        </p:nvSpPr>
        <p:spPr>
          <a:xfrm>
            <a:off x="6188799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stap3024"/>
          <p:cNvSpPr/>
          <p:nvPr/>
        </p:nvSpPr>
        <p:spPr>
          <a:xfrm>
            <a:off x="6191290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stap3025"/>
          <p:cNvSpPr/>
          <p:nvPr/>
        </p:nvSpPr>
        <p:spPr>
          <a:xfrm>
            <a:off x="6195458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stap3_haard"/>
          <p:cNvSpPr/>
          <p:nvPr/>
        </p:nvSpPr>
        <p:spPr>
          <a:xfrm>
            <a:off x="6227924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stap4000"/>
          <p:cNvSpPr/>
          <p:nvPr/>
        </p:nvSpPr>
        <p:spPr>
          <a:xfrm>
            <a:off x="7754458" y="6056283"/>
            <a:ext cx="11169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stap4001"/>
          <p:cNvSpPr/>
          <p:nvPr/>
        </p:nvSpPr>
        <p:spPr>
          <a:xfrm>
            <a:off x="7742449" y="6042118"/>
            <a:ext cx="13571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stap4002"/>
          <p:cNvSpPr/>
          <p:nvPr/>
        </p:nvSpPr>
        <p:spPr>
          <a:xfrm>
            <a:off x="7737330" y="6027953"/>
            <a:ext cx="14594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stap4003"/>
          <p:cNvSpPr/>
          <p:nvPr/>
        </p:nvSpPr>
        <p:spPr>
          <a:xfrm>
            <a:off x="7735934" y="6013788"/>
            <a:ext cx="148739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stap4004"/>
          <p:cNvSpPr/>
          <p:nvPr/>
        </p:nvSpPr>
        <p:spPr>
          <a:xfrm>
            <a:off x="7736027" y="5999623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stap4005"/>
          <p:cNvSpPr/>
          <p:nvPr/>
        </p:nvSpPr>
        <p:spPr>
          <a:xfrm>
            <a:off x="7737113" y="5985458"/>
            <a:ext cx="14985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stap4006"/>
          <p:cNvSpPr/>
          <p:nvPr/>
        </p:nvSpPr>
        <p:spPr>
          <a:xfrm>
            <a:off x="7739186" y="5971293"/>
            <a:ext cx="14890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stap4007"/>
          <p:cNvSpPr/>
          <p:nvPr/>
        </p:nvSpPr>
        <p:spPr>
          <a:xfrm>
            <a:off x="7744071" y="5957127"/>
            <a:ext cx="14524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stap4008"/>
          <p:cNvSpPr/>
          <p:nvPr/>
        </p:nvSpPr>
        <p:spPr>
          <a:xfrm>
            <a:off x="7748955" y="5942962"/>
            <a:ext cx="14157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stap4009"/>
          <p:cNvSpPr/>
          <p:nvPr/>
        </p:nvSpPr>
        <p:spPr>
          <a:xfrm>
            <a:off x="7753839" y="5928797"/>
            <a:ext cx="137913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stap4010"/>
          <p:cNvSpPr/>
          <p:nvPr/>
        </p:nvSpPr>
        <p:spPr>
          <a:xfrm>
            <a:off x="7758113" y="5914632"/>
            <a:ext cx="134982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stap4011"/>
          <p:cNvSpPr/>
          <p:nvPr/>
        </p:nvSpPr>
        <p:spPr>
          <a:xfrm>
            <a:off x="7756892" y="5900467"/>
            <a:ext cx="13864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stap4012"/>
          <p:cNvSpPr/>
          <p:nvPr/>
        </p:nvSpPr>
        <p:spPr>
          <a:xfrm>
            <a:off x="7755556" y="5886302"/>
            <a:ext cx="142431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stap4013"/>
          <p:cNvSpPr/>
          <p:nvPr/>
        </p:nvSpPr>
        <p:spPr>
          <a:xfrm>
            <a:off x="7748578" y="5872137"/>
            <a:ext cx="15220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stap4014"/>
          <p:cNvSpPr/>
          <p:nvPr/>
        </p:nvSpPr>
        <p:spPr>
          <a:xfrm>
            <a:off x="7741042" y="5857972"/>
            <a:ext cx="16252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stap4015"/>
          <p:cNvSpPr/>
          <p:nvPr/>
        </p:nvSpPr>
        <p:spPr>
          <a:xfrm>
            <a:off x="7731273" y="5843807"/>
            <a:ext cx="1750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stap4016"/>
          <p:cNvSpPr/>
          <p:nvPr/>
        </p:nvSpPr>
        <p:spPr>
          <a:xfrm>
            <a:off x="7722565" y="5829642"/>
            <a:ext cx="186057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stap4017"/>
          <p:cNvSpPr/>
          <p:nvPr/>
        </p:nvSpPr>
        <p:spPr>
          <a:xfrm>
            <a:off x="7715587" y="5815477"/>
            <a:ext cx="19443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stap4018"/>
          <p:cNvSpPr/>
          <p:nvPr/>
        </p:nvSpPr>
        <p:spPr>
          <a:xfrm>
            <a:off x="7710693" y="5801312"/>
            <a:ext cx="1990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stap4019"/>
          <p:cNvSpPr/>
          <p:nvPr/>
        </p:nvSpPr>
        <p:spPr>
          <a:xfrm>
            <a:off x="7707437" y="5787147"/>
            <a:ext cx="200654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stap4020"/>
          <p:cNvSpPr/>
          <p:nvPr/>
        </p:nvSpPr>
        <p:spPr>
          <a:xfrm>
            <a:off x="7707437" y="5772982"/>
            <a:ext cx="195770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stap4021"/>
          <p:cNvSpPr/>
          <p:nvPr/>
        </p:nvSpPr>
        <p:spPr>
          <a:xfrm>
            <a:off x="7708296" y="5758817"/>
            <a:ext cx="18873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stap4022"/>
          <p:cNvSpPr/>
          <p:nvPr/>
        </p:nvSpPr>
        <p:spPr>
          <a:xfrm>
            <a:off x="7710319" y="5744652"/>
            <a:ext cx="178625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stap4023"/>
          <p:cNvSpPr/>
          <p:nvPr/>
        </p:nvSpPr>
        <p:spPr>
          <a:xfrm>
            <a:off x="7712761" y="5730487"/>
            <a:ext cx="165926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stap4024"/>
          <p:cNvSpPr/>
          <p:nvPr/>
        </p:nvSpPr>
        <p:spPr>
          <a:xfrm>
            <a:off x="7715252" y="5716322"/>
            <a:ext cx="14848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stap4025"/>
          <p:cNvSpPr/>
          <p:nvPr/>
        </p:nvSpPr>
        <p:spPr>
          <a:xfrm>
            <a:off x="7719420" y="5702157"/>
            <a:ext cx="122958" cy="26864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stap4_haard"/>
          <p:cNvSpPr/>
          <p:nvPr/>
        </p:nvSpPr>
        <p:spPr>
          <a:xfrm>
            <a:off x="7751886" y="5784197"/>
            <a:ext cx="86357" cy="8635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185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20" advClick="0" advTm="1800">
        <p159:morph option="byObject"/>
      </p:transition>
    </mc:Choice>
    <mc:Fallback>
      <p:transition xmlns:p14="http://schemas.microsoft.com/office/powerpoint/2010/main" spd="slow" p14:dur="320" advClick="0" advTm="1800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800">
        <p159:morph option="byObject"/>
      </p:transition>
    </mc:Choice>
    <mc:Fallback>
      <p:transition xmlns:p14="http://schemas.microsoft.com/office/powerpoint/2010/main" spd="slow" p14:dur="900" advClick="0" advTm="2800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Precies het plekje dat opa niet voelt.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1905216" y="3884515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1842247" y="3844828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783416" y="3805142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761826" y="3765455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740237" y="3725769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718648" y="3686082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698831" y="3646396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694976" y="3606709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691121" y="3567023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687266" y="3527336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683410" y="3487650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679555" y="3447963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679127" y="34082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682125" y="336859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685124" y="332890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688122" y="328921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691121" y="324953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694120" y="320984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697118" y="317015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703265" y="3130471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716758" y="3090785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730252" y="3051098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743745" y="3011412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757239" y="2971725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770732" y="2932039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784226" y="2892352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797719" y="285266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811212" y="2812979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1824706" y="277329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1838199" y="2733606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1851693" y="269392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1865186" y="2654233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1870246" y="261454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1866873" y="257486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1863499" y="253517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1860126" y="2495487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1856753" y="245580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1853379" y="2416114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1848416" y="2376428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1829139" y="2336741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809863" y="2297055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790587" y="2257368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771310" y="2217682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752034" y="2177995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728903" y="2138309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701916" y="2098622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674929" y="205893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647942" y="2019249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620955" y="197956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593968" y="1939876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573921" y="190018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554645" y="1860503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535368" y="182081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516092" y="1781130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496816" y="174144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480624" y="170175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471628" y="1662070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462633" y="1622384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453637" y="158269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444641" y="1543011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440143" y="1503324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440143" y="146363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440143" y="1423951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440143" y="1384265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440143" y="1344578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443922" y="1304892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449319" y="1265205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454716" y="1225519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460114" y="1185832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466456" y="1146146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473202" y="1106459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479949" y="1066773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486696" y="1027086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493442" y="987400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500189" y="947713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507611" y="908027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516606" y="868340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525602" y="828654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542693" y="788967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560685" y="749281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3479713" y="939776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3797205" y="939776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362405" y="4722694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299436" y="4683007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240604" y="4643321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19015" y="4603634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197426" y="4563948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175836" y="4524261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156020" y="4484575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152165" y="4444888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148310" y="4405202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144454" y="4365515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140599" y="4325829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136744" y="4286142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136315" y="424645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139314" y="420676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142312" y="416708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145311" y="412739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148310" y="408771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151308" y="404802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154307" y="400833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160454" y="3968650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173947" y="3928964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187440" y="3889277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00934" y="3849591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14427" y="3809904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227921" y="3770218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241414" y="3730531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254908" y="369084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268401" y="3651158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281894" y="361147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295388" y="357178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08881" y="353209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22375" y="3492412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327435" y="345272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24061" y="341303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20688" y="337335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17315" y="33336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13941" y="329398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10568" y="3254293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05604" y="3214607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286328" y="3174920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267052" y="3135234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247775" y="3095547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228499" y="3055861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09223" y="3016174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186091" y="2976488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159104" y="2936801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132117" y="2897115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05131" y="2857428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078144" y="2817742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051157" y="2778055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031110" y="273836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11833" y="2698682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1992557" y="265899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1973281" y="2619309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1954004" y="257962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1937812" y="253993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1928817" y="250024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19821" y="2460563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10825" y="242087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01830" y="2381190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897332" y="234150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897332" y="230181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897332" y="2262130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897332" y="2222444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897332" y="2182757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01110" y="2143071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06508" y="2103384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11905" y="2063698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17302" y="2024011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23644" y="1984325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1930391" y="1944638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1937138" y="1904952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1943884" y="1865265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1950631" y="1825579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1957378" y="1785892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1964799" y="1746206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1973795" y="1706519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1982790" y="1666833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1999882" y="1627146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17873" y="1587460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3936901" y="1777955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254393" y="1777955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819594" y="5560873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756624" y="5521186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697793" y="5481500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676204" y="5441813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654614" y="5402127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633025" y="5362440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613209" y="5322754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609353" y="5283067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605498" y="5243381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601643" y="5203694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597788" y="5164008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593932" y="5124321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593504" y="508463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596503" y="504494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599501" y="500526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602500" y="496557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605498" y="492588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608497" y="488620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611495" y="484651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617642" y="4806829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631136" y="4767143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644629" y="4727456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658122" y="4687770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671616" y="4648083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685109" y="4608397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698603" y="4568710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712096" y="4529024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725589" y="4489337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739083" y="444965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752576" y="440996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766070" y="437027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779563" y="4330591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784623" y="429090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781250" y="4251218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777876" y="4211532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774503" y="4171845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771130" y="4132159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767756" y="4092472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762793" y="4052786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743516" y="4013099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724240" y="3973413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704964" y="3933726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685688" y="3894040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666411" y="3854353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643280" y="3814667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616293" y="3774980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589306" y="3735294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562319" y="3695607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535332" y="3655921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508346" y="3616234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488298" y="3576548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469022" y="3536861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449746" y="3497175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430469" y="3457488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411193" y="3417802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395001" y="3378115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386005" y="3338429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377010" y="3298742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368014" y="325905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359018" y="3219369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354521" y="317968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354521" y="313999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354521" y="3100309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354521" y="3060623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354521" y="3020936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358299" y="2981250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363696" y="2941563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369094" y="2901877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374491" y="2862190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380833" y="2822504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387579" y="2782817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394326" y="2743131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401073" y="2703444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407820" y="2663758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414566" y="2624071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421988" y="2584385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430983" y="2544698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439979" y="2505012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457071" y="2465325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475062" y="2425639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394090" y="2616134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711582" y="2616134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649153" y="3441613"/>
            <a:ext cx="495287" cy="330191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2400">
        <p159:morph option="byObject"/>
      </p:transition>
    </mc:Choice>
    <mc:Fallback>
      <p:transition xmlns:p14="http://schemas.microsoft.com/office/powerpoint/2010/main" spd="slow" p14:dur="360" advClick="0" advTm="2400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1931557" y="3930610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1868587" y="3890924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809756" y="3851237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788167" y="3811551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766577" y="3771864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744988" y="3732177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725172" y="3692491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721316" y="3652804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717461" y="3613118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713606" y="3573431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709751" y="3533745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705895" y="3494058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705467" y="345437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708465" y="341468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711464" y="337499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714463" y="333531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717461" y="329562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720460" y="325593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723458" y="321625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729605" y="3176566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743099" y="3136880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756592" y="3097193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770085" y="3057507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783579" y="3017820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797072" y="2978134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810566" y="2938447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824059" y="2898761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837552" y="285907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1851046" y="281938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1864539" y="2779701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1878033" y="2740015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1891526" y="270032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1896586" y="2660642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1893213" y="2620955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1889839" y="2581269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1886466" y="254158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1883093" y="2501896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1879719" y="246220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1874756" y="2422523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1855479" y="2382836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836203" y="2343150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816927" y="2303463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797650" y="2263777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778374" y="2224090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755243" y="2184404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728256" y="2144717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701269" y="2105031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674282" y="2065344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647295" y="2025658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620308" y="1985971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600261" y="1946285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580985" y="1906598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561709" y="1866912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542432" y="1827225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523156" y="1787539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506964" y="1747852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497968" y="1708166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488973" y="1668479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479977" y="1628793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470981" y="1589106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466484" y="1549420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466484" y="1509733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466484" y="1470047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466484" y="1430360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466484" y="1390674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470262" y="1350987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475659" y="1311301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481056" y="1271614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486454" y="1231927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492796" y="1192241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499542" y="1152554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506289" y="1112868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513036" y="1073181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519783" y="1033495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526529" y="993808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533951" y="954122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542946" y="914435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551942" y="874749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569034" y="835062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587025" y="795376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3594410" y="1053010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3911902" y="1053010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369931" y="4738686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306962" y="4699000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248130" y="4659313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26541" y="4619627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04951" y="4579940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183362" y="4540254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163546" y="4500567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159691" y="4460881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155835" y="4421194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151980" y="4381508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148125" y="4341821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144269" y="4302135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143841" y="426244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146840" y="422276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149838" y="418307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152837" y="414338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155835" y="410370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158834" y="406401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161832" y="402432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167979" y="3984642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181473" y="3944956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194966" y="3905269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08460" y="3865583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21953" y="3825896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235446" y="3786210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248940" y="3746523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262433" y="370683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275927" y="366715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289420" y="362746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02913" y="358777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16407" y="354809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29900" y="350840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334960" y="346871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31587" y="342903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28214" y="338934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24840" y="334965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21467" y="330997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18094" y="327028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13130" y="3230599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293854" y="3190912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274577" y="3151226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255301" y="3111539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236025" y="3071853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16748" y="3032166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193617" y="2992480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166630" y="295279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139643" y="2913107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12656" y="2873420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085670" y="2833734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058683" y="2794047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038635" y="2754361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19359" y="2714674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00083" y="2674988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1980806" y="2635301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1961530" y="2595615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1945338" y="255592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1936342" y="2516242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27347" y="2476555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18351" y="2436869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09356" y="2397182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04858" y="235749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04858" y="231780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04858" y="2278123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04858" y="2238436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04858" y="2198750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08636" y="2159063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14033" y="2119377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19431" y="2079690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24828" y="2040004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31170" y="2000317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1937917" y="1960631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1944663" y="1920944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1951410" y="1881258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1958157" y="1841571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1964903" y="1801885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1972325" y="1762198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1981320" y="1722512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1990316" y="1682825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007408" y="1643139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25399" y="1603452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000312" y="1842621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317804" y="1842621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808305" y="5546762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745336" y="5507076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686504" y="5467389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664915" y="5427703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643326" y="5388016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621736" y="5348330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601920" y="5308643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598065" y="5268957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594210" y="5229270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590354" y="5189584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586499" y="5149897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582644" y="5110211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582215" y="507052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585214" y="503083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588212" y="499115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591211" y="495146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594210" y="491177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597208" y="487209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600207" y="483240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606354" y="4792719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619847" y="4753032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633340" y="4713346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646834" y="4673659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660327" y="4633973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673821" y="4594286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687314" y="4554600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700807" y="4514913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714301" y="4475227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727794" y="4435540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741288" y="439585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754781" y="4356167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768275" y="4316480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773335" y="427679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769961" y="4237107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766588" y="4197421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763214" y="415773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759841" y="4118048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756468" y="4078361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751504" y="4038675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732228" y="3998988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712952" y="3959302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693675" y="3919615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674399" y="3879929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655123" y="3840242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631991" y="3800556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605004" y="3760869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578017" y="3721183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551031" y="3681496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524044" y="3641810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497057" y="3602123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477010" y="3562437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457733" y="3522750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438457" y="3483064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419181" y="3443377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399904" y="3403691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383712" y="3364004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374717" y="3324318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365721" y="3284631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356725" y="3244945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347730" y="3205258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343232" y="3165572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343232" y="3125885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343232" y="3086199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343232" y="3046512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343232" y="3006826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347010" y="2967139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352408" y="2927453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357805" y="2887766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363202" y="2848080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369544" y="2808393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376291" y="2768707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383038" y="2729020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389784" y="2689334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396531" y="2649647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403278" y="2609961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410699" y="2570274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419695" y="2530588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428690" y="2490901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445782" y="2451215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463773" y="2411528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406214" y="2632231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723707" y="2632231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637865" y="3427503"/>
            <a:ext cx="510339" cy="340539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10">
        <p159:morph option="byObject"/>
      </p:transition>
    </mc:Choice>
    <mc:Fallback>
      <p:transition xmlns:p14="http://schemas.microsoft.com/office/powerpoint/2010/main" spd="slow" p14:dur="360" advClick="0" advTm="10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1997407" y="4045848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1934437" y="4006161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875606" y="3966475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854017" y="3926788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832427" y="3887102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810838" y="3847415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791022" y="3807729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787167" y="3768042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783311" y="3728356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779456" y="3688669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775601" y="3648983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771745" y="3609296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771317" y="356961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774316" y="352992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777314" y="349023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780313" y="345055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783311" y="341086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786310" y="33711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789308" y="333149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795455" y="3291804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808949" y="3252118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822442" y="3212431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835936" y="3172745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849429" y="3133058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862922" y="3093372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876416" y="3053685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889909" y="301399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903403" y="297431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1916896" y="293462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1930389" y="2894939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1943883" y="285525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1957376" y="281556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1962436" y="2775880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1959063" y="273619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1955690" y="269650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1952316" y="2656820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1948943" y="261713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1945570" y="257744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1940606" y="2537761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1921330" y="2498074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902053" y="2458388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882777" y="2418701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863501" y="2379015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844224" y="2339328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821093" y="2299642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794106" y="2259955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767119" y="2220269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740132" y="2180582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713146" y="2140896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686159" y="2101209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666111" y="2061522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646835" y="2021836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627559" y="1982149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608282" y="1942463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589006" y="1902776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572814" y="1863090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563818" y="1823403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554823" y="1783717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545827" y="1744030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536832" y="1704344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532334" y="166465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532334" y="162497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532334" y="1585284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532334" y="1545598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532334" y="1505911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536112" y="1466225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541509" y="1426538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546907" y="1386852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552304" y="1347165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558646" y="1307479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565393" y="1267792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572139" y="1228106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578886" y="1188419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585633" y="1148733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592379" y="1109046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599801" y="1069360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608796" y="1029673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617792" y="989987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634884" y="950300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652875" y="910614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3864083" y="1306220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4181575" y="1306220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388745" y="4778667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325776" y="4738980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266945" y="4699294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45355" y="4659607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23766" y="4619921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02176" y="4580234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182360" y="4540548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178505" y="4500861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174650" y="4461175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170794" y="4421488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166939" y="4381802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163084" y="4342115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162655" y="430242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165654" y="426274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168653" y="422305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171651" y="418336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174650" y="414368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177648" y="410399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180647" y="406430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186794" y="4024623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00287" y="3984936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13781" y="3945250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27274" y="3905563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40767" y="3865877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254261" y="3826190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267754" y="3786504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281248" y="374681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294741" y="370713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08234" y="366744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21728" y="3627758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35221" y="358807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48715" y="354838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353775" y="350869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50401" y="3469012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47028" y="342932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43655" y="3389639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40281" y="334995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36908" y="331026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31944" y="3270579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12668" y="3230893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293392" y="3191206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274115" y="3151520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254839" y="3111833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35563" y="3072147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12431" y="3032460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185444" y="2992774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158458" y="2953087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31471" y="2913401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04484" y="2873714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077497" y="2834028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057450" y="2794341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38173" y="2754655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18897" y="2714968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1999621" y="2675282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1980344" y="2635595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1964152" y="259590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1955157" y="2556222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46161" y="2516536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37166" y="2476849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28170" y="2437163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23672" y="239747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23672" y="2357790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23672" y="2318103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23672" y="2278417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23672" y="2238730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27450" y="2199044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32848" y="2159357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38245" y="2119671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43642" y="2079984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49984" y="2040298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1956731" y="2000611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1963478" y="1960925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1970224" y="1921238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1976971" y="1881552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1983718" y="1841865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1991139" y="1802179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00135" y="1762492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09130" y="1722806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026222" y="1683119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44213" y="1643432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153963" y="1993919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471455" y="1993919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780083" y="5511485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717114" y="5471799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658283" y="5432112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636693" y="5392426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615104" y="5352739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593515" y="5313053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573699" y="5273366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569843" y="5233680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565988" y="5193993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562133" y="5154307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558277" y="5114620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554422" y="5074934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553994" y="503524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556992" y="499556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559991" y="495587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562989" y="491618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565988" y="487650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568987" y="483681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571985" y="479712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578132" y="4757442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591625" y="4717755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605119" y="4678069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618612" y="4638382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632106" y="4598696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645599" y="4559009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659093" y="4519323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672586" y="447963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686079" y="443995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699573" y="440026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713066" y="436057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726560" y="432089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740053" y="428120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745113" y="424151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741740" y="420183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738366" y="416214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734993" y="412245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731620" y="408277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728246" y="404308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723283" y="4003398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704006" y="3963712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684730" y="3924025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665454" y="3884339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646177" y="3844652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626901" y="3804965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603770" y="3765279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576783" y="3725592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549796" y="368590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522809" y="3646219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495822" y="360653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468835" y="3566846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448788" y="3527160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429512" y="3487473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410235" y="3447787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390959" y="3408100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371683" y="3368414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355491" y="332872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346495" y="3289041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337500" y="3249354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328504" y="320966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319508" y="3169981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315011" y="3130295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315011" y="309060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315011" y="3050922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315011" y="3011235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315011" y="2971549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318789" y="2931862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324186" y="2892176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329583" y="2852489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334981" y="2812803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341323" y="2773116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348069" y="2733430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354816" y="2693743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361563" y="2654057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368309" y="2614370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375056" y="2574684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382478" y="2534997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391473" y="2495311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400469" y="2455624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417560" y="2415938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435552" y="2376251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443843" y="2681618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761335" y="2681618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609643" y="3392226"/>
            <a:ext cx="547967" cy="366409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10">
        <p159:morph option="byObject"/>
      </p:transition>
    </mc:Choice>
    <mc:Fallback>
      <p:transition xmlns:p14="http://schemas.microsoft.com/office/powerpoint/2010/main" spd="slow" p14:dur="360" advClick="0" advTm="10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083012" y="4195657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020043" y="4155971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961211" y="4116284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939622" y="4076598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918033" y="4036911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896443" y="3997225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876627" y="3957538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872772" y="3917852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868917" y="3878165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865061" y="3838479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861206" y="3798792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857351" y="3759106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856922" y="371941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859921" y="367973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862919" y="364004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865918" y="360035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868917" y="356067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871915" y="352098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874914" y="348130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881061" y="3441613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894554" y="3401927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908047" y="3362240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921541" y="3322554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935034" y="3282867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948528" y="3243181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962021" y="3203494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975514" y="3163808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989008" y="312412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002501" y="3084435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015995" y="3044748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029488" y="3005062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042982" y="296537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048042" y="2925689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044668" y="2886002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041295" y="2846316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037922" y="2806629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034548" y="2766943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031175" y="272725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026211" y="2687570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006935" y="2647883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987659" y="2608197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968382" y="2568510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949106" y="2528824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929830" y="2489137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906698" y="2449451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879711" y="2409764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852724" y="2370078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825738" y="2330391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798751" y="2290705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771764" y="2251018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751717" y="2211332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732440" y="2171645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713164" y="2131959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693888" y="2092272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674611" y="2052586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658419" y="201289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649424" y="1973213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640428" y="1933526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631432" y="1893840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622437" y="1854153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617939" y="181446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617939" y="1774780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617939" y="1735094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617939" y="1695407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617939" y="1655721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621717" y="1616034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627115" y="1576348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632512" y="1536661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637909" y="1496975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644251" y="1457288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650998" y="1417602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657745" y="1377915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664491" y="1338229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671238" y="1298542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677985" y="1258856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685406" y="1219169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694402" y="1179483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703397" y="1139796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720489" y="1100109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738480" y="1060423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4178195" y="1571585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4495687" y="1571585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413204" y="4830641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350234" y="4790955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291403" y="4751268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69814" y="4711582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48224" y="4671895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26635" y="4632209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206819" y="4592522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202964" y="4552836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199108" y="4513149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195253" y="4473463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191398" y="4433776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187542" y="4394090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187114" y="435440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190113" y="431471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193111" y="427503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196110" y="423534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199108" y="419565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202107" y="415597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205105" y="411628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211252" y="4076598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24746" y="4036911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38239" y="3997225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51733" y="3957538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65226" y="3917852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278719" y="3878165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292213" y="3838479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305706" y="3798792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319200" y="3759106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32693" y="3719419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46186" y="367973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59680" y="3640046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73173" y="3600359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378233" y="3560673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74860" y="3520986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71487" y="3481300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68113" y="344161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64740" y="3401927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61367" y="3362240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56403" y="3322554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37127" y="3282867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317850" y="3243181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298574" y="3203494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279298" y="3163808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60021" y="3124121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36890" y="3084435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209903" y="3044748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182916" y="3005062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55929" y="2965375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28943" y="2925689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101956" y="2886002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081908" y="2846316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62632" y="2806629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43356" y="2766943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2024079" y="2727256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2004803" y="2687570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1988611" y="2647883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1979615" y="2608197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70620" y="2568510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61624" y="2528824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52629" y="2489137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48131" y="2449451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48131" y="2409764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48131" y="2370078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48131" y="2330391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48131" y="2290705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51909" y="2251018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57306" y="2211332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62704" y="2171645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68101" y="2131959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74443" y="2092272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1981190" y="2052586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1987936" y="2012899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1994683" y="1973213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2001430" y="1933526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2008176" y="1893840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2015598" y="1854153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24593" y="1814467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33589" y="1774780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050681" y="1735094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68672" y="1695407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343291" y="2168470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660783" y="2168470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743395" y="5465625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680426" y="5425939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621595" y="5386252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600005" y="5346566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578416" y="5306879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556827" y="5267193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537011" y="5227506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533155" y="5187820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529300" y="5148133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525445" y="5108447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521589" y="5068760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517734" y="5029074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517306" y="498938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520304" y="494970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523303" y="491001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526301" y="487032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529300" y="483064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532299" y="479095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535297" y="475126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541444" y="4711582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554937" y="4671895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568431" y="4632209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581924" y="4592522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595418" y="4552836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608911" y="4513149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622405" y="4473463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635898" y="443377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649391" y="439409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662885" y="435440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676378" y="431471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689872" y="427503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703365" y="423534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708425" y="419565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705052" y="415597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701678" y="411628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698305" y="407659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694932" y="403691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691558" y="399722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686595" y="3957538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667318" y="3917852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648042" y="3878165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628766" y="3838479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609489" y="3798792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590213" y="3759106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567082" y="3719419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540095" y="367973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513108" y="364004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486121" y="3600359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459134" y="356067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432147" y="3520986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412100" y="3481300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392824" y="3441613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373547" y="3401927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354271" y="3362240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334995" y="3322554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318803" y="328286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309807" y="3243181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300812" y="3203494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291816" y="316380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282820" y="3124121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278323" y="3084435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278323" y="304474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278323" y="3005062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278323" y="2965375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278323" y="2925689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282101" y="2886002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287498" y="2846316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292895" y="2806629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298293" y="2766943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304635" y="2727256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311381" y="2687570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318128" y="2647883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324875" y="2608197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331622" y="2568510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338368" y="2528824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345790" y="2489137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354785" y="2449451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363781" y="2409764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380872" y="2370078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398864" y="2330391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508387" y="2765355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825879" y="2765355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572955" y="3346366"/>
            <a:ext cx="596885" cy="400039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10">
        <p159:morph option="byObject"/>
      </p:transition>
    </mc:Choice>
    <mc:Fallback>
      <p:transition xmlns:p14="http://schemas.microsoft.com/office/powerpoint/2010/main" spd="slow" p14:dur="360" advClick="0" advTm="10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168617" y="4345466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105648" y="4305780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2046817" y="4266093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2025227" y="4226407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2003638" y="4186720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982048" y="4147034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962232" y="4107347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958377" y="4067661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954522" y="4027974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950667" y="3988288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946811" y="3948601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942956" y="3908915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942528" y="386922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945526" y="382954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948525" y="378985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951523" y="375016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954522" y="371048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957520" y="367079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960519" y="363110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966666" y="3591423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980159" y="3551736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993653" y="3512050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2007146" y="3472363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2020640" y="3432677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2034133" y="3392990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2047626" y="3353304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2061120" y="331361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2074613" y="327393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088107" y="323424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101600" y="3194558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115093" y="315487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128587" y="311518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133647" y="307549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130273" y="3035812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126900" y="299612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123527" y="2956439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120153" y="291675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116780" y="287706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111816" y="2837379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092540" y="2797693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2073264" y="2758006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2053988" y="2718320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2034711" y="2678633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2015435" y="2638946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992303" y="2599260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965317" y="255957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938330" y="2519887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911343" y="2480200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884356" y="2440514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857369" y="2400827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837322" y="2361141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818046" y="2321454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798769" y="2281768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779493" y="2242081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760217" y="2202395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744025" y="216270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735029" y="2123022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726033" y="2083335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717038" y="2043649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708042" y="2003962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703544" y="196427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703544" y="192458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703544" y="1884903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703544" y="1845216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703544" y="1805530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707322" y="1765843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712720" y="1726157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718117" y="1686470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723515" y="1646784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729856" y="1607097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736603" y="1567411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743350" y="1527724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750097" y="1488038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756843" y="1448351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763590" y="1408665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771011" y="1368978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780007" y="1329292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789003" y="1289605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806094" y="1249919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824085" y="1210232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4451090" y="1764820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4768582" y="1764820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437662" y="4882616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374693" y="4842929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315862" y="4803243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294272" y="4763556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72683" y="4723870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51093" y="4684183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231277" y="4644497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227422" y="4604810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223567" y="4565124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219712" y="4525437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215856" y="4485751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212001" y="4446064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211573" y="440637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214571" y="436669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217570" y="432700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220568" y="428731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223567" y="424763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226565" y="420794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229564" y="416825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235711" y="4128572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49204" y="4088886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62698" y="4049199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76191" y="4009513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289685" y="3969826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303178" y="3930140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316671" y="3890453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330165" y="385076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343658" y="381108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57152" y="377139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70645" y="373170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384139" y="369202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397632" y="365233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402692" y="361264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399319" y="357296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395945" y="353327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392572" y="349358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389199" y="345390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385825" y="341421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80862" y="3374529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61585" y="3334842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342309" y="3295156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323033" y="3255469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303756" y="3215783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284480" y="3176096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61348" y="3136410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234362" y="309672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207375" y="305703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80388" y="3017350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53401" y="297766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126414" y="2937977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106367" y="2898290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087091" y="2858604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67814" y="2818917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2048538" y="2779231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2029262" y="2739544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2013070" y="269985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2004074" y="2660171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1995078" y="2620485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1986083" y="258079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77087" y="2541112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72589" y="2501425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72589" y="246173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72589" y="2422052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72589" y="2382366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72589" y="2342679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76368" y="2302993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1981765" y="2263306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1987162" y="2223620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1992560" y="2183933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1998902" y="2144247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2005648" y="2104560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2012395" y="2064874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2019142" y="2025187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2025888" y="1985501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2032635" y="1945814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2040057" y="1906128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49052" y="1866441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58048" y="1826755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075139" y="1787068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093131" y="1747382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520843" y="2317996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838335" y="2317996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706708" y="5419765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643738" y="5380079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584907" y="5340392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563318" y="5300706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541728" y="5261019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520139" y="5221333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500323" y="5181646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496467" y="5141960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492612" y="5102273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488757" y="5062587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484902" y="5022900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481046" y="4983214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480618" y="494352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483616" y="490384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486615" y="486415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489614" y="482446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492612" y="478478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495611" y="474509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498609" y="470540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504756" y="4665722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518250" y="4626035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531743" y="4586349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545236" y="4546662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558730" y="4506976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572223" y="4467289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585717" y="4427603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599210" y="438791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612703" y="434823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626197" y="4308543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639690" y="426885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653184" y="4229170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666677" y="4189484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671737" y="414979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668364" y="411011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664990" y="4070424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661617" y="4030738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658244" y="399105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654870" y="395136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649907" y="3911678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630630" y="3871992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611354" y="3832305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592078" y="3792619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572801" y="3752932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553525" y="3713246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530394" y="3673559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503407" y="363387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476420" y="3594186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449433" y="3554500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422446" y="3514813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395459" y="3475127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375412" y="3435440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356136" y="3395753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336860" y="3356067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317583" y="3316380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298307" y="3276694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282115" y="323700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273119" y="3197321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264124" y="3157634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255128" y="311794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246132" y="3078261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241635" y="3038575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241635" y="299888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241635" y="2959202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241635" y="2919515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241635" y="2879829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245413" y="2840142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250810" y="2800456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256207" y="2760769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261605" y="2721083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267947" y="2681396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274693" y="2641710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281440" y="2602023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288187" y="2562337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294934" y="2522650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301680" y="2482964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309102" y="2443277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318097" y="2403591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327093" y="2363904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344185" y="2324218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362176" y="2284531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590595" y="2871173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908087" y="2871173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536267" y="3300506"/>
            <a:ext cx="645802" cy="433670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10">
        <p159:morph option="byObject"/>
      </p:transition>
    </mc:Choice>
    <mc:Fallback>
      <p:transition xmlns:p14="http://schemas.microsoft.com/office/powerpoint/2010/main" spd="slow" p14:dur="360" advClick="0" advTm="10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234467" y="4460704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171498" y="4421018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2112667" y="4381331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2091077" y="4341645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2069488" y="4301958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2047899" y="4262272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2028083" y="4222585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2024227" y="4182899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2020372" y="4143212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2016517" y="4103526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2012661" y="4063839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2008806" y="4024153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2008378" y="398446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2011376" y="394478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2014375" y="390509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2017373" y="386540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2020372" y="382572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2023371" y="378603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2026369" y="374634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2032516" y="3706661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2046009" y="3666974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2059503" y="3627288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2072996" y="3587601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2086490" y="3547915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2099983" y="3508228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2113477" y="3468541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2126970" y="3428855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2140463" y="3389168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153957" y="334948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167450" y="330979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180944" y="327010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194437" y="3230422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199497" y="319073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196124" y="3151049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192750" y="3111363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189377" y="307167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186004" y="3031990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182630" y="2992303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177667" y="2952617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158390" y="2912930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2139114" y="2873244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2119838" y="2833557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2100561" y="2793871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2081285" y="2754184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2058154" y="2714498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2031167" y="2674811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2004180" y="2635125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977193" y="2595438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950206" y="2555752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923219" y="2516065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903172" y="2476379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883896" y="2436692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864619" y="2397006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845343" y="2357319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826067" y="2317633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809875" y="2277946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800879" y="2238260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791884" y="2198573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782888" y="215888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773892" y="2119200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769395" y="2079514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769395" y="2039827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769395" y="2000141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769395" y="1960454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769395" y="1920768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773173" y="1881081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778570" y="1841395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783967" y="1801708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789365" y="1762022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795707" y="1722335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802453" y="1682649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809200" y="1642962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815947" y="1603276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822694" y="1563589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829440" y="1523903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836862" y="1484216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845857" y="1444530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854853" y="1404843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871944" y="1365157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889936" y="1325470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4632962" y="1864379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4950454" y="1864379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456477" y="4922596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393507" y="4882910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334676" y="4843223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313087" y="4803537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91497" y="4763850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69908" y="4724164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250092" y="4684477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246237" y="4644791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242381" y="4605104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238526" y="4565418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234671" y="4525731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230815" y="4486045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230387" y="444635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233386" y="440667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236384" y="436698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239383" y="432729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242381" y="428761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245380" y="4247926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248378" y="420823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254525" y="4168553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68019" y="4128866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81512" y="4089180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295006" y="4049493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308499" y="4009807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321992" y="3970120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335486" y="3930434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348979" y="389074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362473" y="3851061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75966" y="3811374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89459" y="3771688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402953" y="3732001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416446" y="3692315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421506" y="365262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418133" y="3612942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414760" y="3573255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411386" y="3533569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408013" y="349388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404640" y="3454196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399676" y="3414509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80400" y="3374823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361123" y="3335136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341847" y="3295450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322571" y="3255763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303294" y="3216077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80163" y="3176390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253176" y="3136703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226189" y="3097017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199202" y="3057330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72216" y="3017644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145229" y="2977957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125181" y="2938271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105905" y="2898584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86629" y="2858898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2067352" y="2819211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2048076" y="2779525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2031884" y="2739838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2022888" y="2700152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2013893" y="2660465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2004897" y="2620779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1995902" y="2581092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91404" y="2541406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91404" y="2501719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91404" y="2462033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91404" y="2422346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91404" y="2382660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1995182" y="2342973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2000579" y="2303287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2005977" y="2263600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2011374" y="2223914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2017716" y="2184227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2024463" y="2144541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2031209" y="2104854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2037956" y="2065168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2044703" y="2025481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2051449" y="1985795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2058871" y="1946108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67866" y="1906422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76862" y="1866735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093954" y="1827049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111945" y="1787362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649407" y="2415988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4966899" y="2415988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678486" y="5384488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615517" y="5344802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556685" y="5305115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535096" y="5265429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513507" y="5225742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491917" y="5186056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472101" y="5146369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468246" y="5106683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464391" y="5066996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460535" y="5027310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456680" y="4987623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452825" y="4947937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452396" y="490825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455395" y="486856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458393" y="48288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461392" y="478919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464391" y="474950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467389" y="470981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470388" y="467013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476535" y="4630445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490028" y="4590758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503521" y="4551072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517015" y="4511385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530508" y="4471699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544002" y="4432012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557495" y="4392326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570988" y="435263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584482" y="4312953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597975" y="42732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611469" y="4233580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624962" y="419389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638456" y="415420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643516" y="4114520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640142" y="4074834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636769" y="403514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633396" y="399546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630022" y="395577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626649" y="3916088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621685" y="3876401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602409" y="3836715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583133" y="3797028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563856" y="3757342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544580" y="3717655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525304" y="3677969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502172" y="3638282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475185" y="3598596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448198" y="3558909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421212" y="3519223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394225" y="3479536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367238" y="3439850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347191" y="3400163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327914" y="3360477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308638" y="3320790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289362" y="3281104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270085" y="3241417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253893" y="320173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244898" y="3162044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235902" y="3122358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226906" y="3082671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217911" y="3042985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213413" y="300329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213413" y="2963612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213413" y="2923925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213413" y="2884239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213413" y="2844552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217191" y="2804865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222589" y="2765179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227986" y="2725492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233383" y="2685806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239725" y="2646119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246472" y="2606433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253219" y="2566746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259965" y="2527060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266712" y="2487373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273459" y="2447687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280880" y="2408000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289876" y="2368314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298871" y="2328627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315963" y="2288941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333954" y="2249254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665852" y="2967597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4983344" y="2967597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508046" y="3265229"/>
            <a:ext cx="683431" cy="459540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Het kussentje haalt de druk weg van dat ene plekje.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10">
        <p159:morph option="byObject"/>
      </p:transition>
    </mc:Choice>
    <mc:Fallback>
      <p:transition xmlns:p14="http://schemas.microsoft.com/office/powerpoint/2010/main" spd="slow" p14:dur="360" advClick="0" advTm="10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111822" y="1587460"/>
            <a:ext cx="457188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260808" y="4506799"/>
            <a:ext cx="60905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197838" y="4467113"/>
            <a:ext cx="73499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2139007" y="4427426"/>
            <a:ext cx="8526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2117418" y="4387740"/>
            <a:ext cx="89583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2095828" y="4348053"/>
            <a:ext cx="9390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2074239" y="4308367"/>
            <a:ext cx="9821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2054423" y="4268680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2050567" y="4228994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2046712" y="4189307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2042857" y="4149621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2039002" y="4109934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2035146" y="4070248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2034718" y="403056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2037716" y="399087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2040715" y="395118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2043714" y="391150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2046712" y="3871815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2049711" y="3832129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2052709" y="3792442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2058856" y="3752756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2072350" y="3713069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2085843" y="3673383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2099336" y="3633696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2112830" y="3594010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2126323" y="3554323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2139817" y="3514637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2153310" y="3474950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2166803" y="343526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180297" y="3395577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193790" y="3355891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207284" y="3316204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220777" y="3276518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225837" y="3236831"/>
            <a:ext cx="9397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222464" y="3197145"/>
            <a:ext cx="9498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219090" y="3157458"/>
            <a:ext cx="95999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215717" y="3117772"/>
            <a:ext cx="97011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212344" y="3078085"/>
            <a:ext cx="98023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208970" y="303839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204007" y="2998712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184730" y="2959026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2165454" y="2919339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2146178" y="2879653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2126902" y="2839966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2107625" y="2800279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2084494" y="2760593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2057507" y="2720906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2030520" y="2681220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2003533" y="2641533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976546" y="2601847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949560" y="2562160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929512" y="2522474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910236" y="2482787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890960" y="2443101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871683" y="2403414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852407" y="2363728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836215" y="232404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827219" y="2284355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818224" y="2244668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809228" y="2204982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800232" y="2165295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795735" y="2125609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795735" y="2085922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795735" y="2046236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795735" y="2006549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795735" y="1966863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799513" y="1927176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804910" y="1887490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810307" y="1847803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815705" y="1808117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822047" y="1768430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828793" y="1728744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835540" y="1689057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842287" y="1649371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849034" y="1609684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855780" y="1569998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863202" y="1530311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872197" y="1490625"/>
            <a:ext cx="982373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881193" y="1450938"/>
            <a:ext cx="919404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898285" y="1411252"/>
            <a:ext cx="832146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916276" y="1371565"/>
            <a:ext cx="742190" cy="52386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staal0"/>
          <p:cNvSpPr/>
          <p:nvPr/>
        </p:nvSpPr>
        <p:spPr>
          <a:xfrm>
            <a:off x="4698882" y="1892252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 w="25400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aagnaam0"/>
          <p:cNvSpPr txBox="1"/>
          <p:nvPr/>
        </p:nvSpPr>
        <p:spPr>
          <a:xfrm>
            <a:off x="5016374" y="1892252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6" name="!!laag1_000"/>
          <p:cNvSpPr/>
          <p:nvPr/>
        </p:nvSpPr>
        <p:spPr>
          <a:xfrm>
            <a:off x="2464002" y="4938589"/>
            <a:ext cx="60905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1"/>
          <p:cNvSpPr/>
          <p:nvPr/>
        </p:nvSpPr>
        <p:spPr>
          <a:xfrm>
            <a:off x="2401033" y="4898902"/>
            <a:ext cx="73499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2"/>
          <p:cNvSpPr/>
          <p:nvPr/>
        </p:nvSpPr>
        <p:spPr>
          <a:xfrm>
            <a:off x="2342202" y="4859216"/>
            <a:ext cx="8526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3"/>
          <p:cNvSpPr/>
          <p:nvPr/>
        </p:nvSpPr>
        <p:spPr>
          <a:xfrm>
            <a:off x="2320612" y="4819529"/>
            <a:ext cx="89583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4"/>
          <p:cNvSpPr/>
          <p:nvPr/>
        </p:nvSpPr>
        <p:spPr>
          <a:xfrm>
            <a:off x="2299023" y="4779843"/>
            <a:ext cx="9390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5"/>
          <p:cNvSpPr/>
          <p:nvPr/>
        </p:nvSpPr>
        <p:spPr>
          <a:xfrm>
            <a:off x="2277434" y="4740156"/>
            <a:ext cx="9821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6"/>
          <p:cNvSpPr/>
          <p:nvPr/>
        </p:nvSpPr>
        <p:spPr>
          <a:xfrm>
            <a:off x="2257618" y="4700469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7"/>
          <p:cNvSpPr/>
          <p:nvPr/>
        </p:nvSpPr>
        <p:spPr>
          <a:xfrm>
            <a:off x="2253762" y="4660783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8"/>
          <p:cNvSpPr/>
          <p:nvPr/>
        </p:nvSpPr>
        <p:spPr>
          <a:xfrm>
            <a:off x="2249907" y="4621096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09"/>
          <p:cNvSpPr/>
          <p:nvPr/>
        </p:nvSpPr>
        <p:spPr>
          <a:xfrm>
            <a:off x="2246052" y="4581410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0"/>
          <p:cNvSpPr/>
          <p:nvPr/>
        </p:nvSpPr>
        <p:spPr>
          <a:xfrm>
            <a:off x="2242196" y="4541723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1"/>
          <p:cNvSpPr/>
          <p:nvPr/>
        </p:nvSpPr>
        <p:spPr>
          <a:xfrm>
            <a:off x="2238341" y="4502037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2"/>
          <p:cNvSpPr/>
          <p:nvPr/>
        </p:nvSpPr>
        <p:spPr>
          <a:xfrm>
            <a:off x="2237913" y="446235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3"/>
          <p:cNvSpPr/>
          <p:nvPr/>
        </p:nvSpPr>
        <p:spPr>
          <a:xfrm>
            <a:off x="2240911" y="442266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4"/>
          <p:cNvSpPr/>
          <p:nvPr/>
        </p:nvSpPr>
        <p:spPr>
          <a:xfrm>
            <a:off x="2243910" y="438297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5"/>
          <p:cNvSpPr/>
          <p:nvPr/>
        </p:nvSpPr>
        <p:spPr>
          <a:xfrm>
            <a:off x="2246908" y="434329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6"/>
          <p:cNvSpPr/>
          <p:nvPr/>
        </p:nvSpPr>
        <p:spPr>
          <a:xfrm>
            <a:off x="2249907" y="430360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7"/>
          <p:cNvSpPr/>
          <p:nvPr/>
        </p:nvSpPr>
        <p:spPr>
          <a:xfrm>
            <a:off x="2252906" y="4263918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8"/>
          <p:cNvSpPr/>
          <p:nvPr/>
        </p:nvSpPr>
        <p:spPr>
          <a:xfrm>
            <a:off x="2255904" y="422423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19"/>
          <p:cNvSpPr/>
          <p:nvPr/>
        </p:nvSpPr>
        <p:spPr>
          <a:xfrm>
            <a:off x="2262051" y="4184545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0"/>
          <p:cNvSpPr/>
          <p:nvPr/>
        </p:nvSpPr>
        <p:spPr>
          <a:xfrm>
            <a:off x="2275544" y="4144858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1"/>
          <p:cNvSpPr/>
          <p:nvPr/>
        </p:nvSpPr>
        <p:spPr>
          <a:xfrm>
            <a:off x="2289038" y="4105172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2"/>
          <p:cNvSpPr/>
          <p:nvPr/>
        </p:nvSpPr>
        <p:spPr>
          <a:xfrm>
            <a:off x="2302531" y="4065485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3"/>
          <p:cNvSpPr/>
          <p:nvPr/>
        </p:nvSpPr>
        <p:spPr>
          <a:xfrm>
            <a:off x="2316025" y="4025799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4"/>
          <p:cNvSpPr/>
          <p:nvPr/>
        </p:nvSpPr>
        <p:spPr>
          <a:xfrm>
            <a:off x="2329518" y="3986112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5"/>
          <p:cNvSpPr/>
          <p:nvPr/>
        </p:nvSpPr>
        <p:spPr>
          <a:xfrm>
            <a:off x="2343012" y="3946426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6"/>
          <p:cNvSpPr/>
          <p:nvPr/>
        </p:nvSpPr>
        <p:spPr>
          <a:xfrm>
            <a:off x="2356505" y="390673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7"/>
          <p:cNvSpPr/>
          <p:nvPr/>
        </p:nvSpPr>
        <p:spPr>
          <a:xfrm>
            <a:off x="2369998" y="3867053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8"/>
          <p:cNvSpPr/>
          <p:nvPr/>
        </p:nvSpPr>
        <p:spPr>
          <a:xfrm>
            <a:off x="2383492" y="382736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29"/>
          <p:cNvSpPr/>
          <p:nvPr/>
        </p:nvSpPr>
        <p:spPr>
          <a:xfrm>
            <a:off x="2396985" y="3787680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0"/>
          <p:cNvSpPr/>
          <p:nvPr/>
        </p:nvSpPr>
        <p:spPr>
          <a:xfrm>
            <a:off x="2410479" y="374799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1"/>
          <p:cNvSpPr/>
          <p:nvPr/>
        </p:nvSpPr>
        <p:spPr>
          <a:xfrm>
            <a:off x="2423972" y="3708307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2"/>
          <p:cNvSpPr/>
          <p:nvPr/>
        </p:nvSpPr>
        <p:spPr>
          <a:xfrm>
            <a:off x="2429032" y="3668620"/>
            <a:ext cx="9397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3"/>
          <p:cNvSpPr/>
          <p:nvPr/>
        </p:nvSpPr>
        <p:spPr>
          <a:xfrm>
            <a:off x="2425659" y="3628934"/>
            <a:ext cx="9498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4"/>
          <p:cNvSpPr/>
          <p:nvPr/>
        </p:nvSpPr>
        <p:spPr>
          <a:xfrm>
            <a:off x="2422285" y="3589247"/>
            <a:ext cx="95999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5"/>
          <p:cNvSpPr/>
          <p:nvPr/>
        </p:nvSpPr>
        <p:spPr>
          <a:xfrm>
            <a:off x="2418912" y="3549561"/>
            <a:ext cx="97011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6"/>
          <p:cNvSpPr/>
          <p:nvPr/>
        </p:nvSpPr>
        <p:spPr>
          <a:xfrm>
            <a:off x="2415539" y="3509874"/>
            <a:ext cx="98023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7"/>
          <p:cNvSpPr/>
          <p:nvPr/>
        </p:nvSpPr>
        <p:spPr>
          <a:xfrm>
            <a:off x="2412165" y="3470188"/>
            <a:ext cx="99035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8"/>
          <p:cNvSpPr/>
          <p:nvPr/>
        </p:nvSpPr>
        <p:spPr>
          <a:xfrm>
            <a:off x="2407202" y="3430501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39"/>
          <p:cNvSpPr/>
          <p:nvPr/>
        </p:nvSpPr>
        <p:spPr>
          <a:xfrm>
            <a:off x="2387925" y="3390815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0"/>
          <p:cNvSpPr/>
          <p:nvPr/>
        </p:nvSpPr>
        <p:spPr>
          <a:xfrm>
            <a:off x="2368649" y="3351128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1"/>
          <p:cNvSpPr/>
          <p:nvPr/>
        </p:nvSpPr>
        <p:spPr>
          <a:xfrm>
            <a:off x="2349373" y="3311442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2"/>
          <p:cNvSpPr/>
          <p:nvPr/>
        </p:nvSpPr>
        <p:spPr>
          <a:xfrm>
            <a:off x="2330096" y="3271755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3"/>
          <p:cNvSpPr/>
          <p:nvPr/>
        </p:nvSpPr>
        <p:spPr>
          <a:xfrm>
            <a:off x="2310820" y="3232069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4"/>
          <p:cNvSpPr/>
          <p:nvPr/>
        </p:nvSpPr>
        <p:spPr>
          <a:xfrm>
            <a:off x="2287689" y="3192382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5"/>
          <p:cNvSpPr/>
          <p:nvPr/>
        </p:nvSpPr>
        <p:spPr>
          <a:xfrm>
            <a:off x="2260702" y="3152696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6"/>
          <p:cNvSpPr/>
          <p:nvPr/>
        </p:nvSpPr>
        <p:spPr>
          <a:xfrm>
            <a:off x="2233715" y="3113009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7"/>
          <p:cNvSpPr/>
          <p:nvPr/>
        </p:nvSpPr>
        <p:spPr>
          <a:xfrm>
            <a:off x="2206728" y="3073323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8"/>
          <p:cNvSpPr/>
          <p:nvPr/>
        </p:nvSpPr>
        <p:spPr>
          <a:xfrm>
            <a:off x="2179741" y="3033636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49"/>
          <p:cNvSpPr/>
          <p:nvPr/>
        </p:nvSpPr>
        <p:spPr>
          <a:xfrm>
            <a:off x="2152754" y="2993950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0"/>
          <p:cNvSpPr/>
          <p:nvPr/>
        </p:nvSpPr>
        <p:spPr>
          <a:xfrm>
            <a:off x="2132707" y="2954263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1"/>
          <p:cNvSpPr/>
          <p:nvPr/>
        </p:nvSpPr>
        <p:spPr>
          <a:xfrm>
            <a:off x="2113431" y="2914577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2"/>
          <p:cNvSpPr/>
          <p:nvPr/>
        </p:nvSpPr>
        <p:spPr>
          <a:xfrm>
            <a:off x="2094154" y="2874890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3"/>
          <p:cNvSpPr/>
          <p:nvPr/>
        </p:nvSpPr>
        <p:spPr>
          <a:xfrm>
            <a:off x="2074878" y="2835204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4"/>
          <p:cNvSpPr/>
          <p:nvPr/>
        </p:nvSpPr>
        <p:spPr>
          <a:xfrm>
            <a:off x="2055602" y="2795517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5"/>
          <p:cNvSpPr/>
          <p:nvPr/>
        </p:nvSpPr>
        <p:spPr>
          <a:xfrm>
            <a:off x="2039410" y="275583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6"/>
          <p:cNvSpPr/>
          <p:nvPr/>
        </p:nvSpPr>
        <p:spPr>
          <a:xfrm>
            <a:off x="2030414" y="2716144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7"/>
          <p:cNvSpPr/>
          <p:nvPr/>
        </p:nvSpPr>
        <p:spPr>
          <a:xfrm>
            <a:off x="2021419" y="2676458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8"/>
          <p:cNvSpPr/>
          <p:nvPr/>
        </p:nvSpPr>
        <p:spPr>
          <a:xfrm>
            <a:off x="2012423" y="2636771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59"/>
          <p:cNvSpPr/>
          <p:nvPr/>
        </p:nvSpPr>
        <p:spPr>
          <a:xfrm>
            <a:off x="2003427" y="2597085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0"/>
          <p:cNvSpPr/>
          <p:nvPr/>
        </p:nvSpPr>
        <p:spPr>
          <a:xfrm>
            <a:off x="1998930" y="2557398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1"/>
          <p:cNvSpPr/>
          <p:nvPr/>
        </p:nvSpPr>
        <p:spPr>
          <a:xfrm>
            <a:off x="1998930" y="2517712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2"/>
          <p:cNvSpPr/>
          <p:nvPr/>
        </p:nvSpPr>
        <p:spPr>
          <a:xfrm>
            <a:off x="1998930" y="2478025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3"/>
          <p:cNvSpPr/>
          <p:nvPr/>
        </p:nvSpPr>
        <p:spPr>
          <a:xfrm>
            <a:off x="1998930" y="2438339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4"/>
          <p:cNvSpPr/>
          <p:nvPr/>
        </p:nvSpPr>
        <p:spPr>
          <a:xfrm>
            <a:off x="1998930" y="2398652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5"/>
          <p:cNvSpPr/>
          <p:nvPr/>
        </p:nvSpPr>
        <p:spPr>
          <a:xfrm>
            <a:off x="2002708" y="2358966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6"/>
          <p:cNvSpPr/>
          <p:nvPr/>
        </p:nvSpPr>
        <p:spPr>
          <a:xfrm>
            <a:off x="2008105" y="2319279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7"/>
          <p:cNvSpPr/>
          <p:nvPr/>
        </p:nvSpPr>
        <p:spPr>
          <a:xfrm>
            <a:off x="2013502" y="2279593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8"/>
          <p:cNvSpPr/>
          <p:nvPr/>
        </p:nvSpPr>
        <p:spPr>
          <a:xfrm>
            <a:off x="2018900" y="2239906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69"/>
          <p:cNvSpPr/>
          <p:nvPr/>
        </p:nvSpPr>
        <p:spPr>
          <a:xfrm>
            <a:off x="2025242" y="2200219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0"/>
          <p:cNvSpPr/>
          <p:nvPr/>
        </p:nvSpPr>
        <p:spPr>
          <a:xfrm>
            <a:off x="2031988" y="2160533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1"/>
          <p:cNvSpPr/>
          <p:nvPr/>
        </p:nvSpPr>
        <p:spPr>
          <a:xfrm>
            <a:off x="2038735" y="2120846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2"/>
          <p:cNvSpPr/>
          <p:nvPr/>
        </p:nvSpPr>
        <p:spPr>
          <a:xfrm>
            <a:off x="2045482" y="2081160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3"/>
          <p:cNvSpPr/>
          <p:nvPr/>
        </p:nvSpPr>
        <p:spPr>
          <a:xfrm>
            <a:off x="2052229" y="2041473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4"/>
          <p:cNvSpPr/>
          <p:nvPr/>
        </p:nvSpPr>
        <p:spPr>
          <a:xfrm>
            <a:off x="2058975" y="2001787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5"/>
          <p:cNvSpPr/>
          <p:nvPr/>
        </p:nvSpPr>
        <p:spPr>
          <a:xfrm>
            <a:off x="2066397" y="1962100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6"/>
          <p:cNvSpPr/>
          <p:nvPr/>
        </p:nvSpPr>
        <p:spPr>
          <a:xfrm>
            <a:off x="2075392" y="1922414"/>
            <a:ext cx="982373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7"/>
          <p:cNvSpPr/>
          <p:nvPr/>
        </p:nvSpPr>
        <p:spPr>
          <a:xfrm>
            <a:off x="2084388" y="1882727"/>
            <a:ext cx="919404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8"/>
          <p:cNvSpPr/>
          <p:nvPr/>
        </p:nvSpPr>
        <p:spPr>
          <a:xfrm>
            <a:off x="2101479" y="1843041"/>
            <a:ext cx="832146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1_079"/>
          <p:cNvSpPr/>
          <p:nvPr/>
        </p:nvSpPr>
        <p:spPr>
          <a:xfrm>
            <a:off x="2119471" y="1803354"/>
            <a:ext cx="742190" cy="52386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laagstaal1"/>
          <p:cNvSpPr/>
          <p:nvPr/>
        </p:nvSpPr>
        <p:spPr>
          <a:xfrm>
            <a:off x="4698882" y="2451038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 w="25400">
            <a:solidFill>
              <a:srgbClr val="2A6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naam1"/>
          <p:cNvSpPr txBox="1"/>
          <p:nvPr/>
        </p:nvSpPr>
        <p:spPr>
          <a:xfrm>
            <a:off x="5016374" y="2451038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8" name="!!laag2_000"/>
          <p:cNvSpPr/>
          <p:nvPr/>
        </p:nvSpPr>
        <p:spPr>
          <a:xfrm>
            <a:off x="2667197" y="5370378"/>
            <a:ext cx="60905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1"/>
          <p:cNvSpPr/>
          <p:nvPr/>
        </p:nvSpPr>
        <p:spPr>
          <a:xfrm>
            <a:off x="2604228" y="5330691"/>
            <a:ext cx="73499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2"/>
          <p:cNvSpPr/>
          <p:nvPr/>
        </p:nvSpPr>
        <p:spPr>
          <a:xfrm>
            <a:off x="2545397" y="5291005"/>
            <a:ext cx="8526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3"/>
          <p:cNvSpPr/>
          <p:nvPr/>
        </p:nvSpPr>
        <p:spPr>
          <a:xfrm>
            <a:off x="2523807" y="5251318"/>
            <a:ext cx="89583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4"/>
          <p:cNvSpPr/>
          <p:nvPr/>
        </p:nvSpPr>
        <p:spPr>
          <a:xfrm>
            <a:off x="2502218" y="5211632"/>
            <a:ext cx="9390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5"/>
          <p:cNvSpPr/>
          <p:nvPr/>
        </p:nvSpPr>
        <p:spPr>
          <a:xfrm>
            <a:off x="2480628" y="5171945"/>
            <a:ext cx="9821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6"/>
          <p:cNvSpPr/>
          <p:nvPr/>
        </p:nvSpPr>
        <p:spPr>
          <a:xfrm>
            <a:off x="2460812" y="5132259"/>
            <a:ext cx="102182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7"/>
          <p:cNvSpPr/>
          <p:nvPr/>
        </p:nvSpPr>
        <p:spPr>
          <a:xfrm>
            <a:off x="2456957" y="5092572"/>
            <a:ext cx="10295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08"/>
          <p:cNvSpPr/>
          <p:nvPr/>
        </p:nvSpPr>
        <p:spPr>
          <a:xfrm>
            <a:off x="2453102" y="5052886"/>
            <a:ext cx="10372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09"/>
          <p:cNvSpPr/>
          <p:nvPr/>
        </p:nvSpPr>
        <p:spPr>
          <a:xfrm>
            <a:off x="2449247" y="5013199"/>
            <a:ext cx="1044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0"/>
          <p:cNvSpPr/>
          <p:nvPr/>
        </p:nvSpPr>
        <p:spPr>
          <a:xfrm>
            <a:off x="2445391" y="4973513"/>
            <a:ext cx="105266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1"/>
          <p:cNvSpPr/>
          <p:nvPr/>
        </p:nvSpPr>
        <p:spPr>
          <a:xfrm>
            <a:off x="2441536" y="4933826"/>
            <a:ext cx="10603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2"/>
          <p:cNvSpPr/>
          <p:nvPr/>
        </p:nvSpPr>
        <p:spPr>
          <a:xfrm>
            <a:off x="2441108" y="489414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3"/>
          <p:cNvSpPr/>
          <p:nvPr/>
        </p:nvSpPr>
        <p:spPr>
          <a:xfrm>
            <a:off x="2444106" y="4854453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4"/>
          <p:cNvSpPr/>
          <p:nvPr/>
        </p:nvSpPr>
        <p:spPr>
          <a:xfrm>
            <a:off x="2447105" y="481476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5"/>
          <p:cNvSpPr/>
          <p:nvPr/>
        </p:nvSpPr>
        <p:spPr>
          <a:xfrm>
            <a:off x="2450103" y="4775080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6"/>
          <p:cNvSpPr/>
          <p:nvPr/>
        </p:nvSpPr>
        <p:spPr>
          <a:xfrm>
            <a:off x="2453102" y="4735394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7"/>
          <p:cNvSpPr/>
          <p:nvPr/>
        </p:nvSpPr>
        <p:spPr>
          <a:xfrm>
            <a:off x="2456100" y="4695707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18"/>
          <p:cNvSpPr/>
          <p:nvPr/>
        </p:nvSpPr>
        <p:spPr>
          <a:xfrm>
            <a:off x="2459099" y="4656021"/>
            <a:ext cx="106423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19"/>
          <p:cNvSpPr/>
          <p:nvPr/>
        </p:nvSpPr>
        <p:spPr>
          <a:xfrm>
            <a:off x="2465246" y="4616334"/>
            <a:ext cx="10611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0"/>
          <p:cNvSpPr/>
          <p:nvPr/>
        </p:nvSpPr>
        <p:spPr>
          <a:xfrm>
            <a:off x="2478739" y="4576648"/>
            <a:ext cx="10510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1"/>
          <p:cNvSpPr/>
          <p:nvPr/>
        </p:nvSpPr>
        <p:spPr>
          <a:xfrm>
            <a:off x="2492233" y="4536961"/>
            <a:ext cx="104095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2"/>
          <p:cNvSpPr/>
          <p:nvPr/>
        </p:nvSpPr>
        <p:spPr>
          <a:xfrm>
            <a:off x="2505726" y="4497275"/>
            <a:ext cx="10308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3"/>
          <p:cNvSpPr/>
          <p:nvPr/>
        </p:nvSpPr>
        <p:spPr>
          <a:xfrm>
            <a:off x="2519220" y="4457588"/>
            <a:ext cx="102071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4"/>
          <p:cNvSpPr/>
          <p:nvPr/>
        </p:nvSpPr>
        <p:spPr>
          <a:xfrm>
            <a:off x="2532713" y="4417902"/>
            <a:ext cx="10105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5"/>
          <p:cNvSpPr/>
          <p:nvPr/>
        </p:nvSpPr>
        <p:spPr>
          <a:xfrm>
            <a:off x="2546206" y="4378215"/>
            <a:ext cx="10004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6"/>
          <p:cNvSpPr/>
          <p:nvPr/>
        </p:nvSpPr>
        <p:spPr>
          <a:xfrm>
            <a:off x="2559700" y="4338529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7"/>
          <p:cNvSpPr/>
          <p:nvPr/>
        </p:nvSpPr>
        <p:spPr>
          <a:xfrm>
            <a:off x="2573193" y="4298842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28"/>
          <p:cNvSpPr/>
          <p:nvPr/>
        </p:nvSpPr>
        <p:spPr>
          <a:xfrm>
            <a:off x="2586687" y="4259156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29"/>
          <p:cNvSpPr/>
          <p:nvPr/>
        </p:nvSpPr>
        <p:spPr>
          <a:xfrm>
            <a:off x="2600180" y="4219469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0"/>
          <p:cNvSpPr/>
          <p:nvPr/>
        </p:nvSpPr>
        <p:spPr>
          <a:xfrm>
            <a:off x="2613674" y="417978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1"/>
          <p:cNvSpPr/>
          <p:nvPr/>
        </p:nvSpPr>
        <p:spPr>
          <a:xfrm>
            <a:off x="2627167" y="4140096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2"/>
          <p:cNvSpPr/>
          <p:nvPr/>
        </p:nvSpPr>
        <p:spPr>
          <a:xfrm>
            <a:off x="2632227" y="4100409"/>
            <a:ext cx="9397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3"/>
          <p:cNvSpPr/>
          <p:nvPr/>
        </p:nvSpPr>
        <p:spPr>
          <a:xfrm>
            <a:off x="2628854" y="4060723"/>
            <a:ext cx="9498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4"/>
          <p:cNvSpPr/>
          <p:nvPr/>
        </p:nvSpPr>
        <p:spPr>
          <a:xfrm>
            <a:off x="2625480" y="4021036"/>
            <a:ext cx="95999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5"/>
          <p:cNvSpPr/>
          <p:nvPr/>
        </p:nvSpPr>
        <p:spPr>
          <a:xfrm>
            <a:off x="2622107" y="3981350"/>
            <a:ext cx="97011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6"/>
          <p:cNvSpPr/>
          <p:nvPr/>
        </p:nvSpPr>
        <p:spPr>
          <a:xfrm>
            <a:off x="2618734" y="3941663"/>
            <a:ext cx="98023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7"/>
          <p:cNvSpPr/>
          <p:nvPr/>
        </p:nvSpPr>
        <p:spPr>
          <a:xfrm>
            <a:off x="2615360" y="3901977"/>
            <a:ext cx="99035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38"/>
          <p:cNvSpPr/>
          <p:nvPr/>
        </p:nvSpPr>
        <p:spPr>
          <a:xfrm>
            <a:off x="2610397" y="3862290"/>
            <a:ext cx="10021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39"/>
          <p:cNvSpPr/>
          <p:nvPr/>
        </p:nvSpPr>
        <p:spPr>
          <a:xfrm>
            <a:off x="2591120" y="3822604"/>
            <a:ext cx="102915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0"/>
          <p:cNvSpPr/>
          <p:nvPr/>
        </p:nvSpPr>
        <p:spPr>
          <a:xfrm>
            <a:off x="2571844" y="3782917"/>
            <a:ext cx="10561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1"/>
          <p:cNvSpPr/>
          <p:nvPr/>
        </p:nvSpPr>
        <p:spPr>
          <a:xfrm>
            <a:off x="2552568" y="3743231"/>
            <a:ext cx="108312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2"/>
          <p:cNvSpPr/>
          <p:nvPr/>
        </p:nvSpPr>
        <p:spPr>
          <a:xfrm>
            <a:off x="2533291" y="3703544"/>
            <a:ext cx="111011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3"/>
          <p:cNvSpPr/>
          <p:nvPr/>
        </p:nvSpPr>
        <p:spPr>
          <a:xfrm>
            <a:off x="2514015" y="3663858"/>
            <a:ext cx="113709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4"/>
          <p:cNvSpPr/>
          <p:nvPr/>
        </p:nvSpPr>
        <p:spPr>
          <a:xfrm>
            <a:off x="2490883" y="3624171"/>
            <a:ext cx="116793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5"/>
          <p:cNvSpPr/>
          <p:nvPr/>
        </p:nvSpPr>
        <p:spPr>
          <a:xfrm>
            <a:off x="2463897" y="3584485"/>
            <a:ext cx="120263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6"/>
          <p:cNvSpPr/>
          <p:nvPr/>
        </p:nvSpPr>
        <p:spPr>
          <a:xfrm>
            <a:off x="2436910" y="3544798"/>
            <a:ext cx="123733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7"/>
          <p:cNvSpPr/>
          <p:nvPr/>
        </p:nvSpPr>
        <p:spPr>
          <a:xfrm>
            <a:off x="2409923" y="3505112"/>
            <a:ext cx="127203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48"/>
          <p:cNvSpPr/>
          <p:nvPr/>
        </p:nvSpPr>
        <p:spPr>
          <a:xfrm>
            <a:off x="2382936" y="3465425"/>
            <a:ext cx="130672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49"/>
          <p:cNvSpPr/>
          <p:nvPr/>
        </p:nvSpPr>
        <p:spPr>
          <a:xfrm>
            <a:off x="2355949" y="3425739"/>
            <a:ext cx="13414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0"/>
          <p:cNvSpPr/>
          <p:nvPr/>
        </p:nvSpPr>
        <p:spPr>
          <a:xfrm>
            <a:off x="2335902" y="3386052"/>
            <a:ext cx="136571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1"/>
          <p:cNvSpPr/>
          <p:nvPr/>
        </p:nvSpPr>
        <p:spPr>
          <a:xfrm>
            <a:off x="2316626" y="3346366"/>
            <a:ext cx="13888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2"/>
          <p:cNvSpPr/>
          <p:nvPr/>
        </p:nvSpPr>
        <p:spPr>
          <a:xfrm>
            <a:off x="2297349" y="3306679"/>
            <a:ext cx="1411977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3"/>
          <p:cNvSpPr/>
          <p:nvPr/>
        </p:nvSpPr>
        <p:spPr>
          <a:xfrm>
            <a:off x="2278073" y="3266993"/>
            <a:ext cx="143510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4"/>
          <p:cNvSpPr/>
          <p:nvPr/>
        </p:nvSpPr>
        <p:spPr>
          <a:xfrm>
            <a:off x="2258797" y="3227306"/>
            <a:ext cx="1458241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5"/>
          <p:cNvSpPr/>
          <p:nvPr/>
        </p:nvSpPr>
        <p:spPr>
          <a:xfrm>
            <a:off x="2242605" y="3187620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6"/>
          <p:cNvSpPr/>
          <p:nvPr/>
        </p:nvSpPr>
        <p:spPr>
          <a:xfrm>
            <a:off x="2233609" y="3147933"/>
            <a:ext cx="148028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7"/>
          <p:cNvSpPr/>
          <p:nvPr/>
        </p:nvSpPr>
        <p:spPr>
          <a:xfrm>
            <a:off x="2224613" y="3108247"/>
            <a:ext cx="1484778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58"/>
          <p:cNvSpPr/>
          <p:nvPr/>
        </p:nvSpPr>
        <p:spPr>
          <a:xfrm>
            <a:off x="2215618" y="3068560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59"/>
          <p:cNvSpPr/>
          <p:nvPr/>
        </p:nvSpPr>
        <p:spPr>
          <a:xfrm>
            <a:off x="2206622" y="3028874"/>
            <a:ext cx="14937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0"/>
          <p:cNvSpPr/>
          <p:nvPr/>
        </p:nvSpPr>
        <p:spPr>
          <a:xfrm>
            <a:off x="2202124" y="2989187"/>
            <a:ext cx="148927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1"/>
          <p:cNvSpPr/>
          <p:nvPr/>
        </p:nvSpPr>
        <p:spPr>
          <a:xfrm>
            <a:off x="2202124" y="2949501"/>
            <a:ext cx="147578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2"/>
          <p:cNvSpPr/>
          <p:nvPr/>
        </p:nvSpPr>
        <p:spPr>
          <a:xfrm>
            <a:off x="2202124" y="2909814"/>
            <a:ext cx="14622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3"/>
          <p:cNvSpPr/>
          <p:nvPr/>
        </p:nvSpPr>
        <p:spPr>
          <a:xfrm>
            <a:off x="2202124" y="2870128"/>
            <a:ext cx="1448795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4"/>
          <p:cNvSpPr/>
          <p:nvPr/>
        </p:nvSpPr>
        <p:spPr>
          <a:xfrm>
            <a:off x="2202124" y="2830441"/>
            <a:ext cx="14353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5"/>
          <p:cNvSpPr/>
          <p:nvPr/>
        </p:nvSpPr>
        <p:spPr>
          <a:xfrm>
            <a:off x="2205903" y="2790755"/>
            <a:ext cx="141236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6"/>
          <p:cNvSpPr/>
          <p:nvPr/>
        </p:nvSpPr>
        <p:spPr>
          <a:xfrm>
            <a:off x="2211300" y="2751068"/>
            <a:ext cx="138537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7"/>
          <p:cNvSpPr/>
          <p:nvPr/>
        </p:nvSpPr>
        <p:spPr>
          <a:xfrm>
            <a:off x="2216697" y="2711382"/>
            <a:ext cx="135838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68"/>
          <p:cNvSpPr/>
          <p:nvPr/>
        </p:nvSpPr>
        <p:spPr>
          <a:xfrm>
            <a:off x="2222095" y="2671695"/>
            <a:ext cx="133140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69"/>
          <p:cNvSpPr/>
          <p:nvPr/>
        </p:nvSpPr>
        <p:spPr>
          <a:xfrm>
            <a:off x="2228437" y="2632009"/>
            <a:ext cx="129969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0"/>
          <p:cNvSpPr/>
          <p:nvPr/>
        </p:nvSpPr>
        <p:spPr>
          <a:xfrm>
            <a:off x="2235183" y="2592322"/>
            <a:ext cx="126595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1"/>
          <p:cNvSpPr/>
          <p:nvPr/>
        </p:nvSpPr>
        <p:spPr>
          <a:xfrm>
            <a:off x="2241930" y="2552636"/>
            <a:ext cx="123222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2"/>
          <p:cNvSpPr/>
          <p:nvPr/>
        </p:nvSpPr>
        <p:spPr>
          <a:xfrm>
            <a:off x="2248677" y="2512949"/>
            <a:ext cx="11917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3"/>
          <p:cNvSpPr/>
          <p:nvPr/>
        </p:nvSpPr>
        <p:spPr>
          <a:xfrm>
            <a:off x="2255423" y="2473263"/>
            <a:ext cx="1144519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4"/>
          <p:cNvSpPr/>
          <p:nvPr/>
        </p:nvSpPr>
        <p:spPr>
          <a:xfrm>
            <a:off x="2262170" y="2433576"/>
            <a:ext cx="109729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5"/>
          <p:cNvSpPr/>
          <p:nvPr/>
        </p:nvSpPr>
        <p:spPr>
          <a:xfrm>
            <a:off x="2269592" y="2393890"/>
            <a:ext cx="1045342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6"/>
          <p:cNvSpPr/>
          <p:nvPr/>
        </p:nvSpPr>
        <p:spPr>
          <a:xfrm>
            <a:off x="2278587" y="2354203"/>
            <a:ext cx="982373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7"/>
          <p:cNvSpPr/>
          <p:nvPr/>
        </p:nvSpPr>
        <p:spPr>
          <a:xfrm>
            <a:off x="2287583" y="2314517"/>
            <a:ext cx="919404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2_078"/>
          <p:cNvSpPr/>
          <p:nvPr/>
        </p:nvSpPr>
        <p:spPr>
          <a:xfrm>
            <a:off x="2304674" y="2274830"/>
            <a:ext cx="832146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laag2_079"/>
          <p:cNvSpPr/>
          <p:nvPr/>
        </p:nvSpPr>
        <p:spPr>
          <a:xfrm>
            <a:off x="2322666" y="2235144"/>
            <a:ext cx="742190" cy="52386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laagstaal2"/>
          <p:cNvSpPr/>
          <p:nvPr/>
        </p:nvSpPr>
        <p:spPr>
          <a:xfrm>
            <a:off x="4698882" y="3009824"/>
            <a:ext cx="215894" cy="215894"/>
          </a:xfrm>
          <a:prstGeom prst="roundRect">
            <a:avLst>
              <a:gd name="adj" fmla="val 30000"/>
            </a:avLst>
          </a:prstGeom>
          <a:solidFill>
            <a:srgbClr val="8FB6D0"/>
          </a:solidFill>
          <a:ln w="25400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laagnaam2"/>
          <p:cNvSpPr txBox="1"/>
          <p:nvPr/>
        </p:nvSpPr>
        <p:spPr>
          <a:xfrm>
            <a:off x="5016374" y="3009824"/>
            <a:ext cx="190495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50" name="!!pad"/>
          <p:cNvSpPr/>
          <p:nvPr/>
        </p:nvSpPr>
        <p:spPr>
          <a:xfrm>
            <a:off x="2496757" y="3251118"/>
            <a:ext cx="698482" cy="469888"/>
          </a:xfrm>
          <a:prstGeom prst="ellipse">
            <a:avLst/>
          </a:prstGeom>
          <a:solidFill>
            <a:srgbClr val="FF7A00"/>
          </a:solidFill>
          <a:ln w="3048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Het kussentje haalt de druk weg van dat ene plekje.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60" advClick="0" advTm="2400">
        <p159:morph option="byObject"/>
      </p:transition>
    </mc:Choice>
    <mc:Fallback>
      <p:transition xmlns:p14="http://schemas.microsoft.com/office/powerpoint/2010/main" spd="slow" p14:dur="360" advClick="0" advTm="2400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We meten opnieuw.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1800">
        <p159:morph option="byObject"/>
      </p:transition>
    </mc:Choice>
    <mc:Fallback>
      <p:transition xmlns:p14="http://schemas.microsoft.com/office/powerpoint/2010/main" spd="slow" p14:dur="900" advClick="0" advTm="1800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5B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5B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EC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FD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C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9C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AC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C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BC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CC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1D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3C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309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9C0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1B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1C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4C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9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4C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9D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9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6C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9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1C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CC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301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FB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CC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CC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B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ED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EC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2C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8C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FC1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289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8B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4C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1C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ED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E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DC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CD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5C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6D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7C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274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3CB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4C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CC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3C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8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FC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5B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5C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0C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3C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258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BC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1C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1C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2C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3C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B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BC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E6C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CC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2C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240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7C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8C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3C9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9C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EC4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5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FC1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4B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9C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224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B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5B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6C3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1C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7C3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209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1B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6B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197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0B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B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189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koelt af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10">
        <p159:morph option="byObject"/>
      </p:transition>
    </mc:Choice>
    <mc:Fallback>
      <p:transition xmlns:p14="http://schemas.microsoft.com/office/powerpoint/2010/main" spd="slow" p14:dur="300" advClick="0" advTm="10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555911"/>
            <a:ext cx="6095847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verdeelt zich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" advClick="0" advTm="3600">
        <p159:morph option="byObject"/>
      </p:transition>
    </mc:Choice>
    <mc:Fallback>
      <p:transition xmlns:p14="http://schemas.microsoft.com/office/powerpoint/2010/main" spd="slow" p14:dur="300" advClick="0" advTm="3600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31321"/>
              </a:gs>
              <a:gs pos="100000">
                <a:srgbClr val="10233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7054673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670225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703562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686417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armL"/>
          <p:cNvSpPr/>
          <p:nvPr/>
        </p:nvSpPr>
        <p:spPr>
          <a:xfrm rot="480000"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handL"/>
          <p:cNvSpPr/>
          <p:nvPr/>
        </p:nvSpPr>
        <p:spPr>
          <a:xfrm>
            <a:off x="7821874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armR"/>
          <p:cNvSpPr/>
          <p:nvPr/>
        </p:nvSpPr>
        <p:spPr>
          <a:xfrm rot="21120000"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ndR"/>
          <p:cNvSpPr/>
          <p:nvPr/>
        </p:nvSpPr>
        <p:spPr>
          <a:xfrm>
            <a:off x="9028699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beenL"/>
          <p:cNvSpPr/>
          <p:nvPr/>
        </p:nvSpPr>
        <p:spPr>
          <a:xfrm rot="21000000"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schoenL"/>
          <p:cNvSpPr/>
          <p:nvPr/>
        </p:nvSpPr>
        <p:spPr>
          <a:xfrm rot="21000000">
            <a:off x="8193782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zoolL"/>
          <p:cNvSpPr/>
          <p:nvPr/>
        </p:nvSpPr>
        <p:spPr>
          <a:xfrm rot="21000000">
            <a:off x="8193782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beenR"/>
          <p:cNvSpPr/>
          <p:nvPr/>
        </p:nvSpPr>
        <p:spPr>
          <a:xfrm rot="600000"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schoenR"/>
          <p:cNvSpPr/>
          <p:nvPr/>
        </p:nvSpPr>
        <p:spPr>
          <a:xfrm rot="600000">
            <a:off x="8489155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zoolR"/>
          <p:cNvSpPr/>
          <p:nvPr/>
        </p:nvSpPr>
        <p:spPr>
          <a:xfrm rot="600000">
            <a:off x="8489155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aduw"/>
          <p:cNvSpPr/>
          <p:nvPr/>
        </p:nvSpPr>
        <p:spPr>
          <a:xfrm>
            <a:off x="102689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haarmassa"/>
          <p:cNvSpPr/>
          <p:nvPr/>
        </p:nvSpPr>
        <p:spPr>
          <a:xfrm>
            <a:off x="102689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vlechtL"/>
          <p:cNvSpPr/>
          <p:nvPr/>
        </p:nvSpPr>
        <p:spPr>
          <a:xfrm>
            <a:off x="101533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strikL"/>
          <p:cNvSpPr/>
          <p:nvPr/>
        </p:nvSpPr>
        <p:spPr>
          <a:xfrm>
            <a:off x="101864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vlechtR"/>
          <p:cNvSpPr/>
          <p:nvPr/>
        </p:nvSpPr>
        <p:spPr>
          <a:xfrm>
            <a:off x="110614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strikR"/>
          <p:cNvSpPr/>
          <p:nvPr/>
        </p:nvSpPr>
        <p:spPr>
          <a:xfrm>
            <a:off x="110944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armL"/>
          <p:cNvSpPr/>
          <p:nvPr/>
        </p:nvSpPr>
        <p:spPr>
          <a:xfrm rot="21120000">
            <a:off x="102194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handL"/>
          <p:cNvSpPr/>
          <p:nvPr/>
        </p:nvSpPr>
        <p:spPr>
          <a:xfrm>
            <a:off x="10240836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armR"/>
          <p:cNvSpPr/>
          <p:nvPr/>
        </p:nvSpPr>
        <p:spPr>
          <a:xfrm rot="480000">
            <a:off x="110944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handR"/>
          <p:cNvSpPr/>
          <p:nvPr/>
        </p:nvSpPr>
        <p:spPr>
          <a:xfrm>
            <a:off x="11040021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beenL"/>
          <p:cNvSpPr/>
          <p:nvPr/>
        </p:nvSpPr>
        <p:spPr>
          <a:xfrm rot="600000">
            <a:off x="104670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schoenL"/>
          <p:cNvSpPr/>
          <p:nvPr/>
        </p:nvSpPr>
        <p:spPr>
          <a:xfrm rot="600000">
            <a:off x="10360558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zoolL"/>
          <p:cNvSpPr/>
          <p:nvPr/>
        </p:nvSpPr>
        <p:spPr>
          <a:xfrm rot="600000">
            <a:off x="10360558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beenR"/>
          <p:cNvSpPr/>
          <p:nvPr/>
        </p:nvSpPr>
        <p:spPr>
          <a:xfrm rot="21000000">
            <a:off x="107972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schoenR"/>
          <p:cNvSpPr/>
          <p:nvPr/>
        </p:nvSpPr>
        <p:spPr>
          <a:xfrm rot="21000000">
            <a:off x="10788223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zoolR"/>
          <p:cNvSpPr/>
          <p:nvPr/>
        </p:nvSpPr>
        <p:spPr>
          <a:xfrm rot="21000000">
            <a:off x="10788223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romp"/>
          <p:cNvSpPr/>
          <p:nvPr/>
        </p:nvSpPr>
        <p:spPr>
          <a:xfrm>
            <a:off x="103515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zak"/>
          <p:cNvSpPr/>
          <p:nvPr/>
        </p:nvSpPr>
        <p:spPr>
          <a:xfrm>
            <a:off x="105000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koord"/>
          <p:cNvSpPr/>
          <p:nvPr/>
        </p:nvSpPr>
        <p:spPr>
          <a:xfrm>
            <a:off x="106321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nek"/>
          <p:cNvSpPr/>
          <p:nvPr/>
        </p:nvSpPr>
        <p:spPr>
          <a:xfrm>
            <a:off x="106156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hoofd"/>
          <p:cNvSpPr/>
          <p:nvPr/>
        </p:nvSpPr>
        <p:spPr>
          <a:xfrm>
            <a:off x="103515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oorL"/>
          <p:cNvSpPr/>
          <p:nvPr/>
        </p:nvSpPr>
        <p:spPr>
          <a:xfrm>
            <a:off x="102854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oorR"/>
          <p:cNvSpPr/>
          <p:nvPr/>
        </p:nvSpPr>
        <p:spPr>
          <a:xfrm>
            <a:off x="110779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pony"/>
          <p:cNvSpPr/>
          <p:nvPr/>
        </p:nvSpPr>
        <p:spPr>
          <a:xfrm>
            <a:off x="103680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oogwitL"/>
          <p:cNvSpPr/>
          <p:nvPr/>
        </p:nvSpPr>
        <p:spPr>
          <a:xfrm>
            <a:off x="105000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pupilL"/>
          <p:cNvSpPr/>
          <p:nvPr/>
        </p:nvSpPr>
        <p:spPr>
          <a:xfrm>
            <a:off x="105397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glansL"/>
          <p:cNvSpPr/>
          <p:nvPr/>
        </p:nvSpPr>
        <p:spPr>
          <a:xfrm>
            <a:off x="105595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wenkL"/>
          <p:cNvSpPr/>
          <p:nvPr/>
        </p:nvSpPr>
        <p:spPr>
          <a:xfrm>
            <a:off x="104918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R"/>
          <p:cNvSpPr/>
          <p:nvPr/>
        </p:nvSpPr>
        <p:spPr>
          <a:xfrm>
            <a:off x="108137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R"/>
          <p:cNvSpPr/>
          <p:nvPr/>
        </p:nvSpPr>
        <p:spPr>
          <a:xfrm>
            <a:off x="108534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R"/>
          <p:cNvSpPr/>
          <p:nvPr/>
        </p:nvSpPr>
        <p:spPr>
          <a:xfrm>
            <a:off x="108732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R"/>
          <p:cNvSpPr/>
          <p:nvPr/>
        </p:nvSpPr>
        <p:spPr>
          <a:xfrm>
            <a:off x="108055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neus"/>
          <p:cNvSpPr/>
          <p:nvPr/>
        </p:nvSpPr>
        <p:spPr>
          <a:xfrm>
            <a:off x="106734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blosL"/>
          <p:cNvSpPr/>
          <p:nvPr/>
        </p:nvSpPr>
        <p:spPr>
          <a:xfrm>
            <a:off x="103845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blosR"/>
          <p:cNvSpPr/>
          <p:nvPr/>
        </p:nvSpPr>
        <p:spPr>
          <a:xfrm>
            <a:off x="109458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mond"/>
          <p:cNvSpPr/>
          <p:nvPr/>
        </p:nvSpPr>
        <p:spPr>
          <a:xfrm>
            <a:off x="1064042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tand"/>
          <p:cNvSpPr/>
          <p:nvPr/>
        </p:nvSpPr>
        <p:spPr>
          <a:xfrm>
            <a:off x="106734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monddek"/>
          <p:cNvSpPr/>
          <p:nvPr/>
        </p:nvSpPr>
        <p:spPr>
          <a:xfrm>
            <a:off x="106239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kop"/>
          <p:cNvSpPr txBox="1"/>
          <p:nvPr/>
        </p:nvSpPr>
        <p:spPr>
          <a:xfrm>
            <a:off x="761980" y="825479"/>
            <a:ext cx="6730831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>
                <a:solidFill>
                  <a:srgbClr val="F2F8FC"/>
                </a:solidFill>
                <a:latin typeface="Segoe UI"/>
              </a:rPr>
              <a:t>Maar voorkomt dat</a:t>
            </a:r>
          </a:p>
          <a:p>
            <a:pPr algn="l">
              <a:lnSpc>
                <a:spcPct val="110000"/>
              </a:lnSpc>
            </a:pPr>
            <a:r>
              <a:rPr sz="5000" b="1">
                <a:solidFill>
                  <a:srgbClr val="F2F8FC"/>
                </a:solidFill>
                <a:latin typeface="Segoe UI"/>
              </a:rPr>
              <a:t>ook echt een wonde?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87380" y="2984425"/>
            <a:ext cx="6222844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Zes Belgische ziekenhuizen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zoeken het nu samen uit,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ook AZ Groeninge in Kortrijk.</a:t>
            </a:r>
          </a:p>
        </p:txBody>
      </p:sp>
      <p:sp>
        <p:nvSpPr>
          <p:cNvPr id="123" name="!!ziek0"/>
          <p:cNvSpPr/>
          <p:nvPr/>
        </p:nvSpPr>
        <p:spPr>
          <a:xfrm>
            <a:off x="81277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ziek1"/>
          <p:cNvSpPr/>
          <p:nvPr/>
        </p:nvSpPr>
        <p:spPr>
          <a:xfrm>
            <a:off x="120646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ziek2"/>
          <p:cNvSpPr/>
          <p:nvPr/>
        </p:nvSpPr>
        <p:spPr>
          <a:xfrm>
            <a:off x="1600159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ziek3"/>
          <p:cNvSpPr/>
          <p:nvPr/>
        </p:nvSpPr>
        <p:spPr>
          <a:xfrm>
            <a:off x="199385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ziek4"/>
          <p:cNvSpPr/>
          <p:nvPr/>
        </p:nvSpPr>
        <p:spPr>
          <a:xfrm>
            <a:off x="238754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ziek5"/>
          <p:cNvSpPr/>
          <p:nvPr/>
        </p:nvSpPr>
        <p:spPr>
          <a:xfrm>
            <a:off x="2781230" y="4838579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7380" y="5283067"/>
            <a:ext cx="5714857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spc="140">
                <a:solidFill>
                  <a:srgbClr val="52BDEC"/>
                </a:solidFill>
                <a:latin typeface="Consolas"/>
              </a:rPr>
              <a:t>PARADISE  ·  KU Leuven Campus Brugge</a:t>
            </a:r>
          </a:p>
        </p:txBody>
      </p:sp>
      <p:sp>
        <p:nvSpPr>
          <p:cNvPr id="130" name="!!balk"/>
          <p:cNvSpPr/>
          <p:nvPr/>
        </p:nvSpPr>
        <p:spPr>
          <a:xfrm>
            <a:off x="0" y="5905352"/>
            <a:ext cx="12191695" cy="952476"/>
          </a:xfrm>
          <a:prstGeom prst="rect">
            <a:avLst/>
          </a:prstGeom>
          <a:gradFill rotWithShape="1">
            <a:gsLst>
              <a:gs pos="0">
                <a:srgbClr val="020D17"/>
              </a:gs>
              <a:gs pos="100000">
                <a:srgbClr val="01080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is wat PARADISE de komende jaren uitzoekt.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Click="0" advTm="5500">
        <p159:morph option="byObject"/>
      </p:transition>
    </mc:Choice>
    <mc:Fallback>
      <p:transition xmlns:p14="http://schemas.microsoft.com/office/powerpoint/2010/main" spd="slow" p14:dur="700" advClick="0" advTm="5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