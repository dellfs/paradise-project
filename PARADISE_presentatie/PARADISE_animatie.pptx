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1984960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2068778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420000">
            <a:off x="1922096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1859006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21180000">
            <a:off x="303268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053865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20760000">
            <a:off x="223641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20760000">
            <a:off x="2249252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20760000">
            <a:off x="2249252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840000">
            <a:off x="2655503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840000">
            <a:off x="2495984" y="5325825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840000">
            <a:off x="2495984" y="549346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2089732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2383095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2550731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2425004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2089732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200591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301172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2110687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227832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232861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235375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226784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267645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272674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275189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266598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249834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213164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2844093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221545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261359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2529776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2383095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245643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249834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2435481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4427109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4427109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4311542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4344561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5219569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5252588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840000">
            <a:off x="4377580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4295169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20760000">
            <a:off x="525258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5301980" y="477905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840000">
            <a:off x="462522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840000">
            <a:off x="4499542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840000">
            <a:off x="4499542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20760000">
            <a:off x="4955416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20760000">
            <a:off x="4965531" y="5381408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20760000">
            <a:off x="4965531" y="5513485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4509657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4658243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4790320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4773810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4509657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4443618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5236079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4526166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465824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469786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471767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4649988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4971925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5011548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5031360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4963670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4831594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454267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5104002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4798575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4831594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4782065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Opa Frans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en Lotte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50" advClick="0" advTm="3400">
        <p159:morph option="byObject"/>
      </p:transition>
    </mc:Choice>
    <mc:Fallback>
      <p:transition xmlns:p14="http://schemas.microsoft.com/office/powerpoint/2010/main" spd="slow" p14:dur="250" advClick="0" advTm="34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66773" y="4476638"/>
            <a:ext cx="317492" cy="1111222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596885" y="3771805"/>
            <a:ext cx="952476" cy="952476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41373" y="3555911"/>
            <a:ext cx="838179" cy="838179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812779" y="4063898"/>
            <a:ext cx="812779" cy="812779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m2"/>
          <p:cNvSpPr/>
          <p:nvPr/>
        </p:nvSpPr>
        <p:spPr>
          <a:xfrm>
            <a:off x="7435664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kruin2_0"/>
          <p:cNvSpPr/>
          <p:nvPr/>
        </p:nvSpPr>
        <p:spPr>
          <a:xfrm>
            <a:off x="708324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ruin2_1"/>
          <p:cNvSpPr/>
          <p:nvPr/>
        </p:nvSpPr>
        <p:spPr>
          <a:xfrm>
            <a:off x="741661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kruin2_2"/>
          <p:cNvSpPr/>
          <p:nvPr/>
        </p:nvSpPr>
        <p:spPr>
          <a:xfrm>
            <a:off x="724516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schaduw"/>
          <p:cNvSpPr/>
          <p:nvPr/>
        </p:nvSpPr>
        <p:spPr>
          <a:xfrm>
            <a:off x="3000934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armassa"/>
          <p:cNvSpPr/>
          <p:nvPr/>
        </p:nvSpPr>
        <p:spPr>
          <a:xfrm>
            <a:off x="3084752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armL"/>
          <p:cNvSpPr/>
          <p:nvPr/>
        </p:nvSpPr>
        <p:spPr>
          <a:xfrm rot="21180000">
            <a:off x="293807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handL"/>
          <p:cNvSpPr/>
          <p:nvPr/>
        </p:nvSpPr>
        <p:spPr>
          <a:xfrm>
            <a:off x="2959253" y="4568991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armR"/>
          <p:cNvSpPr/>
          <p:nvPr/>
        </p:nvSpPr>
        <p:spPr>
          <a:xfrm rot="360000">
            <a:off x="4048658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handR"/>
          <p:cNvSpPr/>
          <p:nvPr/>
        </p:nvSpPr>
        <p:spPr>
          <a:xfrm>
            <a:off x="3991563" y="4569674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beenL"/>
          <p:cNvSpPr/>
          <p:nvPr/>
        </p:nvSpPr>
        <p:spPr>
          <a:xfrm rot="780000">
            <a:off x="325238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schoenL"/>
          <p:cNvSpPr/>
          <p:nvPr/>
        </p:nvSpPr>
        <p:spPr>
          <a:xfrm rot="780000">
            <a:off x="3098914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zoolL"/>
          <p:cNvSpPr/>
          <p:nvPr/>
        </p:nvSpPr>
        <p:spPr>
          <a:xfrm rot="780000">
            <a:off x="3098914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beenR"/>
          <p:cNvSpPr/>
          <p:nvPr/>
        </p:nvSpPr>
        <p:spPr>
          <a:xfrm rot="20820000">
            <a:off x="3671478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schoenR"/>
          <p:cNvSpPr/>
          <p:nvPr/>
        </p:nvSpPr>
        <p:spPr>
          <a:xfrm rot="20820000">
            <a:off x="3678270" y="532727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zoolR"/>
          <p:cNvSpPr/>
          <p:nvPr/>
        </p:nvSpPr>
        <p:spPr>
          <a:xfrm rot="20820000">
            <a:off x="3678270" y="549491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romp"/>
          <p:cNvSpPr/>
          <p:nvPr/>
        </p:nvSpPr>
        <p:spPr>
          <a:xfrm>
            <a:off x="3105707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kraag"/>
          <p:cNvSpPr/>
          <p:nvPr/>
        </p:nvSpPr>
        <p:spPr>
          <a:xfrm>
            <a:off x="3399070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rand"/>
          <p:cNvSpPr/>
          <p:nvPr/>
        </p:nvSpPr>
        <p:spPr>
          <a:xfrm>
            <a:off x="3566705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nek"/>
          <p:cNvSpPr/>
          <p:nvPr/>
        </p:nvSpPr>
        <p:spPr>
          <a:xfrm>
            <a:off x="3440978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hoofd"/>
          <p:cNvSpPr/>
          <p:nvPr/>
        </p:nvSpPr>
        <p:spPr>
          <a:xfrm>
            <a:off x="3105707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oorL"/>
          <p:cNvSpPr/>
          <p:nvPr/>
        </p:nvSpPr>
        <p:spPr>
          <a:xfrm>
            <a:off x="3021889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oorR"/>
          <p:cNvSpPr/>
          <p:nvPr/>
        </p:nvSpPr>
        <p:spPr>
          <a:xfrm>
            <a:off x="4027704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pony"/>
          <p:cNvSpPr/>
          <p:nvPr/>
        </p:nvSpPr>
        <p:spPr>
          <a:xfrm>
            <a:off x="3126661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L"/>
          <p:cNvSpPr/>
          <p:nvPr/>
        </p:nvSpPr>
        <p:spPr>
          <a:xfrm>
            <a:off x="3294297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L"/>
          <p:cNvSpPr/>
          <p:nvPr/>
        </p:nvSpPr>
        <p:spPr>
          <a:xfrm>
            <a:off x="3344588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L"/>
          <p:cNvSpPr/>
          <p:nvPr/>
        </p:nvSpPr>
        <p:spPr>
          <a:xfrm>
            <a:off x="3369733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L"/>
          <p:cNvSpPr/>
          <p:nvPr/>
        </p:nvSpPr>
        <p:spPr>
          <a:xfrm>
            <a:off x="3283820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oogwitR"/>
          <p:cNvSpPr/>
          <p:nvPr/>
        </p:nvSpPr>
        <p:spPr>
          <a:xfrm>
            <a:off x="3692432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pupilR"/>
          <p:cNvSpPr/>
          <p:nvPr/>
        </p:nvSpPr>
        <p:spPr>
          <a:xfrm>
            <a:off x="3742723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glansR"/>
          <p:cNvSpPr/>
          <p:nvPr/>
        </p:nvSpPr>
        <p:spPr>
          <a:xfrm>
            <a:off x="3767868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wenkR"/>
          <p:cNvSpPr/>
          <p:nvPr/>
        </p:nvSpPr>
        <p:spPr>
          <a:xfrm>
            <a:off x="3681955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neus"/>
          <p:cNvSpPr/>
          <p:nvPr/>
        </p:nvSpPr>
        <p:spPr>
          <a:xfrm>
            <a:off x="3514319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losL"/>
          <p:cNvSpPr/>
          <p:nvPr/>
        </p:nvSpPr>
        <p:spPr>
          <a:xfrm>
            <a:off x="3147616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blosR"/>
          <p:cNvSpPr/>
          <p:nvPr/>
        </p:nvSpPr>
        <p:spPr>
          <a:xfrm>
            <a:off x="386006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brilL"/>
          <p:cNvSpPr/>
          <p:nvPr/>
        </p:nvSpPr>
        <p:spPr>
          <a:xfrm>
            <a:off x="3231434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brilR"/>
          <p:cNvSpPr/>
          <p:nvPr/>
        </p:nvSpPr>
        <p:spPr>
          <a:xfrm>
            <a:off x="3629569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brug"/>
          <p:cNvSpPr/>
          <p:nvPr/>
        </p:nvSpPr>
        <p:spPr>
          <a:xfrm>
            <a:off x="3545751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f_snor"/>
          <p:cNvSpPr/>
          <p:nvPr/>
        </p:nvSpPr>
        <p:spPr>
          <a:xfrm>
            <a:off x="3399070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f_mond"/>
          <p:cNvSpPr/>
          <p:nvPr/>
        </p:nvSpPr>
        <p:spPr>
          <a:xfrm>
            <a:off x="3472410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f_tand"/>
          <p:cNvSpPr/>
          <p:nvPr/>
        </p:nvSpPr>
        <p:spPr>
          <a:xfrm>
            <a:off x="3514319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f_monddek"/>
          <p:cNvSpPr/>
          <p:nvPr/>
        </p:nvSpPr>
        <p:spPr>
          <a:xfrm>
            <a:off x="3451456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schaduw"/>
          <p:cNvSpPr/>
          <p:nvPr/>
        </p:nvSpPr>
        <p:spPr>
          <a:xfrm>
            <a:off x="569707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haarmassa"/>
          <p:cNvSpPr/>
          <p:nvPr/>
        </p:nvSpPr>
        <p:spPr>
          <a:xfrm>
            <a:off x="569707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vlechtL"/>
          <p:cNvSpPr/>
          <p:nvPr/>
        </p:nvSpPr>
        <p:spPr>
          <a:xfrm>
            <a:off x="558151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strikL"/>
          <p:cNvSpPr/>
          <p:nvPr/>
        </p:nvSpPr>
        <p:spPr>
          <a:xfrm>
            <a:off x="561452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vlechtR"/>
          <p:cNvSpPr/>
          <p:nvPr/>
        </p:nvSpPr>
        <p:spPr>
          <a:xfrm>
            <a:off x="6489537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strikR"/>
          <p:cNvSpPr/>
          <p:nvPr/>
        </p:nvSpPr>
        <p:spPr>
          <a:xfrm>
            <a:off x="6522556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armL"/>
          <p:cNvSpPr/>
          <p:nvPr/>
        </p:nvSpPr>
        <p:spPr>
          <a:xfrm rot="20820000">
            <a:off x="5647548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handL"/>
          <p:cNvSpPr/>
          <p:nvPr/>
        </p:nvSpPr>
        <p:spPr>
          <a:xfrm>
            <a:off x="5692317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armR"/>
          <p:cNvSpPr/>
          <p:nvPr/>
        </p:nvSpPr>
        <p:spPr>
          <a:xfrm rot="780000">
            <a:off x="6522556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handR"/>
          <p:cNvSpPr/>
          <p:nvPr/>
        </p:nvSpPr>
        <p:spPr>
          <a:xfrm>
            <a:off x="6444768" y="478016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beenL"/>
          <p:cNvSpPr/>
          <p:nvPr/>
        </p:nvSpPr>
        <p:spPr>
          <a:xfrm rot="20820000">
            <a:off x="589519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schoenL"/>
          <p:cNvSpPr/>
          <p:nvPr/>
        </p:nvSpPr>
        <p:spPr>
          <a:xfrm rot="20820000">
            <a:off x="5900544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zoolL"/>
          <p:cNvSpPr/>
          <p:nvPr/>
        </p:nvSpPr>
        <p:spPr>
          <a:xfrm rot="20820000">
            <a:off x="5900544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beenR"/>
          <p:cNvSpPr/>
          <p:nvPr/>
        </p:nvSpPr>
        <p:spPr>
          <a:xfrm rot="780000">
            <a:off x="622538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schoenR"/>
          <p:cNvSpPr/>
          <p:nvPr/>
        </p:nvSpPr>
        <p:spPr>
          <a:xfrm rot="780000">
            <a:off x="6104465" y="538255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zoolR"/>
          <p:cNvSpPr/>
          <p:nvPr/>
        </p:nvSpPr>
        <p:spPr>
          <a:xfrm rot="780000">
            <a:off x="6104465" y="551462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romp"/>
          <p:cNvSpPr/>
          <p:nvPr/>
        </p:nvSpPr>
        <p:spPr>
          <a:xfrm>
            <a:off x="577962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zak"/>
          <p:cNvSpPr/>
          <p:nvPr/>
        </p:nvSpPr>
        <p:spPr>
          <a:xfrm>
            <a:off x="5928211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koord"/>
          <p:cNvSpPr/>
          <p:nvPr/>
        </p:nvSpPr>
        <p:spPr>
          <a:xfrm>
            <a:off x="606028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nek"/>
          <p:cNvSpPr/>
          <p:nvPr/>
        </p:nvSpPr>
        <p:spPr>
          <a:xfrm>
            <a:off x="6043778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hoofd"/>
          <p:cNvSpPr/>
          <p:nvPr/>
        </p:nvSpPr>
        <p:spPr>
          <a:xfrm>
            <a:off x="577962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oorL"/>
          <p:cNvSpPr/>
          <p:nvPr/>
        </p:nvSpPr>
        <p:spPr>
          <a:xfrm>
            <a:off x="571358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oorR"/>
          <p:cNvSpPr/>
          <p:nvPr/>
        </p:nvSpPr>
        <p:spPr>
          <a:xfrm>
            <a:off x="650604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pony"/>
          <p:cNvSpPr/>
          <p:nvPr/>
        </p:nvSpPr>
        <p:spPr>
          <a:xfrm>
            <a:off x="5796135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L"/>
          <p:cNvSpPr/>
          <p:nvPr/>
        </p:nvSpPr>
        <p:spPr>
          <a:xfrm>
            <a:off x="5928211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L"/>
          <p:cNvSpPr/>
          <p:nvPr/>
        </p:nvSpPr>
        <p:spPr>
          <a:xfrm>
            <a:off x="5967834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L"/>
          <p:cNvSpPr/>
          <p:nvPr/>
        </p:nvSpPr>
        <p:spPr>
          <a:xfrm>
            <a:off x="598764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L"/>
          <p:cNvSpPr/>
          <p:nvPr/>
        </p:nvSpPr>
        <p:spPr>
          <a:xfrm>
            <a:off x="5919956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oogwitR"/>
          <p:cNvSpPr/>
          <p:nvPr/>
        </p:nvSpPr>
        <p:spPr>
          <a:xfrm>
            <a:off x="6241893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pupilR"/>
          <p:cNvSpPr/>
          <p:nvPr/>
        </p:nvSpPr>
        <p:spPr>
          <a:xfrm>
            <a:off x="6281516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glansR"/>
          <p:cNvSpPr/>
          <p:nvPr/>
        </p:nvSpPr>
        <p:spPr>
          <a:xfrm>
            <a:off x="630132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wenkR"/>
          <p:cNvSpPr/>
          <p:nvPr/>
        </p:nvSpPr>
        <p:spPr>
          <a:xfrm>
            <a:off x="623363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neus"/>
          <p:cNvSpPr/>
          <p:nvPr/>
        </p:nvSpPr>
        <p:spPr>
          <a:xfrm>
            <a:off x="610156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blosL"/>
          <p:cNvSpPr/>
          <p:nvPr/>
        </p:nvSpPr>
        <p:spPr>
          <a:xfrm>
            <a:off x="5812644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_blosR"/>
          <p:cNvSpPr/>
          <p:nvPr/>
        </p:nvSpPr>
        <p:spPr>
          <a:xfrm>
            <a:off x="637397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_mond"/>
          <p:cNvSpPr/>
          <p:nvPr/>
        </p:nvSpPr>
        <p:spPr>
          <a:xfrm>
            <a:off x="606854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_tand"/>
          <p:cNvSpPr/>
          <p:nvPr/>
        </p:nvSpPr>
        <p:spPr>
          <a:xfrm>
            <a:off x="610156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_monddek"/>
          <p:cNvSpPr/>
          <p:nvPr/>
        </p:nvSpPr>
        <p:spPr>
          <a:xfrm>
            <a:off x="6052033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kop"/>
          <p:cNvSpPr txBox="1"/>
          <p:nvPr/>
        </p:nvSpPr>
        <p:spPr>
          <a:xfrm>
            <a:off x="761980" y="609584"/>
            <a:ext cx="6984825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Elke zondag</a:t>
            </a:r>
          </a:p>
          <a:p>
            <a:pPr algn="l">
              <a:lnSpc>
                <a:spcPct val="105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op stap</a:t>
            </a:r>
          </a:p>
        </p:txBody>
      </p:sp>
      <p:sp>
        <p:nvSpPr>
          <p:cNvPr id="12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Tienduizend stappen, zonder erbij na te denken.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schaduw"/>
          <p:cNvSpPr/>
          <p:nvPr/>
        </p:nvSpPr>
        <p:spPr>
          <a:xfrm>
            <a:off x="3284137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haarmassa"/>
          <p:cNvSpPr/>
          <p:nvPr/>
        </p:nvSpPr>
        <p:spPr>
          <a:xfrm>
            <a:off x="3284137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vlechtL"/>
          <p:cNvSpPr/>
          <p:nvPr/>
        </p:nvSpPr>
        <p:spPr>
          <a:xfrm>
            <a:off x="3168570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strikL"/>
          <p:cNvSpPr/>
          <p:nvPr/>
        </p:nvSpPr>
        <p:spPr>
          <a:xfrm>
            <a:off x="3201589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vlechtR"/>
          <p:cNvSpPr/>
          <p:nvPr/>
        </p:nvSpPr>
        <p:spPr>
          <a:xfrm>
            <a:off x="4076598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strikR"/>
          <p:cNvSpPr/>
          <p:nvPr/>
        </p:nvSpPr>
        <p:spPr>
          <a:xfrm>
            <a:off x="4109617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armL"/>
          <p:cNvSpPr/>
          <p:nvPr/>
        </p:nvSpPr>
        <p:spPr>
          <a:xfrm>
            <a:off x="3234609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handL"/>
          <p:cNvSpPr/>
          <p:nvPr/>
        </p:nvSpPr>
        <p:spPr>
          <a:xfrm>
            <a:off x="3218099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armR"/>
          <p:cNvSpPr/>
          <p:nvPr/>
        </p:nvSpPr>
        <p:spPr>
          <a:xfrm>
            <a:off x="4109617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handR"/>
          <p:cNvSpPr/>
          <p:nvPr/>
        </p:nvSpPr>
        <p:spPr>
          <a:xfrm>
            <a:off x="4093107" y="4787145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_beenL"/>
          <p:cNvSpPr/>
          <p:nvPr/>
        </p:nvSpPr>
        <p:spPr>
          <a:xfrm>
            <a:off x="3482252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_schoenL"/>
          <p:cNvSpPr/>
          <p:nvPr/>
        </p:nvSpPr>
        <p:spPr>
          <a:xfrm>
            <a:off x="3424469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_zoolL"/>
          <p:cNvSpPr/>
          <p:nvPr/>
        </p:nvSpPr>
        <p:spPr>
          <a:xfrm>
            <a:off x="3424469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_beenR"/>
          <p:cNvSpPr/>
          <p:nvPr/>
        </p:nvSpPr>
        <p:spPr>
          <a:xfrm>
            <a:off x="3812444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oenR"/>
          <p:cNvSpPr/>
          <p:nvPr/>
        </p:nvSpPr>
        <p:spPr>
          <a:xfrm>
            <a:off x="3754661" y="5389745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zoolR"/>
          <p:cNvSpPr/>
          <p:nvPr/>
        </p:nvSpPr>
        <p:spPr>
          <a:xfrm>
            <a:off x="3754661" y="5521821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romp"/>
          <p:cNvSpPr/>
          <p:nvPr/>
        </p:nvSpPr>
        <p:spPr>
          <a:xfrm>
            <a:off x="3366685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zak"/>
          <p:cNvSpPr/>
          <p:nvPr/>
        </p:nvSpPr>
        <p:spPr>
          <a:xfrm>
            <a:off x="3515272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koord"/>
          <p:cNvSpPr/>
          <p:nvPr/>
        </p:nvSpPr>
        <p:spPr>
          <a:xfrm>
            <a:off x="3647348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nek"/>
          <p:cNvSpPr/>
          <p:nvPr/>
        </p:nvSpPr>
        <p:spPr>
          <a:xfrm>
            <a:off x="3630839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hoofd"/>
          <p:cNvSpPr/>
          <p:nvPr/>
        </p:nvSpPr>
        <p:spPr>
          <a:xfrm>
            <a:off x="3366685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oorL"/>
          <p:cNvSpPr/>
          <p:nvPr/>
        </p:nvSpPr>
        <p:spPr>
          <a:xfrm>
            <a:off x="330064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oorR"/>
          <p:cNvSpPr/>
          <p:nvPr/>
        </p:nvSpPr>
        <p:spPr>
          <a:xfrm>
            <a:off x="4093107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pony"/>
          <p:cNvSpPr/>
          <p:nvPr/>
        </p:nvSpPr>
        <p:spPr>
          <a:xfrm>
            <a:off x="3383195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oogwitL"/>
          <p:cNvSpPr/>
          <p:nvPr/>
        </p:nvSpPr>
        <p:spPr>
          <a:xfrm>
            <a:off x="3515272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pupilL"/>
          <p:cNvSpPr/>
          <p:nvPr/>
        </p:nvSpPr>
        <p:spPr>
          <a:xfrm>
            <a:off x="3554895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glansL"/>
          <p:cNvSpPr/>
          <p:nvPr/>
        </p:nvSpPr>
        <p:spPr>
          <a:xfrm>
            <a:off x="3574706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wenkL"/>
          <p:cNvSpPr/>
          <p:nvPr/>
        </p:nvSpPr>
        <p:spPr>
          <a:xfrm>
            <a:off x="3507017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oogwitR"/>
          <p:cNvSpPr/>
          <p:nvPr/>
        </p:nvSpPr>
        <p:spPr>
          <a:xfrm>
            <a:off x="3828954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pupilR"/>
          <p:cNvSpPr/>
          <p:nvPr/>
        </p:nvSpPr>
        <p:spPr>
          <a:xfrm>
            <a:off x="3868577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glansR"/>
          <p:cNvSpPr/>
          <p:nvPr/>
        </p:nvSpPr>
        <p:spPr>
          <a:xfrm>
            <a:off x="3888388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wenkR"/>
          <p:cNvSpPr/>
          <p:nvPr/>
        </p:nvSpPr>
        <p:spPr>
          <a:xfrm>
            <a:off x="3820699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neus"/>
          <p:cNvSpPr/>
          <p:nvPr/>
        </p:nvSpPr>
        <p:spPr>
          <a:xfrm>
            <a:off x="3688622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blosL"/>
          <p:cNvSpPr/>
          <p:nvPr/>
        </p:nvSpPr>
        <p:spPr>
          <a:xfrm>
            <a:off x="3399705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blosR"/>
          <p:cNvSpPr/>
          <p:nvPr/>
        </p:nvSpPr>
        <p:spPr>
          <a:xfrm>
            <a:off x="39610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mond"/>
          <p:cNvSpPr/>
          <p:nvPr/>
        </p:nvSpPr>
        <p:spPr>
          <a:xfrm>
            <a:off x="3655603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tand"/>
          <p:cNvSpPr/>
          <p:nvPr/>
        </p:nvSpPr>
        <p:spPr>
          <a:xfrm>
            <a:off x="3688622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monddek"/>
          <p:cNvSpPr/>
          <p:nvPr/>
        </p:nvSpPr>
        <p:spPr>
          <a:xfrm>
            <a:off x="3639094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lok0"/>
          <p:cNvSpPr/>
          <p:nvPr/>
        </p:nvSpPr>
        <p:spPr>
          <a:xfrm>
            <a:off x="3530511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lok1"/>
          <p:cNvSpPr/>
          <p:nvPr/>
        </p:nvSpPr>
        <p:spPr>
          <a:xfrm>
            <a:off x="8318292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Lotte voelt het meteen.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armL"/>
          <p:cNvSpPr/>
          <p:nvPr/>
        </p:nvSpPr>
        <p:spPr>
          <a:xfrm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handL"/>
          <p:cNvSpPr/>
          <p:nvPr/>
        </p:nvSpPr>
        <p:spPr>
          <a:xfrm>
            <a:off x="7869993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armR"/>
          <p:cNvSpPr/>
          <p:nvPr/>
        </p:nvSpPr>
        <p:spPr>
          <a:xfrm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handR"/>
          <p:cNvSpPr/>
          <p:nvPr/>
        </p:nvSpPr>
        <p:spPr>
          <a:xfrm>
            <a:off x="8980580" y="4571568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eenL"/>
          <p:cNvSpPr/>
          <p:nvPr/>
        </p:nvSpPr>
        <p:spPr>
          <a:xfrm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choenL"/>
          <p:cNvSpPr/>
          <p:nvPr/>
        </p:nvSpPr>
        <p:spPr>
          <a:xfrm>
            <a:off x="8131924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zoolL"/>
          <p:cNvSpPr/>
          <p:nvPr/>
        </p:nvSpPr>
        <p:spPr>
          <a:xfrm>
            <a:off x="8131924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beenR"/>
          <p:cNvSpPr/>
          <p:nvPr/>
        </p:nvSpPr>
        <p:spPr>
          <a:xfrm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schoenR"/>
          <p:cNvSpPr/>
          <p:nvPr/>
        </p:nvSpPr>
        <p:spPr>
          <a:xfrm>
            <a:off x="8551013" y="53364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f_zoolR"/>
          <p:cNvSpPr/>
          <p:nvPr/>
        </p:nvSpPr>
        <p:spPr>
          <a:xfrm>
            <a:off x="8551013" y="55040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_schaduw"/>
          <p:cNvSpPr/>
          <p:nvPr/>
        </p:nvSpPr>
        <p:spPr>
          <a:xfrm>
            <a:off x="3284137" y="4983355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_haarmassa"/>
          <p:cNvSpPr/>
          <p:nvPr/>
        </p:nvSpPr>
        <p:spPr>
          <a:xfrm>
            <a:off x="3284137" y="3002204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_vlechtL"/>
          <p:cNvSpPr/>
          <p:nvPr/>
        </p:nvSpPr>
        <p:spPr>
          <a:xfrm>
            <a:off x="3168570" y="3200319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_strikL"/>
          <p:cNvSpPr/>
          <p:nvPr/>
        </p:nvSpPr>
        <p:spPr>
          <a:xfrm>
            <a:off x="3201589" y="3662588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_vlechtR"/>
          <p:cNvSpPr/>
          <p:nvPr/>
        </p:nvSpPr>
        <p:spPr>
          <a:xfrm>
            <a:off x="4076598" y="3200319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_strikR"/>
          <p:cNvSpPr/>
          <p:nvPr/>
        </p:nvSpPr>
        <p:spPr>
          <a:xfrm>
            <a:off x="4109617" y="3662588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_armL"/>
          <p:cNvSpPr/>
          <p:nvPr/>
        </p:nvSpPr>
        <p:spPr>
          <a:xfrm rot="20280000">
            <a:off x="3234609" y="3761645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_handL"/>
          <p:cNvSpPr/>
          <p:nvPr/>
        </p:nvSpPr>
        <p:spPr>
          <a:xfrm>
            <a:off x="3320145" y="419582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_armR"/>
          <p:cNvSpPr/>
          <p:nvPr/>
        </p:nvSpPr>
        <p:spPr>
          <a:xfrm rot="1320000">
            <a:off x="4109617" y="3761645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_handR"/>
          <p:cNvSpPr/>
          <p:nvPr/>
        </p:nvSpPr>
        <p:spPr>
          <a:xfrm>
            <a:off x="3991061" y="4195823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_beenL"/>
          <p:cNvSpPr/>
          <p:nvPr/>
        </p:nvSpPr>
        <p:spPr>
          <a:xfrm>
            <a:off x="3482252" y="4322971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_schoenL"/>
          <p:cNvSpPr/>
          <p:nvPr/>
        </p:nvSpPr>
        <p:spPr>
          <a:xfrm>
            <a:off x="3424469" y="4818259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_zoolL"/>
          <p:cNvSpPr/>
          <p:nvPr/>
        </p:nvSpPr>
        <p:spPr>
          <a:xfrm>
            <a:off x="3424469" y="4950336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_beenR"/>
          <p:cNvSpPr/>
          <p:nvPr/>
        </p:nvSpPr>
        <p:spPr>
          <a:xfrm rot="19320000">
            <a:off x="3812444" y="4322971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oenR"/>
          <p:cNvSpPr/>
          <p:nvPr/>
        </p:nvSpPr>
        <p:spPr>
          <a:xfrm rot="19320000">
            <a:off x="3927454" y="4758762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zoolR"/>
          <p:cNvSpPr/>
          <p:nvPr/>
        </p:nvSpPr>
        <p:spPr>
          <a:xfrm rot="19320000">
            <a:off x="3927454" y="489083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romp"/>
          <p:cNvSpPr/>
          <p:nvPr/>
        </p:nvSpPr>
        <p:spPr>
          <a:xfrm>
            <a:off x="3366685" y="3695607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zak"/>
          <p:cNvSpPr/>
          <p:nvPr/>
        </p:nvSpPr>
        <p:spPr>
          <a:xfrm>
            <a:off x="3515272" y="4058818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koord"/>
          <p:cNvSpPr/>
          <p:nvPr/>
        </p:nvSpPr>
        <p:spPr>
          <a:xfrm>
            <a:off x="3647348" y="3695607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nek"/>
          <p:cNvSpPr/>
          <p:nvPr/>
        </p:nvSpPr>
        <p:spPr>
          <a:xfrm>
            <a:off x="3630839" y="3596550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hoofd"/>
          <p:cNvSpPr/>
          <p:nvPr/>
        </p:nvSpPr>
        <p:spPr>
          <a:xfrm>
            <a:off x="3366685" y="3035224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oorL"/>
          <p:cNvSpPr/>
          <p:nvPr/>
        </p:nvSpPr>
        <p:spPr>
          <a:xfrm>
            <a:off x="3300647" y="3332396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oorR"/>
          <p:cNvSpPr/>
          <p:nvPr/>
        </p:nvSpPr>
        <p:spPr>
          <a:xfrm>
            <a:off x="4093107" y="3332396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pony"/>
          <p:cNvSpPr/>
          <p:nvPr/>
        </p:nvSpPr>
        <p:spPr>
          <a:xfrm>
            <a:off x="3383195" y="3002204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oogwitL"/>
          <p:cNvSpPr/>
          <p:nvPr/>
        </p:nvSpPr>
        <p:spPr>
          <a:xfrm>
            <a:off x="3515272" y="3348906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pupilL"/>
          <p:cNvSpPr/>
          <p:nvPr/>
        </p:nvSpPr>
        <p:spPr>
          <a:xfrm>
            <a:off x="3554895" y="3391831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glansL"/>
          <p:cNvSpPr/>
          <p:nvPr/>
        </p:nvSpPr>
        <p:spPr>
          <a:xfrm>
            <a:off x="3574706" y="3403387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wenkL"/>
          <p:cNvSpPr/>
          <p:nvPr/>
        </p:nvSpPr>
        <p:spPr>
          <a:xfrm>
            <a:off x="3507017" y="3274613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oogwitR"/>
          <p:cNvSpPr/>
          <p:nvPr/>
        </p:nvSpPr>
        <p:spPr>
          <a:xfrm>
            <a:off x="3828954" y="3348906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pupilR"/>
          <p:cNvSpPr/>
          <p:nvPr/>
        </p:nvSpPr>
        <p:spPr>
          <a:xfrm>
            <a:off x="3868577" y="3391831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glansR"/>
          <p:cNvSpPr/>
          <p:nvPr/>
        </p:nvSpPr>
        <p:spPr>
          <a:xfrm>
            <a:off x="3888388" y="3403387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wenkR"/>
          <p:cNvSpPr/>
          <p:nvPr/>
        </p:nvSpPr>
        <p:spPr>
          <a:xfrm>
            <a:off x="3820699" y="3274613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neus"/>
          <p:cNvSpPr/>
          <p:nvPr/>
        </p:nvSpPr>
        <p:spPr>
          <a:xfrm>
            <a:off x="3688622" y="3464473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blosL"/>
          <p:cNvSpPr/>
          <p:nvPr/>
        </p:nvSpPr>
        <p:spPr>
          <a:xfrm>
            <a:off x="3399705" y="3480982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blosR"/>
          <p:cNvSpPr/>
          <p:nvPr/>
        </p:nvSpPr>
        <p:spPr>
          <a:xfrm>
            <a:off x="3961030" y="3480982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mond"/>
          <p:cNvSpPr/>
          <p:nvPr/>
        </p:nvSpPr>
        <p:spPr>
          <a:xfrm>
            <a:off x="3655603" y="3563530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tand"/>
          <p:cNvSpPr/>
          <p:nvPr/>
        </p:nvSpPr>
        <p:spPr>
          <a:xfrm>
            <a:off x="3688622" y="3576738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monddek"/>
          <p:cNvSpPr/>
          <p:nvPr/>
        </p:nvSpPr>
        <p:spPr>
          <a:xfrm>
            <a:off x="3639094" y="3547021"/>
            <a:ext cx="214624" cy="1650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lok0"/>
          <p:cNvSpPr/>
          <p:nvPr/>
        </p:nvSpPr>
        <p:spPr>
          <a:xfrm>
            <a:off x="3530511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lok1"/>
          <p:cNvSpPr/>
          <p:nvPr/>
        </p:nvSpPr>
        <p:spPr>
          <a:xfrm>
            <a:off x="8318292" y="5498962"/>
            <a:ext cx="330191" cy="190495"/>
          </a:xfrm>
          <a:prstGeom prst="roundRect">
            <a:avLst>
              <a:gd name="adj" fmla="val 2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au"/>
          <p:cNvSpPr txBox="1"/>
          <p:nvPr/>
        </p:nvSpPr>
        <p:spPr>
          <a:xfrm>
            <a:off x="2285942" y="1435064"/>
            <a:ext cx="2031949" cy="8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400" b="1">
                <a:solidFill>
                  <a:srgbClr val="FF7A00"/>
                </a:solidFill>
                <a:latin typeface="Segoe UI"/>
              </a:rPr>
              <a:t>AU!</a:t>
            </a:r>
          </a:p>
        </p:txBody>
      </p:sp>
      <p:sp>
        <p:nvSpPr>
          <p:cNvPr id="11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Opa Frans voelt niets.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73128" y="2060523"/>
            <a:ext cx="892787" cy="892787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42757" y="2230153"/>
            <a:ext cx="553528" cy="553528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85603" y="2372999"/>
            <a:ext cx="267836" cy="267836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Op één plekje. Als een steentje dat er altijd zit.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398835" y="1986230"/>
            <a:ext cx="1041373" cy="1041373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596696" y="2184091"/>
            <a:ext cx="645651" cy="645651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63315" y="2350711"/>
            <a:ext cx="312412" cy="312412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Dat voelt hij niet.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761980" y="1269968"/>
            <a:ext cx="5079873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Toch duwt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zijn voet</a:t>
            </a:r>
          </a:p>
          <a:p>
            <a:pPr algn="l">
              <a:lnSpc>
                <a:spcPct val="112000"/>
              </a:lnSpc>
            </a:pPr>
            <a:r>
              <a:rPr sz="7200" b="1">
                <a:solidFill>
                  <a:srgbClr val="F2F8FC"/>
                </a:solidFill>
                <a:latin typeface="Segoe UI"/>
              </a:rPr>
              <a:t>te hard</a:t>
            </a:r>
          </a:p>
        </p:txBody>
      </p:sp>
      <p:sp>
        <p:nvSpPr>
          <p:cNvPr id="4" name="!!voet000"/>
          <p:cNvSpPr/>
          <p:nvPr/>
        </p:nvSpPr>
        <p:spPr>
          <a:xfrm>
            <a:off x="7745430" y="5501502"/>
            <a:ext cx="6377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voet001"/>
          <p:cNvSpPr/>
          <p:nvPr/>
        </p:nvSpPr>
        <p:spPr>
          <a:xfrm>
            <a:off x="7717279" y="5478643"/>
            <a:ext cx="6940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voet002"/>
          <p:cNvSpPr/>
          <p:nvPr/>
        </p:nvSpPr>
        <p:spPr>
          <a:xfrm>
            <a:off x="7689128" y="5455783"/>
            <a:ext cx="7503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voet003"/>
          <p:cNvSpPr/>
          <p:nvPr/>
        </p:nvSpPr>
        <p:spPr>
          <a:xfrm>
            <a:off x="7660977" y="5432924"/>
            <a:ext cx="80664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voet004"/>
          <p:cNvSpPr/>
          <p:nvPr/>
        </p:nvSpPr>
        <p:spPr>
          <a:xfrm>
            <a:off x="7632826" y="5410064"/>
            <a:ext cx="862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voet005"/>
          <p:cNvSpPr/>
          <p:nvPr/>
        </p:nvSpPr>
        <p:spPr>
          <a:xfrm>
            <a:off x="7604675" y="5387205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voet006"/>
          <p:cNvSpPr/>
          <p:nvPr/>
        </p:nvSpPr>
        <p:spPr>
          <a:xfrm>
            <a:off x="7585774" y="5364345"/>
            <a:ext cx="9570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voet007"/>
          <p:cNvSpPr/>
          <p:nvPr/>
        </p:nvSpPr>
        <p:spPr>
          <a:xfrm>
            <a:off x="7576122" y="5341486"/>
            <a:ext cx="9763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voet008"/>
          <p:cNvSpPr/>
          <p:nvPr/>
        </p:nvSpPr>
        <p:spPr>
          <a:xfrm>
            <a:off x="7566470" y="5318627"/>
            <a:ext cx="9956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voet009"/>
          <p:cNvSpPr/>
          <p:nvPr/>
        </p:nvSpPr>
        <p:spPr>
          <a:xfrm>
            <a:off x="7556819" y="5295767"/>
            <a:ext cx="10149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voet010"/>
          <p:cNvSpPr/>
          <p:nvPr/>
        </p:nvSpPr>
        <p:spPr>
          <a:xfrm>
            <a:off x="7547167" y="5272908"/>
            <a:ext cx="1034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voet011"/>
          <p:cNvSpPr/>
          <p:nvPr/>
        </p:nvSpPr>
        <p:spPr>
          <a:xfrm>
            <a:off x="7537515" y="5250048"/>
            <a:ext cx="105356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voet012"/>
          <p:cNvSpPr/>
          <p:nvPr/>
        </p:nvSpPr>
        <p:spPr>
          <a:xfrm>
            <a:off x="7527863" y="5227189"/>
            <a:ext cx="10728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voet013"/>
          <p:cNvSpPr/>
          <p:nvPr/>
        </p:nvSpPr>
        <p:spPr>
          <a:xfrm>
            <a:off x="7518212" y="5204329"/>
            <a:ext cx="10921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voet014"/>
          <p:cNvSpPr/>
          <p:nvPr/>
        </p:nvSpPr>
        <p:spPr>
          <a:xfrm>
            <a:off x="7508560" y="5181470"/>
            <a:ext cx="11114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voet015"/>
          <p:cNvSpPr/>
          <p:nvPr/>
        </p:nvSpPr>
        <p:spPr>
          <a:xfrm>
            <a:off x="7498908" y="5158611"/>
            <a:ext cx="11307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voet016"/>
          <p:cNvSpPr/>
          <p:nvPr/>
        </p:nvSpPr>
        <p:spPr>
          <a:xfrm>
            <a:off x="7493220" y="5135751"/>
            <a:ext cx="11421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voet017"/>
          <p:cNvSpPr/>
          <p:nvPr/>
        </p:nvSpPr>
        <p:spPr>
          <a:xfrm>
            <a:off x="7491497" y="5112892"/>
            <a:ext cx="11456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voet018"/>
          <p:cNvSpPr/>
          <p:nvPr/>
        </p:nvSpPr>
        <p:spPr>
          <a:xfrm>
            <a:off x="7489773" y="5090032"/>
            <a:ext cx="114904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voet019"/>
          <p:cNvSpPr/>
          <p:nvPr/>
        </p:nvSpPr>
        <p:spPr>
          <a:xfrm>
            <a:off x="7488050" y="5067173"/>
            <a:ext cx="115249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voet020"/>
          <p:cNvSpPr/>
          <p:nvPr/>
        </p:nvSpPr>
        <p:spPr>
          <a:xfrm>
            <a:off x="7486326" y="5044313"/>
            <a:ext cx="11559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voet021"/>
          <p:cNvSpPr/>
          <p:nvPr/>
        </p:nvSpPr>
        <p:spPr>
          <a:xfrm>
            <a:off x="7484603" y="5021454"/>
            <a:ext cx="11593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voet022"/>
          <p:cNvSpPr/>
          <p:nvPr/>
        </p:nvSpPr>
        <p:spPr>
          <a:xfrm>
            <a:off x="7482879" y="4998595"/>
            <a:ext cx="11628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voet023"/>
          <p:cNvSpPr/>
          <p:nvPr/>
        </p:nvSpPr>
        <p:spPr>
          <a:xfrm>
            <a:off x="7481156" y="4975735"/>
            <a:ext cx="11662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voet024"/>
          <p:cNvSpPr/>
          <p:nvPr/>
        </p:nvSpPr>
        <p:spPr>
          <a:xfrm>
            <a:off x="7479432" y="4952876"/>
            <a:ext cx="11697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voet025"/>
          <p:cNvSpPr/>
          <p:nvPr/>
        </p:nvSpPr>
        <p:spPr>
          <a:xfrm>
            <a:off x="7477709" y="4930016"/>
            <a:ext cx="11731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voet026"/>
          <p:cNvSpPr/>
          <p:nvPr/>
        </p:nvSpPr>
        <p:spPr>
          <a:xfrm>
            <a:off x="7475985" y="4907157"/>
            <a:ext cx="11766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voet027"/>
          <p:cNvSpPr/>
          <p:nvPr/>
        </p:nvSpPr>
        <p:spPr>
          <a:xfrm>
            <a:off x="7474262" y="4884297"/>
            <a:ext cx="11800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voet028"/>
          <p:cNvSpPr/>
          <p:nvPr/>
        </p:nvSpPr>
        <p:spPr>
          <a:xfrm>
            <a:off x="7472538" y="4861438"/>
            <a:ext cx="118351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voet029"/>
          <p:cNvSpPr/>
          <p:nvPr/>
        </p:nvSpPr>
        <p:spPr>
          <a:xfrm>
            <a:off x="7470815" y="4838579"/>
            <a:ext cx="11869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voet030"/>
          <p:cNvSpPr/>
          <p:nvPr/>
        </p:nvSpPr>
        <p:spPr>
          <a:xfrm>
            <a:off x="7470623" y="481571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voet031"/>
          <p:cNvSpPr/>
          <p:nvPr/>
        </p:nvSpPr>
        <p:spPr>
          <a:xfrm>
            <a:off x="7471964" y="479286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voet032"/>
          <p:cNvSpPr/>
          <p:nvPr/>
        </p:nvSpPr>
        <p:spPr>
          <a:xfrm>
            <a:off x="7473304" y="4770000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voet033"/>
          <p:cNvSpPr/>
          <p:nvPr/>
        </p:nvSpPr>
        <p:spPr>
          <a:xfrm>
            <a:off x="7474645" y="474714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voet034"/>
          <p:cNvSpPr/>
          <p:nvPr/>
        </p:nvSpPr>
        <p:spPr>
          <a:xfrm>
            <a:off x="7475985" y="4724281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voet035"/>
          <p:cNvSpPr/>
          <p:nvPr/>
        </p:nvSpPr>
        <p:spPr>
          <a:xfrm>
            <a:off x="7477326" y="4701422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voet036"/>
          <p:cNvSpPr/>
          <p:nvPr/>
        </p:nvSpPr>
        <p:spPr>
          <a:xfrm>
            <a:off x="7478666" y="467856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voet037"/>
          <p:cNvSpPr/>
          <p:nvPr/>
        </p:nvSpPr>
        <p:spPr>
          <a:xfrm>
            <a:off x="7480007" y="4655703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voet038"/>
          <p:cNvSpPr/>
          <p:nvPr/>
        </p:nvSpPr>
        <p:spPr>
          <a:xfrm>
            <a:off x="7481347" y="463284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voet039"/>
          <p:cNvSpPr/>
          <p:nvPr/>
        </p:nvSpPr>
        <p:spPr>
          <a:xfrm>
            <a:off x="7482688" y="4609984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voet040"/>
          <p:cNvSpPr/>
          <p:nvPr/>
        </p:nvSpPr>
        <p:spPr>
          <a:xfrm>
            <a:off x="7484028" y="458712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voet041"/>
          <p:cNvSpPr/>
          <p:nvPr/>
        </p:nvSpPr>
        <p:spPr>
          <a:xfrm>
            <a:off x="7485369" y="4564265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voet042"/>
          <p:cNvSpPr/>
          <p:nvPr/>
        </p:nvSpPr>
        <p:spPr>
          <a:xfrm>
            <a:off x="7486709" y="4541406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voet043"/>
          <p:cNvSpPr/>
          <p:nvPr/>
        </p:nvSpPr>
        <p:spPr>
          <a:xfrm>
            <a:off x="7488050" y="451854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voet044"/>
          <p:cNvSpPr/>
          <p:nvPr/>
        </p:nvSpPr>
        <p:spPr>
          <a:xfrm>
            <a:off x="7489390" y="4495687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voet045"/>
          <p:cNvSpPr/>
          <p:nvPr/>
        </p:nvSpPr>
        <p:spPr>
          <a:xfrm>
            <a:off x="7490731" y="447282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voet046"/>
          <p:cNvSpPr/>
          <p:nvPr/>
        </p:nvSpPr>
        <p:spPr>
          <a:xfrm>
            <a:off x="7492071" y="4449968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voet047"/>
          <p:cNvSpPr/>
          <p:nvPr/>
        </p:nvSpPr>
        <p:spPr>
          <a:xfrm>
            <a:off x="7493412" y="4427109"/>
            <a:ext cx="11886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voet048"/>
          <p:cNvSpPr/>
          <p:nvPr/>
        </p:nvSpPr>
        <p:spPr>
          <a:xfrm>
            <a:off x="7497098" y="4404249"/>
            <a:ext cx="11864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voet049"/>
          <p:cNvSpPr/>
          <p:nvPr/>
        </p:nvSpPr>
        <p:spPr>
          <a:xfrm>
            <a:off x="7503131" y="4381390"/>
            <a:ext cx="11819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voet050"/>
          <p:cNvSpPr/>
          <p:nvPr/>
        </p:nvSpPr>
        <p:spPr>
          <a:xfrm>
            <a:off x="7509163" y="4358531"/>
            <a:ext cx="1177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voet051"/>
          <p:cNvSpPr/>
          <p:nvPr/>
        </p:nvSpPr>
        <p:spPr>
          <a:xfrm>
            <a:off x="7515195" y="4335671"/>
            <a:ext cx="117285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voet052"/>
          <p:cNvSpPr/>
          <p:nvPr/>
        </p:nvSpPr>
        <p:spPr>
          <a:xfrm>
            <a:off x="7521228" y="4312812"/>
            <a:ext cx="11683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voet053"/>
          <p:cNvSpPr/>
          <p:nvPr/>
        </p:nvSpPr>
        <p:spPr>
          <a:xfrm>
            <a:off x="7527260" y="4289952"/>
            <a:ext cx="11638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voet054"/>
          <p:cNvSpPr/>
          <p:nvPr/>
        </p:nvSpPr>
        <p:spPr>
          <a:xfrm>
            <a:off x="7533292" y="4267093"/>
            <a:ext cx="115928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voet055"/>
          <p:cNvSpPr/>
          <p:nvPr/>
        </p:nvSpPr>
        <p:spPr>
          <a:xfrm>
            <a:off x="7539325" y="4244233"/>
            <a:ext cx="115475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voet056"/>
          <p:cNvSpPr/>
          <p:nvPr/>
        </p:nvSpPr>
        <p:spPr>
          <a:xfrm>
            <a:off x="7545357" y="4221374"/>
            <a:ext cx="11502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voet057"/>
          <p:cNvSpPr/>
          <p:nvPr/>
        </p:nvSpPr>
        <p:spPr>
          <a:xfrm>
            <a:off x="7551389" y="4198515"/>
            <a:ext cx="114570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voet058"/>
          <p:cNvSpPr/>
          <p:nvPr/>
        </p:nvSpPr>
        <p:spPr>
          <a:xfrm>
            <a:off x="7557422" y="4175655"/>
            <a:ext cx="114118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voet059"/>
          <p:cNvSpPr/>
          <p:nvPr/>
        </p:nvSpPr>
        <p:spPr>
          <a:xfrm>
            <a:off x="7563454" y="4152796"/>
            <a:ext cx="11366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voet060"/>
          <p:cNvSpPr/>
          <p:nvPr/>
        </p:nvSpPr>
        <p:spPr>
          <a:xfrm>
            <a:off x="7569487" y="4129936"/>
            <a:ext cx="11321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voet061"/>
          <p:cNvSpPr/>
          <p:nvPr/>
        </p:nvSpPr>
        <p:spPr>
          <a:xfrm>
            <a:off x="7575519" y="4107077"/>
            <a:ext cx="11276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voet062"/>
          <p:cNvSpPr/>
          <p:nvPr/>
        </p:nvSpPr>
        <p:spPr>
          <a:xfrm>
            <a:off x="7581551" y="4084217"/>
            <a:ext cx="112308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voet063"/>
          <p:cNvSpPr/>
          <p:nvPr/>
        </p:nvSpPr>
        <p:spPr>
          <a:xfrm>
            <a:off x="7587584" y="4061358"/>
            <a:ext cx="11185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voet064"/>
          <p:cNvSpPr/>
          <p:nvPr/>
        </p:nvSpPr>
        <p:spPr>
          <a:xfrm>
            <a:off x="7593616" y="4038499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voet065"/>
          <p:cNvSpPr/>
          <p:nvPr/>
        </p:nvSpPr>
        <p:spPr>
          <a:xfrm>
            <a:off x="7599648" y="4015639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voet066"/>
          <p:cNvSpPr/>
          <p:nvPr/>
        </p:nvSpPr>
        <p:spPr>
          <a:xfrm>
            <a:off x="7605681" y="3992780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voet067"/>
          <p:cNvSpPr/>
          <p:nvPr/>
        </p:nvSpPr>
        <p:spPr>
          <a:xfrm>
            <a:off x="7611713" y="3969920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voet068"/>
          <p:cNvSpPr/>
          <p:nvPr/>
        </p:nvSpPr>
        <p:spPr>
          <a:xfrm>
            <a:off x="7617745" y="3947061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voet069"/>
          <p:cNvSpPr/>
          <p:nvPr/>
        </p:nvSpPr>
        <p:spPr>
          <a:xfrm>
            <a:off x="7623778" y="3924201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voet070"/>
          <p:cNvSpPr/>
          <p:nvPr/>
        </p:nvSpPr>
        <p:spPr>
          <a:xfrm>
            <a:off x="7629810" y="3901342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voet071"/>
          <p:cNvSpPr/>
          <p:nvPr/>
        </p:nvSpPr>
        <p:spPr>
          <a:xfrm>
            <a:off x="7635842" y="3878483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voet072"/>
          <p:cNvSpPr/>
          <p:nvPr/>
        </p:nvSpPr>
        <p:spPr>
          <a:xfrm>
            <a:off x="7641875" y="3855623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voet073"/>
          <p:cNvSpPr/>
          <p:nvPr/>
        </p:nvSpPr>
        <p:spPr>
          <a:xfrm>
            <a:off x="7647907" y="3832764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voet074"/>
          <p:cNvSpPr/>
          <p:nvPr/>
        </p:nvSpPr>
        <p:spPr>
          <a:xfrm>
            <a:off x="7653939" y="3809904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voet075"/>
          <p:cNvSpPr/>
          <p:nvPr/>
        </p:nvSpPr>
        <p:spPr>
          <a:xfrm>
            <a:off x="7659972" y="3787045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voet076"/>
          <p:cNvSpPr/>
          <p:nvPr/>
        </p:nvSpPr>
        <p:spPr>
          <a:xfrm>
            <a:off x="7666004" y="3764185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voet077"/>
          <p:cNvSpPr/>
          <p:nvPr/>
        </p:nvSpPr>
        <p:spPr>
          <a:xfrm>
            <a:off x="7672036" y="3741326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voet078"/>
          <p:cNvSpPr/>
          <p:nvPr/>
        </p:nvSpPr>
        <p:spPr>
          <a:xfrm>
            <a:off x="7678069" y="3718467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voet079"/>
          <p:cNvSpPr/>
          <p:nvPr/>
        </p:nvSpPr>
        <p:spPr>
          <a:xfrm>
            <a:off x="7684101" y="3695607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voet080"/>
          <p:cNvSpPr/>
          <p:nvPr/>
        </p:nvSpPr>
        <p:spPr>
          <a:xfrm>
            <a:off x="7686363" y="3672748"/>
            <a:ext cx="10461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voet081"/>
          <p:cNvSpPr/>
          <p:nvPr/>
        </p:nvSpPr>
        <p:spPr>
          <a:xfrm>
            <a:off x="7684855" y="3649888"/>
            <a:ext cx="10507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voet082"/>
          <p:cNvSpPr/>
          <p:nvPr/>
        </p:nvSpPr>
        <p:spPr>
          <a:xfrm>
            <a:off x="7683347" y="3627029"/>
            <a:ext cx="105522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voet083"/>
          <p:cNvSpPr/>
          <p:nvPr/>
        </p:nvSpPr>
        <p:spPr>
          <a:xfrm>
            <a:off x="7681839" y="3604169"/>
            <a:ext cx="10597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voet084"/>
          <p:cNvSpPr/>
          <p:nvPr/>
        </p:nvSpPr>
        <p:spPr>
          <a:xfrm>
            <a:off x="7680331" y="3581310"/>
            <a:ext cx="10642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voet085"/>
          <p:cNvSpPr/>
          <p:nvPr/>
        </p:nvSpPr>
        <p:spPr>
          <a:xfrm>
            <a:off x="7678823" y="3558451"/>
            <a:ext cx="10687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voet086"/>
          <p:cNvSpPr/>
          <p:nvPr/>
        </p:nvSpPr>
        <p:spPr>
          <a:xfrm>
            <a:off x="7677315" y="3535591"/>
            <a:ext cx="10733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voet087"/>
          <p:cNvSpPr/>
          <p:nvPr/>
        </p:nvSpPr>
        <p:spPr>
          <a:xfrm>
            <a:off x="7675807" y="3512732"/>
            <a:ext cx="10778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voet088"/>
          <p:cNvSpPr/>
          <p:nvPr/>
        </p:nvSpPr>
        <p:spPr>
          <a:xfrm>
            <a:off x="7674299" y="3489872"/>
            <a:ext cx="10823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voet089"/>
          <p:cNvSpPr/>
          <p:nvPr/>
        </p:nvSpPr>
        <p:spPr>
          <a:xfrm>
            <a:off x="7672790" y="3467013"/>
            <a:ext cx="108689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voet090"/>
          <p:cNvSpPr/>
          <p:nvPr/>
        </p:nvSpPr>
        <p:spPr>
          <a:xfrm>
            <a:off x="7671282" y="3444153"/>
            <a:ext cx="10914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voet091"/>
          <p:cNvSpPr/>
          <p:nvPr/>
        </p:nvSpPr>
        <p:spPr>
          <a:xfrm>
            <a:off x="7669774" y="3421294"/>
            <a:ext cx="109594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voet092"/>
          <p:cNvSpPr/>
          <p:nvPr/>
        </p:nvSpPr>
        <p:spPr>
          <a:xfrm>
            <a:off x="7668266" y="3398435"/>
            <a:ext cx="11004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voet093"/>
          <p:cNvSpPr/>
          <p:nvPr/>
        </p:nvSpPr>
        <p:spPr>
          <a:xfrm>
            <a:off x="7666758" y="3375575"/>
            <a:ext cx="110499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voet094"/>
          <p:cNvSpPr/>
          <p:nvPr/>
        </p:nvSpPr>
        <p:spPr>
          <a:xfrm>
            <a:off x="7665250" y="3352716"/>
            <a:ext cx="110951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voet095"/>
          <p:cNvSpPr/>
          <p:nvPr/>
        </p:nvSpPr>
        <p:spPr>
          <a:xfrm>
            <a:off x="7663742" y="3329856"/>
            <a:ext cx="1114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voet096"/>
          <p:cNvSpPr/>
          <p:nvPr/>
        </p:nvSpPr>
        <p:spPr>
          <a:xfrm>
            <a:off x="7658679" y="3306997"/>
            <a:ext cx="11223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voet097"/>
          <p:cNvSpPr/>
          <p:nvPr/>
        </p:nvSpPr>
        <p:spPr>
          <a:xfrm>
            <a:off x="7650061" y="3284137"/>
            <a:ext cx="11343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voet098"/>
          <p:cNvSpPr/>
          <p:nvPr/>
        </p:nvSpPr>
        <p:spPr>
          <a:xfrm>
            <a:off x="7641444" y="3261278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voet099"/>
          <p:cNvSpPr/>
          <p:nvPr/>
        </p:nvSpPr>
        <p:spPr>
          <a:xfrm>
            <a:off x="7632826" y="3238419"/>
            <a:ext cx="11585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voet100"/>
          <p:cNvSpPr/>
          <p:nvPr/>
        </p:nvSpPr>
        <p:spPr>
          <a:xfrm>
            <a:off x="7624209" y="3215559"/>
            <a:ext cx="1170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voet101"/>
          <p:cNvSpPr/>
          <p:nvPr/>
        </p:nvSpPr>
        <p:spPr>
          <a:xfrm>
            <a:off x="7615591" y="3192700"/>
            <a:ext cx="11826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voet102"/>
          <p:cNvSpPr/>
          <p:nvPr/>
        </p:nvSpPr>
        <p:spPr>
          <a:xfrm>
            <a:off x="7606973" y="3169840"/>
            <a:ext cx="11947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voet103"/>
          <p:cNvSpPr/>
          <p:nvPr/>
        </p:nvSpPr>
        <p:spPr>
          <a:xfrm>
            <a:off x="7598356" y="3146981"/>
            <a:ext cx="12067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voet104"/>
          <p:cNvSpPr/>
          <p:nvPr/>
        </p:nvSpPr>
        <p:spPr>
          <a:xfrm>
            <a:off x="7589738" y="3124121"/>
            <a:ext cx="121885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voet105"/>
          <p:cNvSpPr/>
          <p:nvPr/>
        </p:nvSpPr>
        <p:spPr>
          <a:xfrm>
            <a:off x="7581120" y="3101262"/>
            <a:ext cx="12309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voet106"/>
          <p:cNvSpPr/>
          <p:nvPr/>
        </p:nvSpPr>
        <p:spPr>
          <a:xfrm>
            <a:off x="7572503" y="3078403"/>
            <a:ext cx="12429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voet107"/>
          <p:cNvSpPr/>
          <p:nvPr/>
        </p:nvSpPr>
        <p:spPr>
          <a:xfrm>
            <a:off x="7563885" y="3055543"/>
            <a:ext cx="12550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voet108"/>
          <p:cNvSpPr/>
          <p:nvPr/>
        </p:nvSpPr>
        <p:spPr>
          <a:xfrm>
            <a:off x="7555267" y="3032684"/>
            <a:ext cx="12671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voet109"/>
          <p:cNvSpPr/>
          <p:nvPr/>
        </p:nvSpPr>
        <p:spPr>
          <a:xfrm>
            <a:off x="7546650" y="3009824"/>
            <a:ext cx="1279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voet110"/>
          <p:cNvSpPr/>
          <p:nvPr/>
        </p:nvSpPr>
        <p:spPr>
          <a:xfrm>
            <a:off x="7536309" y="2986965"/>
            <a:ext cx="12929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voet111"/>
          <p:cNvSpPr/>
          <p:nvPr/>
        </p:nvSpPr>
        <p:spPr>
          <a:xfrm>
            <a:off x="7524244" y="2964105"/>
            <a:ext cx="13084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voet112"/>
          <p:cNvSpPr/>
          <p:nvPr/>
        </p:nvSpPr>
        <p:spPr>
          <a:xfrm>
            <a:off x="7512179" y="2941246"/>
            <a:ext cx="132398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voet113"/>
          <p:cNvSpPr/>
          <p:nvPr/>
        </p:nvSpPr>
        <p:spPr>
          <a:xfrm>
            <a:off x="7500114" y="2918387"/>
            <a:ext cx="13394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voet114"/>
          <p:cNvSpPr/>
          <p:nvPr/>
        </p:nvSpPr>
        <p:spPr>
          <a:xfrm>
            <a:off x="7488050" y="2895527"/>
            <a:ext cx="1355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voet115"/>
          <p:cNvSpPr/>
          <p:nvPr/>
        </p:nvSpPr>
        <p:spPr>
          <a:xfrm>
            <a:off x="7475985" y="2872668"/>
            <a:ext cx="137052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voet116"/>
          <p:cNvSpPr/>
          <p:nvPr/>
        </p:nvSpPr>
        <p:spPr>
          <a:xfrm>
            <a:off x="7463920" y="2849808"/>
            <a:ext cx="13860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voet117"/>
          <p:cNvSpPr/>
          <p:nvPr/>
        </p:nvSpPr>
        <p:spPr>
          <a:xfrm>
            <a:off x="7451856" y="2826949"/>
            <a:ext cx="14015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voet118"/>
          <p:cNvSpPr/>
          <p:nvPr/>
        </p:nvSpPr>
        <p:spPr>
          <a:xfrm>
            <a:off x="7439791" y="2804089"/>
            <a:ext cx="14170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voet119"/>
          <p:cNvSpPr/>
          <p:nvPr/>
        </p:nvSpPr>
        <p:spPr>
          <a:xfrm>
            <a:off x="7427726" y="2781230"/>
            <a:ext cx="14325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voet120"/>
          <p:cNvSpPr/>
          <p:nvPr/>
        </p:nvSpPr>
        <p:spPr>
          <a:xfrm>
            <a:off x="7415662" y="2758371"/>
            <a:ext cx="144808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voet121"/>
          <p:cNvSpPr/>
          <p:nvPr/>
        </p:nvSpPr>
        <p:spPr>
          <a:xfrm>
            <a:off x="7403597" y="2735511"/>
            <a:ext cx="146359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voet122"/>
          <p:cNvSpPr/>
          <p:nvPr/>
        </p:nvSpPr>
        <p:spPr>
          <a:xfrm>
            <a:off x="7391532" y="2712652"/>
            <a:ext cx="14791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voet123"/>
          <p:cNvSpPr/>
          <p:nvPr/>
        </p:nvSpPr>
        <p:spPr>
          <a:xfrm>
            <a:off x="7379468" y="2689792"/>
            <a:ext cx="149461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voet124"/>
          <p:cNvSpPr/>
          <p:nvPr/>
        </p:nvSpPr>
        <p:spPr>
          <a:xfrm>
            <a:off x="7369126" y="2666933"/>
            <a:ext cx="150754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voet125"/>
          <p:cNvSpPr/>
          <p:nvPr/>
        </p:nvSpPr>
        <p:spPr>
          <a:xfrm>
            <a:off x="7360509" y="2644073"/>
            <a:ext cx="151788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voet126"/>
          <p:cNvSpPr/>
          <p:nvPr/>
        </p:nvSpPr>
        <p:spPr>
          <a:xfrm>
            <a:off x="7351891" y="2621214"/>
            <a:ext cx="152822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voet127"/>
          <p:cNvSpPr/>
          <p:nvPr/>
        </p:nvSpPr>
        <p:spPr>
          <a:xfrm>
            <a:off x="7343273" y="2598355"/>
            <a:ext cx="153856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voet128"/>
          <p:cNvSpPr/>
          <p:nvPr/>
        </p:nvSpPr>
        <p:spPr>
          <a:xfrm>
            <a:off x="7334656" y="2575495"/>
            <a:ext cx="154890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voet129"/>
          <p:cNvSpPr/>
          <p:nvPr/>
        </p:nvSpPr>
        <p:spPr>
          <a:xfrm>
            <a:off x="7326038" y="2552636"/>
            <a:ext cx="155924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voet130"/>
          <p:cNvSpPr/>
          <p:nvPr/>
        </p:nvSpPr>
        <p:spPr>
          <a:xfrm>
            <a:off x="7317420" y="2529776"/>
            <a:ext cx="156959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voet131"/>
          <p:cNvSpPr/>
          <p:nvPr/>
        </p:nvSpPr>
        <p:spPr>
          <a:xfrm>
            <a:off x="7308803" y="2506917"/>
            <a:ext cx="157993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voet132"/>
          <p:cNvSpPr/>
          <p:nvPr/>
        </p:nvSpPr>
        <p:spPr>
          <a:xfrm>
            <a:off x="7300185" y="2484057"/>
            <a:ext cx="159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voet133"/>
          <p:cNvSpPr/>
          <p:nvPr/>
        </p:nvSpPr>
        <p:spPr>
          <a:xfrm>
            <a:off x="7291568" y="2461198"/>
            <a:ext cx="16006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voet134"/>
          <p:cNvSpPr/>
          <p:nvPr/>
        </p:nvSpPr>
        <p:spPr>
          <a:xfrm>
            <a:off x="7282950" y="2438339"/>
            <a:ext cx="16109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voet135"/>
          <p:cNvSpPr/>
          <p:nvPr/>
        </p:nvSpPr>
        <p:spPr>
          <a:xfrm>
            <a:off x="7274332" y="2415479"/>
            <a:ext cx="162129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voet136"/>
          <p:cNvSpPr/>
          <p:nvPr/>
        </p:nvSpPr>
        <p:spPr>
          <a:xfrm>
            <a:off x="7265715" y="2392620"/>
            <a:ext cx="163163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voet137"/>
          <p:cNvSpPr/>
          <p:nvPr/>
        </p:nvSpPr>
        <p:spPr>
          <a:xfrm>
            <a:off x="7257097" y="2369760"/>
            <a:ext cx="164197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voet138"/>
          <p:cNvSpPr/>
          <p:nvPr/>
        </p:nvSpPr>
        <p:spPr>
          <a:xfrm>
            <a:off x="7250777" y="2346901"/>
            <a:ext cx="164815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voet139"/>
          <p:cNvSpPr/>
          <p:nvPr/>
        </p:nvSpPr>
        <p:spPr>
          <a:xfrm>
            <a:off x="7246756" y="2324041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voet140"/>
          <p:cNvSpPr/>
          <p:nvPr/>
        </p:nvSpPr>
        <p:spPr>
          <a:xfrm>
            <a:off x="7242734" y="2301182"/>
            <a:ext cx="16521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voet141"/>
          <p:cNvSpPr/>
          <p:nvPr/>
        </p:nvSpPr>
        <p:spPr>
          <a:xfrm>
            <a:off x="7238713" y="2278323"/>
            <a:ext cx="16541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voet142"/>
          <p:cNvSpPr/>
          <p:nvPr/>
        </p:nvSpPr>
        <p:spPr>
          <a:xfrm>
            <a:off x="7234691" y="2255463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voet143"/>
          <p:cNvSpPr/>
          <p:nvPr/>
        </p:nvSpPr>
        <p:spPr>
          <a:xfrm>
            <a:off x="7230670" y="2232604"/>
            <a:ext cx="165820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voet144"/>
          <p:cNvSpPr/>
          <p:nvPr/>
        </p:nvSpPr>
        <p:spPr>
          <a:xfrm>
            <a:off x="7226648" y="2209744"/>
            <a:ext cx="166021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voet145"/>
          <p:cNvSpPr/>
          <p:nvPr/>
        </p:nvSpPr>
        <p:spPr>
          <a:xfrm>
            <a:off x="7222626" y="2186885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voet146"/>
          <p:cNvSpPr/>
          <p:nvPr/>
        </p:nvSpPr>
        <p:spPr>
          <a:xfrm>
            <a:off x="7218605" y="2164025"/>
            <a:ext cx="16642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voet147"/>
          <p:cNvSpPr/>
          <p:nvPr/>
        </p:nvSpPr>
        <p:spPr>
          <a:xfrm>
            <a:off x="7214583" y="2141166"/>
            <a:ext cx="166625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voet148"/>
          <p:cNvSpPr/>
          <p:nvPr/>
        </p:nvSpPr>
        <p:spPr>
          <a:xfrm>
            <a:off x="7210562" y="2118307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voet149"/>
          <p:cNvSpPr/>
          <p:nvPr/>
        </p:nvSpPr>
        <p:spPr>
          <a:xfrm>
            <a:off x="7206540" y="2095447"/>
            <a:ext cx="167027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voet150"/>
          <p:cNvSpPr/>
          <p:nvPr/>
        </p:nvSpPr>
        <p:spPr>
          <a:xfrm>
            <a:off x="7204529" y="2072588"/>
            <a:ext cx="166826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voet151"/>
          <p:cNvSpPr/>
          <p:nvPr/>
        </p:nvSpPr>
        <p:spPr>
          <a:xfrm>
            <a:off x="7204529" y="2049728"/>
            <a:ext cx="16622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voet152"/>
          <p:cNvSpPr/>
          <p:nvPr/>
        </p:nvSpPr>
        <p:spPr>
          <a:xfrm>
            <a:off x="7204529" y="2026869"/>
            <a:ext cx="165619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voet153"/>
          <p:cNvSpPr/>
          <p:nvPr/>
        </p:nvSpPr>
        <p:spPr>
          <a:xfrm>
            <a:off x="7204529" y="2004009"/>
            <a:ext cx="165016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voet154"/>
          <p:cNvSpPr/>
          <p:nvPr/>
        </p:nvSpPr>
        <p:spPr>
          <a:xfrm>
            <a:off x="7204529" y="1981150"/>
            <a:ext cx="164413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voet155"/>
          <p:cNvSpPr/>
          <p:nvPr/>
        </p:nvSpPr>
        <p:spPr>
          <a:xfrm>
            <a:off x="7204529" y="1958291"/>
            <a:ext cx="163810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voet156"/>
          <p:cNvSpPr/>
          <p:nvPr/>
        </p:nvSpPr>
        <p:spPr>
          <a:xfrm>
            <a:off x="7204529" y="1935431"/>
            <a:ext cx="163206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voet157"/>
          <p:cNvSpPr/>
          <p:nvPr/>
        </p:nvSpPr>
        <p:spPr>
          <a:xfrm>
            <a:off x="7204529" y="1912572"/>
            <a:ext cx="162603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voet158"/>
          <p:cNvSpPr/>
          <p:nvPr/>
        </p:nvSpPr>
        <p:spPr>
          <a:xfrm>
            <a:off x="7204529" y="1889712"/>
            <a:ext cx="162000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voet159"/>
          <p:cNvSpPr/>
          <p:nvPr/>
        </p:nvSpPr>
        <p:spPr>
          <a:xfrm>
            <a:off x="7204529" y="1866853"/>
            <a:ext cx="161397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voet160"/>
          <p:cNvSpPr/>
          <p:nvPr/>
        </p:nvSpPr>
        <p:spPr>
          <a:xfrm>
            <a:off x="7204529" y="1843993"/>
            <a:ext cx="160793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voet161"/>
          <p:cNvSpPr/>
          <p:nvPr/>
        </p:nvSpPr>
        <p:spPr>
          <a:xfrm>
            <a:off x="7204529" y="1821134"/>
            <a:ext cx="160190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voet162"/>
          <p:cNvSpPr/>
          <p:nvPr/>
        </p:nvSpPr>
        <p:spPr>
          <a:xfrm>
            <a:off x="7205736" y="1798275"/>
            <a:ext cx="159285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voet163"/>
          <p:cNvSpPr/>
          <p:nvPr/>
        </p:nvSpPr>
        <p:spPr>
          <a:xfrm>
            <a:off x="7208149" y="1775415"/>
            <a:ext cx="158079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voet164"/>
          <p:cNvSpPr/>
          <p:nvPr/>
        </p:nvSpPr>
        <p:spPr>
          <a:xfrm>
            <a:off x="7210562" y="1752556"/>
            <a:ext cx="156872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voet165"/>
          <p:cNvSpPr/>
          <p:nvPr/>
        </p:nvSpPr>
        <p:spPr>
          <a:xfrm>
            <a:off x="7212975" y="1729696"/>
            <a:ext cx="15566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voet166"/>
          <p:cNvSpPr/>
          <p:nvPr/>
        </p:nvSpPr>
        <p:spPr>
          <a:xfrm>
            <a:off x="7215388" y="1706837"/>
            <a:ext cx="1544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voet167"/>
          <p:cNvSpPr/>
          <p:nvPr/>
        </p:nvSpPr>
        <p:spPr>
          <a:xfrm>
            <a:off x="7217801" y="1683977"/>
            <a:ext cx="153253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voet168"/>
          <p:cNvSpPr/>
          <p:nvPr/>
        </p:nvSpPr>
        <p:spPr>
          <a:xfrm>
            <a:off x="7220213" y="1661118"/>
            <a:ext cx="152046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voet169"/>
          <p:cNvSpPr/>
          <p:nvPr/>
        </p:nvSpPr>
        <p:spPr>
          <a:xfrm>
            <a:off x="7222626" y="1638259"/>
            <a:ext cx="150840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voet170"/>
          <p:cNvSpPr/>
          <p:nvPr/>
        </p:nvSpPr>
        <p:spPr>
          <a:xfrm>
            <a:off x="7225039" y="1615399"/>
            <a:ext cx="14963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voet171"/>
          <p:cNvSpPr/>
          <p:nvPr/>
        </p:nvSpPr>
        <p:spPr>
          <a:xfrm>
            <a:off x="7227452" y="1592540"/>
            <a:ext cx="148427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voet172"/>
          <p:cNvSpPr/>
          <p:nvPr/>
        </p:nvSpPr>
        <p:spPr>
          <a:xfrm>
            <a:off x="7230167" y="1569680"/>
            <a:ext cx="147070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voet173"/>
          <p:cNvSpPr/>
          <p:nvPr/>
        </p:nvSpPr>
        <p:spPr>
          <a:xfrm>
            <a:off x="7233183" y="1546821"/>
            <a:ext cx="145562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voet174"/>
          <p:cNvSpPr/>
          <p:nvPr/>
        </p:nvSpPr>
        <p:spPr>
          <a:xfrm>
            <a:off x="7236199" y="1523961"/>
            <a:ext cx="144054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voet175"/>
          <p:cNvSpPr/>
          <p:nvPr/>
        </p:nvSpPr>
        <p:spPr>
          <a:xfrm>
            <a:off x="7239215" y="1501102"/>
            <a:ext cx="14254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voet176"/>
          <p:cNvSpPr/>
          <p:nvPr/>
        </p:nvSpPr>
        <p:spPr>
          <a:xfrm>
            <a:off x="7242232" y="1478243"/>
            <a:ext cx="141037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voet177"/>
          <p:cNvSpPr/>
          <p:nvPr/>
        </p:nvSpPr>
        <p:spPr>
          <a:xfrm>
            <a:off x="7245248" y="1455383"/>
            <a:ext cx="13952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voet178"/>
          <p:cNvSpPr/>
          <p:nvPr/>
        </p:nvSpPr>
        <p:spPr>
          <a:xfrm>
            <a:off x="7248264" y="1432524"/>
            <a:ext cx="1380217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voet179"/>
          <p:cNvSpPr/>
          <p:nvPr/>
        </p:nvSpPr>
        <p:spPr>
          <a:xfrm>
            <a:off x="7251280" y="1409664"/>
            <a:ext cx="136513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voet180"/>
          <p:cNvSpPr/>
          <p:nvPr/>
        </p:nvSpPr>
        <p:spPr>
          <a:xfrm>
            <a:off x="7254296" y="1386805"/>
            <a:ext cx="134703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voet181"/>
          <p:cNvSpPr/>
          <p:nvPr/>
        </p:nvSpPr>
        <p:spPr>
          <a:xfrm>
            <a:off x="7257312" y="1363945"/>
            <a:ext cx="132592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voet182"/>
          <p:cNvSpPr/>
          <p:nvPr/>
        </p:nvSpPr>
        <p:spPr>
          <a:xfrm>
            <a:off x="7260329" y="1341086"/>
            <a:ext cx="130481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voet183"/>
          <p:cNvSpPr/>
          <p:nvPr/>
        </p:nvSpPr>
        <p:spPr>
          <a:xfrm>
            <a:off x="7263345" y="1318227"/>
            <a:ext cx="128369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voet184"/>
          <p:cNvSpPr/>
          <p:nvPr/>
        </p:nvSpPr>
        <p:spPr>
          <a:xfrm>
            <a:off x="7266361" y="1295367"/>
            <a:ext cx="126258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voet185"/>
          <p:cNvSpPr/>
          <p:nvPr/>
        </p:nvSpPr>
        <p:spPr>
          <a:xfrm>
            <a:off x="7269377" y="1272508"/>
            <a:ext cx="124147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voet186"/>
          <p:cNvSpPr/>
          <p:nvPr/>
        </p:nvSpPr>
        <p:spPr>
          <a:xfrm>
            <a:off x="7272393" y="1249648"/>
            <a:ext cx="122036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voet187"/>
          <p:cNvSpPr/>
          <p:nvPr/>
        </p:nvSpPr>
        <p:spPr>
          <a:xfrm>
            <a:off x="7275409" y="1226789"/>
            <a:ext cx="119924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voet188"/>
          <p:cNvSpPr/>
          <p:nvPr/>
        </p:nvSpPr>
        <p:spPr>
          <a:xfrm>
            <a:off x="7278928" y="1203929"/>
            <a:ext cx="11746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voet189"/>
          <p:cNvSpPr/>
          <p:nvPr/>
        </p:nvSpPr>
        <p:spPr>
          <a:xfrm>
            <a:off x="7282950" y="1181070"/>
            <a:ext cx="1146463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voet190"/>
          <p:cNvSpPr/>
          <p:nvPr/>
        </p:nvSpPr>
        <p:spPr>
          <a:xfrm>
            <a:off x="7286971" y="1158211"/>
            <a:ext cx="1118312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voet191"/>
          <p:cNvSpPr/>
          <p:nvPr/>
        </p:nvSpPr>
        <p:spPr>
          <a:xfrm>
            <a:off x="7290993" y="1135351"/>
            <a:ext cx="10901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voet192"/>
          <p:cNvSpPr/>
          <p:nvPr/>
        </p:nvSpPr>
        <p:spPr>
          <a:xfrm>
            <a:off x="7295015" y="1112492"/>
            <a:ext cx="1062010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voet193"/>
          <p:cNvSpPr/>
          <p:nvPr/>
        </p:nvSpPr>
        <p:spPr>
          <a:xfrm>
            <a:off x="7299036" y="1089632"/>
            <a:ext cx="103385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voet194"/>
          <p:cNvSpPr/>
          <p:nvPr/>
        </p:nvSpPr>
        <p:spPr>
          <a:xfrm>
            <a:off x="7305069" y="1066773"/>
            <a:ext cx="999676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voet195"/>
          <p:cNvSpPr/>
          <p:nvPr/>
        </p:nvSpPr>
        <p:spPr>
          <a:xfrm>
            <a:off x="7313112" y="1043913"/>
            <a:ext cx="959461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voet196"/>
          <p:cNvSpPr/>
          <p:nvPr/>
        </p:nvSpPr>
        <p:spPr>
          <a:xfrm>
            <a:off x="7321155" y="1021054"/>
            <a:ext cx="919245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voet197"/>
          <p:cNvSpPr/>
          <p:nvPr/>
        </p:nvSpPr>
        <p:spPr>
          <a:xfrm>
            <a:off x="7329198" y="998195"/>
            <a:ext cx="879029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voet198"/>
          <p:cNvSpPr/>
          <p:nvPr/>
        </p:nvSpPr>
        <p:spPr>
          <a:xfrm>
            <a:off x="7337241" y="975335"/>
            <a:ext cx="838814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voet199"/>
          <p:cNvSpPr/>
          <p:nvPr/>
        </p:nvSpPr>
        <p:spPr>
          <a:xfrm>
            <a:off x="7345284" y="952476"/>
            <a:ext cx="798598" cy="35559"/>
          </a:xfrm>
          <a:prstGeom prst="roundRect">
            <a:avLst>
              <a:gd name="adj" fmla="val 50000"/>
            </a:avLst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haard0"/>
          <p:cNvSpPr/>
          <p:nvPr/>
        </p:nvSpPr>
        <p:spPr>
          <a:xfrm>
            <a:off x="7440108" y="2027504"/>
            <a:ext cx="958826" cy="958826"/>
          </a:xfrm>
          <a:prstGeom prst="ellipse">
            <a:avLst/>
          </a:prstGeom>
          <a:solidFill>
            <a:srgbClr val="FFD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haard1"/>
          <p:cNvSpPr/>
          <p:nvPr/>
        </p:nvSpPr>
        <p:spPr>
          <a:xfrm>
            <a:off x="7622285" y="2209681"/>
            <a:ext cx="594472" cy="594472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haard2"/>
          <p:cNvSpPr/>
          <p:nvPr/>
        </p:nvSpPr>
        <p:spPr>
          <a:xfrm>
            <a:off x="7775698" y="2363093"/>
            <a:ext cx="287647" cy="287647"/>
          </a:xfrm>
          <a:prstGeom prst="ellipse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net daar kan een wonde ontstaan.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498562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voelertjes</a:t>
            </a:r>
          </a:p>
        </p:txBody>
      </p:sp>
      <p:sp>
        <p:nvSpPr>
          <p:cNvPr id="4" name="!!band000"/>
          <p:cNvSpPr/>
          <p:nvPr/>
        </p:nvSpPr>
        <p:spPr>
          <a:xfrm>
            <a:off x="2588971" y="5926518"/>
            <a:ext cx="7909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and001"/>
          <p:cNvSpPr/>
          <p:nvPr/>
        </p:nvSpPr>
        <p:spPr>
          <a:xfrm>
            <a:off x="2534644" y="5884186"/>
            <a:ext cx="89956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and002"/>
          <p:cNvSpPr/>
          <p:nvPr/>
        </p:nvSpPr>
        <p:spPr>
          <a:xfrm>
            <a:off x="2480318" y="5841853"/>
            <a:ext cx="10082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and003"/>
          <p:cNvSpPr/>
          <p:nvPr/>
        </p:nvSpPr>
        <p:spPr>
          <a:xfrm>
            <a:off x="2425992" y="5799521"/>
            <a:ext cx="11168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and004"/>
          <p:cNvSpPr/>
          <p:nvPr/>
        </p:nvSpPr>
        <p:spPr>
          <a:xfrm>
            <a:off x="2403795" y="5757189"/>
            <a:ext cx="11612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and005"/>
          <p:cNvSpPr/>
          <p:nvPr/>
        </p:nvSpPr>
        <p:spPr>
          <a:xfrm>
            <a:off x="2385169" y="5714857"/>
            <a:ext cx="119851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band006"/>
          <p:cNvSpPr/>
          <p:nvPr/>
        </p:nvSpPr>
        <p:spPr>
          <a:xfrm>
            <a:off x="2366543" y="5672524"/>
            <a:ext cx="123576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and007"/>
          <p:cNvSpPr/>
          <p:nvPr/>
        </p:nvSpPr>
        <p:spPr>
          <a:xfrm>
            <a:off x="2347917" y="5630192"/>
            <a:ext cx="12730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band008"/>
          <p:cNvSpPr/>
          <p:nvPr/>
        </p:nvSpPr>
        <p:spPr>
          <a:xfrm>
            <a:off x="2329291" y="5587860"/>
            <a:ext cx="13102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and009"/>
          <p:cNvSpPr/>
          <p:nvPr/>
        </p:nvSpPr>
        <p:spPr>
          <a:xfrm>
            <a:off x="2310664" y="5545528"/>
            <a:ext cx="13475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band010"/>
          <p:cNvSpPr/>
          <p:nvPr/>
        </p:nvSpPr>
        <p:spPr>
          <a:xfrm>
            <a:off x="2305808" y="5503195"/>
            <a:ext cx="13572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band011"/>
          <p:cNvSpPr/>
          <p:nvPr/>
        </p:nvSpPr>
        <p:spPr>
          <a:xfrm>
            <a:off x="2302482" y="5460863"/>
            <a:ext cx="13638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band012"/>
          <p:cNvSpPr/>
          <p:nvPr/>
        </p:nvSpPr>
        <p:spPr>
          <a:xfrm>
            <a:off x="2299156" y="5418531"/>
            <a:ext cx="13705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band013"/>
          <p:cNvSpPr/>
          <p:nvPr/>
        </p:nvSpPr>
        <p:spPr>
          <a:xfrm>
            <a:off x="2295830" y="5376198"/>
            <a:ext cx="13771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and014"/>
          <p:cNvSpPr/>
          <p:nvPr/>
        </p:nvSpPr>
        <p:spPr>
          <a:xfrm>
            <a:off x="2292504" y="5333866"/>
            <a:ext cx="13838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band015"/>
          <p:cNvSpPr/>
          <p:nvPr/>
        </p:nvSpPr>
        <p:spPr>
          <a:xfrm>
            <a:off x="2289178" y="5291534"/>
            <a:ext cx="13904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band016"/>
          <p:cNvSpPr/>
          <p:nvPr/>
        </p:nvSpPr>
        <p:spPr>
          <a:xfrm>
            <a:off x="2285852" y="5249202"/>
            <a:ext cx="139714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and017"/>
          <p:cNvSpPr/>
          <p:nvPr/>
        </p:nvSpPr>
        <p:spPr>
          <a:xfrm>
            <a:off x="2282526" y="5206869"/>
            <a:ext cx="140379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band018"/>
          <p:cNvSpPr/>
          <p:nvPr/>
        </p:nvSpPr>
        <p:spPr>
          <a:xfrm>
            <a:off x="2282156" y="516453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band019"/>
          <p:cNvSpPr/>
          <p:nvPr/>
        </p:nvSpPr>
        <p:spPr>
          <a:xfrm>
            <a:off x="2284743" y="5122205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band020"/>
          <p:cNvSpPr/>
          <p:nvPr/>
        </p:nvSpPr>
        <p:spPr>
          <a:xfrm>
            <a:off x="2287330" y="507987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band021"/>
          <p:cNvSpPr/>
          <p:nvPr/>
        </p:nvSpPr>
        <p:spPr>
          <a:xfrm>
            <a:off x="2289917" y="5037540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band022"/>
          <p:cNvSpPr/>
          <p:nvPr/>
        </p:nvSpPr>
        <p:spPr>
          <a:xfrm>
            <a:off x="2292504" y="4995208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band023"/>
          <p:cNvSpPr/>
          <p:nvPr/>
        </p:nvSpPr>
        <p:spPr>
          <a:xfrm>
            <a:off x="2295091" y="4952876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band024"/>
          <p:cNvSpPr/>
          <p:nvPr/>
        </p:nvSpPr>
        <p:spPr>
          <a:xfrm>
            <a:off x="2297678" y="491054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band025"/>
          <p:cNvSpPr/>
          <p:nvPr/>
        </p:nvSpPr>
        <p:spPr>
          <a:xfrm>
            <a:off x="2300265" y="4868211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band026"/>
          <p:cNvSpPr/>
          <p:nvPr/>
        </p:nvSpPr>
        <p:spPr>
          <a:xfrm>
            <a:off x="2302852" y="4825879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and027"/>
          <p:cNvSpPr/>
          <p:nvPr/>
        </p:nvSpPr>
        <p:spPr>
          <a:xfrm>
            <a:off x="2305439" y="478354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and028"/>
          <p:cNvSpPr/>
          <p:nvPr/>
        </p:nvSpPr>
        <p:spPr>
          <a:xfrm>
            <a:off x="2308026" y="4741214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and029"/>
          <p:cNvSpPr/>
          <p:nvPr/>
        </p:nvSpPr>
        <p:spPr>
          <a:xfrm>
            <a:off x="2316951" y="4698882"/>
            <a:ext cx="14010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and030"/>
          <p:cNvSpPr/>
          <p:nvPr/>
        </p:nvSpPr>
        <p:spPr>
          <a:xfrm>
            <a:off x="2328592" y="4656550"/>
            <a:ext cx="13922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and031"/>
          <p:cNvSpPr/>
          <p:nvPr/>
        </p:nvSpPr>
        <p:spPr>
          <a:xfrm>
            <a:off x="2340233" y="4614217"/>
            <a:ext cx="13835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and032"/>
          <p:cNvSpPr/>
          <p:nvPr/>
        </p:nvSpPr>
        <p:spPr>
          <a:xfrm>
            <a:off x="2351875" y="4571885"/>
            <a:ext cx="13748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and033"/>
          <p:cNvSpPr/>
          <p:nvPr/>
        </p:nvSpPr>
        <p:spPr>
          <a:xfrm>
            <a:off x="2363516" y="4529553"/>
            <a:ext cx="13660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and034"/>
          <p:cNvSpPr/>
          <p:nvPr/>
        </p:nvSpPr>
        <p:spPr>
          <a:xfrm>
            <a:off x="2375158" y="4487221"/>
            <a:ext cx="13573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and035"/>
          <p:cNvSpPr/>
          <p:nvPr/>
        </p:nvSpPr>
        <p:spPr>
          <a:xfrm>
            <a:off x="2386799" y="4444888"/>
            <a:ext cx="13486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and036"/>
          <p:cNvSpPr/>
          <p:nvPr/>
        </p:nvSpPr>
        <p:spPr>
          <a:xfrm>
            <a:off x="2398440" y="4402556"/>
            <a:ext cx="133989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band037"/>
          <p:cNvSpPr/>
          <p:nvPr/>
        </p:nvSpPr>
        <p:spPr>
          <a:xfrm>
            <a:off x="2410082" y="4360224"/>
            <a:ext cx="133116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band038"/>
          <p:cNvSpPr/>
          <p:nvPr/>
        </p:nvSpPr>
        <p:spPr>
          <a:xfrm>
            <a:off x="2421723" y="4317892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band039"/>
          <p:cNvSpPr/>
          <p:nvPr/>
        </p:nvSpPr>
        <p:spPr>
          <a:xfrm>
            <a:off x="2433364" y="4275559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band040"/>
          <p:cNvSpPr/>
          <p:nvPr/>
        </p:nvSpPr>
        <p:spPr>
          <a:xfrm>
            <a:off x="2445006" y="4233227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band041"/>
          <p:cNvSpPr/>
          <p:nvPr/>
        </p:nvSpPr>
        <p:spPr>
          <a:xfrm>
            <a:off x="2456647" y="419089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band042"/>
          <p:cNvSpPr/>
          <p:nvPr/>
        </p:nvSpPr>
        <p:spPr>
          <a:xfrm>
            <a:off x="2468289" y="4148562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band043"/>
          <p:cNvSpPr/>
          <p:nvPr/>
        </p:nvSpPr>
        <p:spPr>
          <a:xfrm>
            <a:off x="2479930" y="410623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band044"/>
          <p:cNvSpPr/>
          <p:nvPr/>
        </p:nvSpPr>
        <p:spPr>
          <a:xfrm>
            <a:off x="2491571" y="4063898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band045"/>
          <p:cNvSpPr/>
          <p:nvPr/>
        </p:nvSpPr>
        <p:spPr>
          <a:xfrm>
            <a:off x="2503213" y="4021566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band046"/>
          <p:cNvSpPr/>
          <p:nvPr/>
        </p:nvSpPr>
        <p:spPr>
          <a:xfrm>
            <a:off x="2514854" y="3979233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band047"/>
          <p:cNvSpPr/>
          <p:nvPr/>
        </p:nvSpPr>
        <p:spPr>
          <a:xfrm>
            <a:off x="2526496" y="3936901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band048"/>
          <p:cNvSpPr/>
          <p:nvPr/>
        </p:nvSpPr>
        <p:spPr>
          <a:xfrm>
            <a:off x="2530861" y="3894569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band049"/>
          <p:cNvSpPr/>
          <p:nvPr/>
        </p:nvSpPr>
        <p:spPr>
          <a:xfrm>
            <a:off x="2527951" y="3852237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band050"/>
          <p:cNvSpPr/>
          <p:nvPr/>
        </p:nvSpPr>
        <p:spPr>
          <a:xfrm>
            <a:off x="2525040" y="3809904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band051"/>
          <p:cNvSpPr/>
          <p:nvPr/>
        </p:nvSpPr>
        <p:spPr>
          <a:xfrm>
            <a:off x="2522130" y="3767572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band052"/>
          <p:cNvSpPr/>
          <p:nvPr/>
        </p:nvSpPr>
        <p:spPr>
          <a:xfrm>
            <a:off x="2519220" y="372524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band053"/>
          <p:cNvSpPr/>
          <p:nvPr/>
        </p:nvSpPr>
        <p:spPr>
          <a:xfrm>
            <a:off x="2516309" y="3682907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band054"/>
          <p:cNvSpPr/>
          <p:nvPr/>
        </p:nvSpPr>
        <p:spPr>
          <a:xfrm>
            <a:off x="2513399" y="364057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band055"/>
          <p:cNvSpPr/>
          <p:nvPr/>
        </p:nvSpPr>
        <p:spPr>
          <a:xfrm>
            <a:off x="2510489" y="3598243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band056"/>
          <p:cNvSpPr/>
          <p:nvPr/>
        </p:nvSpPr>
        <p:spPr>
          <a:xfrm>
            <a:off x="2507578" y="3555911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band057"/>
          <p:cNvSpPr/>
          <p:nvPr/>
        </p:nvSpPr>
        <p:spPr>
          <a:xfrm>
            <a:off x="2504668" y="3513578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band058"/>
          <p:cNvSpPr/>
          <p:nvPr/>
        </p:nvSpPr>
        <p:spPr>
          <a:xfrm>
            <a:off x="2489409" y="3471246"/>
            <a:ext cx="13442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band059"/>
          <p:cNvSpPr/>
          <p:nvPr/>
        </p:nvSpPr>
        <p:spPr>
          <a:xfrm>
            <a:off x="2472779" y="3428914"/>
            <a:ext cx="13675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band060"/>
          <p:cNvSpPr/>
          <p:nvPr/>
        </p:nvSpPr>
        <p:spPr>
          <a:xfrm>
            <a:off x="2456148" y="3386581"/>
            <a:ext cx="13908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band061"/>
          <p:cNvSpPr/>
          <p:nvPr/>
        </p:nvSpPr>
        <p:spPr>
          <a:xfrm>
            <a:off x="2439518" y="3344249"/>
            <a:ext cx="14141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band062"/>
          <p:cNvSpPr/>
          <p:nvPr/>
        </p:nvSpPr>
        <p:spPr>
          <a:xfrm>
            <a:off x="2422887" y="3301917"/>
            <a:ext cx="143739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band063"/>
          <p:cNvSpPr/>
          <p:nvPr/>
        </p:nvSpPr>
        <p:spPr>
          <a:xfrm>
            <a:off x="2406257" y="3259585"/>
            <a:ext cx="146067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band064"/>
          <p:cNvSpPr/>
          <p:nvPr/>
        </p:nvSpPr>
        <p:spPr>
          <a:xfrm>
            <a:off x="2389626" y="3217252"/>
            <a:ext cx="14839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band065"/>
          <p:cNvSpPr/>
          <p:nvPr/>
        </p:nvSpPr>
        <p:spPr>
          <a:xfrm>
            <a:off x="2372996" y="3174920"/>
            <a:ext cx="1507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band066"/>
          <p:cNvSpPr/>
          <p:nvPr/>
        </p:nvSpPr>
        <p:spPr>
          <a:xfrm>
            <a:off x="2353039" y="3132588"/>
            <a:ext cx="153384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band067"/>
          <p:cNvSpPr/>
          <p:nvPr/>
        </p:nvSpPr>
        <p:spPr>
          <a:xfrm>
            <a:off x="2329756" y="3090256"/>
            <a:ext cx="15637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band068"/>
          <p:cNvSpPr/>
          <p:nvPr/>
        </p:nvSpPr>
        <p:spPr>
          <a:xfrm>
            <a:off x="2306474" y="3047923"/>
            <a:ext cx="159371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band069"/>
          <p:cNvSpPr/>
          <p:nvPr/>
        </p:nvSpPr>
        <p:spPr>
          <a:xfrm>
            <a:off x="2283191" y="3005591"/>
            <a:ext cx="16236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band070"/>
          <p:cNvSpPr/>
          <p:nvPr/>
        </p:nvSpPr>
        <p:spPr>
          <a:xfrm>
            <a:off x="2259908" y="2963259"/>
            <a:ext cx="16535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band071"/>
          <p:cNvSpPr/>
          <p:nvPr/>
        </p:nvSpPr>
        <p:spPr>
          <a:xfrm>
            <a:off x="2236625" y="2920926"/>
            <a:ext cx="168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band072"/>
          <p:cNvSpPr/>
          <p:nvPr/>
        </p:nvSpPr>
        <p:spPr>
          <a:xfrm>
            <a:off x="2213342" y="2878594"/>
            <a:ext cx="17134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band073"/>
          <p:cNvSpPr/>
          <p:nvPr/>
        </p:nvSpPr>
        <p:spPr>
          <a:xfrm>
            <a:off x="2190060" y="2836262"/>
            <a:ext cx="17433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band074"/>
          <p:cNvSpPr/>
          <p:nvPr/>
        </p:nvSpPr>
        <p:spPr>
          <a:xfrm>
            <a:off x="2167442" y="2793930"/>
            <a:ext cx="177233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band075"/>
          <p:cNvSpPr/>
          <p:nvPr/>
        </p:nvSpPr>
        <p:spPr>
          <a:xfrm>
            <a:off x="2150812" y="2751597"/>
            <a:ext cx="17922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band076"/>
          <p:cNvSpPr/>
          <p:nvPr/>
        </p:nvSpPr>
        <p:spPr>
          <a:xfrm>
            <a:off x="2134181" y="2709265"/>
            <a:ext cx="18122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band077"/>
          <p:cNvSpPr/>
          <p:nvPr/>
        </p:nvSpPr>
        <p:spPr>
          <a:xfrm>
            <a:off x="2117551" y="2666933"/>
            <a:ext cx="183220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band078"/>
          <p:cNvSpPr/>
          <p:nvPr/>
        </p:nvSpPr>
        <p:spPr>
          <a:xfrm>
            <a:off x="2100920" y="2624601"/>
            <a:ext cx="18521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band079"/>
          <p:cNvSpPr/>
          <p:nvPr/>
        </p:nvSpPr>
        <p:spPr>
          <a:xfrm>
            <a:off x="2084290" y="2582268"/>
            <a:ext cx="187211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band080"/>
          <p:cNvSpPr/>
          <p:nvPr/>
        </p:nvSpPr>
        <p:spPr>
          <a:xfrm>
            <a:off x="2067659" y="2539936"/>
            <a:ext cx="18920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band081"/>
          <p:cNvSpPr/>
          <p:nvPr/>
        </p:nvSpPr>
        <p:spPr>
          <a:xfrm>
            <a:off x="2051028" y="2497604"/>
            <a:ext cx="19120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band082"/>
          <p:cNvSpPr/>
          <p:nvPr/>
        </p:nvSpPr>
        <p:spPr>
          <a:xfrm>
            <a:off x="2034398" y="2455271"/>
            <a:ext cx="19319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band083"/>
          <p:cNvSpPr/>
          <p:nvPr/>
        </p:nvSpPr>
        <p:spPr>
          <a:xfrm>
            <a:off x="2023976" y="2412939"/>
            <a:ext cx="194068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band084"/>
          <p:cNvSpPr/>
          <p:nvPr/>
        </p:nvSpPr>
        <p:spPr>
          <a:xfrm>
            <a:off x="2016215" y="2370607"/>
            <a:ext cx="19445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band085"/>
          <p:cNvSpPr/>
          <p:nvPr/>
        </p:nvSpPr>
        <p:spPr>
          <a:xfrm>
            <a:off x="2008454" y="2328275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band086"/>
          <p:cNvSpPr/>
          <p:nvPr/>
        </p:nvSpPr>
        <p:spPr>
          <a:xfrm>
            <a:off x="2000693" y="2285942"/>
            <a:ext cx="195232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band087"/>
          <p:cNvSpPr/>
          <p:nvPr/>
        </p:nvSpPr>
        <p:spPr>
          <a:xfrm>
            <a:off x="1992932" y="2243610"/>
            <a:ext cx="19562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band088"/>
          <p:cNvSpPr/>
          <p:nvPr/>
        </p:nvSpPr>
        <p:spPr>
          <a:xfrm>
            <a:off x="1985172" y="2201278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band089"/>
          <p:cNvSpPr/>
          <p:nvPr/>
        </p:nvSpPr>
        <p:spPr>
          <a:xfrm>
            <a:off x="1977411" y="2158946"/>
            <a:ext cx="19639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band090"/>
          <p:cNvSpPr/>
          <p:nvPr/>
        </p:nvSpPr>
        <p:spPr>
          <a:xfrm>
            <a:off x="1973530" y="2116613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band091"/>
          <p:cNvSpPr/>
          <p:nvPr/>
        </p:nvSpPr>
        <p:spPr>
          <a:xfrm>
            <a:off x="1973530" y="2074281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band092"/>
          <p:cNvSpPr/>
          <p:nvPr/>
        </p:nvSpPr>
        <p:spPr>
          <a:xfrm>
            <a:off x="1973530" y="2031949"/>
            <a:ext cx="193680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band093"/>
          <p:cNvSpPr/>
          <p:nvPr/>
        </p:nvSpPr>
        <p:spPr>
          <a:xfrm>
            <a:off x="1973530" y="1989616"/>
            <a:ext cx="19251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band094"/>
          <p:cNvSpPr/>
          <p:nvPr/>
        </p:nvSpPr>
        <p:spPr>
          <a:xfrm>
            <a:off x="1973530" y="1947284"/>
            <a:ext cx="191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band095"/>
          <p:cNvSpPr/>
          <p:nvPr/>
        </p:nvSpPr>
        <p:spPr>
          <a:xfrm>
            <a:off x="1973530" y="1904952"/>
            <a:ext cx="190188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band096"/>
          <p:cNvSpPr/>
          <p:nvPr/>
        </p:nvSpPr>
        <p:spPr>
          <a:xfrm>
            <a:off x="1973530" y="1862620"/>
            <a:ext cx="189024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band097"/>
          <p:cNvSpPr/>
          <p:nvPr/>
        </p:nvSpPr>
        <p:spPr>
          <a:xfrm>
            <a:off x="1974927" y="1820287"/>
            <a:ext cx="18751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band098"/>
          <p:cNvSpPr/>
          <p:nvPr/>
        </p:nvSpPr>
        <p:spPr>
          <a:xfrm>
            <a:off x="1979584" y="1777955"/>
            <a:ext cx="185182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band099"/>
          <p:cNvSpPr/>
          <p:nvPr/>
        </p:nvSpPr>
        <p:spPr>
          <a:xfrm>
            <a:off x="1984240" y="1735623"/>
            <a:ext cx="18285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band100"/>
          <p:cNvSpPr/>
          <p:nvPr/>
        </p:nvSpPr>
        <p:spPr>
          <a:xfrm>
            <a:off x="1988897" y="1693290"/>
            <a:ext cx="18052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band101"/>
          <p:cNvSpPr/>
          <p:nvPr/>
        </p:nvSpPr>
        <p:spPr>
          <a:xfrm>
            <a:off x="1993553" y="1650958"/>
            <a:ext cx="178197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band102"/>
          <p:cNvSpPr/>
          <p:nvPr/>
        </p:nvSpPr>
        <p:spPr>
          <a:xfrm>
            <a:off x="1998210" y="1608626"/>
            <a:ext cx="17586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and103"/>
          <p:cNvSpPr/>
          <p:nvPr/>
        </p:nvSpPr>
        <p:spPr>
          <a:xfrm>
            <a:off x="2003216" y="1566294"/>
            <a:ext cx="173366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and104"/>
          <p:cNvSpPr/>
          <p:nvPr/>
        </p:nvSpPr>
        <p:spPr>
          <a:xfrm>
            <a:off x="2009036" y="1523961"/>
            <a:ext cx="17045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band105"/>
          <p:cNvSpPr/>
          <p:nvPr/>
        </p:nvSpPr>
        <p:spPr>
          <a:xfrm>
            <a:off x="2014857" y="1481629"/>
            <a:ext cx="16754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band106"/>
          <p:cNvSpPr/>
          <p:nvPr/>
        </p:nvSpPr>
        <p:spPr>
          <a:xfrm>
            <a:off x="2020678" y="1439297"/>
            <a:ext cx="164635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band107"/>
          <p:cNvSpPr/>
          <p:nvPr/>
        </p:nvSpPr>
        <p:spPr>
          <a:xfrm>
            <a:off x="2026498" y="1396965"/>
            <a:ext cx="16172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band108"/>
          <p:cNvSpPr/>
          <p:nvPr/>
        </p:nvSpPr>
        <p:spPr>
          <a:xfrm>
            <a:off x="2032319" y="1354632"/>
            <a:ext cx="15823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band109"/>
          <p:cNvSpPr/>
          <p:nvPr/>
        </p:nvSpPr>
        <p:spPr>
          <a:xfrm>
            <a:off x="2038140" y="1312300"/>
            <a:ext cx="15415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band110"/>
          <p:cNvSpPr/>
          <p:nvPr/>
        </p:nvSpPr>
        <p:spPr>
          <a:xfrm>
            <a:off x="2043960" y="1269968"/>
            <a:ext cx="15008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band111"/>
          <p:cNvSpPr/>
          <p:nvPr/>
        </p:nvSpPr>
        <p:spPr>
          <a:xfrm>
            <a:off x="2049781" y="1227635"/>
            <a:ext cx="146009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band112"/>
          <p:cNvSpPr/>
          <p:nvPr/>
        </p:nvSpPr>
        <p:spPr>
          <a:xfrm>
            <a:off x="2055602" y="1185303"/>
            <a:ext cx="14193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nd113"/>
          <p:cNvSpPr/>
          <p:nvPr/>
        </p:nvSpPr>
        <p:spPr>
          <a:xfrm>
            <a:off x="2062781" y="1142971"/>
            <a:ext cx="136909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nd114"/>
          <p:cNvSpPr/>
          <p:nvPr/>
        </p:nvSpPr>
        <p:spPr>
          <a:xfrm>
            <a:off x="2070542" y="1100639"/>
            <a:ext cx="131476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band115"/>
          <p:cNvSpPr/>
          <p:nvPr/>
        </p:nvSpPr>
        <p:spPr>
          <a:xfrm>
            <a:off x="2078303" y="1058306"/>
            <a:ext cx="126044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band116"/>
          <p:cNvSpPr/>
          <p:nvPr/>
        </p:nvSpPr>
        <p:spPr>
          <a:xfrm>
            <a:off x="2086840" y="1015974"/>
            <a:ext cx="12037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band117"/>
          <p:cNvSpPr/>
          <p:nvPr/>
        </p:nvSpPr>
        <p:spPr>
          <a:xfrm>
            <a:off x="2102361" y="973642"/>
            <a:ext cx="112617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band118"/>
          <p:cNvSpPr/>
          <p:nvPr/>
        </p:nvSpPr>
        <p:spPr>
          <a:xfrm>
            <a:off x="2117883" y="931310"/>
            <a:ext cx="10485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band119"/>
          <p:cNvSpPr/>
          <p:nvPr/>
        </p:nvSpPr>
        <p:spPr>
          <a:xfrm>
            <a:off x="2133405" y="888977"/>
            <a:ext cx="9709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cel00"/>
          <p:cNvSpPr/>
          <p:nvPr/>
        </p:nvSpPr>
        <p:spPr>
          <a:xfrm>
            <a:off x="2591440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cel01"/>
          <p:cNvSpPr/>
          <p:nvPr/>
        </p:nvSpPr>
        <p:spPr>
          <a:xfrm>
            <a:off x="2901877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cel02"/>
          <p:cNvSpPr/>
          <p:nvPr/>
        </p:nvSpPr>
        <p:spPr>
          <a:xfrm>
            <a:off x="3212314" y="573689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cel03"/>
          <p:cNvSpPr/>
          <p:nvPr/>
        </p:nvSpPr>
        <p:spPr>
          <a:xfrm>
            <a:off x="2591440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cel04"/>
          <p:cNvSpPr/>
          <p:nvPr/>
        </p:nvSpPr>
        <p:spPr>
          <a:xfrm>
            <a:off x="2901877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cel05"/>
          <p:cNvSpPr/>
          <p:nvPr/>
        </p:nvSpPr>
        <p:spPr>
          <a:xfrm>
            <a:off x="3212314" y="543807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cel06"/>
          <p:cNvSpPr/>
          <p:nvPr/>
        </p:nvSpPr>
        <p:spPr>
          <a:xfrm>
            <a:off x="2591440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cel07"/>
          <p:cNvSpPr/>
          <p:nvPr/>
        </p:nvSpPr>
        <p:spPr>
          <a:xfrm>
            <a:off x="2901877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cel08"/>
          <p:cNvSpPr/>
          <p:nvPr/>
        </p:nvSpPr>
        <p:spPr>
          <a:xfrm>
            <a:off x="3212314" y="513926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cel09"/>
          <p:cNvSpPr/>
          <p:nvPr/>
        </p:nvSpPr>
        <p:spPr>
          <a:xfrm>
            <a:off x="2591440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cel10"/>
          <p:cNvSpPr/>
          <p:nvPr/>
        </p:nvSpPr>
        <p:spPr>
          <a:xfrm>
            <a:off x="2901877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cel11"/>
          <p:cNvSpPr/>
          <p:nvPr/>
        </p:nvSpPr>
        <p:spPr>
          <a:xfrm>
            <a:off x="3212314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cel12"/>
          <p:cNvSpPr/>
          <p:nvPr/>
        </p:nvSpPr>
        <p:spPr>
          <a:xfrm>
            <a:off x="3522750" y="484044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cel13"/>
          <p:cNvSpPr/>
          <p:nvPr/>
        </p:nvSpPr>
        <p:spPr>
          <a:xfrm>
            <a:off x="2591440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cel14"/>
          <p:cNvSpPr/>
          <p:nvPr/>
        </p:nvSpPr>
        <p:spPr>
          <a:xfrm>
            <a:off x="2901877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cel15"/>
          <p:cNvSpPr/>
          <p:nvPr/>
        </p:nvSpPr>
        <p:spPr>
          <a:xfrm>
            <a:off x="3212314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cel16"/>
          <p:cNvSpPr/>
          <p:nvPr/>
        </p:nvSpPr>
        <p:spPr>
          <a:xfrm>
            <a:off x="3522750" y="454163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cel17"/>
          <p:cNvSpPr/>
          <p:nvPr/>
        </p:nvSpPr>
        <p:spPr>
          <a:xfrm>
            <a:off x="2591440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cel18"/>
          <p:cNvSpPr/>
          <p:nvPr/>
        </p:nvSpPr>
        <p:spPr>
          <a:xfrm>
            <a:off x="2901877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cel19"/>
          <p:cNvSpPr/>
          <p:nvPr/>
        </p:nvSpPr>
        <p:spPr>
          <a:xfrm>
            <a:off x="3212314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cel20"/>
          <p:cNvSpPr/>
          <p:nvPr/>
        </p:nvSpPr>
        <p:spPr>
          <a:xfrm>
            <a:off x="3522750" y="424281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cel21"/>
          <p:cNvSpPr/>
          <p:nvPr/>
        </p:nvSpPr>
        <p:spPr>
          <a:xfrm>
            <a:off x="2591440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cel22"/>
          <p:cNvSpPr/>
          <p:nvPr/>
        </p:nvSpPr>
        <p:spPr>
          <a:xfrm>
            <a:off x="2901877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cel23"/>
          <p:cNvSpPr/>
          <p:nvPr/>
        </p:nvSpPr>
        <p:spPr>
          <a:xfrm>
            <a:off x="3212314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cel24"/>
          <p:cNvSpPr/>
          <p:nvPr/>
        </p:nvSpPr>
        <p:spPr>
          <a:xfrm>
            <a:off x="3522750" y="394399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cel25"/>
          <p:cNvSpPr/>
          <p:nvPr/>
        </p:nvSpPr>
        <p:spPr>
          <a:xfrm>
            <a:off x="2591440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cel26"/>
          <p:cNvSpPr/>
          <p:nvPr/>
        </p:nvSpPr>
        <p:spPr>
          <a:xfrm>
            <a:off x="2901877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cel27"/>
          <p:cNvSpPr/>
          <p:nvPr/>
        </p:nvSpPr>
        <p:spPr>
          <a:xfrm>
            <a:off x="3212314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cel28"/>
          <p:cNvSpPr/>
          <p:nvPr/>
        </p:nvSpPr>
        <p:spPr>
          <a:xfrm>
            <a:off x="3522750" y="364518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cel29"/>
          <p:cNvSpPr/>
          <p:nvPr/>
        </p:nvSpPr>
        <p:spPr>
          <a:xfrm>
            <a:off x="2591440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cel30"/>
          <p:cNvSpPr/>
          <p:nvPr/>
        </p:nvSpPr>
        <p:spPr>
          <a:xfrm>
            <a:off x="2901877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cel31"/>
          <p:cNvSpPr/>
          <p:nvPr/>
        </p:nvSpPr>
        <p:spPr>
          <a:xfrm>
            <a:off x="3212314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cel32"/>
          <p:cNvSpPr/>
          <p:nvPr/>
        </p:nvSpPr>
        <p:spPr>
          <a:xfrm>
            <a:off x="3522750" y="334636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cel33"/>
          <p:cNvSpPr/>
          <p:nvPr/>
        </p:nvSpPr>
        <p:spPr>
          <a:xfrm>
            <a:off x="2591440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cel34"/>
          <p:cNvSpPr/>
          <p:nvPr/>
        </p:nvSpPr>
        <p:spPr>
          <a:xfrm>
            <a:off x="2901877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cel35"/>
          <p:cNvSpPr/>
          <p:nvPr/>
        </p:nvSpPr>
        <p:spPr>
          <a:xfrm>
            <a:off x="3212314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cel36"/>
          <p:cNvSpPr/>
          <p:nvPr/>
        </p:nvSpPr>
        <p:spPr>
          <a:xfrm>
            <a:off x="3522750" y="3047550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cel37"/>
          <p:cNvSpPr/>
          <p:nvPr/>
        </p:nvSpPr>
        <p:spPr>
          <a:xfrm>
            <a:off x="2281004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cel38"/>
          <p:cNvSpPr/>
          <p:nvPr/>
        </p:nvSpPr>
        <p:spPr>
          <a:xfrm>
            <a:off x="2591440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cel39"/>
          <p:cNvSpPr/>
          <p:nvPr/>
        </p:nvSpPr>
        <p:spPr>
          <a:xfrm>
            <a:off x="2901877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cel40"/>
          <p:cNvSpPr/>
          <p:nvPr/>
        </p:nvSpPr>
        <p:spPr>
          <a:xfrm>
            <a:off x="3212314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cel41"/>
          <p:cNvSpPr/>
          <p:nvPr/>
        </p:nvSpPr>
        <p:spPr>
          <a:xfrm>
            <a:off x="3522750" y="2748734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cel42"/>
          <p:cNvSpPr/>
          <p:nvPr/>
        </p:nvSpPr>
        <p:spPr>
          <a:xfrm>
            <a:off x="2281004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cel43"/>
          <p:cNvSpPr/>
          <p:nvPr/>
        </p:nvSpPr>
        <p:spPr>
          <a:xfrm>
            <a:off x="2591440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cel44"/>
          <p:cNvSpPr/>
          <p:nvPr/>
        </p:nvSpPr>
        <p:spPr>
          <a:xfrm>
            <a:off x="2901877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cel45"/>
          <p:cNvSpPr/>
          <p:nvPr/>
        </p:nvSpPr>
        <p:spPr>
          <a:xfrm>
            <a:off x="3212314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cel46"/>
          <p:cNvSpPr/>
          <p:nvPr/>
        </p:nvSpPr>
        <p:spPr>
          <a:xfrm>
            <a:off x="3522750" y="2449918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cel47"/>
          <p:cNvSpPr/>
          <p:nvPr/>
        </p:nvSpPr>
        <p:spPr>
          <a:xfrm>
            <a:off x="2281004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cel48"/>
          <p:cNvSpPr/>
          <p:nvPr/>
        </p:nvSpPr>
        <p:spPr>
          <a:xfrm>
            <a:off x="2591440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cel49"/>
          <p:cNvSpPr/>
          <p:nvPr/>
        </p:nvSpPr>
        <p:spPr>
          <a:xfrm>
            <a:off x="2901877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cel50"/>
          <p:cNvSpPr/>
          <p:nvPr/>
        </p:nvSpPr>
        <p:spPr>
          <a:xfrm>
            <a:off x="3212314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cel51"/>
          <p:cNvSpPr/>
          <p:nvPr/>
        </p:nvSpPr>
        <p:spPr>
          <a:xfrm>
            <a:off x="3522750" y="2151102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cel52"/>
          <p:cNvSpPr/>
          <p:nvPr/>
        </p:nvSpPr>
        <p:spPr>
          <a:xfrm>
            <a:off x="2281004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cel53"/>
          <p:cNvSpPr/>
          <p:nvPr/>
        </p:nvSpPr>
        <p:spPr>
          <a:xfrm>
            <a:off x="2591440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cel54"/>
          <p:cNvSpPr/>
          <p:nvPr/>
        </p:nvSpPr>
        <p:spPr>
          <a:xfrm>
            <a:off x="2901877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cel55"/>
          <p:cNvSpPr/>
          <p:nvPr/>
        </p:nvSpPr>
        <p:spPr>
          <a:xfrm>
            <a:off x="3212314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cel56"/>
          <p:cNvSpPr/>
          <p:nvPr/>
        </p:nvSpPr>
        <p:spPr>
          <a:xfrm>
            <a:off x="3522750" y="1852286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cel57"/>
          <p:cNvSpPr/>
          <p:nvPr/>
        </p:nvSpPr>
        <p:spPr>
          <a:xfrm>
            <a:off x="2281004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cel58"/>
          <p:cNvSpPr/>
          <p:nvPr/>
        </p:nvSpPr>
        <p:spPr>
          <a:xfrm>
            <a:off x="2591440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cel59"/>
          <p:cNvSpPr/>
          <p:nvPr/>
        </p:nvSpPr>
        <p:spPr>
          <a:xfrm>
            <a:off x="2901877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cel60"/>
          <p:cNvSpPr/>
          <p:nvPr/>
        </p:nvSpPr>
        <p:spPr>
          <a:xfrm>
            <a:off x="3212314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cel61"/>
          <p:cNvSpPr/>
          <p:nvPr/>
        </p:nvSpPr>
        <p:spPr>
          <a:xfrm>
            <a:off x="3522750" y="1553469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cel62"/>
          <p:cNvSpPr/>
          <p:nvPr/>
        </p:nvSpPr>
        <p:spPr>
          <a:xfrm>
            <a:off x="2281004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cel63"/>
          <p:cNvSpPr/>
          <p:nvPr/>
        </p:nvSpPr>
        <p:spPr>
          <a:xfrm>
            <a:off x="2591440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cel64"/>
          <p:cNvSpPr/>
          <p:nvPr/>
        </p:nvSpPr>
        <p:spPr>
          <a:xfrm>
            <a:off x="2901877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cel65"/>
          <p:cNvSpPr/>
          <p:nvPr/>
        </p:nvSpPr>
        <p:spPr>
          <a:xfrm>
            <a:off x="3212314" y="1254653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cel66"/>
          <p:cNvSpPr/>
          <p:nvPr/>
        </p:nvSpPr>
        <p:spPr>
          <a:xfrm>
            <a:off x="2281004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cel67"/>
          <p:cNvSpPr/>
          <p:nvPr/>
        </p:nvSpPr>
        <p:spPr>
          <a:xfrm>
            <a:off x="2591440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cel68"/>
          <p:cNvSpPr/>
          <p:nvPr/>
        </p:nvSpPr>
        <p:spPr>
          <a:xfrm>
            <a:off x="2901877" y="955837"/>
            <a:ext cx="165095" cy="165095"/>
          </a:xfrm>
          <a:prstGeom prst="ellipse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Ze gaat gewoon in zijn eigen schoen.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730831" y="1498562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Een meetzool</a:t>
            </a:r>
          </a:p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met 99</a:t>
            </a:r>
          </a:p>
          <a:p>
            <a:pPr algn="l">
              <a:lnSpc>
                <a:spcPct val="112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voelertjes</a:t>
            </a:r>
          </a:p>
        </p:txBody>
      </p:sp>
      <p:sp>
        <p:nvSpPr>
          <p:cNvPr id="4" name="!!band000"/>
          <p:cNvSpPr/>
          <p:nvPr/>
        </p:nvSpPr>
        <p:spPr>
          <a:xfrm>
            <a:off x="2588971" y="5926518"/>
            <a:ext cx="7909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and001"/>
          <p:cNvSpPr/>
          <p:nvPr/>
        </p:nvSpPr>
        <p:spPr>
          <a:xfrm>
            <a:off x="2534644" y="5884186"/>
            <a:ext cx="89956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band002"/>
          <p:cNvSpPr/>
          <p:nvPr/>
        </p:nvSpPr>
        <p:spPr>
          <a:xfrm>
            <a:off x="2480318" y="5841853"/>
            <a:ext cx="10082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and003"/>
          <p:cNvSpPr/>
          <p:nvPr/>
        </p:nvSpPr>
        <p:spPr>
          <a:xfrm>
            <a:off x="2425992" y="5799521"/>
            <a:ext cx="11168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band004"/>
          <p:cNvSpPr/>
          <p:nvPr/>
        </p:nvSpPr>
        <p:spPr>
          <a:xfrm>
            <a:off x="2403795" y="5757189"/>
            <a:ext cx="11612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band005"/>
          <p:cNvSpPr/>
          <p:nvPr/>
        </p:nvSpPr>
        <p:spPr>
          <a:xfrm>
            <a:off x="2385169" y="5714857"/>
            <a:ext cx="119851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band006"/>
          <p:cNvSpPr/>
          <p:nvPr/>
        </p:nvSpPr>
        <p:spPr>
          <a:xfrm>
            <a:off x="2366543" y="5672524"/>
            <a:ext cx="123576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band007"/>
          <p:cNvSpPr/>
          <p:nvPr/>
        </p:nvSpPr>
        <p:spPr>
          <a:xfrm>
            <a:off x="2347917" y="5630192"/>
            <a:ext cx="12730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band008"/>
          <p:cNvSpPr/>
          <p:nvPr/>
        </p:nvSpPr>
        <p:spPr>
          <a:xfrm>
            <a:off x="2329291" y="5587860"/>
            <a:ext cx="13102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band009"/>
          <p:cNvSpPr/>
          <p:nvPr/>
        </p:nvSpPr>
        <p:spPr>
          <a:xfrm>
            <a:off x="2310664" y="5545528"/>
            <a:ext cx="13475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band010"/>
          <p:cNvSpPr/>
          <p:nvPr/>
        </p:nvSpPr>
        <p:spPr>
          <a:xfrm>
            <a:off x="2305808" y="5503195"/>
            <a:ext cx="13572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band011"/>
          <p:cNvSpPr/>
          <p:nvPr/>
        </p:nvSpPr>
        <p:spPr>
          <a:xfrm>
            <a:off x="2302482" y="5460863"/>
            <a:ext cx="13638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band012"/>
          <p:cNvSpPr/>
          <p:nvPr/>
        </p:nvSpPr>
        <p:spPr>
          <a:xfrm>
            <a:off x="2299156" y="5418531"/>
            <a:ext cx="13705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band013"/>
          <p:cNvSpPr/>
          <p:nvPr/>
        </p:nvSpPr>
        <p:spPr>
          <a:xfrm>
            <a:off x="2295830" y="5376198"/>
            <a:ext cx="13771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band014"/>
          <p:cNvSpPr/>
          <p:nvPr/>
        </p:nvSpPr>
        <p:spPr>
          <a:xfrm>
            <a:off x="2292504" y="5333866"/>
            <a:ext cx="13838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band015"/>
          <p:cNvSpPr/>
          <p:nvPr/>
        </p:nvSpPr>
        <p:spPr>
          <a:xfrm>
            <a:off x="2289178" y="5291534"/>
            <a:ext cx="13904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band016"/>
          <p:cNvSpPr/>
          <p:nvPr/>
        </p:nvSpPr>
        <p:spPr>
          <a:xfrm>
            <a:off x="2285852" y="5249202"/>
            <a:ext cx="139714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band017"/>
          <p:cNvSpPr/>
          <p:nvPr/>
        </p:nvSpPr>
        <p:spPr>
          <a:xfrm>
            <a:off x="2282526" y="5206869"/>
            <a:ext cx="140379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band018"/>
          <p:cNvSpPr/>
          <p:nvPr/>
        </p:nvSpPr>
        <p:spPr>
          <a:xfrm>
            <a:off x="2282156" y="516453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band019"/>
          <p:cNvSpPr/>
          <p:nvPr/>
        </p:nvSpPr>
        <p:spPr>
          <a:xfrm>
            <a:off x="2284743" y="5122205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band020"/>
          <p:cNvSpPr/>
          <p:nvPr/>
        </p:nvSpPr>
        <p:spPr>
          <a:xfrm>
            <a:off x="2287330" y="507987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band021"/>
          <p:cNvSpPr/>
          <p:nvPr/>
        </p:nvSpPr>
        <p:spPr>
          <a:xfrm>
            <a:off x="2289917" y="5037540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band022"/>
          <p:cNvSpPr/>
          <p:nvPr/>
        </p:nvSpPr>
        <p:spPr>
          <a:xfrm>
            <a:off x="2292504" y="4995208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band023"/>
          <p:cNvSpPr/>
          <p:nvPr/>
        </p:nvSpPr>
        <p:spPr>
          <a:xfrm>
            <a:off x="2295091" y="4952876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band024"/>
          <p:cNvSpPr/>
          <p:nvPr/>
        </p:nvSpPr>
        <p:spPr>
          <a:xfrm>
            <a:off x="2297678" y="4910543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band025"/>
          <p:cNvSpPr/>
          <p:nvPr/>
        </p:nvSpPr>
        <p:spPr>
          <a:xfrm>
            <a:off x="2300265" y="4868211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band026"/>
          <p:cNvSpPr/>
          <p:nvPr/>
        </p:nvSpPr>
        <p:spPr>
          <a:xfrm>
            <a:off x="2302852" y="4825879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band027"/>
          <p:cNvSpPr/>
          <p:nvPr/>
        </p:nvSpPr>
        <p:spPr>
          <a:xfrm>
            <a:off x="2305439" y="4783547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band028"/>
          <p:cNvSpPr/>
          <p:nvPr/>
        </p:nvSpPr>
        <p:spPr>
          <a:xfrm>
            <a:off x="2308026" y="4741214"/>
            <a:ext cx="14071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band029"/>
          <p:cNvSpPr/>
          <p:nvPr/>
        </p:nvSpPr>
        <p:spPr>
          <a:xfrm>
            <a:off x="2316951" y="4698882"/>
            <a:ext cx="140101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band030"/>
          <p:cNvSpPr/>
          <p:nvPr/>
        </p:nvSpPr>
        <p:spPr>
          <a:xfrm>
            <a:off x="2328592" y="4656550"/>
            <a:ext cx="13922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band031"/>
          <p:cNvSpPr/>
          <p:nvPr/>
        </p:nvSpPr>
        <p:spPr>
          <a:xfrm>
            <a:off x="2340233" y="4614217"/>
            <a:ext cx="13835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band032"/>
          <p:cNvSpPr/>
          <p:nvPr/>
        </p:nvSpPr>
        <p:spPr>
          <a:xfrm>
            <a:off x="2351875" y="4571885"/>
            <a:ext cx="137482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band033"/>
          <p:cNvSpPr/>
          <p:nvPr/>
        </p:nvSpPr>
        <p:spPr>
          <a:xfrm>
            <a:off x="2363516" y="4529553"/>
            <a:ext cx="13660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band034"/>
          <p:cNvSpPr/>
          <p:nvPr/>
        </p:nvSpPr>
        <p:spPr>
          <a:xfrm>
            <a:off x="2375158" y="4487221"/>
            <a:ext cx="13573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band035"/>
          <p:cNvSpPr/>
          <p:nvPr/>
        </p:nvSpPr>
        <p:spPr>
          <a:xfrm>
            <a:off x="2386799" y="4444888"/>
            <a:ext cx="13486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band036"/>
          <p:cNvSpPr/>
          <p:nvPr/>
        </p:nvSpPr>
        <p:spPr>
          <a:xfrm>
            <a:off x="2398440" y="4402556"/>
            <a:ext cx="133989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band037"/>
          <p:cNvSpPr/>
          <p:nvPr/>
        </p:nvSpPr>
        <p:spPr>
          <a:xfrm>
            <a:off x="2410082" y="4360224"/>
            <a:ext cx="133116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band038"/>
          <p:cNvSpPr/>
          <p:nvPr/>
        </p:nvSpPr>
        <p:spPr>
          <a:xfrm>
            <a:off x="2421723" y="4317892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band039"/>
          <p:cNvSpPr/>
          <p:nvPr/>
        </p:nvSpPr>
        <p:spPr>
          <a:xfrm>
            <a:off x="2433364" y="4275559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band040"/>
          <p:cNvSpPr/>
          <p:nvPr/>
        </p:nvSpPr>
        <p:spPr>
          <a:xfrm>
            <a:off x="2445006" y="4233227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band041"/>
          <p:cNvSpPr/>
          <p:nvPr/>
        </p:nvSpPr>
        <p:spPr>
          <a:xfrm>
            <a:off x="2456647" y="419089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band042"/>
          <p:cNvSpPr/>
          <p:nvPr/>
        </p:nvSpPr>
        <p:spPr>
          <a:xfrm>
            <a:off x="2468289" y="4148562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band043"/>
          <p:cNvSpPr/>
          <p:nvPr/>
        </p:nvSpPr>
        <p:spPr>
          <a:xfrm>
            <a:off x="2479930" y="410623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band044"/>
          <p:cNvSpPr/>
          <p:nvPr/>
        </p:nvSpPr>
        <p:spPr>
          <a:xfrm>
            <a:off x="2491571" y="4063898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band045"/>
          <p:cNvSpPr/>
          <p:nvPr/>
        </p:nvSpPr>
        <p:spPr>
          <a:xfrm>
            <a:off x="2503213" y="4021566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band046"/>
          <p:cNvSpPr/>
          <p:nvPr/>
        </p:nvSpPr>
        <p:spPr>
          <a:xfrm>
            <a:off x="2514854" y="3979233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band047"/>
          <p:cNvSpPr/>
          <p:nvPr/>
        </p:nvSpPr>
        <p:spPr>
          <a:xfrm>
            <a:off x="2526496" y="3936901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band048"/>
          <p:cNvSpPr/>
          <p:nvPr/>
        </p:nvSpPr>
        <p:spPr>
          <a:xfrm>
            <a:off x="2530861" y="3894569"/>
            <a:ext cx="12438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band049"/>
          <p:cNvSpPr/>
          <p:nvPr/>
        </p:nvSpPr>
        <p:spPr>
          <a:xfrm>
            <a:off x="2527951" y="3852237"/>
            <a:ext cx="125258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band050"/>
          <p:cNvSpPr/>
          <p:nvPr/>
        </p:nvSpPr>
        <p:spPr>
          <a:xfrm>
            <a:off x="2525040" y="3809904"/>
            <a:ext cx="126131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band051"/>
          <p:cNvSpPr/>
          <p:nvPr/>
        </p:nvSpPr>
        <p:spPr>
          <a:xfrm>
            <a:off x="2522130" y="3767572"/>
            <a:ext cx="127004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band052"/>
          <p:cNvSpPr/>
          <p:nvPr/>
        </p:nvSpPr>
        <p:spPr>
          <a:xfrm>
            <a:off x="2519220" y="3725240"/>
            <a:ext cx="127877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band053"/>
          <p:cNvSpPr/>
          <p:nvPr/>
        </p:nvSpPr>
        <p:spPr>
          <a:xfrm>
            <a:off x="2516309" y="3682907"/>
            <a:ext cx="12875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band054"/>
          <p:cNvSpPr/>
          <p:nvPr/>
        </p:nvSpPr>
        <p:spPr>
          <a:xfrm>
            <a:off x="2513399" y="3640575"/>
            <a:ext cx="1296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band055"/>
          <p:cNvSpPr/>
          <p:nvPr/>
        </p:nvSpPr>
        <p:spPr>
          <a:xfrm>
            <a:off x="2510489" y="3598243"/>
            <a:ext cx="13049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band056"/>
          <p:cNvSpPr/>
          <p:nvPr/>
        </p:nvSpPr>
        <p:spPr>
          <a:xfrm>
            <a:off x="2507578" y="3555911"/>
            <a:ext cx="131370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band057"/>
          <p:cNvSpPr/>
          <p:nvPr/>
        </p:nvSpPr>
        <p:spPr>
          <a:xfrm>
            <a:off x="2504668" y="3513578"/>
            <a:ext cx="132243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band058"/>
          <p:cNvSpPr/>
          <p:nvPr/>
        </p:nvSpPr>
        <p:spPr>
          <a:xfrm>
            <a:off x="2489409" y="3471246"/>
            <a:ext cx="13442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band059"/>
          <p:cNvSpPr/>
          <p:nvPr/>
        </p:nvSpPr>
        <p:spPr>
          <a:xfrm>
            <a:off x="2472779" y="3428914"/>
            <a:ext cx="13675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band060"/>
          <p:cNvSpPr/>
          <p:nvPr/>
        </p:nvSpPr>
        <p:spPr>
          <a:xfrm>
            <a:off x="2456148" y="3386581"/>
            <a:ext cx="139082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band061"/>
          <p:cNvSpPr/>
          <p:nvPr/>
        </p:nvSpPr>
        <p:spPr>
          <a:xfrm>
            <a:off x="2439518" y="3344249"/>
            <a:ext cx="14141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band062"/>
          <p:cNvSpPr/>
          <p:nvPr/>
        </p:nvSpPr>
        <p:spPr>
          <a:xfrm>
            <a:off x="2422887" y="3301917"/>
            <a:ext cx="143739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band063"/>
          <p:cNvSpPr/>
          <p:nvPr/>
        </p:nvSpPr>
        <p:spPr>
          <a:xfrm>
            <a:off x="2406257" y="3259585"/>
            <a:ext cx="146067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band064"/>
          <p:cNvSpPr/>
          <p:nvPr/>
        </p:nvSpPr>
        <p:spPr>
          <a:xfrm>
            <a:off x="2389626" y="3217252"/>
            <a:ext cx="14839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band065"/>
          <p:cNvSpPr/>
          <p:nvPr/>
        </p:nvSpPr>
        <p:spPr>
          <a:xfrm>
            <a:off x="2372996" y="3174920"/>
            <a:ext cx="150724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band066"/>
          <p:cNvSpPr/>
          <p:nvPr/>
        </p:nvSpPr>
        <p:spPr>
          <a:xfrm>
            <a:off x="2353039" y="3132588"/>
            <a:ext cx="153384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band067"/>
          <p:cNvSpPr/>
          <p:nvPr/>
        </p:nvSpPr>
        <p:spPr>
          <a:xfrm>
            <a:off x="2329756" y="3090256"/>
            <a:ext cx="15637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band068"/>
          <p:cNvSpPr/>
          <p:nvPr/>
        </p:nvSpPr>
        <p:spPr>
          <a:xfrm>
            <a:off x="2306474" y="3047923"/>
            <a:ext cx="159371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band069"/>
          <p:cNvSpPr/>
          <p:nvPr/>
        </p:nvSpPr>
        <p:spPr>
          <a:xfrm>
            <a:off x="2283191" y="3005591"/>
            <a:ext cx="162365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band070"/>
          <p:cNvSpPr/>
          <p:nvPr/>
        </p:nvSpPr>
        <p:spPr>
          <a:xfrm>
            <a:off x="2259908" y="2963259"/>
            <a:ext cx="165358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band071"/>
          <p:cNvSpPr/>
          <p:nvPr/>
        </p:nvSpPr>
        <p:spPr>
          <a:xfrm>
            <a:off x="2236625" y="2920926"/>
            <a:ext cx="168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band072"/>
          <p:cNvSpPr/>
          <p:nvPr/>
        </p:nvSpPr>
        <p:spPr>
          <a:xfrm>
            <a:off x="2213342" y="2878594"/>
            <a:ext cx="17134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band073"/>
          <p:cNvSpPr/>
          <p:nvPr/>
        </p:nvSpPr>
        <p:spPr>
          <a:xfrm>
            <a:off x="2190060" y="2836262"/>
            <a:ext cx="17433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band074"/>
          <p:cNvSpPr/>
          <p:nvPr/>
        </p:nvSpPr>
        <p:spPr>
          <a:xfrm>
            <a:off x="2167442" y="2793930"/>
            <a:ext cx="177233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band075"/>
          <p:cNvSpPr/>
          <p:nvPr/>
        </p:nvSpPr>
        <p:spPr>
          <a:xfrm>
            <a:off x="2150812" y="2751597"/>
            <a:ext cx="17922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band076"/>
          <p:cNvSpPr/>
          <p:nvPr/>
        </p:nvSpPr>
        <p:spPr>
          <a:xfrm>
            <a:off x="2134181" y="2709265"/>
            <a:ext cx="181224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band077"/>
          <p:cNvSpPr/>
          <p:nvPr/>
        </p:nvSpPr>
        <p:spPr>
          <a:xfrm>
            <a:off x="2117551" y="2666933"/>
            <a:ext cx="183220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band078"/>
          <p:cNvSpPr/>
          <p:nvPr/>
        </p:nvSpPr>
        <p:spPr>
          <a:xfrm>
            <a:off x="2100920" y="2624601"/>
            <a:ext cx="185215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band079"/>
          <p:cNvSpPr/>
          <p:nvPr/>
        </p:nvSpPr>
        <p:spPr>
          <a:xfrm>
            <a:off x="2084290" y="2582268"/>
            <a:ext cx="187211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band080"/>
          <p:cNvSpPr/>
          <p:nvPr/>
        </p:nvSpPr>
        <p:spPr>
          <a:xfrm>
            <a:off x="2067659" y="2539936"/>
            <a:ext cx="189207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band081"/>
          <p:cNvSpPr/>
          <p:nvPr/>
        </p:nvSpPr>
        <p:spPr>
          <a:xfrm>
            <a:off x="2051028" y="2497604"/>
            <a:ext cx="19120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band082"/>
          <p:cNvSpPr/>
          <p:nvPr/>
        </p:nvSpPr>
        <p:spPr>
          <a:xfrm>
            <a:off x="2034398" y="2455271"/>
            <a:ext cx="193198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band083"/>
          <p:cNvSpPr/>
          <p:nvPr/>
        </p:nvSpPr>
        <p:spPr>
          <a:xfrm>
            <a:off x="2023976" y="2412939"/>
            <a:ext cx="194068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band084"/>
          <p:cNvSpPr/>
          <p:nvPr/>
        </p:nvSpPr>
        <p:spPr>
          <a:xfrm>
            <a:off x="2016215" y="2370607"/>
            <a:ext cx="194456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band085"/>
          <p:cNvSpPr/>
          <p:nvPr/>
        </p:nvSpPr>
        <p:spPr>
          <a:xfrm>
            <a:off x="2008454" y="2328275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band086"/>
          <p:cNvSpPr/>
          <p:nvPr/>
        </p:nvSpPr>
        <p:spPr>
          <a:xfrm>
            <a:off x="2000693" y="2285942"/>
            <a:ext cx="195232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band087"/>
          <p:cNvSpPr/>
          <p:nvPr/>
        </p:nvSpPr>
        <p:spPr>
          <a:xfrm>
            <a:off x="1992932" y="2243610"/>
            <a:ext cx="195620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band088"/>
          <p:cNvSpPr/>
          <p:nvPr/>
        </p:nvSpPr>
        <p:spPr>
          <a:xfrm>
            <a:off x="1985172" y="2201278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band089"/>
          <p:cNvSpPr/>
          <p:nvPr/>
        </p:nvSpPr>
        <p:spPr>
          <a:xfrm>
            <a:off x="1977411" y="2158946"/>
            <a:ext cx="19639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band090"/>
          <p:cNvSpPr/>
          <p:nvPr/>
        </p:nvSpPr>
        <p:spPr>
          <a:xfrm>
            <a:off x="1973530" y="2116613"/>
            <a:ext cx="196009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band091"/>
          <p:cNvSpPr/>
          <p:nvPr/>
        </p:nvSpPr>
        <p:spPr>
          <a:xfrm>
            <a:off x="1973530" y="2074281"/>
            <a:ext cx="19484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band092"/>
          <p:cNvSpPr/>
          <p:nvPr/>
        </p:nvSpPr>
        <p:spPr>
          <a:xfrm>
            <a:off x="1973530" y="2031949"/>
            <a:ext cx="193680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band093"/>
          <p:cNvSpPr/>
          <p:nvPr/>
        </p:nvSpPr>
        <p:spPr>
          <a:xfrm>
            <a:off x="1973530" y="1989616"/>
            <a:ext cx="192516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band094"/>
          <p:cNvSpPr/>
          <p:nvPr/>
        </p:nvSpPr>
        <p:spPr>
          <a:xfrm>
            <a:off x="1973530" y="1947284"/>
            <a:ext cx="191352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band095"/>
          <p:cNvSpPr/>
          <p:nvPr/>
        </p:nvSpPr>
        <p:spPr>
          <a:xfrm>
            <a:off x="1973530" y="1904952"/>
            <a:ext cx="190188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band096"/>
          <p:cNvSpPr/>
          <p:nvPr/>
        </p:nvSpPr>
        <p:spPr>
          <a:xfrm>
            <a:off x="1973530" y="1862620"/>
            <a:ext cx="189024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band097"/>
          <p:cNvSpPr/>
          <p:nvPr/>
        </p:nvSpPr>
        <p:spPr>
          <a:xfrm>
            <a:off x="1974927" y="1820287"/>
            <a:ext cx="187510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band098"/>
          <p:cNvSpPr/>
          <p:nvPr/>
        </p:nvSpPr>
        <p:spPr>
          <a:xfrm>
            <a:off x="1979584" y="1777955"/>
            <a:ext cx="185182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band099"/>
          <p:cNvSpPr/>
          <p:nvPr/>
        </p:nvSpPr>
        <p:spPr>
          <a:xfrm>
            <a:off x="1984240" y="1735623"/>
            <a:ext cx="182854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band100"/>
          <p:cNvSpPr/>
          <p:nvPr/>
        </p:nvSpPr>
        <p:spPr>
          <a:xfrm>
            <a:off x="1988897" y="1693290"/>
            <a:ext cx="180525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band101"/>
          <p:cNvSpPr/>
          <p:nvPr/>
        </p:nvSpPr>
        <p:spPr>
          <a:xfrm>
            <a:off x="1993553" y="1650958"/>
            <a:ext cx="178197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band102"/>
          <p:cNvSpPr/>
          <p:nvPr/>
        </p:nvSpPr>
        <p:spPr>
          <a:xfrm>
            <a:off x="1998210" y="1608626"/>
            <a:ext cx="1758694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band103"/>
          <p:cNvSpPr/>
          <p:nvPr/>
        </p:nvSpPr>
        <p:spPr>
          <a:xfrm>
            <a:off x="2003216" y="1566294"/>
            <a:ext cx="173366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band104"/>
          <p:cNvSpPr/>
          <p:nvPr/>
        </p:nvSpPr>
        <p:spPr>
          <a:xfrm>
            <a:off x="2009036" y="1523961"/>
            <a:ext cx="17045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band105"/>
          <p:cNvSpPr/>
          <p:nvPr/>
        </p:nvSpPr>
        <p:spPr>
          <a:xfrm>
            <a:off x="2014857" y="1481629"/>
            <a:ext cx="167545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band106"/>
          <p:cNvSpPr/>
          <p:nvPr/>
        </p:nvSpPr>
        <p:spPr>
          <a:xfrm>
            <a:off x="2020678" y="1439297"/>
            <a:ext cx="1646355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band107"/>
          <p:cNvSpPr/>
          <p:nvPr/>
        </p:nvSpPr>
        <p:spPr>
          <a:xfrm>
            <a:off x="2026498" y="1396965"/>
            <a:ext cx="161725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band108"/>
          <p:cNvSpPr/>
          <p:nvPr/>
        </p:nvSpPr>
        <p:spPr>
          <a:xfrm>
            <a:off x="2032319" y="1354632"/>
            <a:ext cx="158232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band109"/>
          <p:cNvSpPr/>
          <p:nvPr/>
        </p:nvSpPr>
        <p:spPr>
          <a:xfrm>
            <a:off x="2038140" y="1312300"/>
            <a:ext cx="1541582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band110"/>
          <p:cNvSpPr/>
          <p:nvPr/>
        </p:nvSpPr>
        <p:spPr>
          <a:xfrm>
            <a:off x="2043960" y="1269968"/>
            <a:ext cx="1500837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band111"/>
          <p:cNvSpPr/>
          <p:nvPr/>
        </p:nvSpPr>
        <p:spPr>
          <a:xfrm>
            <a:off x="2049781" y="1227635"/>
            <a:ext cx="146009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band112"/>
          <p:cNvSpPr/>
          <p:nvPr/>
        </p:nvSpPr>
        <p:spPr>
          <a:xfrm>
            <a:off x="2055602" y="1185303"/>
            <a:ext cx="141934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band113"/>
          <p:cNvSpPr/>
          <p:nvPr/>
        </p:nvSpPr>
        <p:spPr>
          <a:xfrm>
            <a:off x="2062781" y="1142971"/>
            <a:ext cx="1369096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band114"/>
          <p:cNvSpPr/>
          <p:nvPr/>
        </p:nvSpPr>
        <p:spPr>
          <a:xfrm>
            <a:off x="2070542" y="1100639"/>
            <a:ext cx="131476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band115"/>
          <p:cNvSpPr/>
          <p:nvPr/>
        </p:nvSpPr>
        <p:spPr>
          <a:xfrm>
            <a:off x="2078303" y="1058306"/>
            <a:ext cx="1260443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band116"/>
          <p:cNvSpPr/>
          <p:nvPr/>
        </p:nvSpPr>
        <p:spPr>
          <a:xfrm>
            <a:off x="2086840" y="1015974"/>
            <a:ext cx="1203788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band117"/>
          <p:cNvSpPr/>
          <p:nvPr/>
        </p:nvSpPr>
        <p:spPr>
          <a:xfrm>
            <a:off x="2102361" y="973642"/>
            <a:ext cx="1126179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band118"/>
          <p:cNvSpPr/>
          <p:nvPr/>
        </p:nvSpPr>
        <p:spPr>
          <a:xfrm>
            <a:off x="2117883" y="931310"/>
            <a:ext cx="1048570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band119"/>
          <p:cNvSpPr/>
          <p:nvPr/>
        </p:nvSpPr>
        <p:spPr>
          <a:xfrm>
            <a:off x="2133405" y="888977"/>
            <a:ext cx="970961" cy="55031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cel00"/>
          <p:cNvSpPr/>
          <p:nvPr/>
        </p:nvSpPr>
        <p:spPr>
          <a:xfrm>
            <a:off x="2591440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cel01"/>
          <p:cNvSpPr/>
          <p:nvPr/>
        </p:nvSpPr>
        <p:spPr>
          <a:xfrm>
            <a:off x="2901877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cel02"/>
          <p:cNvSpPr/>
          <p:nvPr/>
        </p:nvSpPr>
        <p:spPr>
          <a:xfrm>
            <a:off x="3212314" y="573689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cel03"/>
          <p:cNvSpPr/>
          <p:nvPr/>
        </p:nvSpPr>
        <p:spPr>
          <a:xfrm>
            <a:off x="2591440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cel04"/>
          <p:cNvSpPr/>
          <p:nvPr/>
        </p:nvSpPr>
        <p:spPr>
          <a:xfrm>
            <a:off x="2901877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cel05"/>
          <p:cNvSpPr/>
          <p:nvPr/>
        </p:nvSpPr>
        <p:spPr>
          <a:xfrm>
            <a:off x="3212314" y="543807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cel06"/>
          <p:cNvSpPr/>
          <p:nvPr/>
        </p:nvSpPr>
        <p:spPr>
          <a:xfrm>
            <a:off x="2591440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cel07"/>
          <p:cNvSpPr/>
          <p:nvPr/>
        </p:nvSpPr>
        <p:spPr>
          <a:xfrm>
            <a:off x="2901877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cel08"/>
          <p:cNvSpPr/>
          <p:nvPr/>
        </p:nvSpPr>
        <p:spPr>
          <a:xfrm>
            <a:off x="3212314" y="513926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cel09"/>
          <p:cNvSpPr/>
          <p:nvPr/>
        </p:nvSpPr>
        <p:spPr>
          <a:xfrm>
            <a:off x="2591440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cel10"/>
          <p:cNvSpPr/>
          <p:nvPr/>
        </p:nvSpPr>
        <p:spPr>
          <a:xfrm>
            <a:off x="2901877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cel11"/>
          <p:cNvSpPr/>
          <p:nvPr/>
        </p:nvSpPr>
        <p:spPr>
          <a:xfrm>
            <a:off x="3212314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cel12"/>
          <p:cNvSpPr/>
          <p:nvPr/>
        </p:nvSpPr>
        <p:spPr>
          <a:xfrm>
            <a:off x="3522750" y="48404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cel13"/>
          <p:cNvSpPr/>
          <p:nvPr/>
        </p:nvSpPr>
        <p:spPr>
          <a:xfrm>
            <a:off x="2591440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cel14"/>
          <p:cNvSpPr/>
          <p:nvPr/>
        </p:nvSpPr>
        <p:spPr>
          <a:xfrm>
            <a:off x="2901877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cel15"/>
          <p:cNvSpPr/>
          <p:nvPr/>
        </p:nvSpPr>
        <p:spPr>
          <a:xfrm>
            <a:off x="3212314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cel16"/>
          <p:cNvSpPr/>
          <p:nvPr/>
        </p:nvSpPr>
        <p:spPr>
          <a:xfrm>
            <a:off x="3522750" y="454163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cel17"/>
          <p:cNvSpPr/>
          <p:nvPr/>
        </p:nvSpPr>
        <p:spPr>
          <a:xfrm>
            <a:off x="2591440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cel18"/>
          <p:cNvSpPr/>
          <p:nvPr/>
        </p:nvSpPr>
        <p:spPr>
          <a:xfrm>
            <a:off x="2901877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cel19"/>
          <p:cNvSpPr/>
          <p:nvPr/>
        </p:nvSpPr>
        <p:spPr>
          <a:xfrm>
            <a:off x="3212314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cel20"/>
          <p:cNvSpPr/>
          <p:nvPr/>
        </p:nvSpPr>
        <p:spPr>
          <a:xfrm>
            <a:off x="3522750" y="424281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cel21"/>
          <p:cNvSpPr/>
          <p:nvPr/>
        </p:nvSpPr>
        <p:spPr>
          <a:xfrm>
            <a:off x="2591440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cel22"/>
          <p:cNvSpPr/>
          <p:nvPr/>
        </p:nvSpPr>
        <p:spPr>
          <a:xfrm>
            <a:off x="2901877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cel23"/>
          <p:cNvSpPr/>
          <p:nvPr/>
        </p:nvSpPr>
        <p:spPr>
          <a:xfrm>
            <a:off x="3212314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cel24"/>
          <p:cNvSpPr/>
          <p:nvPr/>
        </p:nvSpPr>
        <p:spPr>
          <a:xfrm>
            <a:off x="3522750" y="394399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cel25"/>
          <p:cNvSpPr/>
          <p:nvPr/>
        </p:nvSpPr>
        <p:spPr>
          <a:xfrm>
            <a:off x="2591440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cel26"/>
          <p:cNvSpPr/>
          <p:nvPr/>
        </p:nvSpPr>
        <p:spPr>
          <a:xfrm>
            <a:off x="2901877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cel27"/>
          <p:cNvSpPr/>
          <p:nvPr/>
        </p:nvSpPr>
        <p:spPr>
          <a:xfrm>
            <a:off x="3212314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cel28"/>
          <p:cNvSpPr/>
          <p:nvPr/>
        </p:nvSpPr>
        <p:spPr>
          <a:xfrm>
            <a:off x="3522750" y="364518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cel29"/>
          <p:cNvSpPr/>
          <p:nvPr/>
        </p:nvSpPr>
        <p:spPr>
          <a:xfrm>
            <a:off x="2591440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cel30"/>
          <p:cNvSpPr/>
          <p:nvPr/>
        </p:nvSpPr>
        <p:spPr>
          <a:xfrm>
            <a:off x="2901877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cel31"/>
          <p:cNvSpPr/>
          <p:nvPr/>
        </p:nvSpPr>
        <p:spPr>
          <a:xfrm>
            <a:off x="3212314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cel32"/>
          <p:cNvSpPr/>
          <p:nvPr/>
        </p:nvSpPr>
        <p:spPr>
          <a:xfrm>
            <a:off x="3522750" y="334636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cel33"/>
          <p:cNvSpPr/>
          <p:nvPr/>
        </p:nvSpPr>
        <p:spPr>
          <a:xfrm>
            <a:off x="2591440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cel34"/>
          <p:cNvSpPr/>
          <p:nvPr/>
        </p:nvSpPr>
        <p:spPr>
          <a:xfrm>
            <a:off x="2901877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cel35"/>
          <p:cNvSpPr/>
          <p:nvPr/>
        </p:nvSpPr>
        <p:spPr>
          <a:xfrm>
            <a:off x="3212314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cel36"/>
          <p:cNvSpPr/>
          <p:nvPr/>
        </p:nvSpPr>
        <p:spPr>
          <a:xfrm>
            <a:off x="3522750" y="304755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cel37"/>
          <p:cNvSpPr/>
          <p:nvPr/>
        </p:nvSpPr>
        <p:spPr>
          <a:xfrm>
            <a:off x="2281004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cel38"/>
          <p:cNvSpPr/>
          <p:nvPr/>
        </p:nvSpPr>
        <p:spPr>
          <a:xfrm>
            <a:off x="2591440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cel39"/>
          <p:cNvSpPr/>
          <p:nvPr/>
        </p:nvSpPr>
        <p:spPr>
          <a:xfrm>
            <a:off x="2901877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cel40"/>
          <p:cNvSpPr/>
          <p:nvPr/>
        </p:nvSpPr>
        <p:spPr>
          <a:xfrm>
            <a:off x="3212314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cel41"/>
          <p:cNvSpPr/>
          <p:nvPr/>
        </p:nvSpPr>
        <p:spPr>
          <a:xfrm>
            <a:off x="3522750" y="2748734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cel42"/>
          <p:cNvSpPr/>
          <p:nvPr/>
        </p:nvSpPr>
        <p:spPr>
          <a:xfrm>
            <a:off x="2281004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cel43"/>
          <p:cNvSpPr/>
          <p:nvPr/>
        </p:nvSpPr>
        <p:spPr>
          <a:xfrm>
            <a:off x="2591440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cel44"/>
          <p:cNvSpPr/>
          <p:nvPr/>
        </p:nvSpPr>
        <p:spPr>
          <a:xfrm>
            <a:off x="2901877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cel45"/>
          <p:cNvSpPr/>
          <p:nvPr/>
        </p:nvSpPr>
        <p:spPr>
          <a:xfrm>
            <a:off x="3212314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cel46"/>
          <p:cNvSpPr/>
          <p:nvPr/>
        </p:nvSpPr>
        <p:spPr>
          <a:xfrm>
            <a:off x="3522750" y="2449918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cel47"/>
          <p:cNvSpPr/>
          <p:nvPr/>
        </p:nvSpPr>
        <p:spPr>
          <a:xfrm>
            <a:off x="2281004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cel48"/>
          <p:cNvSpPr/>
          <p:nvPr/>
        </p:nvSpPr>
        <p:spPr>
          <a:xfrm>
            <a:off x="2591440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cel49"/>
          <p:cNvSpPr/>
          <p:nvPr/>
        </p:nvSpPr>
        <p:spPr>
          <a:xfrm>
            <a:off x="2901877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cel50"/>
          <p:cNvSpPr/>
          <p:nvPr/>
        </p:nvSpPr>
        <p:spPr>
          <a:xfrm>
            <a:off x="3212314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cel51"/>
          <p:cNvSpPr/>
          <p:nvPr/>
        </p:nvSpPr>
        <p:spPr>
          <a:xfrm>
            <a:off x="3522750" y="215110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cel52"/>
          <p:cNvSpPr/>
          <p:nvPr/>
        </p:nvSpPr>
        <p:spPr>
          <a:xfrm>
            <a:off x="2281004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cel53"/>
          <p:cNvSpPr/>
          <p:nvPr/>
        </p:nvSpPr>
        <p:spPr>
          <a:xfrm>
            <a:off x="2591440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cel54"/>
          <p:cNvSpPr/>
          <p:nvPr/>
        </p:nvSpPr>
        <p:spPr>
          <a:xfrm>
            <a:off x="2901877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cel55"/>
          <p:cNvSpPr/>
          <p:nvPr/>
        </p:nvSpPr>
        <p:spPr>
          <a:xfrm>
            <a:off x="3212314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cel56"/>
          <p:cNvSpPr/>
          <p:nvPr/>
        </p:nvSpPr>
        <p:spPr>
          <a:xfrm>
            <a:off x="3522750" y="185228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cel57"/>
          <p:cNvSpPr/>
          <p:nvPr/>
        </p:nvSpPr>
        <p:spPr>
          <a:xfrm>
            <a:off x="2281004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cel58"/>
          <p:cNvSpPr/>
          <p:nvPr/>
        </p:nvSpPr>
        <p:spPr>
          <a:xfrm>
            <a:off x="2591440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cel59"/>
          <p:cNvSpPr/>
          <p:nvPr/>
        </p:nvSpPr>
        <p:spPr>
          <a:xfrm>
            <a:off x="2901877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cel60"/>
          <p:cNvSpPr/>
          <p:nvPr/>
        </p:nvSpPr>
        <p:spPr>
          <a:xfrm>
            <a:off x="3212314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cel61"/>
          <p:cNvSpPr/>
          <p:nvPr/>
        </p:nvSpPr>
        <p:spPr>
          <a:xfrm>
            <a:off x="3522750" y="1553469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cel62"/>
          <p:cNvSpPr/>
          <p:nvPr/>
        </p:nvSpPr>
        <p:spPr>
          <a:xfrm>
            <a:off x="2281004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cel63"/>
          <p:cNvSpPr/>
          <p:nvPr/>
        </p:nvSpPr>
        <p:spPr>
          <a:xfrm>
            <a:off x="2591440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cel64"/>
          <p:cNvSpPr/>
          <p:nvPr/>
        </p:nvSpPr>
        <p:spPr>
          <a:xfrm>
            <a:off x="2901877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cel65"/>
          <p:cNvSpPr/>
          <p:nvPr/>
        </p:nvSpPr>
        <p:spPr>
          <a:xfrm>
            <a:off x="3212314" y="1254653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cel66"/>
          <p:cNvSpPr/>
          <p:nvPr/>
        </p:nvSpPr>
        <p:spPr>
          <a:xfrm>
            <a:off x="2281004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cel67"/>
          <p:cNvSpPr/>
          <p:nvPr/>
        </p:nvSpPr>
        <p:spPr>
          <a:xfrm>
            <a:off x="2591440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cel68"/>
          <p:cNvSpPr/>
          <p:nvPr/>
        </p:nvSpPr>
        <p:spPr>
          <a:xfrm>
            <a:off x="2901877" y="955837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Zo meten we hoe hard de voet duwt.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1730966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1814784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720000">
            <a:off x="1668103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157526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20880000">
            <a:off x="2778690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282962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20640000">
            <a:off x="1982420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20640000">
            <a:off x="2007268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20640000">
            <a:off x="2007268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960000">
            <a:off x="2401509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960000">
            <a:off x="2229980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960000">
            <a:off x="2229980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1835739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2129101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2296737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2171010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1835739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1751921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2757736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1856693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2024329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2074620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2099765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2013852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2422464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2472755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2497900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2411987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2244351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1877648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259010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196146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2359601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2275783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2129101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2202442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2244351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2181487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4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5286877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5370695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20880000">
            <a:off x="522401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527494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720000">
            <a:off x="6334601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6241761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900000">
            <a:off x="553833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900000">
            <a:off x="5372792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900000">
            <a:off x="5372792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20700000">
            <a:off x="5957421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20700000">
            <a:off x="5976278" y="5324268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20700000">
            <a:off x="5976278" y="5491904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5391650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5685012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5852648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5726921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5391650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5307832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6313647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5412604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5580240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5630531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5655676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5569763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5978375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6028666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6053811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5967898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5800262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5433559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6146011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5517377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5915512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5831694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5685012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5758353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5800262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5737399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ap1"/>
          <p:cNvSpPr/>
          <p:nvPr/>
        </p:nvSpPr>
        <p:spPr>
          <a:xfrm>
            <a:off x="3441613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tap2"/>
          <p:cNvSpPr/>
          <p:nvPr/>
        </p:nvSpPr>
        <p:spPr>
          <a:xfrm>
            <a:off x="5219569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6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ad"/>
          <p:cNvSpPr/>
          <p:nvPr/>
        </p:nvSpPr>
        <p:spPr>
          <a:xfrm>
            <a:off x="0" y="5587860"/>
            <a:ext cx="12191695" cy="88897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_schaduw"/>
          <p:cNvSpPr/>
          <p:nvPr/>
        </p:nvSpPr>
        <p:spPr>
          <a:xfrm>
            <a:off x="8842788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_haarmassa"/>
          <p:cNvSpPr/>
          <p:nvPr/>
        </p:nvSpPr>
        <p:spPr>
          <a:xfrm>
            <a:off x="8926606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_armL"/>
          <p:cNvSpPr/>
          <p:nvPr/>
        </p:nvSpPr>
        <p:spPr>
          <a:xfrm rot="720000">
            <a:off x="8779925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_handL"/>
          <p:cNvSpPr/>
          <p:nvPr/>
        </p:nvSpPr>
        <p:spPr>
          <a:xfrm>
            <a:off x="8687085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_armR"/>
          <p:cNvSpPr/>
          <p:nvPr/>
        </p:nvSpPr>
        <p:spPr>
          <a:xfrm rot="20880000">
            <a:off x="9890512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_handR"/>
          <p:cNvSpPr/>
          <p:nvPr/>
        </p:nvSpPr>
        <p:spPr>
          <a:xfrm>
            <a:off x="9941443" y="4564012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_beenL"/>
          <p:cNvSpPr/>
          <p:nvPr/>
        </p:nvSpPr>
        <p:spPr>
          <a:xfrm rot="20640000">
            <a:off x="909424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_schoenL"/>
          <p:cNvSpPr/>
          <p:nvPr/>
        </p:nvSpPr>
        <p:spPr>
          <a:xfrm rot="20640000">
            <a:off x="9119091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_zoolL"/>
          <p:cNvSpPr/>
          <p:nvPr/>
        </p:nvSpPr>
        <p:spPr>
          <a:xfrm rot="20640000">
            <a:off x="9119091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_beenR"/>
          <p:cNvSpPr/>
          <p:nvPr/>
        </p:nvSpPr>
        <p:spPr>
          <a:xfrm rot="960000">
            <a:off x="9513332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_schoenR"/>
          <p:cNvSpPr/>
          <p:nvPr/>
        </p:nvSpPr>
        <p:spPr>
          <a:xfrm rot="960000">
            <a:off x="9341802" y="5322606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_zoolR"/>
          <p:cNvSpPr/>
          <p:nvPr/>
        </p:nvSpPr>
        <p:spPr>
          <a:xfrm rot="960000">
            <a:off x="9341802" y="5490242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_romp"/>
          <p:cNvSpPr/>
          <p:nvPr/>
        </p:nvSpPr>
        <p:spPr>
          <a:xfrm>
            <a:off x="8947561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_kraag"/>
          <p:cNvSpPr/>
          <p:nvPr/>
        </p:nvSpPr>
        <p:spPr>
          <a:xfrm>
            <a:off x="9240923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f_rand"/>
          <p:cNvSpPr/>
          <p:nvPr/>
        </p:nvSpPr>
        <p:spPr>
          <a:xfrm>
            <a:off x="9408559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f_nek"/>
          <p:cNvSpPr/>
          <p:nvPr/>
        </p:nvSpPr>
        <p:spPr>
          <a:xfrm>
            <a:off x="9282832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f_hoofd"/>
          <p:cNvSpPr/>
          <p:nvPr/>
        </p:nvSpPr>
        <p:spPr>
          <a:xfrm>
            <a:off x="8947561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f_oorL"/>
          <p:cNvSpPr/>
          <p:nvPr/>
        </p:nvSpPr>
        <p:spPr>
          <a:xfrm>
            <a:off x="8863743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f_oorR"/>
          <p:cNvSpPr/>
          <p:nvPr/>
        </p:nvSpPr>
        <p:spPr>
          <a:xfrm>
            <a:off x="9869558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f_pony"/>
          <p:cNvSpPr/>
          <p:nvPr/>
        </p:nvSpPr>
        <p:spPr>
          <a:xfrm>
            <a:off x="8968515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f_oogwitL"/>
          <p:cNvSpPr/>
          <p:nvPr/>
        </p:nvSpPr>
        <p:spPr>
          <a:xfrm>
            <a:off x="9136151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f_pupilL"/>
          <p:cNvSpPr/>
          <p:nvPr/>
        </p:nvSpPr>
        <p:spPr>
          <a:xfrm>
            <a:off x="9186442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f_glansL"/>
          <p:cNvSpPr/>
          <p:nvPr/>
        </p:nvSpPr>
        <p:spPr>
          <a:xfrm>
            <a:off x="9211587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f_wenkL"/>
          <p:cNvSpPr/>
          <p:nvPr/>
        </p:nvSpPr>
        <p:spPr>
          <a:xfrm>
            <a:off x="9125674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_oogwitR"/>
          <p:cNvSpPr/>
          <p:nvPr/>
        </p:nvSpPr>
        <p:spPr>
          <a:xfrm>
            <a:off x="9534286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f_pupilR"/>
          <p:cNvSpPr/>
          <p:nvPr/>
        </p:nvSpPr>
        <p:spPr>
          <a:xfrm>
            <a:off x="9584577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f_glansR"/>
          <p:cNvSpPr/>
          <p:nvPr/>
        </p:nvSpPr>
        <p:spPr>
          <a:xfrm>
            <a:off x="9609722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f_wenkR"/>
          <p:cNvSpPr/>
          <p:nvPr/>
        </p:nvSpPr>
        <p:spPr>
          <a:xfrm>
            <a:off x="9523809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f_neus"/>
          <p:cNvSpPr/>
          <p:nvPr/>
        </p:nvSpPr>
        <p:spPr>
          <a:xfrm>
            <a:off x="9356173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f_blosL"/>
          <p:cNvSpPr/>
          <p:nvPr/>
        </p:nvSpPr>
        <p:spPr>
          <a:xfrm>
            <a:off x="8989470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f_blosR"/>
          <p:cNvSpPr/>
          <p:nvPr/>
        </p:nvSpPr>
        <p:spPr>
          <a:xfrm>
            <a:off x="970192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f_brilL"/>
          <p:cNvSpPr/>
          <p:nvPr/>
        </p:nvSpPr>
        <p:spPr>
          <a:xfrm>
            <a:off x="9073288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f_brilR"/>
          <p:cNvSpPr/>
          <p:nvPr/>
        </p:nvSpPr>
        <p:spPr>
          <a:xfrm>
            <a:off x="9471423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f_brug"/>
          <p:cNvSpPr/>
          <p:nvPr/>
        </p:nvSpPr>
        <p:spPr>
          <a:xfrm>
            <a:off x="9387605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f_snor"/>
          <p:cNvSpPr/>
          <p:nvPr/>
        </p:nvSpPr>
        <p:spPr>
          <a:xfrm>
            <a:off x="9240923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f_mond"/>
          <p:cNvSpPr/>
          <p:nvPr/>
        </p:nvSpPr>
        <p:spPr>
          <a:xfrm>
            <a:off x="9314264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f_tand"/>
          <p:cNvSpPr/>
          <p:nvPr/>
        </p:nvSpPr>
        <p:spPr>
          <a:xfrm>
            <a:off x="9356173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f_monddek"/>
          <p:cNvSpPr/>
          <p:nvPr/>
        </p:nvSpPr>
        <p:spPr>
          <a:xfrm>
            <a:off x="9293310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stap0"/>
          <p:cNvSpPr/>
          <p:nvPr/>
        </p:nvSpPr>
        <p:spPr>
          <a:xfrm>
            <a:off x="1663658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stap1"/>
          <p:cNvSpPr/>
          <p:nvPr/>
        </p:nvSpPr>
        <p:spPr>
          <a:xfrm>
            <a:off x="3441613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stap2"/>
          <p:cNvSpPr/>
          <p:nvPr/>
        </p:nvSpPr>
        <p:spPr>
          <a:xfrm>
            <a:off x="5219569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stap3"/>
          <p:cNvSpPr/>
          <p:nvPr/>
        </p:nvSpPr>
        <p:spPr>
          <a:xfrm>
            <a:off x="6997525" y="5752956"/>
            <a:ext cx="444488" cy="266693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stap4"/>
          <p:cNvSpPr/>
          <p:nvPr/>
        </p:nvSpPr>
        <p:spPr>
          <a:xfrm>
            <a:off x="8775480" y="5752956"/>
            <a:ext cx="444488" cy="266693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kop"/>
          <p:cNvSpPr txBox="1"/>
          <p:nvPr/>
        </p:nvSpPr>
        <p:spPr>
          <a:xfrm>
            <a:off x="761980" y="533386"/>
            <a:ext cx="5714857" cy="2412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10 meter</a:t>
            </a:r>
          </a:p>
          <a:p>
            <a:pPr algn="l">
              <a:lnSpc>
                <a:spcPct val="110000"/>
              </a:lnSpc>
            </a:pPr>
            <a:r>
              <a:rPr sz="6600" b="1">
                <a:solidFill>
                  <a:srgbClr val="F2F8FC"/>
                </a:solidFill>
                <a:latin typeface="Segoe UI"/>
              </a:rPr>
              <a:t>wandelen</a:t>
            </a:r>
          </a:p>
        </p:txBody>
      </p:sp>
      <p:sp>
        <p:nvSpPr>
          <p:cNvPr id="4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Honderd metingen per seconde, bij elke stap.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Alles boven 200 is te veel.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400">
        <p159:morph option="byObject"/>
      </p:transition>
    </mc:Choice>
    <mc:Fallback>
      <p:transition xmlns:p14="http://schemas.microsoft.com/office/powerpoint/2010/main" spd="slow" p14:dur="900" advClick="0" advTm="34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Rood is waar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duwt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Precies het plekje dat opa niet voelt.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600">
        <p159:morph option="byObject"/>
      </p:transition>
    </mc:Choice>
    <mc:Fallback>
      <p:transition xmlns:p14="http://schemas.microsoft.com/office/powerpoint/2010/main" spd="slow" p14:dur="900" advClick="0" advTm="26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857828" y="1587460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1985119" y="3737675"/>
            <a:ext cx="55084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1929558" y="3703544"/>
            <a:ext cx="66197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1877648" y="3669414"/>
            <a:ext cx="76579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1858598" y="3635284"/>
            <a:ext cx="8038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1839549" y="3601153"/>
            <a:ext cx="84198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1820499" y="3567023"/>
            <a:ext cx="88008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1803014" y="3532892"/>
            <a:ext cx="91505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1799613" y="3498762"/>
            <a:ext cx="92186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1796211" y="3464632"/>
            <a:ext cx="92866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1792809" y="3430501"/>
            <a:ext cx="93546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1789407" y="3396371"/>
            <a:ext cx="94227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1786006" y="3362240"/>
            <a:ext cx="94907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1785628" y="332811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1788274" y="329398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1790919" y="325984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1793565" y="322571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1796211" y="319158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1798857" y="315745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1801502" y="312332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1806926" y="3089197"/>
            <a:ext cx="94979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1818832" y="3055067"/>
            <a:ext cx="94086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1830738" y="3020936"/>
            <a:ext cx="93193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1842644" y="2986806"/>
            <a:ext cx="92300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1854550" y="2952676"/>
            <a:ext cx="91407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1866456" y="2918545"/>
            <a:ext cx="90515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1878362" y="2884415"/>
            <a:ext cx="8962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1890268" y="2850284"/>
            <a:ext cx="88729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1902174" y="2816154"/>
            <a:ext cx="87836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1914080" y="2782024"/>
            <a:ext cx="8694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1925986" y="2747893"/>
            <a:ext cx="86050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1937892" y="2713763"/>
            <a:ext cx="85157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1949798" y="2679633"/>
            <a:ext cx="8426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1954262" y="2645502"/>
            <a:ext cx="8426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1951286" y="2611372"/>
            <a:ext cx="85157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1948309" y="2577241"/>
            <a:ext cx="86050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1945333" y="2543111"/>
            <a:ext cx="8694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1942356" y="2508981"/>
            <a:ext cx="87836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1939380" y="2474850"/>
            <a:ext cx="88729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1935000" y="2440720"/>
            <a:ext cx="89770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1917992" y="2406589"/>
            <a:ext cx="9215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1900983" y="2372459"/>
            <a:ext cx="9453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1883975" y="2338329"/>
            <a:ext cx="96914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1866966" y="2304198"/>
            <a:ext cx="99295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1849958" y="2270068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1829548" y="2235937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1805736" y="2201807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1781924" y="2167677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1758112" y="2133546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1734300" y="2099416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1710488" y="2065285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1692799" y="2031155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1675791" y="1997025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1658782" y="1962894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1641774" y="1928764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1624765" y="1894633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1610478" y="1860503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1602541" y="1826373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1594603" y="1792242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586666" y="1758112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578729" y="1723981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574760" y="1689851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574760" y="1655721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574760" y="1621590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574760" y="1587460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574760" y="1553329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578094" y="1519199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582856" y="1485069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587619" y="1450938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592381" y="1416808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1597977" y="1382677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1603930" y="1348547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1609883" y="1314417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1615836" y="1280286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1621789" y="1246156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1627742" y="1212025"/>
            <a:ext cx="98164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1634290" y="1177895"/>
            <a:ext cx="9358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1642227" y="1143765"/>
            <a:ext cx="88024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1650164" y="1109634"/>
            <a:ext cx="82468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1665245" y="1075504"/>
            <a:ext cx="74769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1681120" y="1041373"/>
            <a:ext cx="6683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naam0"/>
          <p:cNvSpPr txBox="1"/>
          <p:nvPr/>
        </p:nvSpPr>
        <p:spPr>
          <a:xfrm>
            <a:off x="3428914" y="1193770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5" name="!!laag1_000"/>
          <p:cNvSpPr/>
          <p:nvPr/>
        </p:nvSpPr>
        <p:spPr>
          <a:xfrm>
            <a:off x="2391508" y="4537755"/>
            <a:ext cx="55084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aag1_001"/>
          <p:cNvSpPr/>
          <p:nvPr/>
        </p:nvSpPr>
        <p:spPr>
          <a:xfrm>
            <a:off x="2335947" y="4503624"/>
            <a:ext cx="66197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2"/>
          <p:cNvSpPr/>
          <p:nvPr/>
        </p:nvSpPr>
        <p:spPr>
          <a:xfrm>
            <a:off x="2284037" y="4469494"/>
            <a:ext cx="76579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3"/>
          <p:cNvSpPr/>
          <p:nvPr/>
        </p:nvSpPr>
        <p:spPr>
          <a:xfrm>
            <a:off x="2264988" y="4435364"/>
            <a:ext cx="8038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4"/>
          <p:cNvSpPr/>
          <p:nvPr/>
        </p:nvSpPr>
        <p:spPr>
          <a:xfrm>
            <a:off x="2245938" y="4401233"/>
            <a:ext cx="84198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5"/>
          <p:cNvSpPr/>
          <p:nvPr/>
        </p:nvSpPr>
        <p:spPr>
          <a:xfrm>
            <a:off x="2226889" y="4367103"/>
            <a:ext cx="88008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6"/>
          <p:cNvSpPr/>
          <p:nvPr/>
        </p:nvSpPr>
        <p:spPr>
          <a:xfrm>
            <a:off x="2209404" y="4332972"/>
            <a:ext cx="91505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7"/>
          <p:cNvSpPr/>
          <p:nvPr/>
        </p:nvSpPr>
        <p:spPr>
          <a:xfrm>
            <a:off x="2206002" y="4298842"/>
            <a:ext cx="92186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8"/>
          <p:cNvSpPr/>
          <p:nvPr/>
        </p:nvSpPr>
        <p:spPr>
          <a:xfrm>
            <a:off x="2202601" y="4264712"/>
            <a:ext cx="92866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9"/>
          <p:cNvSpPr/>
          <p:nvPr/>
        </p:nvSpPr>
        <p:spPr>
          <a:xfrm>
            <a:off x="2199199" y="4230581"/>
            <a:ext cx="93546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10"/>
          <p:cNvSpPr/>
          <p:nvPr/>
        </p:nvSpPr>
        <p:spPr>
          <a:xfrm>
            <a:off x="2195797" y="4196451"/>
            <a:ext cx="94227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1"/>
          <p:cNvSpPr/>
          <p:nvPr/>
        </p:nvSpPr>
        <p:spPr>
          <a:xfrm>
            <a:off x="2192396" y="4162320"/>
            <a:ext cx="94907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2"/>
          <p:cNvSpPr/>
          <p:nvPr/>
        </p:nvSpPr>
        <p:spPr>
          <a:xfrm>
            <a:off x="2192018" y="412819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3"/>
          <p:cNvSpPr/>
          <p:nvPr/>
        </p:nvSpPr>
        <p:spPr>
          <a:xfrm>
            <a:off x="2194663" y="409406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4"/>
          <p:cNvSpPr/>
          <p:nvPr/>
        </p:nvSpPr>
        <p:spPr>
          <a:xfrm>
            <a:off x="2197309" y="405992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5"/>
          <p:cNvSpPr/>
          <p:nvPr/>
        </p:nvSpPr>
        <p:spPr>
          <a:xfrm>
            <a:off x="2199955" y="402579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6"/>
          <p:cNvSpPr/>
          <p:nvPr/>
        </p:nvSpPr>
        <p:spPr>
          <a:xfrm>
            <a:off x="2202601" y="399166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7"/>
          <p:cNvSpPr/>
          <p:nvPr/>
        </p:nvSpPr>
        <p:spPr>
          <a:xfrm>
            <a:off x="2205246" y="395753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8"/>
          <p:cNvSpPr/>
          <p:nvPr/>
        </p:nvSpPr>
        <p:spPr>
          <a:xfrm>
            <a:off x="2207892" y="392340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9"/>
          <p:cNvSpPr/>
          <p:nvPr/>
        </p:nvSpPr>
        <p:spPr>
          <a:xfrm>
            <a:off x="2213316" y="3889277"/>
            <a:ext cx="94979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20"/>
          <p:cNvSpPr/>
          <p:nvPr/>
        </p:nvSpPr>
        <p:spPr>
          <a:xfrm>
            <a:off x="2225222" y="3855147"/>
            <a:ext cx="94086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1"/>
          <p:cNvSpPr/>
          <p:nvPr/>
        </p:nvSpPr>
        <p:spPr>
          <a:xfrm>
            <a:off x="2237128" y="3821016"/>
            <a:ext cx="93193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2"/>
          <p:cNvSpPr/>
          <p:nvPr/>
        </p:nvSpPr>
        <p:spPr>
          <a:xfrm>
            <a:off x="2249034" y="3786886"/>
            <a:ext cx="92300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3"/>
          <p:cNvSpPr/>
          <p:nvPr/>
        </p:nvSpPr>
        <p:spPr>
          <a:xfrm>
            <a:off x="2260940" y="3752756"/>
            <a:ext cx="91407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4"/>
          <p:cNvSpPr/>
          <p:nvPr/>
        </p:nvSpPr>
        <p:spPr>
          <a:xfrm>
            <a:off x="2272846" y="3718625"/>
            <a:ext cx="90515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5"/>
          <p:cNvSpPr/>
          <p:nvPr/>
        </p:nvSpPr>
        <p:spPr>
          <a:xfrm>
            <a:off x="2284752" y="3684495"/>
            <a:ext cx="8962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6"/>
          <p:cNvSpPr/>
          <p:nvPr/>
        </p:nvSpPr>
        <p:spPr>
          <a:xfrm>
            <a:off x="2296658" y="3650364"/>
            <a:ext cx="88729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7"/>
          <p:cNvSpPr/>
          <p:nvPr/>
        </p:nvSpPr>
        <p:spPr>
          <a:xfrm>
            <a:off x="2308564" y="3616234"/>
            <a:ext cx="87836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8"/>
          <p:cNvSpPr/>
          <p:nvPr/>
        </p:nvSpPr>
        <p:spPr>
          <a:xfrm>
            <a:off x="2320470" y="3582104"/>
            <a:ext cx="8694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9"/>
          <p:cNvSpPr/>
          <p:nvPr/>
        </p:nvSpPr>
        <p:spPr>
          <a:xfrm>
            <a:off x="2332376" y="3547973"/>
            <a:ext cx="86050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30"/>
          <p:cNvSpPr/>
          <p:nvPr/>
        </p:nvSpPr>
        <p:spPr>
          <a:xfrm>
            <a:off x="2344282" y="3513843"/>
            <a:ext cx="85157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1"/>
          <p:cNvSpPr/>
          <p:nvPr/>
        </p:nvSpPr>
        <p:spPr>
          <a:xfrm>
            <a:off x="2356187" y="3479713"/>
            <a:ext cx="8426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2"/>
          <p:cNvSpPr/>
          <p:nvPr/>
        </p:nvSpPr>
        <p:spPr>
          <a:xfrm>
            <a:off x="2360652" y="3445582"/>
            <a:ext cx="8426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3"/>
          <p:cNvSpPr/>
          <p:nvPr/>
        </p:nvSpPr>
        <p:spPr>
          <a:xfrm>
            <a:off x="2357676" y="3411452"/>
            <a:ext cx="85157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4"/>
          <p:cNvSpPr/>
          <p:nvPr/>
        </p:nvSpPr>
        <p:spPr>
          <a:xfrm>
            <a:off x="2354699" y="3377321"/>
            <a:ext cx="86050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5"/>
          <p:cNvSpPr/>
          <p:nvPr/>
        </p:nvSpPr>
        <p:spPr>
          <a:xfrm>
            <a:off x="2351723" y="3343191"/>
            <a:ext cx="8694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6"/>
          <p:cNvSpPr/>
          <p:nvPr/>
        </p:nvSpPr>
        <p:spPr>
          <a:xfrm>
            <a:off x="2348746" y="3309061"/>
            <a:ext cx="87836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7"/>
          <p:cNvSpPr/>
          <p:nvPr/>
        </p:nvSpPr>
        <p:spPr>
          <a:xfrm>
            <a:off x="2345770" y="3274930"/>
            <a:ext cx="88729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8"/>
          <p:cNvSpPr/>
          <p:nvPr/>
        </p:nvSpPr>
        <p:spPr>
          <a:xfrm>
            <a:off x="2341390" y="3240800"/>
            <a:ext cx="89770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9"/>
          <p:cNvSpPr/>
          <p:nvPr/>
        </p:nvSpPr>
        <p:spPr>
          <a:xfrm>
            <a:off x="2324382" y="3206669"/>
            <a:ext cx="9215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40"/>
          <p:cNvSpPr/>
          <p:nvPr/>
        </p:nvSpPr>
        <p:spPr>
          <a:xfrm>
            <a:off x="2307373" y="3172539"/>
            <a:ext cx="9453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1"/>
          <p:cNvSpPr/>
          <p:nvPr/>
        </p:nvSpPr>
        <p:spPr>
          <a:xfrm>
            <a:off x="2290365" y="3138409"/>
            <a:ext cx="96914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2"/>
          <p:cNvSpPr/>
          <p:nvPr/>
        </p:nvSpPr>
        <p:spPr>
          <a:xfrm>
            <a:off x="2273356" y="3104278"/>
            <a:ext cx="99295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3"/>
          <p:cNvSpPr/>
          <p:nvPr/>
        </p:nvSpPr>
        <p:spPr>
          <a:xfrm>
            <a:off x="2256348" y="3070148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4"/>
          <p:cNvSpPr/>
          <p:nvPr/>
        </p:nvSpPr>
        <p:spPr>
          <a:xfrm>
            <a:off x="2235937" y="3036017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5"/>
          <p:cNvSpPr/>
          <p:nvPr/>
        </p:nvSpPr>
        <p:spPr>
          <a:xfrm>
            <a:off x="2212125" y="3001887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6"/>
          <p:cNvSpPr/>
          <p:nvPr/>
        </p:nvSpPr>
        <p:spPr>
          <a:xfrm>
            <a:off x="2188314" y="2967757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7"/>
          <p:cNvSpPr/>
          <p:nvPr/>
        </p:nvSpPr>
        <p:spPr>
          <a:xfrm>
            <a:off x="2164502" y="2933626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8"/>
          <p:cNvSpPr/>
          <p:nvPr/>
        </p:nvSpPr>
        <p:spPr>
          <a:xfrm>
            <a:off x="2140690" y="2899496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9"/>
          <p:cNvSpPr/>
          <p:nvPr/>
        </p:nvSpPr>
        <p:spPr>
          <a:xfrm>
            <a:off x="2116878" y="2865365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50"/>
          <p:cNvSpPr/>
          <p:nvPr/>
        </p:nvSpPr>
        <p:spPr>
          <a:xfrm>
            <a:off x="2099189" y="2831235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1"/>
          <p:cNvSpPr/>
          <p:nvPr/>
        </p:nvSpPr>
        <p:spPr>
          <a:xfrm>
            <a:off x="2082180" y="2797105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2"/>
          <p:cNvSpPr/>
          <p:nvPr/>
        </p:nvSpPr>
        <p:spPr>
          <a:xfrm>
            <a:off x="2065172" y="2762974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3"/>
          <p:cNvSpPr/>
          <p:nvPr/>
        </p:nvSpPr>
        <p:spPr>
          <a:xfrm>
            <a:off x="2048163" y="2728844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4"/>
          <p:cNvSpPr/>
          <p:nvPr/>
        </p:nvSpPr>
        <p:spPr>
          <a:xfrm>
            <a:off x="2031155" y="2694713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5"/>
          <p:cNvSpPr/>
          <p:nvPr/>
        </p:nvSpPr>
        <p:spPr>
          <a:xfrm>
            <a:off x="2016868" y="2660583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6"/>
          <p:cNvSpPr/>
          <p:nvPr/>
        </p:nvSpPr>
        <p:spPr>
          <a:xfrm>
            <a:off x="2008931" y="2626453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7"/>
          <p:cNvSpPr/>
          <p:nvPr/>
        </p:nvSpPr>
        <p:spPr>
          <a:xfrm>
            <a:off x="2000993" y="2592322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8"/>
          <p:cNvSpPr/>
          <p:nvPr/>
        </p:nvSpPr>
        <p:spPr>
          <a:xfrm>
            <a:off x="1993056" y="2558192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9"/>
          <p:cNvSpPr/>
          <p:nvPr/>
        </p:nvSpPr>
        <p:spPr>
          <a:xfrm>
            <a:off x="1985119" y="2524061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60"/>
          <p:cNvSpPr/>
          <p:nvPr/>
        </p:nvSpPr>
        <p:spPr>
          <a:xfrm>
            <a:off x="1981150" y="2489931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1"/>
          <p:cNvSpPr/>
          <p:nvPr/>
        </p:nvSpPr>
        <p:spPr>
          <a:xfrm>
            <a:off x="1981150" y="2455801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2"/>
          <p:cNvSpPr/>
          <p:nvPr/>
        </p:nvSpPr>
        <p:spPr>
          <a:xfrm>
            <a:off x="1981150" y="2421670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3"/>
          <p:cNvSpPr/>
          <p:nvPr/>
        </p:nvSpPr>
        <p:spPr>
          <a:xfrm>
            <a:off x="1981150" y="2387540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4"/>
          <p:cNvSpPr/>
          <p:nvPr/>
        </p:nvSpPr>
        <p:spPr>
          <a:xfrm>
            <a:off x="1981150" y="2353409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5"/>
          <p:cNvSpPr/>
          <p:nvPr/>
        </p:nvSpPr>
        <p:spPr>
          <a:xfrm>
            <a:off x="1984484" y="2319279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6"/>
          <p:cNvSpPr/>
          <p:nvPr/>
        </p:nvSpPr>
        <p:spPr>
          <a:xfrm>
            <a:off x="1989246" y="2285149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7"/>
          <p:cNvSpPr/>
          <p:nvPr/>
        </p:nvSpPr>
        <p:spPr>
          <a:xfrm>
            <a:off x="1994008" y="2251018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8"/>
          <p:cNvSpPr/>
          <p:nvPr/>
        </p:nvSpPr>
        <p:spPr>
          <a:xfrm>
            <a:off x="1998771" y="2216888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9"/>
          <p:cNvSpPr/>
          <p:nvPr/>
        </p:nvSpPr>
        <p:spPr>
          <a:xfrm>
            <a:off x="2004367" y="2182757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70"/>
          <p:cNvSpPr/>
          <p:nvPr/>
        </p:nvSpPr>
        <p:spPr>
          <a:xfrm>
            <a:off x="2010320" y="2148627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1"/>
          <p:cNvSpPr/>
          <p:nvPr/>
        </p:nvSpPr>
        <p:spPr>
          <a:xfrm>
            <a:off x="2016273" y="2114497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2"/>
          <p:cNvSpPr/>
          <p:nvPr/>
        </p:nvSpPr>
        <p:spPr>
          <a:xfrm>
            <a:off x="2022226" y="2080366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3"/>
          <p:cNvSpPr/>
          <p:nvPr/>
        </p:nvSpPr>
        <p:spPr>
          <a:xfrm>
            <a:off x="2028178" y="2046236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4"/>
          <p:cNvSpPr/>
          <p:nvPr/>
        </p:nvSpPr>
        <p:spPr>
          <a:xfrm>
            <a:off x="2034131" y="2012105"/>
            <a:ext cx="98164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5"/>
          <p:cNvSpPr/>
          <p:nvPr/>
        </p:nvSpPr>
        <p:spPr>
          <a:xfrm>
            <a:off x="2040680" y="1977975"/>
            <a:ext cx="9358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6"/>
          <p:cNvSpPr/>
          <p:nvPr/>
        </p:nvSpPr>
        <p:spPr>
          <a:xfrm>
            <a:off x="2048617" y="1943845"/>
            <a:ext cx="88024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7"/>
          <p:cNvSpPr/>
          <p:nvPr/>
        </p:nvSpPr>
        <p:spPr>
          <a:xfrm>
            <a:off x="2056554" y="1909714"/>
            <a:ext cx="82468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8"/>
          <p:cNvSpPr/>
          <p:nvPr/>
        </p:nvSpPr>
        <p:spPr>
          <a:xfrm>
            <a:off x="2071635" y="1875584"/>
            <a:ext cx="74769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9"/>
          <p:cNvSpPr/>
          <p:nvPr/>
        </p:nvSpPr>
        <p:spPr>
          <a:xfrm>
            <a:off x="2087510" y="1841453"/>
            <a:ext cx="6683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naam1"/>
          <p:cNvSpPr txBox="1"/>
          <p:nvPr/>
        </p:nvSpPr>
        <p:spPr>
          <a:xfrm>
            <a:off x="3835304" y="1993850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6" name="!!laag2_000"/>
          <p:cNvSpPr/>
          <p:nvPr/>
        </p:nvSpPr>
        <p:spPr>
          <a:xfrm>
            <a:off x="2797898" y="5337835"/>
            <a:ext cx="55084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2_001"/>
          <p:cNvSpPr/>
          <p:nvPr/>
        </p:nvSpPr>
        <p:spPr>
          <a:xfrm>
            <a:off x="2742337" y="5303704"/>
            <a:ext cx="66197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laag2_002"/>
          <p:cNvSpPr/>
          <p:nvPr/>
        </p:nvSpPr>
        <p:spPr>
          <a:xfrm>
            <a:off x="2690427" y="5269574"/>
            <a:ext cx="76579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3"/>
          <p:cNvSpPr/>
          <p:nvPr/>
        </p:nvSpPr>
        <p:spPr>
          <a:xfrm>
            <a:off x="2671378" y="5235444"/>
            <a:ext cx="8038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4"/>
          <p:cNvSpPr/>
          <p:nvPr/>
        </p:nvSpPr>
        <p:spPr>
          <a:xfrm>
            <a:off x="2652328" y="5201313"/>
            <a:ext cx="84198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5"/>
          <p:cNvSpPr/>
          <p:nvPr/>
        </p:nvSpPr>
        <p:spPr>
          <a:xfrm>
            <a:off x="2633279" y="5167183"/>
            <a:ext cx="88008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6"/>
          <p:cNvSpPr/>
          <p:nvPr/>
        </p:nvSpPr>
        <p:spPr>
          <a:xfrm>
            <a:off x="2615794" y="5133052"/>
            <a:ext cx="91505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7"/>
          <p:cNvSpPr/>
          <p:nvPr/>
        </p:nvSpPr>
        <p:spPr>
          <a:xfrm>
            <a:off x="2612392" y="5098922"/>
            <a:ext cx="92186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8"/>
          <p:cNvSpPr/>
          <p:nvPr/>
        </p:nvSpPr>
        <p:spPr>
          <a:xfrm>
            <a:off x="2608991" y="5064792"/>
            <a:ext cx="92866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9"/>
          <p:cNvSpPr/>
          <p:nvPr/>
        </p:nvSpPr>
        <p:spPr>
          <a:xfrm>
            <a:off x="2605589" y="5030661"/>
            <a:ext cx="93546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10"/>
          <p:cNvSpPr/>
          <p:nvPr/>
        </p:nvSpPr>
        <p:spPr>
          <a:xfrm>
            <a:off x="2602187" y="4996531"/>
            <a:ext cx="94227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11"/>
          <p:cNvSpPr/>
          <p:nvPr/>
        </p:nvSpPr>
        <p:spPr>
          <a:xfrm>
            <a:off x="2598785" y="4962400"/>
            <a:ext cx="94907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2"/>
          <p:cNvSpPr/>
          <p:nvPr/>
        </p:nvSpPr>
        <p:spPr>
          <a:xfrm>
            <a:off x="2598407" y="492827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3"/>
          <p:cNvSpPr/>
          <p:nvPr/>
        </p:nvSpPr>
        <p:spPr>
          <a:xfrm>
            <a:off x="2601053" y="489414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4"/>
          <p:cNvSpPr/>
          <p:nvPr/>
        </p:nvSpPr>
        <p:spPr>
          <a:xfrm>
            <a:off x="2603699" y="486000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5"/>
          <p:cNvSpPr/>
          <p:nvPr/>
        </p:nvSpPr>
        <p:spPr>
          <a:xfrm>
            <a:off x="2606345" y="482587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6"/>
          <p:cNvSpPr/>
          <p:nvPr/>
        </p:nvSpPr>
        <p:spPr>
          <a:xfrm>
            <a:off x="2608991" y="479174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7"/>
          <p:cNvSpPr/>
          <p:nvPr/>
        </p:nvSpPr>
        <p:spPr>
          <a:xfrm>
            <a:off x="2611636" y="475761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8"/>
          <p:cNvSpPr/>
          <p:nvPr/>
        </p:nvSpPr>
        <p:spPr>
          <a:xfrm>
            <a:off x="2614282" y="472348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9"/>
          <p:cNvSpPr/>
          <p:nvPr/>
        </p:nvSpPr>
        <p:spPr>
          <a:xfrm>
            <a:off x="2619706" y="4689357"/>
            <a:ext cx="94979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20"/>
          <p:cNvSpPr/>
          <p:nvPr/>
        </p:nvSpPr>
        <p:spPr>
          <a:xfrm>
            <a:off x="2631612" y="4655227"/>
            <a:ext cx="94086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21"/>
          <p:cNvSpPr/>
          <p:nvPr/>
        </p:nvSpPr>
        <p:spPr>
          <a:xfrm>
            <a:off x="2643518" y="4621096"/>
            <a:ext cx="93193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2"/>
          <p:cNvSpPr/>
          <p:nvPr/>
        </p:nvSpPr>
        <p:spPr>
          <a:xfrm>
            <a:off x="2655424" y="4586966"/>
            <a:ext cx="92300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3"/>
          <p:cNvSpPr/>
          <p:nvPr/>
        </p:nvSpPr>
        <p:spPr>
          <a:xfrm>
            <a:off x="2667330" y="4552836"/>
            <a:ext cx="91407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4"/>
          <p:cNvSpPr/>
          <p:nvPr/>
        </p:nvSpPr>
        <p:spPr>
          <a:xfrm>
            <a:off x="2679236" y="4518705"/>
            <a:ext cx="90515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5"/>
          <p:cNvSpPr/>
          <p:nvPr/>
        </p:nvSpPr>
        <p:spPr>
          <a:xfrm>
            <a:off x="2691142" y="4484575"/>
            <a:ext cx="8962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6"/>
          <p:cNvSpPr/>
          <p:nvPr/>
        </p:nvSpPr>
        <p:spPr>
          <a:xfrm>
            <a:off x="2703048" y="4450444"/>
            <a:ext cx="88729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7"/>
          <p:cNvSpPr/>
          <p:nvPr/>
        </p:nvSpPr>
        <p:spPr>
          <a:xfrm>
            <a:off x="2714953" y="4416314"/>
            <a:ext cx="87836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8"/>
          <p:cNvSpPr/>
          <p:nvPr/>
        </p:nvSpPr>
        <p:spPr>
          <a:xfrm>
            <a:off x="2726859" y="4382184"/>
            <a:ext cx="8694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9"/>
          <p:cNvSpPr/>
          <p:nvPr/>
        </p:nvSpPr>
        <p:spPr>
          <a:xfrm>
            <a:off x="2738765" y="4348053"/>
            <a:ext cx="86050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30"/>
          <p:cNvSpPr/>
          <p:nvPr/>
        </p:nvSpPr>
        <p:spPr>
          <a:xfrm>
            <a:off x="2750671" y="4313923"/>
            <a:ext cx="85157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31"/>
          <p:cNvSpPr/>
          <p:nvPr/>
        </p:nvSpPr>
        <p:spPr>
          <a:xfrm>
            <a:off x="2762577" y="4279793"/>
            <a:ext cx="8426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2"/>
          <p:cNvSpPr/>
          <p:nvPr/>
        </p:nvSpPr>
        <p:spPr>
          <a:xfrm>
            <a:off x="2767042" y="4245662"/>
            <a:ext cx="8426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3"/>
          <p:cNvSpPr/>
          <p:nvPr/>
        </p:nvSpPr>
        <p:spPr>
          <a:xfrm>
            <a:off x="2764066" y="4211532"/>
            <a:ext cx="85157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4"/>
          <p:cNvSpPr/>
          <p:nvPr/>
        </p:nvSpPr>
        <p:spPr>
          <a:xfrm>
            <a:off x="2761089" y="4177401"/>
            <a:ext cx="86050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5"/>
          <p:cNvSpPr/>
          <p:nvPr/>
        </p:nvSpPr>
        <p:spPr>
          <a:xfrm>
            <a:off x="2758113" y="4143271"/>
            <a:ext cx="8694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6"/>
          <p:cNvSpPr/>
          <p:nvPr/>
        </p:nvSpPr>
        <p:spPr>
          <a:xfrm>
            <a:off x="2755136" y="4109141"/>
            <a:ext cx="87836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7"/>
          <p:cNvSpPr/>
          <p:nvPr/>
        </p:nvSpPr>
        <p:spPr>
          <a:xfrm>
            <a:off x="2752160" y="4075010"/>
            <a:ext cx="88729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8"/>
          <p:cNvSpPr/>
          <p:nvPr/>
        </p:nvSpPr>
        <p:spPr>
          <a:xfrm>
            <a:off x="2747780" y="4040880"/>
            <a:ext cx="89770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9"/>
          <p:cNvSpPr/>
          <p:nvPr/>
        </p:nvSpPr>
        <p:spPr>
          <a:xfrm>
            <a:off x="2730771" y="4006749"/>
            <a:ext cx="9215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40"/>
          <p:cNvSpPr/>
          <p:nvPr/>
        </p:nvSpPr>
        <p:spPr>
          <a:xfrm>
            <a:off x="2713763" y="3972619"/>
            <a:ext cx="9453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41"/>
          <p:cNvSpPr/>
          <p:nvPr/>
        </p:nvSpPr>
        <p:spPr>
          <a:xfrm>
            <a:off x="2696754" y="3938489"/>
            <a:ext cx="96914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2"/>
          <p:cNvSpPr/>
          <p:nvPr/>
        </p:nvSpPr>
        <p:spPr>
          <a:xfrm>
            <a:off x="2679746" y="3904358"/>
            <a:ext cx="99295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3"/>
          <p:cNvSpPr/>
          <p:nvPr/>
        </p:nvSpPr>
        <p:spPr>
          <a:xfrm>
            <a:off x="2662737" y="3870228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4"/>
          <p:cNvSpPr/>
          <p:nvPr/>
        </p:nvSpPr>
        <p:spPr>
          <a:xfrm>
            <a:off x="2642327" y="3836097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5"/>
          <p:cNvSpPr/>
          <p:nvPr/>
        </p:nvSpPr>
        <p:spPr>
          <a:xfrm>
            <a:off x="2618515" y="3801967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6"/>
          <p:cNvSpPr/>
          <p:nvPr/>
        </p:nvSpPr>
        <p:spPr>
          <a:xfrm>
            <a:off x="2594703" y="3767837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7"/>
          <p:cNvSpPr/>
          <p:nvPr/>
        </p:nvSpPr>
        <p:spPr>
          <a:xfrm>
            <a:off x="2570891" y="3733706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8"/>
          <p:cNvSpPr/>
          <p:nvPr/>
        </p:nvSpPr>
        <p:spPr>
          <a:xfrm>
            <a:off x="2547080" y="3699576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9"/>
          <p:cNvSpPr/>
          <p:nvPr/>
        </p:nvSpPr>
        <p:spPr>
          <a:xfrm>
            <a:off x="2523268" y="3665445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50"/>
          <p:cNvSpPr/>
          <p:nvPr/>
        </p:nvSpPr>
        <p:spPr>
          <a:xfrm>
            <a:off x="2505579" y="3631315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51"/>
          <p:cNvSpPr/>
          <p:nvPr/>
        </p:nvSpPr>
        <p:spPr>
          <a:xfrm>
            <a:off x="2488570" y="3597185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2"/>
          <p:cNvSpPr/>
          <p:nvPr/>
        </p:nvSpPr>
        <p:spPr>
          <a:xfrm>
            <a:off x="2471562" y="3563054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3"/>
          <p:cNvSpPr/>
          <p:nvPr/>
        </p:nvSpPr>
        <p:spPr>
          <a:xfrm>
            <a:off x="2454553" y="3528924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4"/>
          <p:cNvSpPr/>
          <p:nvPr/>
        </p:nvSpPr>
        <p:spPr>
          <a:xfrm>
            <a:off x="2437545" y="3494793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5"/>
          <p:cNvSpPr/>
          <p:nvPr/>
        </p:nvSpPr>
        <p:spPr>
          <a:xfrm>
            <a:off x="2423258" y="3460663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6"/>
          <p:cNvSpPr/>
          <p:nvPr/>
        </p:nvSpPr>
        <p:spPr>
          <a:xfrm>
            <a:off x="2415320" y="3426533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7"/>
          <p:cNvSpPr/>
          <p:nvPr/>
        </p:nvSpPr>
        <p:spPr>
          <a:xfrm>
            <a:off x="2407383" y="3392402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8"/>
          <p:cNvSpPr/>
          <p:nvPr/>
        </p:nvSpPr>
        <p:spPr>
          <a:xfrm>
            <a:off x="2399446" y="3358272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9"/>
          <p:cNvSpPr/>
          <p:nvPr/>
        </p:nvSpPr>
        <p:spPr>
          <a:xfrm>
            <a:off x="2391508" y="3324141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60"/>
          <p:cNvSpPr/>
          <p:nvPr/>
        </p:nvSpPr>
        <p:spPr>
          <a:xfrm>
            <a:off x="2387540" y="3290011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61"/>
          <p:cNvSpPr/>
          <p:nvPr/>
        </p:nvSpPr>
        <p:spPr>
          <a:xfrm>
            <a:off x="2387540" y="3255881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2"/>
          <p:cNvSpPr/>
          <p:nvPr/>
        </p:nvSpPr>
        <p:spPr>
          <a:xfrm>
            <a:off x="2387540" y="3221750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3"/>
          <p:cNvSpPr/>
          <p:nvPr/>
        </p:nvSpPr>
        <p:spPr>
          <a:xfrm>
            <a:off x="2387540" y="3187620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4"/>
          <p:cNvSpPr/>
          <p:nvPr/>
        </p:nvSpPr>
        <p:spPr>
          <a:xfrm>
            <a:off x="2387540" y="3153489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5"/>
          <p:cNvSpPr/>
          <p:nvPr/>
        </p:nvSpPr>
        <p:spPr>
          <a:xfrm>
            <a:off x="2390873" y="3119359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6"/>
          <p:cNvSpPr/>
          <p:nvPr/>
        </p:nvSpPr>
        <p:spPr>
          <a:xfrm>
            <a:off x="2395636" y="3085229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7"/>
          <p:cNvSpPr/>
          <p:nvPr/>
        </p:nvSpPr>
        <p:spPr>
          <a:xfrm>
            <a:off x="2400398" y="3051098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8"/>
          <p:cNvSpPr/>
          <p:nvPr/>
        </p:nvSpPr>
        <p:spPr>
          <a:xfrm>
            <a:off x="2405161" y="3016968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9"/>
          <p:cNvSpPr/>
          <p:nvPr/>
        </p:nvSpPr>
        <p:spPr>
          <a:xfrm>
            <a:off x="2410756" y="2982837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70"/>
          <p:cNvSpPr/>
          <p:nvPr/>
        </p:nvSpPr>
        <p:spPr>
          <a:xfrm>
            <a:off x="2416709" y="2948707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71"/>
          <p:cNvSpPr/>
          <p:nvPr/>
        </p:nvSpPr>
        <p:spPr>
          <a:xfrm>
            <a:off x="2422662" y="2914577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2"/>
          <p:cNvSpPr/>
          <p:nvPr/>
        </p:nvSpPr>
        <p:spPr>
          <a:xfrm>
            <a:off x="2428615" y="2880446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3"/>
          <p:cNvSpPr/>
          <p:nvPr/>
        </p:nvSpPr>
        <p:spPr>
          <a:xfrm>
            <a:off x="2434568" y="2846316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4"/>
          <p:cNvSpPr/>
          <p:nvPr/>
        </p:nvSpPr>
        <p:spPr>
          <a:xfrm>
            <a:off x="2440521" y="2812185"/>
            <a:ext cx="98164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5"/>
          <p:cNvSpPr/>
          <p:nvPr/>
        </p:nvSpPr>
        <p:spPr>
          <a:xfrm>
            <a:off x="2447070" y="2778055"/>
            <a:ext cx="9358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6"/>
          <p:cNvSpPr/>
          <p:nvPr/>
        </p:nvSpPr>
        <p:spPr>
          <a:xfrm>
            <a:off x="2455007" y="2743925"/>
            <a:ext cx="88024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7"/>
          <p:cNvSpPr/>
          <p:nvPr/>
        </p:nvSpPr>
        <p:spPr>
          <a:xfrm>
            <a:off x="2462944" y="2709794"/>
            <a:ext cx="82468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8"/>
          <p:cNvSpPr/>
          <p:nvPr/>
        </p:nvSpPr>
        <p:spPr>
          <a:xfrm>
            <a:off x="2478025" y="2675664"/>
            <a:ext cx="74769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9"/>
          <p:cNvSpPr/>
          <p:nvPr/>
        </p:nvSpPr>
        <p:spPr>
          <a:xfrm>
            <a:off x="2493900" y="2641533"/>
            <a:ext cx="6683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naam2"/>
          <p:cNvSpPr txBox="1"/>
          <p:nvPr/>
        </p:nvSpPr>
        <p:spPr>
          <a:xfrm>
            <a:off x="4241693" y="2793930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47" name="!!pad"/>
          <p:cNvSpPr/>
          <p:nvPr/>
        </p:nvSpPr>
        <p:spPr>
          <a:xfrm>
            <a:off x="2692332" y="3679098"/>
            <a:ext cx="444488" cy="292092"/>
          </a:xfrm>
          <a:prstGeom prst="ellipse">
            <a:avLst/>
          </a:prstGeom>
          <a:solidFill>
            <a:srgbClr val="FF7A00"/>
          </a:solidFill>
          <a:ln w="2540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schoenmaker bouwt hem op uit lagen.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kop"/>
          <p:cNvSpPr txBox="1"/>
          <p:nvPr/>
        </p:nvSpPr>
        <p:spPr>
          <a:xfrm>
            <a:off x="6857828" y="1587460"/>
            <a:ext cx="4825879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Een zool</a:t>
            </a:r>
          </a:p>
          <a:p>
            <a:pPr algn="l">
              <a:lnSpc>
                <a:spcPct val="110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op maat</a:t>
            </a:r>
          </a:p>
        </p:txBody>
      </p:sp>
      <p:sp>
        <p:nvSpPr>
          <p:cNvPr id="4" name="!!laag0_000"/>
          <p:cNvSpPr/>
          <p:nvPr/>
        </p:nvSpPr>
        <p:spPr>
          <a:xfrm>
            <a:off x="2391508" y="4537755"/>
            <a:ext cx="55084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laag0_001"/>
          <p:cNvSpPr/>
          <p:nvPr/>
        </p:nvSpPr>
        <p:spPr>
          <a:xfrm>
            <a:off x="2335947" y="4503624"/>
            <a:ext cx="66197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laag0_002"/>
          <p:cNvSpPr/>
          <p:nvPr/>
        </p:nvSpPr>
        <p:spPr>
          <a:xfrm>
            <a:off x="2284037" y="4469494"/>
            <a:ext cx="76579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laag0_003"/>
          <p:cNvSpPr/>
          <p:nvPr/>
        </p:nvSpPr>
        <p:spPr>
          <a:xfrm>
            <a:off x="2264988" y="4435364"/>
            <a:ext cx="8038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laag0_004"/>
          <p:cNvSpPr/>
          <p:nvPr/>
        </p:nvSpPr>
        <p:spPr>
          <a:xfrm>
            <a:off x="2245938" y="4401233"/>
            <a:ext cx="84198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laag0_005"/>
          <p:cNvSpPr/>
          <p:nvPr/>
        </p:nvSpPr>
        <p:spPr>
          <a:xfrm>
            <a:off x="2226889" y="4367103"/>
            <a:ext cx="88008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laag0_006"/>
          <p:cNvSpPr/>
          <p:nvPr/>
        </p:nvSpPr>
        <p:spPr>
          <a:xfrm>
            <a:off x="2209404" y="4332972"/>
            <a:ext cx="91505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laag0_007"/>
          <p:cNvSpPr/>
          <p:nvPr/>
        </p:nvSpPr>
        <p:spPr>
          <a:xfrm>
            <a:off x="2206002" y="4298842"/>
            <a:ext cx="92186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laag0_008"/>
          <p:cNvSpPr/>
          <p:nvPr/>
        </p:nvSpPr>
        <p:spPr>
          <a:xfrm>
            <a:off x="2202601" y="4264712"/>
            <a:ext cx="92866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laag0_009"/>
          <p:cNvSpPr/>
          <p:nvPr/>
        </p:nvSpPr>
        <p:spPr>
          <a:xfrm>
            <a:off x="2199199" y="4230581"/>
            <a:ext cx="93546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laag0_010"/>
          <p:cNvSpPr/>
          <p:nvPr/>
        </p:nvSpPr>
        <p:spPr>
          <a:xfrm>
            <a:off x="2195797" y="4196451"/>
            <a:ext cx="94227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laag0_011"/>
          <p:cNvSpPr/>
          <p:nvPr/>
        </p:nvSpPr>
        <p:spPr>
          <a:xfrm>
            <a:off x="2192396" y="4162320"/>
            <a:ext cx="94907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laag0_012"/>
          <p:cNvSpPr/>
          <p:nvPr/>
        </p:nvSpPr>
        <p:spPr>
          <a:xfrm>
            <a:off x="2192018" y="412819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laag0_013"/>
          <p:cNvSpPr/>
          <p:nvPr/>
        </p:nvSpPr>
        <p:spPr>
          <a:xfrm>
            <a:off x="2194663" y="4094060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laag0_014"/>
          <p:cNvSpPr/>
          <p:nvPr/>
        </p:nvSpPr>
        <p:spPr>
          <a:xfrm>
            <a:off x="2197309" y="405992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laag0_015"/>
          <p:cNvSpPr/>
          <p:nvPr/>
        </p:nvSpPr>
        <p:spPr>
          <a:xfrm>
            <a:off x="2199955" y="4025799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laag0_016"/>
          <p:cNvSpPr/>
          <p:nvPr/>
        </p:nvSpPr>
        <p:spPr>
          <a:xfrm>
            <a:off x="2202601" y="399166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laag0_017"/>
          <p:cNvSpPr/>
          <p:nvPr/>
        </p:nvSpPr>
        <p:spPr>
          <a:xfrm>
            <a:off x="2205246" y="395753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laag0_018"/>
          <p:cNvSpPr/>
          <p:nvPr/>
        </p:nvSpPr>
        <p:spPr>
          <a:xfrm>
            <a:off x="2207892" y="392340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laag0_019"/>
          <p:cNvSpPr/>
          <p:nvPr/>
        </p:nvSpPr>
        <p:spPr>
          <a:xfrm>
            <a:off x="2213316" y="3889277"/>
            <a:ext cx="94979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laag0_020"/>
          <p:cNvSpPr/>
          <p:nvPr/>
        </p:nvSpPr>
        <p:spPr>
          <a:xfrm>
            <a:off x="2225222" y="3855147"/>
            <a:ext cx="94086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laag0_021"/>
          <p:cNvSpPr/>
          <p:nvPr/>
        </p:nvSpPr>
        <p:spPr>
          <a:xfrm>
            <a:off x="2237128" y="3821016"/>
            <a:ext cx="93193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laag0_022"/>
          <p:cNvSpPr/>
          <p:nvPr/>
        </p:nvSpPr>
        <p:spPr>
          <a:xfrm>
            <a:off x="2249034" y="3786886"/>
            <a:ext cx="92300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laag0_023"/>
          <p:cNvSpPr/>
          <p:nvPr/>
        </p:nvSpPr>
        <p:spPr>
          <a:xfrm>
            <a:off x="2260940" y="3752756"/>
            <a:ext cx="91407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laag0_024"/>
          <p:cNvSpPr/>
          <p:nvPr/>
        </p:nvSpPr>
        <p:spPr>
          <a:xfrm>
            <a:off x="2272846" y="3718625"/>
            <a:ext cx="90515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laag0_025"/>
          <p:cNvSpPr/>
          <p:nvPr/>
        </p:nvSpPr>
        <p:spPr>
          <a:xfrm>
            <a:off x="2284752" y="3684495"/>
            <a:ext cx="8962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laag0_026"/>
          <p:cNvSpPr/>
          <p:nvPr/>
        </p:nvSpPr>
        <p:spPr>
          <a:xfrm>
            <a:off x="2296658" y="3650364"/>
            <a:ext cx="88729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laag0_027"/>
          <p:cNvSpPr/>
          <p:nvPr/>
        </p:nvSpPr>
        <p:spPr>
          <a:xfrm>
            <a:off x="2308564" y="3616234"/>
            <a:ext cx="87836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laag0_028"/>
          <p:cNvSpPr/>
          <p:nvPr/>
        </p:nvSpPr>
        <p:spPr>
          <a:xfrm>
            <a:off x="2320470" y="3582104"/>
            <a:ext cx="8694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laag0_029"/>
          <p:cNvSpPr/>
          <p:nvPr/>
        </p:nvSpPr>
        <p:spPr>
          <a:xfrm>
            <a:off x="2332376" y="3547973"/>
            <a:ext cx="86050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laag0_030"/>
          <p:cNvSpPr/>
          <p:nvPr/>
        </p:nvSpPr>
        <p:spPr>
          <a:xfrm>
            <a:off x="2344282" y="3513843"/>
            <a:ext cx="85157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laag0_031"/>
          <p:cNvSpPr/>
          <p:nvPr/>
        </p:nvSpPr>
        <p:spPr>
          <a:xfrm>
            <a:off x="2356187" y="3479713"/>
            <a:ext cx="8426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laag0_032"/>
          <p:cNvSpPr/>
          <p:nvPr/>
        </p:nvSpPr>
        <p:spPr>
          <a:xfrm>
            <a:off x="2360652" y="3445582"/>
            <a:ext cx="8426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laag0_033"/>
          <p:cNvSpPr/>
          <p:nvPr/>
        </p:nvSpPr>
        <p:spPr>
          <a:xfrm>
            <a:off x="2357676" y="3411452"/>
            <a:ext cx="85157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laag0_034"/>
          <p:cNvSpPr/>
          <p:nvPr/>
        </p:nvSpPr>
        <p:spPr>
          <a:xfrm>
            <a:off x="2354699" y="3377321"/>
            <a:ext cx="86050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laag0_035"/>
          <p:cNvSpPr/>
          <p:nvPr/>
        </p:nvSpPr>
        <p:spPr>
          <a:xfrm>
            <a:off x="2351723" y="3343191"/>
            <a:ext cx="8694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laag0_036"/>
          <p:cNvSpPr/>
          <p:nvPr/>
        </p:nvSpPr>
        <p:spPr>
          <a:xfrm>
            <a:off x="2348746" y="3309061"/>
            <a:ext cx="87836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laag0_037"/>
          <p:cNvSpPr/>
          <p:nvPr/>
        </p:nvSpPr>
        <p:spPr>
          <a:xfrm>
            <a:off x="2345770" y="3274930"/>
            <a:ext cx="88729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laag0_038"/>
          <p:cNvSpPr/>
          <p:nvPr/>
        </p:nvSpPr>
        <p:spPr>
          <a:xfrm>
            <a:off x="2341390" y="3240800"/>
            <a:ext cx="89770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laag0_039"/>
          <p:cNvSpPr/>
          <p:nvPr/>
        </p:nvSpPr>
        <p:spPr>
          <a:xfrm>
            <a:off x="2324382" y="3206669"/>
            <a:ext cx="9215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laag0_040"/>
          <p:cNvSpPr/>
          <p:nvPr/>
        </p:nvSpPr>
        <p:spPr>
          <a:xfrm>
            <a:off x="2307373" y="3172539"/>
            <a:ext cx="94533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laag0_041"/>
          <p:cNvSpPr/>
          <p:nvPr/>
        </p:nvSpPr>
        <p:spPr>
          <a:xfrm>
            <a:off x="2290365" y="3138409"/>
            <a:ext cx="96914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laag0_042"/>
          <p:cNvSpPr/>
          <p:nvPr/>
        </p:nvSpPr>
        <p:spPr>
          <a:xfrm>
            <a:off x="2273356" y="3104278"/>
            <a:ext cx="99295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laag0_043"/>
          <p:cNvSpPr/>
          <p:nvPr/>
        </p:nvSpPr>
        <p:spPr>
          <a:xfrm>
            <a:off x="2256348" y="3070148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laag0_044"/>
          <p:cNvSpPr/>
          <p:nvPr/>
        </p:nvSpPr>
        <p:spPr>
          <a:xfrm>
            <a:off x="2235937" y="3036017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laag0_045"/>
          <p:cNvSpPr/>
          <p:nvPr/>
        </p:nvSpPr>
        <p:spPr>
          <a:xfrm>
            <a:off x="2212125" y="3001887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laag0_046"/>
          <p:cNvSpPr/>
          <p:nvPr/>
        </p:nvSpPr>
        <p:spPr>
          <a:xfrm>
            <a:off x="2188314" y="2967757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laag0_047"/>
          <p:cNvSpPr/>
          <p:nvPr/>
        </p:nvSpPr>
        <p:spPr>
          <a:xfrm>
            <a:off x="2164502" y="2933626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laag0_048"/>
          <p:cNvSpPr/>
          <p:nvPr/>
        </p:nvSpPr>
        <p:spPr>
          <a:xfrm>
            <a:off x="2140690" y="2899496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laag0_049"/>
          <p:cNvSpPr/>
          <p:nvPr/>
        </p:nvSpPr>
        <p:spPr>
          <a:xfrm>
            <a:off x="2116878" y="2865365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laag0_050"/>
          <p:cNvSpPr/>
          <p:nvPr/>
        </p:nvSpPr>
        <p:spPr>
          <a:xfrm>
            <a:off x="2099189" y="2831235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laag0_051"/>
          <p:cNvSpPr/>
          <p:nvPr/>
        </p:nvSpPr>
        <p:spPr>
          <a:xfrm>
            <a:off x="2082180" y="2797105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laag0_052"/>
          <p:cNvSpPr/>
          <p:nvPr/>
        </p:nvSpPr>
        <p:spPr>
          <a:xfrm>
            <a:off x="2065172" y="2762974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laag0_053"/>
          <p:cNvSpPr/>
          <p:nvPr/>
        </p:nvSpPr>
        <p:spPr>
          <a:xfrm>
            <a:off x="2048163" y="2728844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laag0_054"/>
          <p:cNvSpPr/>
          <p:nvPr/>
        </p:nvSpPr>
        <p:spPr>
          <a:xfrm>
            <a:off x="2031155" y="2694713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laag0_055"/>
          <p:cNvSpPr/>
          <p:nvPr/>
        </p:nvSpPr>
        <p:spPr>
          <a:xfrm>
            <a:off x="2016868" y="2660583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laag0_056"/>
          <p:cNvSpPr/>
          <p:nvPr/>
        </p:nvSpPr>
        <p:spPr>
          <a:xfrm>
            <a:off x="2008931" y="2626453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laag0_057"/>
          <p:cNvSpPr/>
          <p:nvPr/>
        </p:nvSpPr>
        <p:spPr>
          <a:xfrm>
            <a:off x="2000993" y="2592322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laag0_058"/>
          <p:cNvSpPr/>
          <p:nvPr/>
        </p:nvSpPr>
        <p:spPr>
          <a:xfrm>
            <a:off x="1993056" y="2558192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laag0_059"/>
          <p:cNvSpPr/>
          <p:nvPr/>
        </p:nvSpPr>
        <p:spPr>
          <a:xfrm>
            <a:off x="1985119" y="2524061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laag0_060"/>
          <p:cNvSpPr/>
          <p:nvPr/>
        </p:nvSpPr>
        <p:spPr>
          <a:xfrm>
            <a:off x="1981150" y="2489931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laag0_061"/>
          <p:cNvSpPr/>
          <p:nvPr/>
        </p:nvSpPr>
        <p:spPr>
          <a:xfrm>
            <a:off x="1981150" y="2455801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laag0_062"/>
          <p:cNvSpPr/>
          <p:nvPr/>
        </p:nvSpPr>
        <p:spPr>
          <a:xfrm>
            <a:off x="1981150" y="2421670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laag0_063"/>
          <p:cNvSpPr/>
          <p:nvPr/>
        </p:nvSpPr>
        <p:spPr>
          <a:xfrm>
            <a:off x="1981150" y="2387540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laag0_064"/>
          <p:cNvSpPr/>
          <p:nvPr/>
        </p:nvSpPr>
        <p:spPr>
          <a:xfrm>
            <a:off x="1981150" y="2353409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laag0_065"/>
          <p:cNvSpPr/>
          <p:nvPr/>
        </p:nvSpPr>
        <p:spPr>
          <a:xfrm>
            <a:off x="1984484" y="2319279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laag0_066"/>
          <p:cNvSpPr/>
          <p:nvPr/>
        </p:nvSpPr>
        <p:spPr>
          <a:xfrm>
            <a:off x="1989246" y="2285149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laag0_067"/>
          <p:cNvSpPr/>
          <p:nvPr/>
        </p:nvSpPr>
        <p:spPr>
          <a:xfrm>
            <a:off x="1994008" y="2251018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laag0_068"/>
          <p:cNvSpPr/>
          <p:nvPr/>
        </p:nvSpPr>
        <p:spPr>
          <a:xfrm>
            <a:off x="1998771" y="2216888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laag0_069"/>
          <p:cNvSpPr/>
          <p:nvPr/>
        </p:nvSpPr>
        <p:spPr>
          <a:xfrm>
            <a:off x="2004367" y="2182757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laag0_070"/>
          <p:cNvSpPr/>
          <p:nvPr/>
        </p:nvSpPr>
        <p:spPr>
          <a:xfrm>
            <a:off x="2010320" y="2148627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laag0_071"/>
          <p:cNvSpPr/>
          <p:nvPr/>
        </p:nvSpPr>
        <p:spPr>
          <a:xfrm>
            <a:off x="2016273" y="2114497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laag0_072"/>
          <p:cNvSpPr/>
          <p:nvPr/>
        </p:nvSpPr>
        <p:spPr>
          <a:xfrm>
            <a:off x="2022226" y="2080366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laag0_073"/>
          <p:cNvSpPr/>
          <p:nvPr/>
        </p:nvSpPr>
        <p:spPr>
          <a:xfrm>
            <a:off x="2028178" y="2046236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laag0_074"/>
          <p:cNvSpPr/>
          <p:nvPr/>
        </p:nvSpPr>
        <p:spPr>
          <a:xfrm>
            <a:off x="2034131" y="2012105"/>
            <a:ext cx="98164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laag0_075"/>
          <p:cNvSpPr/>
          <p:nvPr/>
        </p:nvSpPr>
        <p:spPr>
          <a:xfrm>
            <a:off x="2040680" y="1977975"/>
            <a:ext cx="935807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laag0_076"/>
          <p:cNvSpPr/>
          <p:nvPr/>
        </p:nvSpPr>
        <p:spPr>
          <a:xfrm>
            <a:off x="2048617" y="1943845"/>
            <a:ext cx="880246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laag0_077"/>
          <p:cNvSpPr/>
          <p:nvPr/>
        </p:nvSpPr>
        <p:spPr>
          <a:xfrm>
            <a:off x="2056554" y="1909714"/>
            <a:ext cx="824685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laag0_078"/>
          <p:cNvSpPr/>
          <p:nvPr/>
        </p:nvSpPr>
        <p:spPr>
          <a:xfrm>
            <a:off x="2071635" y="1875584"/>
            <a:ext cx="747693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aag0_079"/>
          <p:cNvSpPr/>
          <p:nvPr/>
        </p:nvSpPr>
        <p:spPr>
          <a:xfrm>
            <a:off x="2087510" y="1841453"/>
            <a:ext cx="668320" cy="46830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aagnaam0"/>
          <p:cNvSpPr txBox="1"/>
          <p:nvPr/>
        </p:nvSpPr>
        <p:spPr>
          <a:xfrm>
            <a:off x="4190895" y="2539936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kurk</a:t>
            </a:r>
          </a:p>
        </p:txBody>
      </p:sp>
      <p:sp>
        <p:nvSpPr>
          <p:cNvPr id="85" name="!!laag1_000"/>
          <p:cNvSpPr/>
          <p:nvPr/>
        </p:nvSpPr>
        <p:spPr>
          <a:xfrm>
            <a:off x="2391508" y="4633002"/>
            <a:ext cx="55084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aag1_001"/>
          <p:cNvSpPr/>
          <p:nvPr/>
        </p:nvSpPr>
        <p:spPr>
          <a:xfrm>
            <a:off x="2335947" y="4598872"/>
            <a:ext cx="66197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aag1_002"/>
          <p:cNvSpPr/>
          <p:nvPr/>
        </p:nvSpPr>
        <p:spPr>
          <a:xfrm>
            <a:off x="2284037" y="4564742"/>
            <a:ext cx="76579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aag1_003"/>
          <p:cNvSpPr/>
          <p:nvPr/>
        </p:nvSpPr>
        <p:spPr>
          <a:xfrm>
            <a:off x="2264988" y="4530611"/>
            <a:ext cx="8038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aag1_004"/>
          <p:cNvSpPr/>
          <p:nvPr/>
        </p:nvSpPr>
        <p:spPr>
          <a:xfrm>
            <a:off x="2245938" y="4496481"/>
            <a:ext cx="84198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aag1_005"/>
          <p:cNvSpPr/>
          <p:nvPr/>
        </p:nvSpPr>
        <p:spPr>
          <a:xfrm>
            <a:off x="2226889" y="4462350"/>
            <a:ext cx="88008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aag1_006"/>
          <p:cNvSpPr/>
          <p:nvPr/>
        </p:nvSpPr>
        <p:spPr>
          <a:xfrm>
            <a:off x="2209404" y="4428220"/>
            <a:ext cx="91505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aag1_007"/>
          <p:cNvSpPr/>
          <p:nvPr/>
        </p:nvSpPr>
        <p:spPr>
          <a:xfrm>
            <a:off x="2206002" y="4394090"/>
            <a:ext cx="92186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aag1_008"/>
          <p:cNvSpPr/>
          <p:nvPr/>
        </p:nvSpPr>
        <p:spPr>
          <a:xfrm>
            <a:off x="2202601" y="4359959"/>
            <a:ext cx="92866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aag1_009"/>
          <p:cNvSpPr/>
          <p:nvPr/>
        </p:nvSpPr>
        <p:spPr>
          <a:xfrm>
            <a:off x="2199199" y="4325829"/>
            <a:ext cx="93546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aag1_010"/>
          <p:cNvSpPr/>
          <p:nvPr/>
        </p:nvSpPr>
        <p:spPr>
          <a:xfrm>
            <a:off x="2195797" y="4291698"/>
            <a:ext cx="94227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aag1_011"/>
          <p:cNvSpPr/>
          <p:nvPr/>
        </p:nvSpPr>
        <p:spPr>
          <a:xfrm>
            <a:off x="2192396" y="4257568"/>
            <a:ext cx="94907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aag1_012"/>
          <p:cNvSpPr/>
          <p:nvPr/>
        </p:nvSpPr>
        <p:spPr>
          <a:xfrm>
            <a:off x="2192018" y="4223438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aag1_013"/>
          <p:cNvSpPr/>
          <p:nvPr/>
        </p:nvSpPr>
        <p:spPr>
          <a:xfrm>
            <a:off x="2194663" y="4189307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aag1_014"/>
          <p:cNvSpPr/>
          <p:nvPr/>
        </p:nvSpPr>
        <p:spPr>
          <a:xfrm>
            <a:off x="2197309" y="4155177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aag1_015"/>
          <p:cNvSpPr/>
          <p:nvPr/>
        </p:nvSpPr>
        <p:spPr>
          <a:xfrm>
            <a:off x="2199955" y="4121046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aag1_016"/>
          <p:cNvSpPr/>
          <p:nvPr/>
        </p:nvSpPr>
        <p:spPr>
          <a:xfrm>
            <a:off x="2202601" y="4086916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aag1_017"/>
          <p:cNvSpPr/>
          <p:nvPr/>
        </p:nvSpPr>
        <p:spPr>
          <a:xfrm>
            <a:off x="2205246" y="4052786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aag1_018"/>
          <p:cNvSpPr/>
          <p:nvPr/>
        </p:nvSpPr>
        <p:spPr>
          <a:xfrm>
            <a:off x="2207892" y="4018655"/>
            <a:ext cx="9524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aag1_019"/>
          <p:cNvSpPr/>
          <p:nvPr/>
        </p:nvSpPr>
        <p:spPr>
          <a:xfrm>
            <a:off x="2213316" y="3984525"/>
            <a:ext cx="94979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aag1_020"/>
          <p:cNvSpPr/>
          <p:nvPr/>
        </p:nvSpPr>
        <p:spPr>
          <a:xfrm>
            <a:off x="2225222" y="3950394"/>
            <a:ext cx="94086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aag1_021"/>
          <p:cNvSpPr/>
          <p:nvPr/>
        </p:nvSpPr>
        <p:spPr>
          <a:xfrm>
            <a:off x="2237128" y="3916264"/>
            <a:ext cx="93193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aag1_022"/>
          <p:cNvSpPr/>
          <p:nvPr/>
        </p:nvSpPr>
        <p:spPr>
          <a:xfrm>
            <a:off x="2249034" y="3882134"/>
            <a:ext cx="92300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aag1_023"/>
          <p:cNvSpPr/>
          <p:nvPr/>
        </p:nvSpPr>
        <p:spPr>
          <a:xfrm>
            <a:off x="2260940" y="3848003"/>
            <a:ext cx="91407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aag1_024"/>
          <p:cNvSpPr/>
          <p:nvPr/>
        </p:nvSpPr>
        <p:spPr>
          <a:xfrm>
            <a:off x="2272846" y="3813873"/>
            <a:ext cx="90515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aag1_025"/>
          <p:cNvSpPr/>
          <p:nvPr/>
        </p:nvSpPr>
        <p:spPr>
          <a:xfrm>
            <a:off x="2284752" y="3779743"/>
            <a:ext cx="8962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aag1_026"/>
          <p:cNvSpPr/>
          <p:nvPr/>
        </p:nvSpPr>
        <p:spPr>
          <a:xfrm>
            <a:off x="2296658" y="3745612"/>
            <a:ext cx="88729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aag1_027"/>
          <p:cNvSpPr/>
          <p:nvPr/>
        </p:nvSpPr>
        <p:spPr>
          <a:xfrm>
            <a:off x="2308564" y="3711482"/>
            <a:ext cx="87836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aag1_028"/>
          <p:cNvSpPr/>
          <p:nvPr/>
        </p:nvSpPr>
        <p:spPr>
          <a:xfrm>
            <a:off x="2320470" y="3677351"/>
            <a:ext cx="8694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aag1_029"/>
          <p:cNvSpPr/>
          <p:nvPr/>
        </p:nvSpPr>
        <p:spPr>
          <a:xfrm>
            <a:off x="2332376" y="3643221"/>
            <a:ext cx="86050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aag1_030"/>
          <p:cNvSpPr/>
          <p:nvPr/>
        </p:nvSpPr>
        <p:spPr>
          <a:xfrm>
            <a:off x="2344282" y="3609091"/>
            <a:ext cx="85157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aag1_031"/>
          <p:cNvSpPr/>
          <p:nvPr/>
        </p:nvSpPr>
        <p:spPr>
          <a:xfrm>
            <a:off x="2356187" y="3574960"/>
            <a:ext cx="8426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aag1_032"/>
          <p:cNvSpPr/>
          <p:nvPr/>
        </p:nvSpPr>
        <p:spPr>
          <a:xfrm>
            <a:off x="2360652" y="3540830"/>
            <a:ext cx="8426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aag1_033"/>
          <p:cNvSpPr/>
          <p:nvPr/>
        </p:nvSpPr>
        <p:spPr>
          <a:xfrm>
            <a:off x="2357676" y="3506699"/>
            <a:ext cx="85157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aag1_034"/>
          <p:cNvSpPr/>
          <p:nvPr/>
        </p:nvSpPr>
        <p:spPr>
          <a:xfrm>
            <a:off x="2354699" y="3472569"/>
            <a:ext cx="86050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aag1_035"/>
          <p:cNvSpPr/>
          <p:nvPr/>
        </p:nvSpPr>
        <p:spPr>
          <a:xfrm>
            <a:off x="2351723" y="3438439"/>
            <a:ext cx="8694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laag1_036"/>
          <p:cNvSpPr/>
          <p:nvPr/>
        </p:nvSpPr>
        <p:spPr>
          <a:xfrm>
            <a:off x="2348746" y="3404308"/>
            <a:ext cx="87836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laag1_037"/>
          <p:cNvSpPr/>
          <p:nvPr/>
        </p:nvSpPr>
        <p:spPr>
          <a:xfrm>
            <a:off x="2345770" y="3370178"/>
            <a:ext cx="88729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laag1_038"/>
          <p:cNvSpPr/>
          <p:nvPr/>
        </p:nvSpPr>
        <p:spPr>
          <a:xfrm>
            <a:off x="2341390" y="3336047"/>
            <a:ext cx="89770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laag1_039"/>
          <p:cNvSpPr/>
          <p:nvPr/>
        </p:nvSpPr>
        <p:spPr>
          <a:xfrm>
            <a:off x="2324382" y="3301917"/>
            <a:ext cx="9215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laag1_040"/>
          <p:cNvSpPr/>
          <p:nvPr/>
        </p:nvSpPr>
        <p:spPr>
          <a:xfrm>
            <a:off x="2307373" y="3267787"/>
            <a:ext cx="94533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laag1_041"/>
          <p:cNvSpPr/>
          <p:nvPr/>
        </p:nvSpPr>
        <p:spPr>
          <a:xfrm>
            <a:off x="2290365" y="3233656"/>
            <a:ext cx="96914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laag1_042"/>
          <p:cNvSpPr/>
          <p:nvPr/>
        </p:nvSpPr>
        <p:spPr>
          <a:xfrm>
            <a:off x="2273356" y="3199526"/>
            <a:ext cx="99295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laag1_043"/>
          <p:cNvSpPr/>
          <p:nvPr/>
        </p:nvSpPr>
        <p:spPr>
          <a:xfrm>
            <a:off x="2256348" y="3165395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laag1_044"/>
          <p:cNvSpPr/>
          <p:nvPr/>
        </p:nvSpPr>
        <p:spPr>
          <a:xfrm>
            <a:off x="2235937" y="3131265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laag1_045"/>
          <p:cNvSpPr/>
          <p:nvPr/>
        </p:nvSpPr>
        <p:spPr>
          <a:xfrm>
            <a:off x="2212125" y="3097135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laag1_046"/>
          <p:cNvSpPr/>
          <p:nvPr/>
        </p:nvSpPr>
        <p:spPr>
          <a:xfrm>
            <a:off x="2188314" y="3063004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laag1_047"/>
          <p:cNvSpPr/>
          <p:nvPr/>
        </p:nvSpPr>
        <p:spPr>
          <a:xfrm>
            <a:off x="2164502" y="3028874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laag1_048"/>
          <p:cNvSpPr/>
          <p:nvPr/>
        </p:nvSpPr>
        <p:spPr>
          <a:xfrm>
            <a:off x="2140690" y="2994743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laag1_049"/>
          <p:cNvSpPr/>
          <p:nvPr/>
        </p:nvSpPr>
        <p:spPr>
          <a:xfrm>
            <a:off x="2116878" y="2960613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laag1_050"/>
          <p:cNvSpPr/>
          <p:nvPr/>
        </p:nvSpPr>
        <p:spPr>
          <a:xfrm>
            <a:off x="2099189" y="2926483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laag1_051"/>
          <p:cNvSpPr/>
          <p:nvPr/>
        </p:nvSpPr>
        <p:spPr>
          <a:xfrm>
            <a:off x="2082180" y="2892352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laag1_052"/>
          <p:cNvSpPr/>
          <p:nvPr/>
        </p:nvSpPr>
        <p:spPr>
          <a:xfrm>
            <a:off x="2065172" y="2858222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laag1_053"/>
          <p:cNvSpPr/>
          <p:nvPr/>
        </p:nvSpPr>
        <p:spPr>
          <a:xfrm>
            <a:off x="2048163" y="2824091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laag1_054"/>
          <p:cNvSpPr/>
          <p:nvPr/>
        </p:nvSpPr>
        <p:spPr>
          <a:xfrm>
            <a:off x="2031155" y="2789961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laag1_055"/>
          <p:cNvSpPr/>
          <p:nvPr/>
        </p:nvSpPr>
        <p:spPr>
          <a:xfrm>
            <a:off x="2016868" y="2755831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laag1_056"/>
          <p:cNvSpPr/>
          <p:nvPr/>
        </p:nvSpPr>
        <p:spPr>
          <a:xfrm>
            <a:off x="2008931" y="2721700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laag1_057"/>
          <p:cNvSpPr/>
          <p:nvPr/>
        </p:nvSpPr>
        <p:spPr>
          <a:xfrm>
            <a:off x="2000993" y="2687570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laag1_058"/>
          <p:cNvSpPr/>
          <p:nvPr/>
        </p:nvSpPr>
        <p:spPr>
          <a:xfrm>
            <a:off x="1993056" y="2653439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laag1_059"/>
          <p:cNvSpPr/>
          <p:nvPr/>
        </p:nvSpPr>
        <p:spPr>
          <a:xfrm>
            <a:off x="1985119" y="2619309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laag1_060"/>
          <p:cNvSpPr/>
          <p:nvPr/>
        </p:nvSpPr>
        <p:spPr>
          <a:xfrm>
            <a:off x="1981150" y="2585179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laag1_061"/>
          <p:cNvSpPr/>
          <p:nvPr/>
        </p:nvSpPr>
        <p:spPr>
          <a:xfrm>
            <a:off x="1981150" y="2551048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laag1_062"/>
          <p:cNvSpPr/>
          <p:nvPr/>
        </p:nvSpPr>
        <p:spPr>
          <a:xfrm>
            <a:off x="1981150" y="2516918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laag1_063"/>
          <p:cNvSpPr/>
          <p:nvPr/>
        </p:nvSpPr>
        <p:spPr>
          <a:xfrm>
            <a:off x="1981150" y="2482787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laag1_064"/>
          <p:cNvSpPr/>
          <p:nvPr/>
        </p:nvSpPr>
        <p:spPr>
          <a:xfrm>
            <a:off x="1981150" y="2448657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laag1_065"/>
          <p:cNvSpPr/>
          <p:nvPr/>
        </p:nvSpPr>
        <p:spPr>
          <a:xfrm>
            <a:off x="1984484" y="2414527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laag1_066"/>
          <p:cNvSpPr/>
          <p:nvPr/>
        </p:nvSpPr>
        <p:spPr>
          <a:xfrm>
            <a:off x="1989246" y="2380396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laag1_067"/>
          <p:cNvSpPr/>
          <p:nvPr/>
        </p:nvSpPr>
        <p:spPr>
          <a:xfrm>
            <a:off x="1994008" y="2346266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laag1_068"/>
          <p:cNvSpPr/>
          <p:nvPr/>
        </p:nvSpPr>
        <p:spPr>
          <a:xfrm>
            <a:off x="1998771" y="2312135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laag1_069"/>
          <p:cNvSpPr/>
          <p:nvPr/>
        </p:nvSpPr>
        <p:spPr>
          <a:xfrm>
            <a:off x="2004367" y="2278005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laag1_070"/>
          <p:cNvSpPr/>
          <p:nvPr/>
        </p:nvSpPr>
        <p:spPr>
          <a:xfrm>
            <a:off x="2010320" y="2243875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laag1_071"/>
          <p:cNvSpPr/>
          <p:nvPr/>
        </p:nvSpPr>
        <p:spPr>
          <a:xfrm>
            <a:off x="2016273" y="2209744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laag1_072"/>
          <p:cNvSpPr/>
          <p:nvPr/>
        </p:nvSpPr>
        <p:spPr>
          <a:xfrm>
            <a:off x="2022226" y="2175614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laag1_073"/>
          <p:cNvSpPr/>
          <p:nvPr/>
        </p:nvSpPr>
        <p:spPr>
          <a:xfrm>
            <a:off x="2028178" y="2141483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laag1_074"/>
          <p:cNvSpPr/>
          <p:nvPr/>
        </p:nvSpPr>
        <p:spPr>
          <a:xfrm>
            <a:off x="2034131" y="2107353"/>
            <a:ext cx="98164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laag1_075"/>
          <p:cNvSpPr/>
          <p:nvPr/>
        </p:nvSpPr>
        <p:spPr>
          <a:xfrm>
            <a:off x="2040680" y="2073223"/>
            <a:ext cx="935807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laag1_076"/>
          <p:cNvSpPr/>
          <p:nvPr/>
        </p:nvSpPr>
        <p:spPr>
          <a:xfrm>
            <a:off x="2048617" y="2039092"/>
            <a:ext cx="880246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laag1_077"/>
          <p:cNvSpPr/>
          <p:nvPr/>
        </p:nvSpPr>
        <p:spPr>
          <a:xfrm>
            <a:off x="2056554" y="2004962"/>
            <a:ext cx="824685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laag1_078"/>
          <p:cNvSpPr/>
          <p:nvPr/>
        </p:nvSpPr>
        <p:spPr>
          <a:xfrm>
            <a:off x="2071635" y="1970831"/>
            <a:ext cx="747693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laag1_079"/>
          <p:cNvSpPr/>
          <p:nvPr/>
        </p:nvSpPr>
        <p:spPr>
          <a:xfrm>
            <a:off x="2087510" y="1936701"/>
            <a:ext cx="668320" cy="46830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laagnaam1"/>
          <p:cNvSpPr txBox="1"/>
          <p:nvPr/>
        </p:nvSpPr>
        <p:spPr>
          <a:xfrm>
            <a:off x="4190895" y="3009824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schuim</a:t>
            </a:r>
          </a:p>
        </p:txBody>
      </p:sp>
      <p:sp>
        <p:nvSpPr>
          <p:cNvPr id="166" name="!!laag2_000"/>
          <p:cNvSpPr/>
          <p:nvPr/>
        </p:nvSpPr>
        <p:spPr>
          <a:xfrm>
            <a:off x="2391508" y="4728250"/>
            <a:ext cx="55084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laag2_001"/>
          <p:cNvSpPr/>
          <p:nvPr/>
        </p:nvSpPr>
        <p:spPr>
          <a:xfrm>
            <a:off x="2335947" y="4694120"/>
            <a:ext cx="66197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laag2_002"/>
          <p:cNvSpPr/>
          <p:nvPr/>
        </p:nvSpPr>
        <p:spPr>
          <a:xfrm>
            <a:off x="2284037" y="4659989"/>
            <a:ext cx="76579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laag2_003"/>
          <p:cNvSpPr/>
          <p:nvPr/>
        </p:nvSpPr>
        <p:spPr>
          <a:xfrm>
            <a:off x="2264988" y="4625859"/>
            <a:ext cx="8038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laag2_004"/>
          <p:cNvSpPr/>
          <p:nvPr/>
        </p:nvSpPr>
        <p:spPr>
          <a:xfrm>
            <a:off x="2245938" y="4591728"/>
            <a:ext cx="84198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laag2_005"/>
          <p:cNvSpPr/>
          <p:nvPr/>
        </p:nvSpPr>
        <p:spPr>
          <a:xfrm>
            <a:off x="2226889" y="4557598"/>
            <a:ext cx="88008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laag2_006"/>
          <p:cNvSpPr/>
          <p:nvPr/>
        </p:nvSpPr>
        <p:spPr>
          <a:xfrm>
            <a:off x="2209404" y="4523468"/>
            <a:ext cx="91505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laag2_007"/>
          <p:cNvSpPr/>
          <p:nvPr/>
        </p:nvSpPr>
        <p:spPr>
          <a:xfrm>
            <a:off x="2206002" y="4489337"/>
            <a:ext cx="92186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laag2_008"/>
          <p:cNvSpPr/>
          <p:nvPr/>
        </p:nvSpPr>
        <p:spPr>
          <a:xfrm>
            <a:off x="2202601" y="4455207"/>
            <a:ext cx="92866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laag2_009"/>
          <p:cNvSpPr/>
          <p:nvPr/>
        </p:nvSpPr>
        <p:spPr>
          <a:xfrm>
            <a:off x="2199199" y="4421076"/>
            <a:ext cx="93546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laag2_010"/>
          <p:cNvSpPr/>
          <p:nvPr/>
        </p:nvSpPr>
        <p:spPr>
          <a:xfrm>
            <a:off x="2195797" y="4386946"/>
            <a:ext cx="94227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laag2_011"/>
          <p:cNvSpPr/>
          <p:nvPr/>
        </p:nvSpPr>
        <p:spPr>
          <a:xfrm>
            <a:off x="2192396" y="4352816"/>
            <a:ext cx="94907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laag2_012"/>
          <p:cNvSpPr/>
          <p:nvPr/>
        </p:nvSpPr>
        <p:spPr>
          <a:xfrm>
            <a:off x="2192018" y="4318685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laag2_013"/>
          <p:cNvSpPr/>
          <p:nvPr/>
        </p:nvSpPr>
        <p:spPr>
          <a:xfrm>
            <a:off x="2194663" y="4284555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laag2_014"/>
          <p:cNvSpPr/>
          <p:nvPr/>
        </p:nvSpPr>
        <p:spPr>
          <a:xfrm>
            <a:off x="2197309" y="4250424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laag2_015"/>
          <p:cNvSpPr/>
          <p:nvPr/>
        </p:nvSpPr>
        <p:spPr>
          <a:xfrm>
            <a:off x="2199955" y="4216294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laag2_016"/>
          <p:cNvSpPr/>
          <p:nvPr/>
        </p:nvSpPr>
        <p:spPr>
          <a:xfrm>
            <a:off x="2202601" y="4182164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laag2_017"/>
          <p:cNvSpPr/>
          <p:nvPr/>
        </p:nvSpPr>
        <p:spPr>
          <a:xfrm>
            <a:off x="2205246" y="4148033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laag2_018"/>
          <p:cNvSpPr/>
          <p:nvPr/>
        </p:nvSpPr>
        <p:spPr>
          <a:xfrm>
            <a:off x="2207892" y="4113903"/>
            <a:ext cx="9524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laag2_019"/>
          <p:cNvSpPr/>
          <p:nvPr/>
        </p:nvSpPr>
        <p:spPr>
          <a:xfrm>
            <a:off x="2213316" y="4079773"/>
            <a:ext cx="94979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laag2_020"/>
          <p:cNvSpPr/>
          <p:nvPr/>
        </p:nvSpPr>
        <p:spPr>
          <a:xfrm>
            <a:off x="2225222" y="4045642"/>
            <a:ext cx="94086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laag2_021"/>
          <p:cNvSpPr/>
          <p:nvPr/>
        </p:nvSpPr>
        <p:spPr>
          <a:xfrm>
            <a:off x="2237128" y="4011512"/>
            <a:ext cx="93193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laag2_022"/>
          <p:cNvSpPr/>
          <p:nvPr/>
        </p:nvSpPr>
        <p:spPr>
          <a:xfrm>
            <a:off x="2249034" y="3977381"/>
            <a:ext cx="92300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laag2_023"/>
          <p:cNvSpPr/>
          <p:nvPr/>
        </p:nvSpPr>
        <p:spPr>
          <a:xfrm>
            <a:off x="2260940" y="3943251"/>
            <a:ext cx="91407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laag2_024"/>
          <p:cNvSpPr/>
          <p:nvPr/>
        </p:nvSpPr>
        <p:spPr>
          <a:xfrm>
            <a:off x="2272846" y="3909121"/>
            <a:ext cx="90515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laag2_025"/>
          <p:cNvSpPr/>
          <p:nvPr/>
        </p:nvSpPr>
        <p:spPr>
          <a:xfrm>
            <a:off x="2284752" y="3874990"/>
            <a:ext cx="8962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laag2_026"/>
          <p:cNvSpPr/>
          <p:nvPr/>
        </p:nvSpPr>
        <p:spPr>
          <a:xfrm>
            <a:off x="2296658" y="3840860"/>
            <a:ext cx="88729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laag2_027"/>
          <p:cNvSpPr/>
          <p:nvPr/>
        </p:nvSpPr>
        <p:spPr>
          <a:xfrm>
            <a:off x="2308564" y="3806729"/>
            <a:ext cx="87836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laag2_028"/>
          <p:cNvSpPr/>
          <p:nvPr/>
        </p:nvSpPr>
        <p:spPr>
          <a:xfrm>
            <a:off x="2320470" y="3772599"/>
            <a:ext cx="8694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laag2_029"/>
          <p:cNvSpPr/>
          <p:nvPr/>
        </p:nvSpPr>
        <p:spPr>
          <a:xfrm>
            <a:off x="2332376" y="3738469"/>
            <a:ext cx="86050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laag2_030"/>
          <p:cNvSpPr/>
          <p:nvPr/>
        </p:nvSpPr>
        <p:spPr>
          <a:xfrm>
            <a:off x="2344282" y="3704338"/>
            <a:ext cx="85157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laag2_031"/>
          <p:cNvSpPr/>
          <p:nvPr/>
        </p:nvSpPr>
        <p:spPr>
          <a:xfrm>
            <a:off x="2356187" y="3670208"/>
            <a:ext cx="8426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laag2_032"/>
          <p:cNvSpPr/>
          <p:nvPr/>
        </p:nvSpPr>
        <p:spPr>
          <a:xfrm>
            <a:off x="2360652" y="3636077"/>
            <a:ext cx="8426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laag2_033"/>
          <p:cNvSpPr/>
          <p:nvPr/>
        </p:nvSpPr>
        <p:spPr>
          <a:xfrm>
            <a:off x="2357676" y="3601947"/>
            <a:ext cx="85157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laag2_034"/>
          <p:cNvSpPr/>
          <p:nvPr/>
        </p:nvSpPr>
        <p:spPr>
          <a:xfrm>
            <a:off x="2354699" y="3567817"/>
            <a:ext cx="86050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laag2_035"/>
          <p:cNvSpPr/>
          <p:nvPr/>
        </p:nvSpPr>
        <p:spPr>
          <a:xfrm>
            <a:off x="2351723" y="3533686"/>
            <a:ext cx="8694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laag2_036"/>
          <p:cNvSpPr/>
          <p:nvPr/>
        </p:nvSpPr>
        <p:spPr>
          <a:xfrm>
            <a:off x="2348746" y="3499556"/>
            <a:ext cx="87836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laag2_037"/>
          <p:cNvSpPr/>
          <p:nvPr/>
        </p:nvSpPr>
        <p:spPr>
          <a:xfrm>
            <a:off x="2345770" y="3465425"/>
            <a:ext cx="88729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laag2_038"/>
          <p:cNvSpPr/>
          <p:nvPr/>
        </p:nvSpPr>
        <p:spPr>
          <a:xfrm>
            <a:off x="2341390" y="3431295"/>
            <a:ext cx="89770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laag2_039"/>
          <p:cNvSpPr/>
          <p:nvPr/>
        </p:nvSpPr>
        <p:spPr>
          <a:xfrm>
            <a:off x="2324382" y="3397165"/>
            <a:ext cx="9215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laag2_040"/>
          <p:cNvSpPr/>
          <p:nvPr/>
        </p:nvSpPr>
        <p:spPr>
          <a:xfrm>
            <a:off x="2307373" y="3363034"/>
            <a:ext cx="94533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laag2_041"/>
          <p:cNvSpPr/>
          <p:nvPr/>
        </p:nvSpPr>
        <p:spPr>
          <a:xfrm>
            <a:off x="2290365" y="3328904"/>
            <a:ext cx="96914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laag2_042"/>
          <p:cNvSpPr/>
          <p:nvPr/>
        </p:nvSpPr>
        <p:spPr>
          <a:xfrm>
            <a:off x="2273356" y="3294773"/>
            <a:ext cx="99295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laag2_043"/>
          <p:cNvSpPr/>
          <p:nvPr/>
        </p:nvSpPr>
        <p:spPr>
          <a:xfrm>
            <a:off x="2256348" y="3260643"/>
            <a:ext cx="101676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laag2_044"/>
          <p:cNvSpPr/>
          <p:nvPr/>
        </p:nvSpPr>
        <p:spPr>
          <a:xfrm>
            <a:off x="2235937" y="3226513"/>
            <a:ext cx="104398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laag2_045"/>
          <p:cNvSpPr/>
          <p:nvPr/>
        </p:nvSpPr>
        <p:spPr>
          <a:xfrm>
            <a:off x="2212125" y="3192382"/>
            <a:ext cx="107459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laag2_046"/>
          <p:cNvSpPr/>
          <p:nvPr/>
        </p:nvSpPr>
        <p:spPr>
          <a:xfrm>
            <a:off x="2188314" y="3158252"/>
            <a:ext cx="110521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laag2_047"/>
          <p:cNvSpPr/>
          <p:nvPr/>
        </p:nvSpPr>
        <p:spPr>
          <a:xfrm>
            <a:off x="2164502" y="3124121"/>
            <a:ext cx="113582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laag2_048"/>
          <p:cNvSpPr/>
          <p:nvPr/>
        </p:nvSpPr>
        <p:spPr>
          <a:xfrm>
            <a:off x="2140690" y="3089991"/>
            <a:ext cx="116644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laag2_049"/>
          <p:cNvSpPr/>
          <p:nvPr/>
        </p:nvSpPr>
        <p:spPr>
          <a:xfrm>
            <a:off x="2116878" y="3055861"/>
            <a:ext cx="1197058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laag2_050"/>
          <p:cNvSpPr/>
          <p:nvPr/>
        </p:nvSpPr>
        <p:spPr>
          <a:xfrm>
            <a:off x="2099189" y="3021730"/>
            <a:ext cx="12184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laag2_051"/>
          <p:cNvSpPr/>
          <p:nvPr/>
        </p:nvSpPr>
        <p:spPr>
          <a:xfrm>
            <a:off x="2082180" y="2987600"/>
            <a:ext cx="123889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laag2_052"/>
          <p:cNvSpPr/>
          <p:nvPr/>
        </p:nvSpPr>
        <p:spPr>
          <a:xfrm>
            <a:off x="2065172" y="2953469"/>
            <a:ext cx="125930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laag2_053"/>
          <p:cNvSpPr/>
          <p:nvPr/>
        </p:nvSpPr>
        <p:spPr>
          <a:xfrm>
            <a:off x="2048163" y="2919339"/>
            <a:ext cx="127971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laag2_054"/>
          <p:cNvSpPr/>
          <p:nvPr/>
        </p:nvSpPr>
        <p:spPr>
          <a:xfrm>
            <a:off x="2031155" y="2885209"/>
            <a:ext cx="130012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laag2_055"/>
          <p:cNvSpPr/>
          <p:nvPr/>
        </p:nvSpPr>
        <p:spPr>
          <a:xfrm>
            <a:off x="2016868" y="2851078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laag2_056"/>
          <p:cNvSpPr/>
          <p:nvPr/>
        </p:nvSpPr>
        <p:spPr>
          <a:xfrm>
            <a:off x="2008931" y="2816948"/>
            <a:ext cx="131957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laag2_057"/>
          <p:cNvSpPr/>
          <p:nvPr/>
        </p:nvSpPr>
        <p:spPr>
          <a:xfrm>
            <a:off x="2000993" y="2782817"/>
            <a:ext cx="132354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laag2_058"/>
          <p:cNvSpPr/>
          <p:nvPr/>
        </p:nvSpPr>
        <p:spPr>
          <a:xfrm>
            <a:off x="1993056" y="2748687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laag2_059"/>
          <p:cNvSpPr/>
          <p:nvPr/>
        </p:nvSpPr>
        <p:spPr>
          <a:xfrm>
            <a:off x="1985119" y="2714557"/>
            <a:ext cx="1331482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laag2_060"/>
          <p:cNvSpPr/>
          <p:nvPr/>
        </p:nvSpPr>
        <p:spPr>
          <a:xfrm>
            <a:off x="1981150" y="2680426"/>
            <a:ext cx="132751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laag2_061"/>
          <p:cNvSpPr/>
          <p:nvPr/>
        </p:nvSpPr>
        <p:spPr>
          <a:xfrm>
            <a:off x="1981150" y="2646296"/>
            <a:ext cx="13156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laag2_062"/>
          <p:cNvSpPr/>
          <p:nvPr/>
        </p:nvSpPr>
        <p:spPr>
          <a:xfrm>
            <a:off x="1981150" y="2612165"/>
            <a:ext cx="1303701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laag2_063"/>
          <p:cNvSpPr/>
          <p:nvPr/>
        </p:nvSpPr>
        <p:spPr>
          <a:xfrm>
            <a:off x="1981150" y="2578035"/>
            <a:ext cx="129179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laag2_064"/>
          <p:cNvSpPr/>
          <p:nvPr/>
        </p:nvSpPr>
        <p:spPr>
          <a:xfrm>
            <a:off x="1981150" y="2543905"/>
            <a:ext cx="127988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laag2_065"/>
          <p:cNvSpPr/>
          <p:nvPr/>
        </p:nvSpPr>
        <p:spPr>
          <a:xfrm>
            <a:off x="1984484" y="2509774"/>
            <a:ext cx="1259649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laag2_066"/>
          <p:cNvSpPr/>
          <p:nvPr/>
        </p:nvSpPr>
        <p:spPr>
          <a:xfrm>
            <a:off x="1989246" y="2475644"/>
            <a:ext cx="123583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laag2_067"/>
          <p:cNvSpPr/>
          <p:nvPr/>
        </p:nvSpPr>
        <p:spPr>
          <a:xfrm>
            <a:off x="1994008" y="2441513"/>
            <a:ext cx="121202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laag2_068"/>
          <p:cNvSpPr/>
          <p:nvPr/>
        </p:nvSpPr>
        <p:spPr>
          <a:xfrm>
            <a:off x="1998771" y="2407383"/>
            <a:ext cx="1188214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laag2_069"/>
          <p:cNvSpPr/>
          <p:nvPr/>
        </p:nvSpPr>
        <p:spPr>
          <a:xfrm>
            <a:off x="2004367" y="2373253"/>
            <a:ext cx="116023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laag2_070"/>
          <p:cNvSpPr/>
          <p:nvPr/>
        </p:nvSpPr>
        <p:spPr>
          <a:xfrm>
            <a:off x="2010320" y="2339122"/>
            <a:ext cx="113047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laag2_071"/>
          <p:cNvSpPr/>
          <p:nvPr/>
        </p:nvSpPr>
        <p:spPr>
          <a:xfrm>
            <a:off x="2016273" y="2304992"/>
            <a:ext cx="110070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laag2_072"/>
          <p:cNvSpPr/>
          <p:nvPr/>
        </p:nvSpPr>
        <p:spPr>
          <a:xfrm>
            <a:off x="2022226" y="2270861"/>
            <a:ext cx="106498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laag2_073"/>
          <p:cNvSpPr/>
          <p:nvPr/>
        </p:nvSpPr>
        <p:spPr>
          <a:xfrm>
            <a:off x="2028178" y="2236731"/>
            <a:ext cx="102331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laag2_074"/>
          <p:cNvSpPr/>
          <p:nvPr/>
        </p:nvSpPr>
        <p:spPr>
          <a:xfrm>
            <a:off x="2034131" y="2202601"/>
            <a:ext cx="98164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laag2_075"/>
          <p:cNvSpPr/>
          <p:nvPr/>
        </p:nvSpPr>
        <p:spPr>
          <a:xfrm>
            <a:off x="2040680" y="2168470"/>
            <a:ext cx="935807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laag2_076"/>
          <p:cNvSpPr/>
          <p:nvPr/>
        </p:nvSpPr>
        <p:spPr>
          <a:xfrm>
            <a:off x="2048617" y="2134340"/>
            <a:ext cx="880246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laag2_077"/>
          <p:cNvSpPr/>
          <p:nvPr/>
        </p:nvSpPr>
        <p:spPr>
          <a:xfrm>
            <a:off x="2056554" y="2100209"/>
            <a:ext cx="824685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laag2_078"/>
          <p:cNvSpPr/>
          <p:nvPr/>
        </p:nvSpPr>
        <p:spPr>
          <a:xfrm>
            <a:off x="2071635" y="2066079"/>
            <a:ext cx="747693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laag2_079"/>
          <p:cNvSpPr/>
          <p:nvPr/>
        </p:nvSpPr>
        <p:spPr>
          <a:xfrm>
            <a:off x="2087510" y="2031949"/>
            <a:ext cx="668320" cy="46830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laagnaam2"/>
          <p:cNvSpPr txBox="1"/>
          <p:nvPr/>
        </p:nvSpPr>
        <p:spPr>
          <a:xfrm>
            <a:off x="4190895" y="3479713"/>
            <a:ext cx="1777955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deklaag</a:t>
            </a:r>
          </a:p>
        </p:txBody>
      </p:sp>
      <p:sp>
        <p:nvSpPr>
          <p:cNvPr id="247" name="!!pad"/>
          <p:cNvSpPr/>
          <p:nvPr/>
        </p:nvSpPr>
        <p:spPr>
          <a:xfrm>
            <a:off x="2285942" y="3069513"/>
            <a:ext cx="609584" cy="393690"/>
          </a:xfrm>
          <a:prstGeom prst="ellipse">
            <a:avLst/>
          </a:prstGeom>
          <a:solidFill>
            <a:srgbClr val="FF7A00"/>
          </a:solidFill>
          <a:ln w="25400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Het kussentje haalt de druk weg van dat ene plekje.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200">
        <p159:morph option="byObject"/>
      </p:transition>
    </mc:Choice>
    <mc:Fallback>
      <p:transition xmlns:p14="http://schemas.microsoft.com/office/powerpoint/2010/main" spd="slow" p14:dur="900" advClick="0" advTm="32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We meten opnieuw.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400">
        <p159:morph option="byObject"/>
      </p:transition>
    </mc:Choice>
    <mc:Fallback>
      <p:transition xmlns:p14="http://schemas.microsoft.com/office/powerpoint/2010/main" spd="slow" p14:dur="900" advClick="0" advTm="24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6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9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AB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7B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BEC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5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A9C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ECC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EC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6C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FFC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3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3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CBC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FC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E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FF7A00"/>
                </a:solidFill>
                <a:latin typeface="Segoe UI"/>
              </a:rPr>
              <a:t>256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de rode plek koelt af.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CA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EA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6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C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64B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8FC4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F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B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78C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90C4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5B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59B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2A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8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212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Zelfde voet,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nieuwe zool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En de rode plek koelt af.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2000">
        <p159:morph option="byObject"/>
      </p:transition>
    </mc:Choice>
    <mc:Fallback>
      <p:transition xmlns:p14="http://schemas.microsoft.com/office/powerpoint/2010/main" spd="slow" p14:dur="900" advClick="0" advTm="20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m00_07"/>
          <p:cNvSpPr/>
          <p:nvPr/>
        </p:nvSpPr>
        <p:spPr>
          <a:xfrm>
            <a:off x="2387206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m00_08"/>
          <p:cNvSpPr/>
          <p:nvPr/>
        </p:nvSpPr>
        <p:spPr>
          <a:xfrm>
            <a:off x="2535369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m00_09"/>
          <p:cNvSpPr/>
          <p:nvPr/>
        </p:nvSpPr>
        <p:spPr>
          <a:xfrm>
            <a:off x="2683532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m00_10"/>
          <p:cNvSpPr/>
          <p:nvPr/>
        </p:nvSpPr>
        <p:spPr>
          <a:xfrm>
            <a:off x="2831694" y="578102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m01_06"/>
          <p:cNvSpPr/>
          <p:nvPr/>
        </p:nvSpPr>
        <p:spPr>
          <a:xfrm>
            <a:off x="2239043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01_07"/>
          <p:cNvSpPr/>
          <p:nvPr/>
        </p:nvSpPr>
        <p:spPr>
          <a:xfrm>
            <a:off x="2387206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m01_08"/>
          <p:cNvSpPr/>
          <p:nvPr/>
        </p:nvSpPr>
        <p:spPr>
          <a:xfrm>
            <a:off x="2535369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m01_09"/>
          <p:cNvSpPr/>
          <p:nvPr/>
        </p:nvSpPr>
        <p:spPr>
          <a:xfrm>
            <a:off x="2683532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01_10"/>
          <p:cNvSpPr/>
          <p:nvPr/>
        </p:nvSpPr>
        <p:spPr>
          <a:xfrm>
            <a:off x="2831694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m01_11"/>
          <p:cNvSpPr/>
          <p:nvPr/>
        </p:nvSpPr>
        <p:spPr>
          <a:xfrm>
            <a:off x="2979857" y="564734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m02_05"/>
          <p:cNvSpPr/>
          <p:nvPr/>
        </p:nvSpPr>
        <p:spPr>
          <a:xfrm>
            <a:off x="209088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02_06"/>
          <p:cNvSpPr/>
          <p:nvPr/>
        </p:nvSpPr>
        <p:spPr>
          <a:xfrm>
            <a:off x="2239043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m02_07"/>
          <p:cNvSpPr/>
          <p:nvPr/>
        </p:nvSpPr>
        <p:spPr>
          <a:xfrm>
            <a:off x="2387206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m02_08"/>
          <p:cNvSpPr/>
          <p:nvPr/>
        </p:nvSpPr>
        <p:spPr>
          <a:xfrm>
            <a:off x="2535369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02_09"/>
          <p:cNvSpPr/>
          <p:nvPr/>
        </p:nvSpPr>
        <p:spPr>
          <a:xfrm>
            <a:off x="2683532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m02_10"/>
          <p:cNvSpPr/>
          <p:nvPr/>
        </p:nvSpPr>
        <p:spPr>
          <a:xfrm>
            <a:off x="2831694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m02_11"/>
          <p:cNvSpPr/>
          <p:nvPr/>
        </p:nvSpPr>
        <p:spPr>
          <a:xfrm>
            <a:off x="2979857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02_12"/>
          <p:cNvSpPr/>
          <p:nvPr/>
        </p:nvSpPr>
        <p:spPr>
          <a:xfrm>
            <a:off x="3128020" y="551366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03_05"/>
          <p:cNvSpPr/>
          <p:nvPr/>
        </p:nvSpPr>
        <p:spPr>
          <a:xfrm>
            <a:off x="209088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m03_06"/>
          <p:cNvSpPr/>
          <p:nvPr/>
        </p:nvSpPr>
        <p:spPr>
          <a:xfrm>
            <a:off x="2239043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03_07"/>
          <p:cNvSpPr/>
          <p:nvPr/>
        </p:nvSpPr>
        <p:spPr>
          <a:xfrm>
            <a:off x="2387206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m03_08"/>
          <p:cNvSpPr/>
          <p:nvPr/>
        </p:nvSpPr>
        <p:spPr>
          <a:xfrm>
            <a:off x="2535369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m03_09"/>
          <p:cNvSpPr/>
          <p:nvPr/>
        </p:nvSpPr>
        <p:spPr>
          <a:xfrm>
            <a:off x="2683532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03_10"/>
          <p:cNvSpPr/>
          <p:nvPr/>
        </p:nvSpPr>
        <p:spPr>
          <a:xfrm>
            <a:off x="2831694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m03_11"/>
          <p:cNvSpPr/>
          <p:nvPr/>
        </p:nvSpPr>
        <p:spPr>
          <a:xfrm>
            <a:off x="2979857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m03_12"/>
          <p:cNvSpPr/>
          <p:nvPr/>
        </p:nvSpPr>
        <p:spPr>
          <a:xfrm>
            <a:off x="3128020" y="537998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04_05"/>
          <p:cNvSpPr/>
          <p:nvPr/>
        </p:nvSpPr>
        <p:spPr>
          <a:xfrm>
            <a:off x="209088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m04_06"/>
          <p:cNvSpPr/>
          <p:nvPr/>
        </p:nvSpPr>
        <p:spPr>
          <a:xfrm>
            <a:off x="2239043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m04_07"/>
          <p:cNvSpPr/>
          <p:nvPr/>
        </p:nvSpPr>
        <p:spPr>
          <a:xfrm>
            <a:off x="2387206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04_08"/>
          <p:cNvSpPr/>
          <p:nvPr/>
        </p:nvSpPr>
        <p:spPr>
          <a:xfrm>
            <a:off x="2535369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m04_09"/>
          <p:cNvSpPr/>
          <p:nvPr/>
        </p:nvSpPr>
        <p:spPr>
          <a:xfrm>
            <a:off x="2683532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m04_10"/>
          <p:cNvSpPr/>
          <p:nvPr/>
        </p:nvSpPr>
        <p:spPr>
          <a:xfrm>
            <a:off x="2831694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04_11"/>
          <p:cNvSpPr/>
          <p:nvPr/>
        </p:nvSpPr>
        <p:spPr>
          <a:xfrm>
            <a:off x="2979857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m04_12"/>
          <p:cNvSpPr/>
          <p:nvPr/>
        </p:nvSpPr>
        <p:spPr>
          <a:xfrm>
            <a:off x="3128020" y="524630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m05_05"/>
          <p:cNvSpPr/>
          <p:nvPr/>
        </p:nvSpPr>
        <p:spPr>
          <a:xfrm>
            <a:off x="209088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m05_06"/>
          <p:cNvSpPr/>
          <p:nvPr/>
        </p:nvSpPr>
        <p:spPr>
          <a:xfrm>
            <a:off x="2239043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m05_07"/>
          <p:cNvSpPr/>
          <p:nvPr/>
        </p:nvSpPr>
        <p:spPr>
          <a:xfrm>
            <a:off x="2387206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m05_08"/>
          <p:cNvSpPr/>
          <p:nvPr/>
        </p:nvSpPr>
        <p:spPr>
          <a:xfrm>
            <a:off x="2535369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m05_09"/>
          <p:cNvSpPr/>
          <p:nvPr/>
        </p:nvSpPr>
        <p:spPr>
          <a:xfrm>
            <a:off x="2683532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m05_10"/>
          <p:cNvSpPr/>
          <p:nvPr/>
        </p:nvSpPr>
        <p:spPr>
          <a:xfrm>
            <a:off x="2831694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m05_11"/>
          <p:cNvSpPr/>
          <p:nvPr/>
        </p:nvSpPr>
        <p:spPr>
          <a:xfrm>
            <a:off x="2979857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m05_12"/>
          <p:cNvSpPr/>
          <p:nvPr/>
        </p:nvSpPr>
        <p:spPr>
          <a:xfrm>
            <a:off x="3128020" y="511262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m06_05"/>
          <p:cNvSpPr/>
          <p:nvPr/>
        </p:nvSpPr>
        <p:spPr>
          <a:xfrm>
            <a:off x="209088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m06_06"/>
          <p:cNvSpPr/>
          <p:nvPr/>
        </p:nvSpPr>
        <p:spPr>
          <a:xfrm>
            <a:off x="2239043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m06_07"/>
          <p:cNvSpPr/>
          <p:nvPr/>
        </p:nvSpPr>
        <p:spPr>
          <a:xfrm>
            <a:off x="2387206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m06_08"/>
          <p:cNvSpPr/>
          <p:nvPr/>
        </p:nvSpPr>
        <p:spPr>
          <a:xfrm>
            <a:off x="2535369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m06_09"/>
          <p:cNvSpPr/>
          <p:nvPr/>
        </p:nvSpPr>
        <p:spPr>
          <a:xfrm>
            <a:off x="2683532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m06_10"/>
          <p:cNvSpPr/>
          <p:nvPr/>
        </p:nvSpPr>
        <p:spPr>
          <a:xfrm>
            <a:off x="2831694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m06_11"/>
          <p:cNvSpPr/>
          <p:nvPr/>
        </p:nvSpPr>
        <p:spPr>
          <a:xfrm>
            <a:off x="2979857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m06_12"/>
          <p:cNvSpPr/>
          <p:nvPr/>
        </p:nvSpPr>
        <p:spPr>
          <a:xfrm>
            <a:off x="3128020" y="497894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m07_05"/>
          <p:cNvSpPr/>
          <p:nvPr/>
        </p:nvSpPr>
        <p:spPr>
          <a:xfrm>
            <a:off x="209088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m07_06"/>
          <p:cNvSpPr/>
          <p:nvPr/>
        </p:nvSpPr>
        <p:spPr>
          <a:xfrm>
            <a:off x="2239043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m07_07"/>
          <p:cNvSpPr/>
          <p:nvPr/>
        </p:nvSpPr>
        <p:spPr>
          <a:xfrm>
            <a:off x="2387206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m07_08"/>
          <p:cNvSpPr/>
          <p:nvPr/>
        </p:nvSpPr>
        <p:spPr>
          <a:xfrm>
            <a:off x="2535369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m07_09"/>
          <p:cNvSpPr/>
          <p:nvPr/>
        </p:nvSpPr>
        <p:spPr>
          <a:xfrm>
            <a:off x="2683532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m07_10"/>
          <p:cNvSpPr/>
          <p:nvPr/>
        </p:nvSpPr>
        <p:spPr>
          <a:xfrm>
            <a:off x="2831694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m07_11"/>
          <p:cNvSpPr/>
          <p:nvPr/>
        </p:nvSpPr>
        <p:spPr>
          <a:xfrm>
            <a:off x="2979857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m07_12"/>
          <p:cNvSpPr/>
          <p:nvPr/>
        </p:nvSpPr>
        <p:spPr>
          <a:xfrm>
            <a:off x="3128020" y="484526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m08_05"/>
          <p:cNvSpPr/>
          <p:nvPr/>
        </p:nvSpPr>
        <p:spPr>
          <a:xfrm>
            <a:off x="209088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m08_06"/>
          <p:cNvSpPr/>
          <p:nvPr/>
        </p:nvSpPr>
        <p:spPr>
          <a:xfrm>
            <a:off x="2239043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m08_07"/>
          <p:cNvSpPr/>
          <p:nvPr/>
        </p:nvSpPr>
        <p:spPr>
          <a:xfrm>
            <a:off x="2387206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m08_08"/>
          <p:cNvSpPr/>
          <p:nvPr/>
        </p:nvSpPr>
        <p:spPr>
          <a:xfrm>
            <a:off x="2535369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m08_09"/>
          <p:cNvSpPr/>
          <p:nvPr/>
        </p:nvSpPr>
        <p:spPr>
          <a:xfrm>
            <a:off x="2683532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m08_10"/>
          <p:cNvSpPr/>
          <p:nvPr/>
        </p:nvSpPr>
        <p:spPr>
          <a:xfrm>
            <a:off x="2831694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m08_11"/>
          <p:cNvSpPr/>
          <p:nvPr/>
        </p:nvSpPr>
        <p:spPr>
          <a:xfrm>
            <a:off x="2979857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m08_12"/>
          <p:cNvSpPr/>
          <p:nvPr/>
        </p:nvSpPr>
        <p:spPr>
          <a:xfrm>
            <a:off x="3128020" y="471158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m09_05"/>
          <p:cNvSpPr/>
          <p:nvPr/>
        </p:nvSpPr>
        <p:spPr>
          <a:xfrm>
            <a:off x="209088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m09_06"/>
          <p:cNvSpPr/>
          <p:nvPr/>
        </p:nvSpPr>
        <p:spPr>
          <a:xfrm>
            <a:off x="2239043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m09_07"/>
          <p:cNvSpPr/>
          <p:nvPr/>
        </p:nvSpPr>
        <p:spPr>
          <a:xfrm>
            <a:off x="2387206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m09_08"/>
          <p:cNvSpPr/>
          <p:nvPr/>
        </p:nvSpPr>
        <p:spPr>
          <a:xfrm>
            <a:off x="2535369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m09_09"/>
          <p:cNvSpPr/>
          <p:nvPr/>
        </p:nvSpPr>
        <p:spPr>
          <a:xfrm>
            <a:off x="2683532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m09_10"/>
          <p:cNvSpPr/>
          <p:nvPr/>
        </p:nvSpPr>
        <p:spPr>
          <a:xfrm>
            <a:off x="2831694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m09_11"/>
          <p:cNvSpPr/>
          <p:nvPr/>
        </p:nvSpPr>
        <p:spPr>
          <a:xfrm>
            <a:off x="2979857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m09_12"/>
          <p:cNvSpPr/>
          <p:nvPr/>
        </p:nvSpPr>
        <p:spPr>
          <a:xfrm>
            <a:off x="3128020" y="457790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m10_06"/>
          <p:cNvSpPr/>
          <p:nvPr/>
        </p:nvSpPr>
        <p:spPr>
          <a:xfrm>
            <a:off x="2239043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m10_07"/>
          <p:cNvSpPr/>
          <p:nvPr/>
        </p:nvSpPr>
        <p:spPr>
          <a:xfrm>
            <a:off x="2387206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m10_08"/>
          <p:cNvSpPr/>
          <p:nvPr/>
        </p:nvSpPr>
        <p:spPr>
          <a:xfrm>
            <a:off x="2535369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m10_09"/>
          <p:cNvSpPr/>
          <p:nvPr/>
        </p:nvSpPr>
        <p:spPr>
          <a:xfrm>
            <a:off x="2683532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m10_10"/>
          <p:cNvSpPr/>
          <p:nvPr/>
        </p:nvSpPr>
        <p:spPr>
          <a:xfrm>
            <a:off x="2831694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m10_11"/>
          <p:cNvSpPr/>
          <p:nvPr/>
        </p:nvSpPr>
        <p:spPr>
          <a:xfrm>
            <a:off x="2979857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m10_12"/>
          <p:cNvSpPr/>
          <p:nvPr/>
        </p:nvSpPr>
        <p:spPr>
          <a:xfrm>
            <a:off x="3128020" y="444422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m11_06"/>
          <p:cNvSpPr/>
          <p:nvPr/>
        </p:nvSpPr>
        <p:spPr>
          <a:xfrm>
            <a:off x="2239043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m11_07"/>
          <p:cNvSpPr/>
          <p:nvPr/>
        </p:nvSpPr>
        <p:spPr>
          <a:xfrm>
            <a:off x="2387206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m11_08"/>
          <p:cNvSpPr/>
          <p:nvPr/>
        </p:nvSpPr>
        <p:spPr>
          <a:xfrm>
            <a:off x="2535369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m11_09"/>
          <p:cNvSpPr/>
          <p:nvPr/>
        </p:nvSpPr>
        <p:spPr>
          <a:xfrm>
            <a:off x="2683532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m11_10"/>
          <p:cNvSpPr/>
          <p:nvPr/>
        </p:nvSpPr>
        <p:spPr>
          <a:xfrm>
            <a:off x="2831694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m11_11"/>
          <p:cNvSpPr/>
          <p:nvPr/>
        </p:nvSpPr>
        <p:spPr>
          <a:xfrm>
            <a:off x="2979857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m11_12"/>
          <p:cNvSpPr/>
          <p:nvPr/>
        </p:nvSpPr>
        <p:spPr>
          <a:xfrm>
            <a:off x="3128020" y="431053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m12_06"/>
          <p:cNvSpPr/>
          <p:nvPr/>
        </p:nvSpPr>
        <p:spPr>
          <a:xfrm>
            <a:off x="2239043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m12_07"/>
          <p:cNvSpPr/>
          <p:nvPr/>
        </p:nvSpPr>
        <p:spPr>
          <a:xfrm>
            <a:off x="2387206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m12_08"/>
          <p:cNvSpPr/>
          <p:nvPr/>
        </p:nvSpPr>
        <p:spPr>
          <a:xfrm>
            <a:off x="2535369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m12_09"/>
          <p:cNvSpPr/>
          <p:nvPr/>
        </p:nvSpPr>
        <p:spPr>
          <a:xfrm>
            <a:off x="2683532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m12_10"/>
          <p:cNvSpPr/>
          <p:nvPr/>
        </p:nvSpPr>
        <p:spPr>
          <a:xfrm>
            <a:off x="2831694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m12_11"/>
          <p:cNvSpPr/>
          <p:nvPr/>
        </p:nvSpPr>
        <p:spPr>
          <a:xfrm>
            <a:off x="2979857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m12_12"/>
          <p:cNvSpPr/>
          <p:nvPr/>
        </p:nvSpPr>
        <p:spPr>
          <a:xfrm>
            <a:off x="3128020" y="417685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m13_06"/>
          <p:cNvSpPr/>
          <p:nvPr/>
        </p:nvSpPr>
        <p:spPr>
          <a:xfrm>
            <a:off x="2239043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m13_07"/>
          <p:cNvSpPr/>
          <p:nvPr/>
        </p:nvSpPr>
        <p:spPr>
          <a:xfrm>
            <a:off x="2387206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m13_08"/>
          <p:cNvSpPr/>
          <p:nvPr/>
        </p:nvSpPr>
        <p:spPr>
          <a:xfrm>
            <a:off x="2535369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m13_09"/>
          <p:cNvSpPr/>
          <p:nvPr/>
        </p:nvSpPr>
        <p:spPr>
          <a:xfrm>
            <a:off x="2683532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m13_10"/>
          <p:cNvSpPr/>
          <p:nvPr/>
        </p:nvSpPr>
        <p:spPr>
          <a:xfrm>
            <a:off x="2831694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m13_11"/>
          <p:cNvSpPr/>
          <p:nvPr/>
        </p:nvSpPr>
        <p:spPr>
          <a:xfrm>
            <a:off x="2979857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m13_12"/>
          <p:cNvSpPr/>
          <p:nvPr/>
        </p:nvSpPr>
        <p:spPr>
          <a:xfrm>
            <a:off x="3128020" y="404317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m14_06"/>
          <p:cNvSpPr/>
          <p:nvPr/>
        </p:nvSpPr>
        <p:spPr>
          <a:xfrm>
            <a:off x="2239043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m14_07"/>
          <p:cNvSpPr/>
          <p:nvPr/>
        </p:nvSpPr>
        <p:spPr>
          <a:xfrm>
            <a:off x="2387206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m14_08"/>
          <p:cNvSpPr/>
          <p:nvPr/>
        </p:nvSpPr>
        <p:spPr>
          <a:xfrm>
            <a:off x="2535369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m14_09"/>
          <p:cNvSpPr/>
          <p:nvPr/>
        </p:nvSpPr>
        <p:spPr>
          <a:xfrm>
            <a:off x="2683532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m14_10"/>
          <p:cNvSpPr/>
          <p:nvPr/>
        </p:nvSpPr>
        <p:spPr>
          <a:xfrm>
            <a:off x="2831694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m14_11"/>
          <p:cNvSpPr/>
          <p:nvPr/>
        </p:nvSpPr>
        <p:spPr>
          <a:xfrm>
            <a:off x="2979857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m14_12"/>
          <p:cNvSpPr/>
          <p:nvPr/>
        </p:nvSpPr>
        <p:spPr>
          <a:xfrm>
            <a:off x="3128020" y="390949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m15_07"/>
          <p:cNvSpPr/>
          <p:nvPr/>
        </p:nvSpPr>
        <p:spPr>
          <a:xfrm>
            <a:off x="2387206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m15_08"/>
          <p:cNvSpPr/>
          <p:nvPr/>
        </p:nvSpPr>
        <p:spPr>
          <a:xfrm>
            <a:off x="2535369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m15_09"/>
          <p:cNvSpPr/>
          <p:nvPr/>
        </p:nvSpPr>
        <p:spPr>
          <a:xfrm>
            <a:off x="2683532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m15_10"/>
          <p:cNvSpPr/>
          <p:nvPr/>
        </p:nvSpPr>
        <p:spPr>
          <a:xfrm>
            <a:off x="2831694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m15_11"/>
          <p:cNvSpPr/>
          <p:nvPr/>
        </p:nvSpPr>
        <p:spPr>
          <a:xfrm>
            <a:off x="2979857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m15_12"/>
          <p:cNvSpPr/>
          <p:nvPr/>
        </p:nvSpPr>
        <p:spPr>
          <a:xfrm>
            <a:off x="3128020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m15_13"/>
          <p:cNvSpPr/>
          <p:nvPr/>
        </p:nvSpPr>
        <p:spPr>
          <a:xfrm>
            <a:off x="3276183" y="377581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m16_07"/>
          <p:cNvSpPr/>
          <p:nvPr/>
        </p:nvSpPr>
        <p:spPr>
          <a:xfrm>
            <a:off x="2387206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m16_08"/>
          <p:cNvSpPr/>
          <p:nvPr/>
        </p:nvSpPr>
        <p:spPr>
          <a:xfrm>
            <a:off x="2535369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m16_09"/>
          <p:cNvSpPr/>
          <p:nvPr/>
        </p:nvSpPr>
        <p:spPr>
          <a:xfrm>
            <a:off x="2683532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m16_10"/>
          <p:cNvSpPr/>
          <p:nvPr/>
        </p:nvSpPr>
        <p:spPr>
          <a:xfrm>
            <a:off x="2831694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m16_11"/>
          <p:cNvSpPr/>
          <p:nvPr/>
        </p:nvSpPr>
        <p:spPr>
          <a:xfrm>
            <a:off x="2979857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m16_12"/>
          <p:cNvSpPr/>
          <p:nvPr/>
        </p:nvSpPr>
        <p:spPr>
          <a:xfrm>
            <a:off x="3128020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m16_13"/>
          <p:cNvSpPr/>
          <p:nvPr/>
        </p:nvSpPr>
        <p:spPr>
          <a:xfrm>
            <a:off x="3276183" y="364213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m17_07"/>
          <p:cNvSpPr/>
          <p:nvPr/>
        </p:nvSpPr>
        <p:spPr>
          <a:xfrm>
            <a:off x="2387206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m17_08"/>
          <p:cNvSpPr/>
          <p:nvPr/>
        </p:nvSpPr>
        <p:spPr>
          <a:xfrm>
            <a:off x="2535369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m17_09"/>
          <p:cNvSpPr/>
          <p:nvPr/>
        </p:nvSpPr>
        <p:spPr>
          <a:xfrm>
            <a:off x="2683532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m17_10"/>
          <p:cNvSpPr/>
          <p:nvPr/>
        </p:nvSpPr>
        <p:spPr>
          <a:xfrm>
            <a:off x="2831694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m17_11"/>
          <p:cNvSpPr/>
          <p:nvPr/>
        </p:nvSpPr>
        <p:spPr>
          <a:xfrm>
            <a:off x="2979857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m17_12"/>
          <p:cNvSpPr/>
          <p:nvPr/>
        </p:nvSpPr>
        <p:spPr>
          <a:xfrm>
            <a:off x="3128020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m17_13"/>
          <p:cNvSpPr/>
          <p:nvPr/>
        </p:nvSpPr>
        <p:spPr>
          <a:xfrm>
            <a:off x="3276183" y="350845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m18_06"/>
          <p:cNvSpPr/>
          <p:nvPr/>
        </p:nvSpPr>
        <p:spPr>
          <a:xfrm>
            <a:off x="223904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m18_07"/>
          <p:cNvSpPr/>
          <p:nvPr/>
        </p:nvSpPr>
        <p:spPr>
          <a:xfrm>
            <a:off x="2387206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m18_08"/>
          <p:cNvSpPr/>
          <p:nvPr/>
        </p:nvSpPr>
        <p:spPr>
          <a:xfrm>
            <a:off x="2535369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m18_09"/>
          <p:cNvSpPr/>
          <p:nvPr/>
        </p:nvSpPr>
        <p:spPr>
          <a:xfrm>
            <a:off x="2683532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m18_10"/>
          <p:cNvSpPr/>
          <p:nvPr/>
        </p:nvSpPr>
        <p:spPr>
          <a:xfrm>
            <a:off x="2831694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m18_11"/>
          <p:cNvSpPr/>
          <p:nvPr/>
        </p:nvSpPr>
        <p:spPr>
          <a:xfrm>
            <a:off x="2979857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m18_12"/>
          <p:cNvSpPr/>
          <p:nvPr/>
        </p:nvSpPr>
        <p:spPr>
          <a:xfrm>
            <a:off x="3128020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m18_13"/>
          <p:cNvSpPr/>
          <p:nvPr/>
        </p:nvSpPr>
        <p:spPr>
          <a:xfrm>
            <a:off x="3276183" y="337477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m19_06"/>
          <p:cNvSpPr/>
          <p:nvPr/>
        </p:nvSpPr>
        <p:spPr>
          <a:xfrm>
            <a:off x="223904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m19_07"/>
          <p:cNvSpPr/>
          <p:nvPr/>
        </p:nvSpPr>
        <p:spPr>
          <a:xfrm>
            <a:off x="2387206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m19_08"/>
          <p:cNvSpPr/>
          <p:nvPr/>
        </p:nvSpPr>
        <p:spPr>
          <a:xfrm>
            <a:off x="2535369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m19_09"/>
          <p:cNvSpPr/>
          <p:nvPr/>
        </p:nvSpPr>
        <p:spPr>
          <a:xfrm>
            <a:off x="2683532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m19_10"/>
          <p:cNvSpPr/>
          <p:nvPr/>
        </p:nvSpPr>
        <p:spPr>
          <a:xfrm>
            <a:off x="2831694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m19_11"/>
          <p:cNvSpPr/>
          <p:nvPr/>
        </p:nvSpPr>
        <p:spPr>
          <a:xfrm>
            <a:off x="2979857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m19_12"/>
          <p:cNvSpPr/>
          <p:nvPr/>
        </p:nvSpPr>
        <p:spPr>
          <a:xfrm>
            <a:off x="3128020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m19_13"/>
          <p:cNvSpPr/>
          <p:nvPr/>
        </p:nvSpPr>
        <p:spPr>
          <a:xfrm>
            <a:off x="3276183" y="324109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m20_06"/>
          <p:cNvSpPr/>
          <p:nvPr/>
        </p:nvSpPr>
        <p:spPr>
          <a:xfrm>
            <a:off x="223904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m20_07"/>
          <p:cNvSpPr/>
          <p:nvPr/>
        </p:nvSpPr>
        <p:spPr>
          <a:xfrm>
            <a:off x="2387206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m20_08"/>
          <p:cNvSpPr/>
          <p:nvPr/>
        </p:nvSpPr>
        <p:spPr>
          <a:xfrm>
            <a:off x="2535369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m20_09"/>
          <p:cNvSpPr/>
          <p:nvPr/>
        </p:nvSpPr>
        <p:spPr>
          <a:xfrm>
            <a:off x="2683532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m20_10"/>
          <p:cNvSpPr/>
          <p:nvPr/>
        </p:nvSpPr>
        <p:spPr>
          <a:xfrm>
            <a:off x="2831694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m20_11"/>
          <p:cNvSpPr/>
          <p:nvPr/>
        </p:nvSpPr>
        <p:spPr>
          <a:xfrm>
            <a:off x="2979857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m20_12"/>
          <p:cNvSpPr/>
          <p:nvPr/>
        </p:nvSpPr>
        <p:spPr>
          <a:xfrm>
            <a:off x="3128020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m20_13"/>
          <p:cNvSpPr/>
          <p:nvPr/>
        </p:nvSpPr>
        <p:spPr>
          <a:xfrm>
            <a:off x="3276183" y="310741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m21_05"/>
          <p:cNvSpPr/>
          <p:nvPr/>
        </p:nvSpPr>
        <p:spPr>
          <a:xfrm>
            <a:off x="209088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m21_06"/>
          <p:cNvSpPr/>
          <p:nvPr/>
        </p:nvSpPr>
        <p:spPr>
          <a:xfrm>
            <a:off x="223904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m21_07"/>
          <p:cNvSpPr/>
          <p:nvPr/>
        </p:nvSpPr>
        <p:spPr>
          <a:xfrm>
            <a:off x="2387206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m21_08"/>
          <p:cNvSpPr/>
          <p:nvPr/>
        </p:nvSpPr>
        <p:spPr>
          <a:xfrm>
            <a:off x="2535369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m21_09"/>
          <p:cNvSpPr/>
          <p:nvPr/>
        </p:nvSpPr>
        <p:spPr>
          <a:xfrm>
            <a:off x="2683532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m21_10"/>
          <p:cNvSpPr/>
          <p:nvPr/>
        </p:nvSpPr>
        <p:spPr>
          <a:xfrm>
            <a:off x="2831694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m21_11"/>
          <p:cNvSpPr/>
          <p:nvPr/>
        </p:nvSpPr>
        <p:spPr>
          <a:xfrm>
            <a:off x="2979857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m21_12"/>
          <p:cNvSpPr/>
          <p:nvPr/>
        </p:nvSpPr>
        <p:spPr>
          <a:xfrm>
            <a:off x="3128020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m21_13"/>
          <p:cNvSpPr/>
          <p:nvPr/>
        </p:nvSpPr>
        <p:spPr>
          <a:xfrm>
            <a:off x="3276183" y="297373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m22_05"/>
          <p:cNvSpPr/>
          <p:nvPr/>
        </p:nvSpPr>
        <p:spPr>
          <a:xfrm>
            <a:off x="209088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m22_06"/>
          <p:cNvSpPr/>
          <p:nvPr/>
        </p:nvSpPr>
        <p:spPr>
          <a:xfrm>
            <a:off x="223904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m22_07"/>
          <p:cNvSpPr/>
          <p:nvPr/>
        </p:nvSpPr>
        <p:spPr>
          <a:xfrm>
            <a:off x="2387206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m22_08"/>
          <p:cNvSpPr/>
          <p:nvPr/>
        </p:nvSpPr>
        <p:spPr>
          <a:xfrm>
            <a:off x="2535369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m22_09"/>
          <p:cNvSpPr/>
          <p:nvPr/>
        </p:nvSpPr>
        <p:spPr>
          <a:xfrm>
            <a:off x="2683532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m22_10"/>
          <p:cNvSpPr/>
          <p:nvPr/>
        </p:nvSpPr>
        <p:spPr>
          <a:xfrm>
            <a:off x="2831694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m22_11"/>
          <p:cNvSpPr/>
          <p:nvPr/>
        </p:nvSpPr>
        <p:spPr>
          <a:xfrm>
            <a:off x="2979857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m22_12"/>
          <p:cNvSpPr/>
          <p:nvPr/>
        </p:nvSpPr>
        <p:spPr>
          <a:xfrm>
            <a:off x="3128020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m22_13"/>
          <p:cNvSpPr/>
          <p:nvPr/>
        </p:nvSpPr>
        <p:spPr>
          <a:xfrm>
            <a:off x="3276183" y="284005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m23_04"/>
          <p:cNvSpPr/>
          <p:nvPr/>
        </p:nvSpPr>
        <p:spPr>
          <a:xfrm>
            <a:off x="194271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m23_05"/>
          <p:cNvSpPr/>
          <p:nvPr/>
        </p:nvSpPr>
        <p:spPr>
          <a:xfrm>
            <a:off x="209088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m23_06"/>
          <p:cNvSpPr/>
          <p:nvPr/>
        </p:nvSpPr>
        <p:spPr>
          <a:xfrm>
            <a:off x="223904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m23_07"/>
          <p:cNvSpPr/>
          <p:nvPr/>
        </p:nvSpPr>
        <p:spPr>
          <a:xfrm>
            <a:off x="238720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m23_08"/>
          <p:cNvSpPr/>
          <p:nvPr/>
        </p:nvSpPr>
        <p:spPr>
          <a:xfrm>
            <a:off x="2535369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m23_09"/>
          <p:cNvSpPr/>
          <p:nvPr/>
        </p:nvSpPr>
        <p:spPr>
          <a:xfrm>
            <a:off x="2683532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m23_10"/>
          <p:cNvSpPr/>
          <p:nvPr/>
        </p:nvSpPr>
        <p:spPr>
          <a:xfrm>
            <a:off x="2831694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m23_11"/>
          <p:cNvSpPr/>
          <p:nvPr/>
        </p:nvSpPr>
        <p:spPr>
          <a:xfrm>
            <a:off x="2979857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m23_12"/>
          <p:cNvSpPr/>
          <p:nvPr/>
        </p:nvSpPr>
        <p:spPr>
          <a:xfrm>
            <a:off x="3128020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m23_13"/>
          <p:cNvSpPr/>
          <p:nvPr/>
        </p:nvSpPr>
        <p:spPr>
          <a:xfrm>
            <a:off x="3276183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m23_14"/>
          <p:cNvSpPr/>
          <p:nvPr/>
        </p:nvSpPr>
        <p:spPr>
          <a:xfrm>
            <a:off x="3424346" y="270636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m24_04"/>
          <p:cNvSpPr/>
          <p:nvPr/>
        </p:nvSpPr>
        <p:spPr>
          <a:xfrm>
            <a:off x="194271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m24_05"/>
          <p:cNvSpPr/>
          <p:nvPr/>
        </p:nvSpPr>
        <p:spPr>
          <a:xfrm>
            <a:off x="209088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m24_06"/>
          <p:cNvSpPr/>
          <p:nvPr/>
        </p:nvSpPr>
        <p:spPr>
          <a:xfrm>
            <a:off x="223904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m24_07"/>
          <p:cNvSpPr/>
          <p:nvPr/>
        </p:nvSpPr>
        <p:spPr>
          <a:xfrm>
            <a:off x="238720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m24_08"/>
          <p:cNvSpPr/>
          <p:nvPr/>
        </p:nvSpPr>
        <p:spPr>
          <a:xfrm>
            <a:off x="2535369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m24_09"/>
          <p:cNvSpPr/>
          <p:nvPr/>
        </p:nvSpPr>
        <p:spPr>
          <a:xfrm>
            <a:off x="2683532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m24_10"/>
          <p:cNvSpPr/>
          <p:nvPr/>
        </p:nvSpPr>
        <p:spPr>
          <a:xfrm>
            <a:off x="2831694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m24_11"/>
          <p:cNvSpPr/>
          <p:nvPr/>
        </p:nvSpPr>
        <p:spPr>
          <a:xfrm>
            <a:off x="2979857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m24_12"/>
          <p:cNvSpPr/>
          <p:nvPr/>
        </p:nvSpPr>
        <p:spPr>
          <a:xfrm>
            <a:off x="3128020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m24_13"/>
          <p:cNvSpPr/>
          <p:nvPr/>
        </p:nvSpPr>
        <p:spPr>
          <a:xfrm>
            <a:off x="3276183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m24_14"/>
          <p:cNvSpPr/>
          <p:nvPr/>
        </p:nvSpPr>
        <p:spPr>
          <a:xfrm>
            <a:off x="3424346" y="257268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m25_04"/>
          <p:cNvSpPr/>
          <p:nvPr/>
        </p:nvSpPr>
        <p:spPr>
          <a:xfrm>
            <a:off x="194271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m25_05"/>
          <p:cNvSpPr/>
          <p:nvPr/>
        </p:nvSpPr>
        <p:spPr>
          <a:xfrm>
            <a:off x="209088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m25_06"/>
          <p:cNvSpPr/>
          <p:nvPr/>
        </p:nvSpPr>
        <p:spPr>
          <a:xfrm>
            <a:off x="223904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m25_07"/>
          <p:cNvSpPr/>
          <p:nvPr/>
        </p:nvSpPr>
        <p:spPr>
          <a:xfrm>
            <a:off x="238720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m25_08"/>
          <p:cNvSpPr/>
          <p:nvPr/>
        </p:nvSpPr>
        <p:spPr>
          <a:xfrm>
            <a:off x="2535369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m25_09"/>
          <p:cNvSpPr/>
          <p:nvPr/>
        </p:nvSpPr>
        <p:spPr>
          <a:xfrm>
            <a:off x="2683532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m25_10"/>
          <p:cNvSpPr/>
          <p:nvPr/>
        </p:nvSpPr>
        <p:spPr>
          <a:xfrm>
            <a:off x="2831694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m25_11"/>
          <p:cNvSpPr/>
          <p:nvPr/>
        </p:nvSpPr>
        <p:spPr>
          <a:xfrm>
            <a:off x="2979857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m25_12"/>
          <p:cNvSpPr/>
          <p:nvPr/>
        </p:nvSpPr>
        <p:spPr>
          <a:xfrm>
            <a:off x="3128020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m25_13"/>
          <p:cNvSpPr/>
          <p:nvPr/>
        </p:nvSpPr>
        <p:spPr>
          <a:xfrm>
            <a:off x="3276183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m25_14"/>
          <p:cNvSpPr/>
          <p:nvPr/>
        </p:nvSpPr>
        <p:spPr>
          <a:xfrm>
            <a:off x="3424346" y="243900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m26_03"/>
          <p:cNvSpPr/>
          <p:nvPr/>
        </p:nvSpPr>
        <p:spPr>
          <a:xfrm>
            <a:off x="179455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m26_04"/>
          <p:cNvSpPr/>
          <p:nvPr/>
        </p:nvSpPr>
        <p:spPr>
          <a:xfrm>
            <a:off x="194271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m26_05"/>
          <p:cNvSpPr/>
          <p:nvPr/>
        </p:nvSpPr>
        <p:spPr>
          <a:xfrm>
            <a:off x="209088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m26_06"/>
          <p:cNvSpPr/>
          <p:nvPr/>
        </p:nvSpPr>
        <p:spPr>
          <a:xfrm>
            <a:off x="223904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m26_07"/>
          <p:cNvSpPr/>
          <p:nvPr/>
        </p:nvSpPr>
        <p:spPr>
          <a:xfrm>
            <a:off x="238720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m26_08"/>
          <p:cNvSpPr/>
          <p:nvPr/>
        </p:nvSpPr>
        <p:spPr>
          <a:xfrm>
            <a:off x="2535369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m26_09"/>
          <p:cNvSpPr/>
          <p:nvPr/>
        </p:nvSpPr>
        <p:spPr>
          <a:xfrm>
            <a:off x="2683532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m26_10"/>
          <p:cNvSpPr/>
          <p:nvPr/>
        </p:nvSpPr>
        <p:spPr>
          <a:xfrm>
            <a:off x="2831694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m26_11"/>
          <p:cNvSpPr/>
          <p:nvPr/>
        </p:nvSpPr>
        <p:spPr>
          <a:xfrm>
            <a:off x="2979857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m26_12"/>
          <p:cNvSpPr/>
          <p:nvPr/>
        </p:nvSpPr>
        <p:spPr>
          <a:xfrm>
            <a:off x="3128020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m26_13"/>
          <p:cNvSpPr/>
          <p:nvPr/>
        </p:nvSpPr>
        <p:spPr>
          <a:xfrm>
            <a:off x="3276183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m26_14"/>
          <p:cNvSpPr/>
          <p:nvPr/>
        </p:nvSpPr>
        <p:spPr>
          <a:xfrm>
            <a:off x="3424346" y="2305326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m27_03"/>
          <p:cNvSpPr/>
          <p:nvPr/>
        </p:nvSpPr>
        <p:spPr>
          <a:xfrm>
            <a:off x="179455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m27_04"/>
          <p:cNvSpPr/>
          <p:nvPr/>
        </p:nvSpPr>
        <p:spPr>
          <a:xfrm>
            <a:off x="194271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m27_05"/>
          <p:cNvSpPr/>
          <p:nvPr/>
        </p:nvSpPr>
        <p:spPr>
          <a:xfrm>
            <a:off x="209088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m27_06"/>
          <p:cNvSpPr/>
          <p:nvPr/>
        </p:nvSpPr>
        <p:spPr>
          <a:xfrm>
            <a:off x="223904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m27_07"/>
          <p:cNvSpPr/>
          <p:nvPr/>
        </p:nvSpPr>
        <p:spPr>
          <a:xfrm>
            <a:off x="238720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m27_08"/>
          <p:cNvSpPr/>
          <p:nvPr/>
        </p:nvSpPr>
        <p:spPr>
          <a:xfrm>
            <a:off x="2535369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m27_09"/>
          <p:cNvSpPr/>
          <p:nvPr/>
        </p:nvSpPr>
        <p:spPr>
          <a:xfrm>
            <a:off x="2683532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m27_10"/>
          <p:cNvSpPr/>
          <p:nvPr/>
        </p:nvSpPr>
        <p:spPr>
          <a:xfrm>
            <a:off x="2831694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m27_11"/>
          <p:cNvSpPr/>
          <p:nvPr/>
        </p:nvSpPr>
        <p:spPr>
          <a:xfrm>
            <a:off x="2979857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m27_12"/>
          <p:cNvSpPr/>
          <p:nvPr/>
        </p:nvSpPr>
        <p:spPr>
          <a:xfrm>
            <a:off x="3128020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m27_13"/>
          <p:cNvSpPr/>
          <p:nvPr/>
        </p:nvSpPr>
        <p:spPr>
          <a:xfrm>
            <a:off x="3276183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m27_14"/>
          <p:cNvSpPr/>
          <p:nvPr/>
        </p:nvSpPr>
        <p:spPr>
          <a:xfrm>
            <a:off x="3424346" y="2171645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m28_03"/>
          <p:cNvSpPr/>
          <p:nvPr/>
        </p:nvSpPr>
        <p:spPr>
          <a:xfrm>
            <a:off x="179455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m28_04"/>
          <p:cNvSpPr/>
          <p:nvPr/>
        </p:nvSpPr>
        <p:spPr>
          <a:xfrm>
            <a:off x="194271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m28_05"/>
          <p:cNvSpPr/>
          <p:nvPr/>
        </p:nvSpPr>
        <p:spPr>
          <a:xfrm>
            <a:off x="209088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m28_06"/>
          <p:cNvSpPr/>
          <p:nvPr/>
        </p:nvSpPr>
        <p:spPr>
          <a:xfrm>
            <a:off x="223904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m28_07"/>
          <p:cNvSpPr/>
          <p:nvPr/>
        </p:nvSpPr>
        <p:spPr>
          <a:xfrm>
            <a:off x="238720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m28_08"/>
          <p:cNvSpPr/>
          <p:nvPr/>
        </p:nvSpPr>
        <p:spPr>
          <a:xfrm>
            <a:off x="2535369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m28_09"/>
          <p:cNvSpPr/>
          <p:nvPr/>
        </p:nvSpPr>
        <p:spPr>
          <a:xfrm>
            <a:off x="2683532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m28_10"/>
          <p:cNvSpPr/>
          <p:nvPr/>
        </p:nvSpPr>
        <p:spPr>
          <a:xfrm>
            <a:off x="2831694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m28_11"/>
          <p:cNvSpPr/>
          <p:nvPr/>
        </p:nvSpPr>
        <p:spPr>
          <a:xfrm>
            <a:off x="2979857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m28_12"/>
          <p:cNvSpPr/>
          <p:nvPr/>
        </p:nvSpPr>
        <p:spPr>
          <a:xfrm>
            <a:off x="3128020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m28_13"/>
          <p:cNvSpPr/>
          <p:nvPr/>
        </p:nvSpPr>
        <p:spPr>
          <a:xfrm>
            <a:off x="3276183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m28_14"/>
          <p:cNvSpPr/>
          <p:nvPr/>
        </p:nvSpPr>
        <p:spPr>
          <a:xfrm>
            <a:off x="3424346" y="2037964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m29_03"/>
          <p:cNvSpPr/>
          <p:nvPr/>
        </p:nvSpPr>
        <p:spPr>
          <a:xfrm>
            <a:off x="179455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m29_04"/>
          <p:cNvSpPr/>
          <p:nvPr/>
        </p:nvSpPr>
        <p:spPr>
          <a:xfrm>
            <a:off x="194271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m29_05"/>
          <p:cNvSpPr/>
          <p:nvPr/>
        </p:nvSpPr>
        <p:spPr>
          <a:xfrm>
            <a:off x="209088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m29_06"/>
          <p:cNvSpPr/>
          <p:nvPr/>
        </p:nvSpPr>
        <p:spPr>
          <a:xfrm>
            <a:off x="223904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m29_07"/>
          <p:cNvSpPr/>
          <p:nvPr/>
        </p:nvSpPr>
        <p:spPr>
          <a:xfrm>
            <a:off x="2387206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m29_08"/>
          <p:cNvSpPr/>
          <p:nvPr/>
        </p:nvSpPr>
        <p:spPr>
          <a:xfrm>
            <a:off x="2535369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m29_09"/>
          <p:cNvSpPr/>
          <p:nvPr/>
        </p:nvSpPr>
        <p:spPr>
          <a:xfrm>
            <a:off x="2683532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m29_10"/>
          <p:cNvSpPr/>
          <p:nvPr/>
        </p:nvSpPr>
        <p:spPr>
          <a:xfrm>
            <a:off x="2831694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m29_11"/>
          <p:cNvSpPr/>
          <p:nvPr/>
        </p:nvSpPr>
        <p:spPr>
          <a:xfrm>
            <a:off x="2979857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m29_12"/>
          <p:cNvSpPr/>
          <p:nvPr/>
        </p:nvSpPr>
        <p:spPr>
          <a:xfrm>
            <a:off x="3128020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m29_13"/>
          <p:cNvSpPr/>
          <p:nvPr/>
        </p:nvSpPr>
        <p:spPr>
          <a:xfrm>
            <a:off x="3276183" y="190428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m30_03"/>
          <p:cNvSpPr/>
          <p:nvPr/>
        </p:nvSpPr>
        <p:spPr>
          <a:xfrm>
            <a:off x="179455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m30_04"/>
          <p:cNvSpPr/>
          <p:nvPr/>
        </p:nvSpPr>
        <p:spPr>
          <a:xfrm>
            <a:off x="194271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m30_05"/>
          <p:cNvSpPr/>
          <p:nvPr/>
        </p:nvSpPr>
        <p:spPr>
          <a:xfrm>
            <a:off x="209088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m30_06"/>
          <p:cNvSpPr/>
          <p:nvPr/>
        </p:nvSpPr>
        <p:spPr>
          <a:xfrm>
            <a:off x="223904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m30_07"/>
          <p:cNvSpPr/>
          <p:nvPr/>
        </p:nvSpPr>
        <p:spPr>
          <a:xfrm>
            <a:off x="2387206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m30_08"/>
          <p:cNvSpPr/>
          <p:nvPr/>
        </p:nvSpPr>
        <p:spPr>
          <a:xfrm>
            <a:off x="2535369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m30_09"/>
          <p:cNvSpPr/>
          <p:nvPr/>
        </p:nvSpPr>
        <p:spPr>
          <a:xfrm>
            <a:off x="2683532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m30_10"/>
          <p:cNvSpPr/>
          <p:nvPr/>
        </p:nvSpPr>
        <p:spPr>
          <a:xfrm>
            <a:off x="2831694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m30_11"/>
          <p:cNvSpPr/>
          <p:nvPr/>
        </p:nvSpPr>
        <p:spPr>
          <a:xfrm>
            <a:off x="2979857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m30_12"/>
          <p:cNvSpPr/>
          <p:nvPr/>
        </p:nvSpPr>
        <p:spPr>
          <a:xfrm>
            <a:off x="3128020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m30_13"/>
          <p:cNvSpPr/>
          <p:nvPr/>
        </p:nvSpPr>
        <p:spPr>
          <a:xfrm>
            <a:off x="3276183" y="1770603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m31_03"/>
          <p:cNvSpPr/>
          <p:nvPr/>
        </p:nvSpPr>
        <p:spPr>
          <a:xfrm>
            <a:off x="179455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m31_04"/>
          <p:cNvSpPr/>
          <p:nvPr/>
        </p:nvSpPr>
        <p:spPr>
          <a:xfrm>
            <a:off x="194271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m31_05"/>
          <p:cNvSpPr/>
          <p:nvPr/>
        </p:nvSpPr>
        <p:spPr>
          <a:xfrm>
            <a:off x="209088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m31_06"/>
          <p:cNvSpPr/>
          <p:nvPr/>
        </p:nvSpPr>
        <p:spPr>
          <a:xfrm>
            <a:off x="223904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m31_07"/>
          <p:cNvSpPr/>
          <p:nvPr/>
        </p:nvSpPr>
        <p:spPr>
          <a:xfrm>
            <a:off x="2387206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m31_08"/>
          <p:cNvSpPr/>
          <p:nvPr/>
        </p:nvSpPr>
        <p:spPr>
          <a:xfrm>
            <a:off x="2535369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m31_09"/>
          <p:cNvSpPr/>
          <p:nvPr/>
        </p:nvSpPr>
        <p:spPr>
          <a:xfrm>
            <a:off x="2683532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m31_10"/>
          <p:cNvSpPr/>
          <p:nvPr/>
        </p:nvSpPr>
        <p:spPr>
          <a:xfrm>
            <a:off x="2831694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m31_11"/>
          <p:cNvSpPr/>
          <p:nvPr/>
        </p:nvSpPr>
        <p:spPr>
          <a:xfrm>
            <a:off x="2979857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m31_12"/>
          <p:cNvSpPr/>
          <p:nvPr/>
        </p:nvSpPr>
        <p:spPr>
          <a:xfrm>
            <a:off x="3128020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m31_13"/>
          <p:cNvSpPr/>
          <p:nvPr/>
        </p:nvSpPr>
        <p:spPr>
          <a:xfrm>
            <a:off x="3276183" y="1636922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m32_03"/>
          <p:cNvSpPr/>
          <p:nvPr/>
        </p:nvSpPr>
        <p:spPr>
          <a:xfrm>
            <a:off x="179455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m32_04"/>
          <p:cNvSpPr/>
          <p:nvPr/>
        </p:nvSpPr>
        <p:spPr>
          <a:xfrm>
            <a:off x="194271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m32_05"/>
          <p:cNvSpPr/>
          <p:nvPr/>
        </p:nvSpPr>
        <p:spPr>
          <a:xfrm>
            <a:off x="209088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m32_06"/>
          <p:cNvSpPr/>
          <p:nvPr/>
        </p:nvSpPr>
        <p:spPr>
          <a:xfrm>
            <a:off x="2239043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m32_07"/>
          <p:cNvSpPr/>
          <p:nvPr/>
        </p:nvSpPr>
        <p:spPr>
          <a:xfrm>
            <a:off x="2387206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m32_08"/>
          <p:cNvSpPr/>
          <p:nvPr/>
        </p:nvSpPr>
        <p:spPr>
          <a:xfrm>
            <a:off x="2535369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m32_09"/>
          <p:cNvSpPr/>
          <p:nvPr/>
        </p:nvSpPr>
        <p:spPr>
          <a:xfrm>
            <a:off x="2683532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m32_10"/>
          <p:cNvSpPr/>
          <p:nvPr/>
        </p:nvSpPr>
        <p:spPr>
          <a:xfrm>
            <a:off x="2831694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m32_11"/>
          <p:cNvSpPr/>
          <p:nvPr/>
        </p:nvSpPr>
        <p:spPr>
          <a:xfrm>
            <a:off x="2979857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m32_12"/>
          <p:cNvSpPr/>
          <p:nvPr/>
        </p:nvSpPr>
        <p:spPr>
          <a:xfrm>
            <a:off x="3128020" y="1503241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m33_03"/>
          <p:cNvSpPr/>
          <p:nvPr/>
        </p:nvSpPr>
        <p:spPr>
          <a:xfrm>
            <a:off x="179455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m33_04"/>
          <p:cNvSpPr/>
          <p:nvPr/>
        </p:nvSpPr>
        <p:spPr>
          <a:xfrm>
            <a:off x="194271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m33_05"/>
          <p:cNvSpPr/>
          <p:nvPr/>
        </p:nvSpPr>
        <p:spPr>
          <a:xfrm>
            <a:off x="209088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m33_06"/>
          <p:cNvSpPr/>
          <p:nvPr/>
        </p:nvSpPr>
        <p:spPr>
          <a:xfrm>
            <a:off x="2239043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m33_07"/>
          <p:cNvSpPr/>
          <p:nvPr/>
        </p:nvSpPr>
        <p:spPr>
          <a:xfrm>
            <a:off x="2387206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m33_08"/>
          <p:cNvSpPr/>
          <p:nvPr/>
        </p:nvSpPr>
        <p:spPr>
          <a:xfrm>
            <a:off x="2535369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m33_09"/>
          <p:cNvSpPr/>
          <p:nvPr/>
        </p:nvSpPr>
        <p:spPr>
          <a:xfrm>
            <a:off x="2683532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m33_10"/>
          <p:cNvSpPr/>
          <p:nvPr/>
        </p:nvSpPr>
        <p:spPr>
          <a:xfrm>
            <a:off x="2831694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m33_11"/>
          <p:cNvSpPr/>
          <p:nvPr/>
        </p:nvSpPr>
        <p:spPr>
          <a:xfrm>
            <a:off x="2979857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m33_12"/>
          <p:cNvSpPr/>
          <p:nvPr/>
        </p:nvSpPr>
        <p:spPr>
          <a:xfrm>
            <a:off x="3128020" y="1369560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m34_03"/>
          <p:cNvSpPr/>
          <p:nvPr/>
        </p:nvSpPr>
        <p:spPr>
          <a:xfrm>
            <a:off x="179455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m34_04"/>
          <p:cNvSpPr/>
          <p:nvPr/>
        </p:nvSpPr>
        <p:spPr>
          <a:xfrm>
            <a:off x="194271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m34_05"/>
          <p:cNvSpPr/>
          <p:nvPr/>
        </p:nvSpPr>
        <p:spPr>
          <a:xfrm>
            <a:off x="2090880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m34_06"/>
          <p:cNvSpPr/>
          <p:nvPr/>
        </p:nvSpPr>
        <p:spPr>
          <a:xfrm>
            <a:off x="2239043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m34_07"/>
          <p:cNvSpPr/>
          <p:nvPr/>
        </p:nvSpPr>
        <p:spPr>
          <a:xfrm>
            <a:off x="2387206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m34_08"/>
          <p:cNvSpPr/>
          <p:nvPr/>
        </p:nvSpPr>
        <p:spPr>
          <a:xfrm>
            <a:off x="2535369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m34_09"/>
          <p:cNvSpPr/>
          <p:nvPr/>
        </p:nvSpPr>
        <p:spPr>
          <a:xfrm>
            <a:off x="2683532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m34_10"/>
          <p:cNvSpPr/>
          <p:nvPr/>
        </p:nvSpPr>
        <p:spPr>
          <a:xfrm>
            <a:off x="2831694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m34_11"/>
          <p:cNvSpPr/>
          <p:nvPr/>
        </p:nvSpPr>
        <p:spPr>
          <a:xfrm>
            <a:off x="2979857" y="1235879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m35_04"/>
          <p:cNvSpPr/>
          <p:nvPr/>
        </p:nvSpPr>
        <p:spPr>
          <a:xfrm>
            <a:off x="194271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m35_05"/>
          <p:cNvSpPr/>
          <p:nvPr/>
        </p:nvSpPr>
        <p:spPr>
          <a:xfrm>
            <a:off x="2090880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m35_06"/>
          <p:cNvSpPr/>
          <p:nvPr/>
        </p:nvSpPr>
        <p:spPr>
          <a:xfrm>
            <a:off x="2239043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m35_07"/>
          <p:cNvSpPr/>
          <p:nvPr/>
        </p:nvSpPr>
        <p:spPr>
          <a:xfrm>
            <a:off x="2387206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m35_08"/>
          <p:cNvSpPr/>
          <p:nvPr/>
        </p:nvSpPr>
        <p:spPr>
          <a:xfrm>
            <a:off x="2535369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m35_09"/>
          <p:cNvSpPr/>
          <p:nvPr/>
        </p:nvSpPr>
        <p:spPr>
          <a:xfrm>
            <a:off x="2683532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m35_10"/>
          <p:cNvSpPr/>
          <p:nvPr/>
        </p:nvSpPr>
        <p:spPr>
          <a:xfrm>
            <a:off x="2831694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m35_11"/>
          <p:cNvSpPr/>
          <p:nvPr/>
        </p:nvSpPr>
        <p:spPr>
          <a:xfrm>
            <a:off x="2979857" y="1102198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m36_04"/>
          <p:cNvSpPr/>
          <p:nvPr/>
        </p:nvSpPr>
        <p:spPr>
          <a:xfrm>
            <a:off x="1942717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m36_05"/>
          <p:cNvSpPr/>
          <p:nvPr/>
        </p:nvSpPr>
        <p:spPr>
          <a:xfrm>
            <a:off x="2090880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m36_06"/>
          <p:cNvSpPr/>
          <p:nvPr/>
        </p:nvSpPr>
        <p:spPr>
          <a:xfrm>
            <a:off x="2239043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m36_07"/>
          <p:cNvSpPr/>
          <p:nvPr/>
        </p:nvSpPr>
        <p:spPr>
          <a:xfrm>
            <a:off x="2387206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m36_08"/>
          <p:cNvSpPr/>
          <p:nvPr/>
        </p:nvSpPr>
        <p:spPr>
          <a:xfrm>
            <a:off x="2535369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m36_09"/>
          <p:cNvSpPr/>
          <p:nvPr/>
        </p:nvSpPr>
        <p:spPr>
          <a:xfrm>
            <a:off x="2683532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m36_10"/>
          <p:cNvSpPr/>
          <p:nvPr/>
        </p:nvSpPr>
        <p:spPr>
          <a:xfrm>
            <a:off x="2831694" y="96851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m37_04"/>
          <p:cNvSpPr/>
          <p:nvPr/>
        </p:nvSpPr>
        <p:spPr>
          <a:xfrm>
            <a:off x="1942717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m37_05"/>
          <p:cNvSpPr/>
          <p:nvPr/>
        </p:nvSpPr>
        <p:spPr>
          <a:xfrm>
            <a:off x="2090880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m37_06"/>
          <p:cNvSpPr/>
          <p:nvPr/>
        </p:nvSpPr>
        <p:spPr>
          <a:xfrm>
            <a:off x="2239043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m37_07"/>
          <p:cNvSpPr/>
          <p:nvPr/>
        </p:nvSpPr>
        <p:spPr>
          <a:xfrm>
            <a:off x="2387206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m37_08"/>
          <p:cNvSpPr/>
          <p:nvPr/>
        </p:nvSpPr>
        <p:spPr>
          <a:xfrm>
            <a:off x="2535369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m37_09"/>
          <p:cNvSpPr/>
          <p:nvPr/>
        </p:nvSpPr>
        <p:spPr>
          <a:xfrm>
            <a:off x="2683532" y="834837"/>
            <a:ext cx="114965" cy="114965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getal"/>
          <p:cNvSpPr txBox="1"/>
          <p:nvPr/>
        </p:nvSpPr>
        <p:spPr>
          <a:xfrm>
            <a:off x="4825879" y="1066773"/>
            <a:ext cx="4444888" cy="26669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9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28" name="!!eenheid"/>
          <p:cNvSpPr txBox="1"/>
          <p:nvPr/>
        </p:nvSpPr>
        <p:spPr>
          <a:xfrm>
            <a:off x="9016774" y="1587460"/>
            <a:ext cx="1904952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0">
                <a:solidFill>
                  <a:srgbClr val="8FB6D0"/>
                </a:solidFill>
                <a:latin typeface="Segoe UI"/>
              </a:rPr>
              <a:t>kPa</a:t>
            </a:r>
          </a:p>
        </p:txBody>
      </p:sp>
      <p:sp>
        <p:nvSpPr>
          <p:cNvPr id="329" name="!!kop"/>
          <p:cNvSpPr txBox="1"/>
          <p:nvPr/>
        </p:nvSpPr>
        <p:spPr>
          <a:xfrm>
            <a:off x="4825879" y="3848003"/>
            <a:ext cx="6095847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En kijk: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F2F8FC"/>
                </a:solidFill>
                <a:latin typeface="Segoe UI"/>
              </a:rPr>
              <a:t>het rood is weg</a:t>
            </a:r>
          </a:p>
        </p:txBody>
      </p:sp>
      <p:sp>
        <p:nvSpPr>
          <p:cNvPr id="3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De druk zit nu verdeeld over de hele voet.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3600">
        <p159:morph option="byObject"/>
      </p:transition>
    </mc:Choice>
    <mc:Fallback>
      <p:transition xmlns:p14="http://schemas.microsoft.com/office/powerpoint/2010/main" spd="slow" p14:dur="900" advClick="0" advTm="36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grond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04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wolk0_0"/>
          <p:cNvSpPr/>
          <p:nvPr/>
        </p:nvSpPr>
        <p:spPr>
          <a:xfrm>
            <a:off x="1523961" y="1047723"/>
            <a:ext cx="438139" cy="4381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wolk0_1"/>
          <p:cNvSpPr/>
          <p:nvPr/>
        </p:nvSpPr>
        <p:spPr>
          <a:xfrm>
            <a:off x="1809704" y="952476"/>
            <a:ext cx="590535" cy="590535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wolk0_2"/>
          <p:cNvSpPr/>
          <p:nvPr/>
        </p:nvSpPr>
        <p:spPr>
          <a:xfrm>
            <a:off x="2228794" y="1085822"/>
            <a:ext cx="400039" cy="40003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wolk1_0"/>
          <p:cNvSpPr/>
          <p:nvPr/>
        </p:nvSpPr>
        <p:spPr>
          <a:xfrm>
            <a:off x="9016774" y="1403314"/>
            <a:ext cx="321301" cy="321301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wolk1_1"/>
          <p:cNvSpPr/>
          <p:nvPr/>
        </p:nvSpPr>
        <p:spPr>
          <a:xfrm>
            <a:off x="9226319" y="1333466"/>
            <a:ext cx="433059" cy="433059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wolk1_2"/>
          <p:cNvSpPr/>
          <p:nvPr/>
        </p:nvSpPr>
        <p:spPr>
          <a:xfrm>
            <a:off x="9533651" y="1431254"/>
            <a:ext cx="293362" cy="293362"/>
          </a:xfrm>
          <a:prstGeom prst="ellipse">
            <a:avLst/>
          </a:prstGeom>
          <a:solidFill>
            <a:srgbClr val="2C3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gras"/>
          <p:cNvSpPr/>
          <p:nvPr/>
        </p:nvSpPr>
        <p:spPr>
          <a:xfrm>
            <a:off x="0" y="5587860"/>
            <a:ext cx="12191695" cy="1269968"/>
          </a:xfrm>
          <a:prstGeom prst="rect">
            <a:avLst/>
          </a:prstGeom>
          <a:solidFill>
            <a:srgbClr val="07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horizon"/>
          <p:cNvSpPr/>
          <p:nvPr/>
        </p:nvSpPr>
        <p:spPr>
          <a:xfrm>
            <a:off x="0" y="5587860"/>
            <a:ext cx="12191695" cy="31749"/>
          </a:xfrm>
          <a:prstGeom prst="rect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luk0"/>
          <p:cNvSpPr/>
          <p:nvPr/>
        </p:nvSpPr>
        <p:spPr>
          <a:xfrm>
            <a:off x="380990" y="5702157"/>
            <a:ext cx="114297" cy="15239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luk0b"/>
          <p:cNvSpPr/>
          <p:nvPr/>
        </p:nvSpPr>
        <p:spPr>
          <a:xfrm>
            <a:off x="469888" y="5754480"/>
            <a:ext cx="88897" cy="11277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luk1"/>
          <p:cNvSpPr/>
          <p:nvPr/>
        </p:nvSpPr>
        <p:spPr>
          <a:xfrm>
            <a:off x="1670008" y="5632309"/>
            <a:ext cx="114297" cy="2222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luk1b"/>
          <p:cNvSpPr/>
          <p:nvPr/>
        </p:nvSpPr>
        <p:spPr>
          <a:xfrm>
            <a:off x="1758906" y="5702792"/>
            <a:ext cx="88897" cy="16446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luk2"/>
          <p:cNvSpPr/>
          <p:nvPr/>
        </p:nvSpPr>
        <p:spPr>
          <a:xfrm>
            <a:off x="2571685" y="5645008"/>
            <a:ext cx="114297" cy="20954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luk2b"/>
          <p:cNvSpPr/>
          <p:nvPr/>
        </p:nvSpPr>
        <p:spPr>
          <a:xfrm>
            <a:off x="2660583" y="5712190"/>
            <a:ext cx="88897" cy="155063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luk3"/>
          <p:cNvSpPr/>
          <p:nvPr/>
        </p:nvSpPr>
        <p:spPr>
          <a:xfrm>
            <a:off x="3473363" y="5657708"/>
            <a:ext cx="114297" cy="1968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luk3b"/>
          <p:cNvSpPr/>
          <p:nvPr/>
        </p:nvSpPr>
        <p:spPr>
          <a:xfrm>
            <a:off x="3562260" y="5721587"/>
            <a:ext cx="88897" cy="145665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luk4"/>
          <p:cNvSpPr/>
          <p:nvPr/>
        </p:nvSpPr>
        <p:spPr>
          <a:xfrm>
            <a:off x="4375040" y="5670408"/>
            <a:ext cx="114297" cy="1841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luk4b"/>
          <p:cNvSpPr/>
          <p:nvPr/>
        </p:nvSpPr>
        <p:spPr>
          <a:xfrm>
            <a:off x="4463938" y="5730985"/>
            <a:ext cx="88897" cy="136267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luk5"/>
          <p:cNvSpPr/>
          <p:nvPr/>
        </p:nvSpPr>
        <p:spPr>
          <a:xfrm>
            <a:off x="5276718" y="5683107"/>
            <a:ext cx="114297" cy="17144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luk5b"/>
          <p:cNvSpPr/>
          <p:nvPr/>
        </p:nvSpPr>
        <p:spPr>
          <a:xfrm>
            <a:off x="5365615" y="5740383"/>
            <a:ext cx="88897" cy="12686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luk6"/>
          <p:cNvSpPr/>
          <p:nvPr/>
        </p:nvSpPr>
        <p:spPr>
          <a:xfrm>
            <a:off x="6178395" y="5695807"/>
            <a:ext cx="114297" cy="158746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luk6b"/>
          <p:cNvSpPr/>
          <p:nvPr/>
        </p:nvSpPr>
        <p:spPr>
          <a:xfrm>
            <a:off x="6267293" y="5749781"/>
            <a:ext cx="88897" cy="11747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luk7"/>
          <p:cNvSpPr/>
          <p:nvPr/>
        </p:nvSpPr>
        <p:spPr>
          <a:xfrm>
            <a:off x="7080072" y="5625959"/>
            <a:ext cx="114297" cy="2285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luk7b"/>
          <p:cNvSpPr/>
          <p:nvPr/>
        </p:nvSpPr>
        <p:spPr>
          <a:xfrm>
            <a:off x="7168970" y="5698093"/>
            <a:ext cx="88897" cy="169159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luk8"/>
          <p:cNvSpPr/>
          <p:nvPr/>
        </p:nvSpPr>
        <p:spPr>
          <a:xfrm>
            <a:off x="8369090" y="5638659"/>
            <a:ext cx="114297" cy="2158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luk8b"/>
          <p:cNvSpPr/>
          <p:nvPr/>
        </p:nvSpPr>
        <p:spPr>
          <a:xfrm>
            <a:off x="8457988" y="5707491"/>
            <a:ext cx="88897" cy="159762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luk9"/>
          <p:cNvSpPr/>
          <p:nvPr/>
        </p:nvSpPr>
        <p:spPr>
          <a:xfrm>
            <a:off x="9270768" y="5651358"/>
            <a:ext cx="114297" cy="203194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luk9b"/>
          <p:cNvSpPr/>
          <p:nvPr/>
        </p:nvSpPr>
        <p:spPr>
          <a:xfrm>
            <a:off x="9359666" y="5716889"/>
            <a:ext cx="88897" cy="150364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luk10"/>
          <p:cNvSpPr/>
          <p:nvPr/>
        </p:nvSpPr>
        <p:spPr>
          <a:xfrm>
            <a:off x="10172445" y="5664058"/>
            <a:ext cx="114297" cy="1904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luk10b"/>
          <p:cNvSpPr/>
          <p:nvPr/>
        </p:nvSpPr>
        <p:spPr>
          <a:xfrm>
            <a:off x="10261343" y="5726286"/>
            <a:ext cx="88897" cy="140966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luk11"/>
          <p:cNvSpPr/>
          <p:nvPr/>
        </p:nvSpPr>
        <p:spPr>
          <a:xfrm>
            <a:off x="11074123" y="5676758"/>
            <a:ext cx="114297" cy="1777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luk11b"/>
          <p:cNvSpPr/>
          <p:nvPr/>
        </p:nvSpPr>
        <p:spPr>
          <a:xfrm>
            <a:off x="11163020" y="5735684"/>
            <a:ext cx="88897" cy="131568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luk12"/>
          <p:cNvSpPr/>
          <p:nvPr/>
        </p:nvSpPr>
        <p:spPr>
          <a:xfrm>
            <a:off x="11975800" y="5689457"/>
            <a:ext cx="114297" cy="165095"/>
          </a:xfrm>
          <a:prstGeom prst="triangle">
            <a:avLst/>
          </a:prstGeom>
          <a:solidFill>
            <a:srgbClr val="5163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luk12b"/>
          <p:cNvSpPr/>
          <p:nvPr/>
        </p:nvSpPr>
        <p:spPr>
          <a:xfrm>
            <a:off x="12064698" y="5745082"/>
            <a:ext cx="88897" cy="122170"/>
          </a:xfrm>
          <a:prstGeom prst="triangle">
            <a:avLst/>
          </a:prstGeom>
          <a:solidFill>
            <a:srgbClr val="384D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stam0"/>
          <p:cNvSpPr/>
          <p:nvPr/>
        </p:nvSpPr>
        <p:spPr>
          <a:xfrm>
            <a:off x="10191495" y="4198832"/>
            <a:ext cx="396865" cy="1389027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kruin0_0"/>
          <p:cNvSpPr/>
          <p:nvPr/>
        </p:nvSpPr>
        <p:spPr>
          <a:xfrm>
            <a:off x="9604134" y="3317792"/>
            <a:ext cx="1190595" cy="1190595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kruin0_1"/>
          <p:cNvSpPr/>
          <p:nvPr/>
        </p:nvSpPr>
        <p:spPr>
          <a:xfrm>
            <a:off x="10159746" y="3047923"/>
            <a:ext cx="1047723" cy="1047723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kruin0_2"/>
          <p:cNvSpPr/>
          <p:nvPr/>
        </p:nvSpPr>
        <p:spPr>
          <a:xfrm>
            <a:off x="9874003" y="3682907"/>
            <a:ext cx="1015974" cy="101597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stam1"/>
          <p:cNvSpPr/>
          <p:nvPr/>
        </p:nvSpPr>
        <p:spPr>
          <a:xfrm>
            <a:off x="7054673" y="4754443"/>
            <a:ext cx="238119" cy="833416"/>
          </a:xfrm>
          <a:prstGeom prst="trapezoid">
            <a:avLst/>
          </a:prstGeom>
          <a:solidFill>
            <a:srgbClr val="215B84"/>
          </a:solidFill>
          <a:ln w="19050">
            <a:solidFill>
              <a:srgbClr val="112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kruin1_0"/>
          <p:cNvSpPr/>
          <p:nvPr/>
        </p:nvSpPr>
        <p:spPr>
          <a:xfrm>
            <a:off x="6702257" y="4225819"/>
            <a:ext cx="714357" cy="714357"/>
          </a:xfrm>
          <a:prstGeom prst="ellipse">
            <a:avLst/>
          </a:prstGeom>
          <a:solidFill>
            <a:srgbClr val="0D2F47"/>
          </a:solidFill>
          <a:ln w="19050">
            <a:solidFill>
              <a:srgbClr val="061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kruin1_1"/>
          <p:cNvSpPr/>
          <p:nvPr/>
        </p:nvSpPr>
        <p:spPr>
          <a:xfrm>
            <a:off x="7035624" y="4063898"/>
            <a:ext cx="628634" cy="628634"/>
          </a:xfrm>
          <a:prstGeom prst="ellipse">
            <a:avLst/>
          </a:prstGeom>
          <a:solidFill>
            <a:srgbClr val="113A57"/>
          </a:solidFill>
          <a:ln w="19050">
            <a:solidFill>
              <a:srgbClr val="081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kruin1_2"/>
          <p:cNvSpPr/>
          <p:nvPr/>
        </p:nvSpPr>
        <p:spPr>
          <a:xfrm>
            <a:off x="6864178" y="4444888"/>
            <a:ext cx="609584" cy="609584"/>
          </a:xfrm>
          <a:prstGeom prst="ellipse">
            <a:avLst/>
          </a:prstGeom>
          <a:solidFill>
            <a:srgbClr val="2D516B"/>
          </a:solidFill>
          <a:ln w="19050">
            <a:solidFill>
              <a:srgbClr val="17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f_schaduw"/>
          <p:cNvSpPr/>
          <p:nvPr/>
        </p:nvSpPr>
        <p:spPr>
          <a:xfrm>
            <a:off x="7953811" y="5545951"/>
            <a:ext cx="1173450" cy="272408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_haarmassa"/>
          <p:cNvSpPr/>
          <p:nvPr/>
        </p:nvSpPr>
        <p:spPr>
          <a:xfrm>
            <a:off x="8037629" y="3031414"/>
            <a:ext cx="1005814" cy="880087"/>
          </a:xfrm>
          <a:prstGeom prst="ellipse">
            <a:avLst/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f_armL"/>
          <p:cNvSpPr/>
          <p:nvPr/>
        </p:nvSpPr>
        <p:spPr>
          <a:xfrm rot="480000">
            <a:off x="7890947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f_handL"/>
          <p:cNvSpPr/>
          <p:nvPr/>
        </p:nvSpPr>
        <p:spPr>
          <a:xfrm>
            <a:off x="7821874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f_armR"/>
          <p:cNvSpPr/>
          <p:nvPr/>
        </p:nvSpPr>
        <p:spPr>
          <a:xfrm rot="21120000">
            <a:off x="9001534" y="3995320"/>
            <a:ext cx="188590" cy="691497"/>
          </a:xfrm>
          <a:prstGeom prst="roundRect">
            <a:avLst>
              <a:gd name="adj" fmla="val 50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f_handR"/>
          <p:cNvSpPr/>
          <p:nvPr/>
        </p:nvSpPr>
        <p:spPr>
          <a:xfrm>
            <a:off x="9028699" y="4568203"/>
            <a:ext cx="230499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f_beenL"/>
          <p:cNvSpPr/>
          <p:nvPr/>
        </p:nvSpPr>
        <p:spPr>
          <a:xfrm rot="21000000">
            <a:off x="820526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f_schoenL"/>
          <p:cNvSpPr/>
          <p:nvPr/>
        </p:nvSpPr>
        <p:spPr>
          <a:xfrm rot="21000000">
            <a:off x="8193782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f_zoolL"/>
          <p:cNvSpPr/>
          <p:nvPr/>
        </p:nvSpPr>
        <p:spPr>
          <a:xfrm rot="21000000">
            <a:off x="8193782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f_beenR"/>
          <p:cNvSpPr/>
          <p:nvPr/>
        </p:nvSpPr>
        <p:spPr>
          <a:xfrm rot="600000">
            <a:off x="8624354" y="4707772"/>
            <a:ext cx="251453" cy="712452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5984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f_schoenR"/>
          <p:cNvSpPr/>
          <p:nvPr/>
        </p:nvSpPr>
        <p:spPr>
          <a:xfrm rot="600000">
            <a:off x="8489155" y="5330994"/>
            <a:ext cx="398135" cy="272408"/>
          </a:xfrm>
          <a:prstGeom prst="roundRect">
            <a:avLst>
              <a:gd name="adj" fmla="val 45000"/>
            </a:avLst>
          </a:prstGeom>
          <a:solidFill>
            <a:srgbClr val="8FB6D0"/>
          </a:solidFill>
          <a:ln w="25984">
            <a:solidFill>
              <a:srgbClr val="4A5E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f_zoolR"/>
          <p:cNvSpPr/>
          <p:nvPr/>
        </p:nvSpPr>
        <p:spPr>
          <a:xfrm rot="600000">
            <a:off x="8489155" y="5498630"/>
            <a:ext cx="398135" cy="125726"/>
          </a:xfrm>
          <a:prstGeom prst="roundRect">
            <a:avLst>
              <a:gd name="adj" fmla="val 50000"/>
            </a:avLst>
          </a:prstGeom>
          <a:solidFill>
            <a:srgbClr val="5E7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f_romp"/>
          <p:cNvSpPr/>
          <p:nvPr/>
        </p:nvSpPr>
        <p:spPr>
          <a:xfrm>
            <a:off x="8058583" y="3911502"/>
            <a:ext cx="963905" cy="921996"/>
          </a:xfrm>
          <a:prstGeom prst="roundRect">
            <a:avLst>
              <a:gd name="adj" fmla="val 28000"/>
            </a:avLst>
          </a:prstGeom>
          <a:solidFill>
            <a:srgbClr val="1D8DB0"/>
          </a:solidFill>
          <a:ln w="25984">
            <a:solidFill>
              <a:srgbClr val="0F4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f_kraag"/>
          <p:cNvSpPr/>
          <p:nvPr/>
        </p:nvSpPr>
        <p:spPr>
          <a:xfrm>
            <a:off x="8351946" y="3890547"/>
            <a:ext cx="377180" cy="188590"/>
          </a:xfrm>
          <a:prstGeom prst="trapezoid">
            <a:avLst/>
          </a:prstGeom>
          <a:solidFill>
            <a:srgbClr val="8EC6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f_rand"/>
          <p:cNvSpPr/>
          <p:nvPr/>
        </p:nvSpPr>
        <p:spPr>
          <a:xfrm>
            <a:off x="8519582" y="4037229"/>
            <a:ext cx="41908" cy="712452"/>
          </a:xfrm>
          <a:prstGeom prst="rect">
            <a:avLst/>
          </a:prstGeom>
          <a:solidFill>
            <a:srgbClr val="1568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f_nek"/>
          <p:cNvSpPr/>
          <p:nvPr/>
        </p:nvSpPr>
        <p:spPr>
          <a:xfrm>
            <a:off x="8393855" y="3785775"/>
            <a:ext cx="293362" cy="209544"/>
          </a:xfrm>
          <a:prstGeom prst="rect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f_hoofd"/>
          <p:cNvSpPr/>
          <p:nvPr/>
        </p:nvSpPr>
        <p:spPr>
          <a:xfrm>
            <a:off x="8058583" y="3073323"/>
            <a:ext cx="963905" cy="921996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f_oorL"/>
          <p:cNvSpPr/>
          <p:nvPr/>
        </p:nvSpPr>
        <p:spPr>
          <a:xfrm>
            <a:off x="7974765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f_oorR"/>
          <p:cNvSpPr/>
          <p:nvPr/>
        </p:nvSpPr>
        <p:spPr>
          <a:xfrm>
            <a:off x="8980580" y="3450503"/>
            <a:ext cx="167635" cy="230499"/>
          </a:xfrm>
          <a:prstGeom prst="ellipse">
            <a:avLst/>
          </a:prstGeom>
          <a:solidFill>
            <a:srgbClr val="F0C9A6"/>
          </a:solidFill>
          <a:ln w="25984">
            <a:solidFill>
              <a:srgbClr val="7C68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f_pony"/>
          <p:cNvSpPr/>
          <p:nvPr/>
        </p:nvSpPr>
        <p:spPr>
          <a:xfrm>
            <a:off x="8079538" y="3031414"/>
            <a:ext cx="921996" cy="356226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C9D6E0"/>
          </a:solidFill>
          <a:ln w="25984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f_oogwitL"/>
          <p:cNvSpPr/>
          <p:nvPr/>
        </p:nvSpPr>
        <p:spPr>
          <a:xfrm>
            <a:off x="8247173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f_pupilL"/>
          <p:cNvSpPr/>
          <p:nvPr/>
        </p:nvSpPr>
        <p:spPr>
          <a:xfrm>
            <a:off x="8297464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f_glansL"/>
          <p:cNvSpPr/>
          <p:nvPr/>
        </p:nvSpPr>
        <p:spPr>
          <a:xfrm>
            <a:off x="8322609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f_wenkL"/>
          <p:cNvSpPr/>
          <p:nvPr/>
        </p:nvSpPr>
        <p:spPr>
          <a:xfrm>
            <a:off x="8236696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f_oogwitR"/>
          <p:cNvSpPr/>
          <p:nvPr/>
        </p:nvSpPr>
        <p:spPr>
          <a:xfrm>
            <a:off x="8645308" y="3471458"/>
            <a:ext cx="188590" cy="209544"/>
          </a:xfrm>
          <a:prstGeom prst="ellipse">
            <a:avLst/>
          </a:prstGeom>
          <a:solidFill>
            <a:srgbClr val="FFFFFF"/>
          </a:solidFill>
          <a:ln w="18188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f_pupilR"/>
          <p:cNvSpPr/>
          <p:nvPr/>
        </p:nvSpPr>
        <p:spPr>
          <a:xfrm>
            <a:off x="8695599" y="3525939"/>
            <a:ext cx="96390" cy="100581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f_glansR"/>
          <p:cNvSpPr/>
          <p:nvPr/>
        </p:nvSpPr>
        <p:spPr>
          <a:xfrm>
            <a:off x="8720744" y="3540607"/>
            <a:ext cx="33527" cy="335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f_wenkR"/>
          <p:cNvSpPr/>
          <p:nvPr/>
        </p:nvSpPr>
        <p:spPr>
          <a:xfrm>
            <a:off x="8634831" y="3377163"/>
            <a:ext cx="230499" cy="62863"/>
          </a:xfrm>
          <a:prstGeom prst="roundRect">
            <a:avLst>
              <a:gd name="adj" fmla="val 50000"/>
            </a:avLst>
          </a:prstGeom>
          <a:solidFill>
            <a:srgbClr val="9CA6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f_neus"/>
          <p:cNvSpPr/>
          <p:nvPr/>
        </p:nvSpPr>
        <p:spPr>
          <a:xfrm>
            <a:off x="8467195" y="3618139"/>
            <a:ext cx="146681" cy="136204"/>
          </a:xfrm>
          <a:prstGeom prst="ellipse">
            <a:avLst/>
          </a:prstGeom>
          <a:solidFill>
            <a:srgbClr val="AC9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f_blosL"/>
          <p:cNvSpPr/>
          <p:nvPr/>
        </p:nvSpPr>
        <p:spPr>
          <a:xfrm>
            <a:off x="8100492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f_blosR"/>
          <p:cNvSpPr/>
          <p:nvPr/>
        </p:nvSpPr>
        <p:spPr>
          <a:xfrm>
            <a:off x="8812944" y="3639094"/>
            <a:ext cx="188590" cy="125726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f_brilL"/>
          <p:cNvSpPr/>
          <p:nvPr/>
        </p:nvSpPr>
        <p:spPr>
          <a:xfrm>
            <a:off x="8184310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f_brilR"/>
          <p:cNvSpPr/>
          <p:nvPr/>
        </p:nvSpPr>
        <p:spPr>
          <a:xfrm>
            <a:off x="8582445" y="3429549"/>
            <a:ext cx="314317" cy="293362"/>
          </a:xfrm>
          <a:prstGeom prst="ellipse">
            <a:avLst/>
          </a:prstGeom>
          <a:noFill/>
          <a:ln w="33779">
            <a:solidFill>
              <a:srgbClr val="39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f_brug"/>
          <p:cNvSpPr/>
          <p:nvPr/>
        </p:nvSpPr>
        <p:spPr>
          <a:xfrm>
            <a:off x="8498627" y="3555276"/>
            <a:ext cx="83817" cy="46099"/>
          </a:xfrm>
          <a:prstGeom prst="rect">
            <a:avLst/>
          </a:prstGeom>
          <a:solidFill>
            <a:srgbClr val="3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f_snor"/>
          <p:cNvSpPr/>
          <p:nvPr/>
        </p:nvSpPr>
        <p:spPr>
          <a:xfrm>
            <a:off x="8351946" y="3722911"/>
            <a:ext cx="377180" cy="104772"/>
          </a:xfrm>
          <a:prstGeom prst="roundRect">
            <a:avLst>
              <a:gd name="adj" fmla="val 50000"/>
            </a:avLst>
          </a:prstGeom>
          <a:solidFill>
            <a:srgbClr val="C9D6E0"/>
          </a:solidFill>
          <a:ln w="15590">
            <a:solidFill>
              <a:srgbClr val="686F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f_mond"/>
          <p:cNvSpPr/>
          <p:nvPr/>
        </p:nvSpPr>
        <p:spPr>
          <a:xfrm>
            <a:off x="8425286" y="3848638"/>
            <a:ext cx="230499" cy="178113"/>
          </a:xfrm>
          <a:prstGeom prst="ellipse">
            <a:avLst/>
          </a:prstGeom>
          <a:solidFill>
            <a:srgbClr val="7A2E2E"/>
          </a:solidFill>
          <a:ln w="15590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f_tand"/>
          <p:cNvSpPr/>
          <p:nvPr/>
        </p:nvSpPr>
        <p:spPr>
          <a:xfrm>
            <a:off x="8467195" y="3865402"/>
            <a:ext cx="146681" cy="6286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f_monddek"/>
          <p:cNvSpPr/>
          <p:nvPr/>
        </p:nvSpPr>
        <p:spPr>
          <a:xfrm>
            <a:off x="8404332" y="3827684"/>
            <a:ext cx="272408" cy="108963"/>
          </a:xfrm>
          <a:prstGeom prst="rect">
            <a:avLst/>
          </a:prstGeom>
          <a:solidFill>
            <a:srgbClr val="F0C9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l_schaduw"/>
          <p:cNvSpPr/>
          <p:nvPr/>
        </p:nvSpPr>
        <p:spPr>
          <a:xfrm>
            <a:off x="10268963" y="5554841"/>
            <a:ext cx="924536" cy="214624"/>
          </a:xfrm>
          <a:prstGeom prst="ellipse">
            <a:avLst/>
          </a:prstGeom>
          <a:solidFill>
            <a:srgbClr val="0417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l_haarmassa"/>
          <p:cNvSpPr/>
          <p:nvPr/>
        </p:nvSpPr>
        <p:spPr>
          <a:xfrm>
            <a:off x="10268963" y="3573690"/>
            <a:ext cx="924536" cy="792460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l_vlechtL"/>
          <p:cNvSpPr/>
          <p:nvPr/>
        </p:nvSpPr>
        <p:spPr>
          <a:xfrm>
            <a:off x="10153396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l_strikL"/>
          <p:cNvSpPr/>
          <p:nvPr/>
        </p:nvSpPr>
        <p:spPr>
          <a:xfrm>
            <a:off x="10186415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l_vlechtR"/>
          <p:cNvSpPr/>
          <p:nvPr/>
        </p:nvSpPr>
        <p:spPr>
          <a:xfrm>
            <a:off x="11061423" y="3771805"/>
            <a:ext cx="264153" cy="528306"/>
          </a:xfrm>
          <a:prstGeom prst="ellipse">
            <a:avLst/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l_strikR"/>
          <p:cNvSpPr/>
          <p:nvPr/>
        </p:nvSpPr>
        <p:spPr>
          <a:xfrm>
            <a:off x="11094442" y="4234074"/>
            <a:ext cx="198115" cy="115567"/>
          </a:xfrm>
          <a:prstGeom prst="ellipse">
            <a:avLst/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l_armL"/>
          <p:cNvSpPr/>
          <p:nvPr/>
        </p:nvSpPr>
        <p:spPr>
          <a:xfrm rot="21120000">
            <a:off x="10219434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l_handL"/>
          <p:cNvSpPr/>
          <p:nvPr/>
        </p:nvSpPr>
        <p:spPr>
          <a:xfrm>
            <a:off x="10240836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l_armR"/>
          <p:cNvSpPr/>
          <p:nvPr/>
        </p:nvSpPr>
        <p:spPr>
          <a:xfrm rot="480000">
            <a:off x="11094442" y="4333131"/>
            <a:ext cx="148586" cy="54481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l_handR"/>
          <p:cNvSpPr/>
          <p:nvPr/>
        </p:nvSpPr>
        <p:spPr>
          <a:xfrm>
            <a:off x="11040021" y="4784494"/>
            <a:ext cx="181605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l_beenL"/>
          <p:cNvSpPr/>
          <p:nvPr/>
        </p:nvSpPr>
        <p:spPr>
          <a:xfrm rot="600000">
            <a:off x="10467078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l_schoenL"/>
          <p:cNvSpPr/>
          <p:nvPr/>
        </p:nvSpPr>
        <p:spPr>
          <a:xfrm rot="600000">
            <a:off x="10360558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l_zoolL"/>
          <p:cNvSpPr/>
          <p:nvPr/>
        </p:nvSpPr>
        <p:spPr>
          <a:xfrm rot="600000">
            <a:off x="10360558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l_beenR"/>
          <p:cNvSpPr/>
          <p:nvPr/>
        </p:nvSpPr>
        <p:spPr>
          <a:xfrm rot="21000000">
            <a:off x="10797270" y="4894457"/>
            <a:ext cx="198115" cy="561325"/>
          </a:xfrm>
          <a:prstGeom prst="roundRect">
            <a:avLst>
              <a:gd name="adj" fmla="val 40000"/>
            </a:avLst>
          </a:prstGeom>
          <a:solidFill>
            <a:srgbClr val="00407A"/>
          </a:solidFill>
          <a:ln w="20472">
            <a:solidFill>
              <a:srgbClr val="0021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l_schoenR"/>
          <p:cNvSpPr/>
          <p:nvPr/>
        </p:nvSpPr>
        <p:spPr>
          <a:xfrm rot="21000000">
            <a:off x="10788223" y="5385481"/>
            <a:ext cx="313682" cy="214624"/>
          </a:xfrm>
          <a:prstGeom prst="roundRect">
            <a:avLst>
              <a:gd name="adj" fmla="val 45000"/>
            </a:avLst>
          </a:prstGeom>
          <a:solidFill>
            <a:srgbClr val="FF7A00"/>
          </a:solidFill>
          <a:ln w="20472">
            <a:solidFill>
              <a:srgbClr val="843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l_zoolR"/>
          <p:cNvSpPr/>
          <p:nvPr/>
        </p:nvSpPr>
        <p:spPr>
          <a:xfrm rot="21000000">
            <a:off x="10788223" y="5517558"/>
            <a:ext cx="313682" cy="99057"/>
          </a:xfrm>
          <a:prstGeom prst="roundRect">
            <a:avLst>
              <a:gd name="adj" fmla="val 50000"/>
            </a:avLst>
          </a:prstGeom>
          <a:solidFill>
            <a:srgbClr val="A8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l_romp"/>
          <p:cNvSpPr/>
          <p:nvPr/>
        </p:nvSpPr>
        <p:spPr>
          <a:xfrm>
            <a:off x="10351511" y="4267093"/>
            <a:ext cx="759441" cy="726421"/>
          </a:xfrm>
          <a:prstGeom prst="roundRect">
            <a:avLst>
              <a:gd name="adj" fmla="val 28000"/>
            </a:avLst>
          </a:prstGeom>
          <a:solidFill>
            <a:srgbClr val="2E9E6B"/>
          </a:solidFill>
          <a:ln w="20472">
            <a:solidFill>
              <a:srgbClr val="1752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l_zak"/>
          <p:cNvSpPr/>
          <p:nvPr/>
        </p:nvSpPr>
        <p:spPr>
          <a:xfrm>
            <a:off x="10500097" y="4630304"/>
            <a:ext cx="462268" cy="247643"/>
          </a:xfrm>
          <a:prstGeom prst="roundRect">
            <a:avLst>
              <a:gd name="adj" fmla="val 4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l_koord"/>
          <p:cNvSpPr/>
          <p:nvPr/>
        </p:nvSpPr>
        <p:spPr>
          <a:xfrm>
            <a:off x="10632174" y="4267093"/>
            <a:ext cx="198115" cy="165095"/>
          </a:xfrm>
          <a:prstGeom prst="roundRect">
            <a:avLst>
              <a:gd name="adj" fmla="val 50000"/>
            </a:avLst>
          </a:prstGeom>
          <a:solidFill>
            <a:srgbClr val="227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l_nek"/>
          <p:cNvSpPr/>
          <p:nvPr/>
        </p:nvSpPr>
        <p:spPr>
          <a:xfrm>
            <a:off x="10615664" y="4168035"/>
            <a:ext cx="231134" cy="165095"/>
          </a:xfrm>
          <a:prstGeom prst="rect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l_hoofd"/>
          <p:cNvSpPr/>
          <p:nvPr/>
        </p:nvSpPr>
        <p:spPr>
          <a:xfrm>
            <a:off x="10351511" y="3606709"/>
            <a:ext cx="759441" cy="726421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l_oorL"/>
          <p:cNvSpPr/>
          <p:nvPr/>
        </p:nvSpPr>
        <p:spPr>
          <a:xfrm>
            <a:off x="10285472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l_oorR"/>
          <p:cNvSpPr/>
          <p:nvPr/>
        </p:nvSpPr>
        <p:spPr>
          <a:xfrm>
            <a:off x="11077933" y="3903882"/>
            <a:ext cx="132076" cy="181605"/>
          </a:xfrm>
          <a:prstGeom prst="ellipse">
            <a:avLst/>
          </a:prstGeom>
          <a:solidFill>
            <a:srgbClr val="F7D6B4"/>
          </a:solidFill>
          <a:ln w="20472">
            <a:solidFill>
              <a:srgbClr val="806F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l_pony"/>
          <p:cNvSpPr/>
          <p:nvPr/>
        </p:nvSpPr>
        <p:spPr>
          <a:xfrm>
            <a:off x="10368020" y="3573690"/>
            <a:ext cx="726421" cy="280662"/>
          </a:xfrm>
          <a:prstGeom prst="round2SameRect">
            <a:avLst>
              <a:gd name="adj1" fmla="val 45000"/>
              <a:gd name="adj2" fmla="val 0"/>
            </a:avLst>
          </a:prstGeom>
          <a:solidFill>
            <a:srgbClr val="8A5A3B"/>
          </a:solidFill>
          <a:ln w="20472">
            <a:solidFill>
              <a:srgbClr val="47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l_oogwitL"/>
          <p:cNvSpPr/>
          <p:nvPr/>
        </p:nvSpPr>
        <p:spPr>
          <a:xfrm>
            <a:off x="10500097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l_pupilL"/>
          <p:cNvSpPr/>
          <p:nvPr/>
        </p:nvSpPr>
        <p:spPr>
          <a:xfrm>
            <a:off x="10539720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l_glansL"/>
          <p:cNvSpPr/>
          <p:nvPr/>
        </p:nvSpPr>
        <p:spPr>
          <a:xfrm>
            <a:off x="10559532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l_wenkL"/>
          <p:cNvSpPr/>
          <p:nvPr/>
        </p:nvSpPr>
        <p:spPr>
          <a:xfrm>
            <a:off x="10491842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l_oogwitR"/>
          <p:cNvSpPr/>
          <p:nvPr/>
        </p:nvSpPr>
        <p:spPr>
          <a:xfrm>
            <a:off x="10813779" y="3920391"/>
            <a:ext cx="148586" cy="165095"/>
          </a:xfrm>
          <a:prstGeom prst="ellipse">
            <a:avLst/>
          </a:prstGeom>
          <a:solidFill>
            <a:srgbClr val="FFFFFF"/>
          </a:solidFill>
          <a:ln w="14330">
            <a:solidFill>
              <a:srgbClr val="8484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l_pupilR"/>
          <p:cNvSpPr/>
          <p:nvPr/>
        </p:nvSpPr>
        <p:spPr>
          <a:xfrm>
            <a:off x="10853402" y="3963316"/>
            <a:ext cx="75944" cy="79246"/>
          </a:xfrm>
          <a:prstGeom prst="ellipse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l_glansR"/>
          <p:cNvSpPr/>
          <p:nvPr/>
        </p:nvSpPr>
        <p:spPr>
          <a:xfrm>
            <a:off x="10873214" y="3974873"/>
            <a:ext cx="26415" cy="2641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l_wenkR"/>
          <p:cNvSpPr/>
          <p:nvPr/>
        </p:nvSpPr>
        <p:spPr>
          <a:xfrm>
            <a:off x="10805524" y="3846098"/>
            <a:ext cx="181605" cy="49528"/>
          </a:xfrm>
          <a:prstGeom prst="roundRect">
            <a:avLst>
              <a:gd name="adj" fmla="val 50000"/>
            </a:avLst>
          </a:prstGeom>
          <a:solidFill>
            <a:srgbClr val="6B4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l_neus"/>
          <p:cNvSpPr/>
          <p:nvPr/>
        </p:nvSpPr>
        <p:spPr>
          <a:xfrm>
            <a:off x="10673448" y="4035959"/>
            <a:ext cx="115567" cy="107312"/>
          </a:xfrm>
          <a:prstGeom prst="ellipse">
            <a:avLst/>
          </a:prstGeom>
          <a:solidFill>
            <a:srgbClr val="B19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l_blosL"/>
          <p:cNvSpPr/>
          <p:nvPr/>
        </p:nvSpPr>
        <p:spPr>
          <a:xfrm>
            <a:off x="10384530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l_blosR"/>
          <p:cNvSpPr/>
          <p:nvPr/>
        </p:nvSpPr>
        <p:spPr>
          <a:xfrm>
            <a:off x="10945856" y="4052468"/>
            <a:ext cx="148586" cy="99057"/>
          </a:xfrm>
          <a:prstGeom prst="ellipse">
            <a:avLst/>
          </a:prstGeom>
          <a:solidFill>
            <a:srgbClr val="E8735E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l_mond"/>
          <p:cNvSpPr/>
          <p:nvPr/>
        </p:nvSpPr>
        <p:spPr>
          <a:xfrm>
            <a:off x="10640428" y="4135016"/>
            <a:ext cx="181605" cy="140331"/>
          </a:xfrm>
          <a:prstGeom prst="ellipse">
            <a:avLst/>
          </a:prstGeom>
          <a:solidFill>
            <a:srgbClr val="7A2E2E"/>
          </a:solidFill>
          <a:ln w="12283">
            <a:solidFill>
              <a:srgbClr val="3F17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l_tand"/>
          <p:cNvSpPr/>
          <p:nvPr/>
        </p:nvSpPr>
        <p:spPr>
          <a:xfrm>
            <a:off x="10673448" y="4148224"/>
            <a:ext cx="115567" cy="495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l_monddek"/>
          <p:cNvSpPr/>
          <p:nvPr/>
        </p:nvSpPr>
        <p:spPr>
          <a:xfrm>
            <a:off x="10623919" y="4118507"/>
            <a:ext cx="214624" cy="85849"/>
          </a:xfrm>
          <a:prstGeom prst="rect">
            <a:avLst/>
          </a:prstGeom>
          <a:solidFill>
            <a:srgbClr val="F7D6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kop"/>
          <p:cNvSpPr txBox="1"/>
          <p:nvPr/>
        </p:nvSpPr>
        <p:spPr>
          <a:xfrm>
            <a:off x="761980" y="698482"/>
            <a:ext cx="6603834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Maar voorkomt</a:t>
            </a:r>
          </a:p>
          <a:p>
            <a:pPr algn="l">
              <a:lnSpc>
                <a:spcPct val="108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dat ook echt</a:t>
            </a:r>
          </a:p>
          <a:p>
            <a:pPr algn="l">
              <a:lnSpc>
                <a:spcPct val="108000"/>
              </a:lnSpc>
            </a:pPr>
            <a:r>
              <a:rPr sz="6200" b="1">
                <a:solidFill>
                  <a:srgbClr val="F2F8FC"/>
                </a:solidFill>
                <a:latin typeface="Segoe UI"/>
              </a:rPr>
              <a:t>een wonde?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87380" y="3327316"/>
            <a:ext cx="6222844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Zes Belgische ziekenhuizen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zoeken het nu samen uit,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8FB6D0"/>
                </a:solidFill>
                <a:latin typeface="Segoe UI"/>
              </a:rPr>
              <a:t>ook AZ Groeninge in Kortrijk.</a:t>
            </a:r>
          </a:p>
        </p:txBody>
      </p:sp>
      <p:sp>
        <p:nvSpPr>
          <p:cNvPr id="123" name="!!ziek0"/>
          <p:cNvSpPr/>
          <p:nvPr/>
        </p:nvSpPr>
        <p:spPr>
          <a:xfrm>
            <a:off x="81277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ziek1"/>
          <p:cNvSpPr/>
          <p:nvPr/>
        </p:nvSpPr>
        <p:spPr>
          <a:xfrm>
            <a:off x="120646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ziek2"/>
          <p:cNvSpPr/>
          <p:nvPr/>
        </p:nvSpPr>
        <p:spPr>
          <a:xfrm>
            <a:off x="1600159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ziek3"/>
          <p:cNvSpPr/>
          <p:nvPr/>
        </p:nvSpPr>
        <p:spPr>
          <a:xfrm>
            <a:off x="199385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ziek4"/>
          <p:cNvSpPr/>
          <p:nvPr/>
        </p:nvSpPr>
        <p:spPr>
          <a:xfrm>
            <a:off x="238754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ziek5"/>
          <p:cNvSpPr/>
          <p:nvPr/>
        </p:nvSpPr>
        <p:spPr>
          <a:xfrm>
            <a:off x="2781230" y="5117972"/>
            <a:ext cx="266693" cy="266693"/>
          </a:xfrm>
          <a:prstGeom prst="ellipse">
            <a:avLst/>
          </a:prstGeom>
          <a:solidFill>
            <a:srgbClr val="4F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87380" y="5537061"/>
            <a:ext cx="5714857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spc="140">
                <a:solidFill>
                  <a:srgbClr val="52BDEC"/>
                </a:solidFill>
                <a:latin typeface="Consolas"/>
              </a:rPr>
              <a:t>PARADISE  ·  KU Leuven Campus Brugge</a:t>
            </a:r>
          </a:p>
        </p:txBody>
      </p:sp>
      <p:sp>
        <p:nvSpPr>
          <p:cNvPr id="130" name="!!onderschrift"/>
          <p:cNvSpPr txBox="1"/>
          <p:nvPr/>
        </p:nvSpPr>
        <p:spPr>
          <a:xfrm>
            <a:off x="761980" y="6108547"/>
            <a:ext cx="10667733" cy="53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Wat we tot nu toe schatten, gaan we eindelijk meten.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 advClick="0" advTm="5500">
        <p159:morph option="byObject"/>
      </p:transition>
    </mc:Choice>
    <mc:Fallback>
      <p:transition xmlns:p14="http://schemas.microsoft.com/office/powerpoint/2010/main" spd="slow" p14:dur="900" advClick="0" advTm="55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