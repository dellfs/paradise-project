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WAT U ZEGT</a:t>
            </a:r>
          </a:p>
          <a:p>
            <a:r>
              <a:t>PARADISE gaat niet over genezen maar over terugkomen. Zes Belgische voetklinieken, honderdvierenveertig patiënten, achttien maanden per patiënt. Ik neem u mee langs het waarom, de meting en het traject. Onderbreek me gerust.</a:t>
            </a:r>
          </a:p>
          <a:p/>
          <a:p>
            <a:r>
              <a:t>PRESENTATIETIP</a:t>
            </a:r>
          </a:p>
          <a:p>
            <a:r>
              <a:t>Het beeld draagt deze dia, dus de foto moet raak zijn. Zet hem in beeld\stock\, draai verwerk_stock.py, en vervang het kader met rechtsklik en Afbeelding wijzigen. Liggend, koele tonen, en rustig onderaan — daar staat de titel.</a:t>
            </a:r>
          </a:p>
          <a:p/>
          <a:p>
            <a:r>
              <a:t>INTERACTIE</a:t>
            </a:r>
          </a:p>
          <a:p>
            <a:r>
              <a:t>Laat de dia staan terwijl de zaal binnenkomt. Zeg pas iets als iedereen zit.</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WAT U ZEGT</a:t>
            </a:r>
          </a:p>
          <a:p>
            <a:r>
              <a:t>Elke stip is een patiënt. Vierentwintig daarvan komen uit úw kliniek, twaalf in elke arm. Zes keer vierentwintig is honderdvierenveertig. Blijft één centrum achter, dan haalt de studie het niet.</a:t>
            </a:r>
          </a:p>
          <a:p/>
          <a:p>
            <a:r>
              <a:t>PRESENTATIETIP</a:t>
            </a:r>
          </a:p>
          <a:p>
            <a:r>
              <a:t>Wijs hun eigen centrum aan: 24 van die 144 stippen zijn van hen. Zes keer 24 is 144 — als één centrum achterblijft, haalt de studie het niet.</a:t>
            </a:r>
          </a:p>
          <a:p/>
          <a:p>
            <a:r>
              <a:t>INTERACTIE</a:t>
            </a:r>
          </a:p>
          <a:p>
            <a:r>
              <a:t>Vraag of ze de andere vijf centra kennen. Het maakt van zes losse klinieken één netwerk.</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WAT U ZEGT</a:t>
            </a:r>
          </a:p>
          <a:p>
            <a:r>
              <a:t>Vier fasen. We zitten in de pilot; februari 2027 is de harde startdatum. Daarna twaalf maanden includeren, en achttien maanden opvolgen per patiënt. Alleen de inclusieperiode verschuift de einddatum.</a:t>
            </a:r>
          </a:p>
          <a:p/>
          <a:p>
            <a:r>
              <a:t>PRESENTATIETIP</a:t>
            </a:r>
          </a:p>
          <a:p>
            <a:r>
              <a:t>Dit is de dia waar het board naar kijkt. Zeg expliciet dat de pilot nu loopt en dat februari 2027 de harde startdatum is.</a:t>
            </a:r>
          </a:p>
          <a:p/>
          <a:p>
            <a:r>
              <a:t>INTERACTIE</a:t>
            </a:r>
          </a:p>
          <a:p>
            <a:r>
              <a:t>Vraag of hun centrum de twee inclusies per maand haalbaar acht.</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WAT U ZEGT</a:t>
            </a:r>
          </a:p>
          <a:p>
            <a:r>
              <a:t>Dit is wat we van uw organisatie vragen. Vierentwintig inclusies over twaalf maanden, dus gemiddeld twee per maand. Verder één vaste PI, tijd bij de baseline, en een looppad van tien meter. Wat we níét vragen is gegevensinvoer.</a:t>
            </a:r>
          </a:p>
          <a:p/>
          <a:p>
            <a:r>
              <a:t>PRESENTATIETIP</a:t>
            </a:r>
          </a:p>
          <a:p>
            <a:r>
              <a:t>Dit is de vraag. Wees concreet en beloof niets over wat u niet weet.</a:t>
            </a:r>
          </a:p>
          <a:p/>
          <a:p>
            <a:r>
              <a:t>INTERACTIE</a:t>
            </a:r>
          </a:p>
          <a:p>
            <a:r>
              <a:t>Vraag per punt of het haalbaar is. Twijfel nu is beter dan uitval straks.</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WAT U ZEGT</a:t>
            </a:r>
          </a:p>
          <a:p>
            <a:r>
              <a:t>Vier risico's, en wat we eraan doen. Het grootste is niet wetenschappelijk maar organisatorisch: of de centra hun vierentwintig halen. De andere drie zijn ingecalculeerd. Welk risico baart ú het meest zorgen?</a:t>
            </a:r>
          </a:p>
          <a:p/>
          <a:p>
            <a:r>
              <a:t>PRESENTATIETIP</a:t>
            </a:r>
          </a:p>
          <a:p>
            <a:r>
              <a:t>Benoem het inclusierisico eerst en zelf. Als het board het moet opmerken, bent u de regie kwijt.</a:t>
            </a:r>
          </a:p>
          <a:p/>
          <a:p>
            <a:r>
              <a:t>INTERACTIE</a:t>
            </a:r>
          </a:p>
          <a:p>
            <a:r>
              <a:t>Vraag welk risico zij zelf het grootst achten.</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WAT U ZEGT</a:t>
            </a:r>
          </a:p>
          <a:p>
            <a:r>
              <a:t>Blok één. Ik geef u vier cijfers. Na het vierde weet u waarom deze studie twee normen heeft in plaats van één, en waarom niemand die tot nu toe samen gehaald heeft.</a:t>
            </a:r>
          </a:p>
          <a:p/>
          <a:p>
            <a:r>
              <a:t>PRESENTATIETIP</a:t>
            </a:r>
          </a:p>
          <a:p/>
          <a:p/>
          <a:p>
            <a:r>
              <a:t>INTERACTIE</a:t>
            </a:r>
          </a:p>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WAT U ZEGT</a:t>
            </a:r>
          </a:p>
          <a:p>
            <a:r>
              <a:t>Veertig procent krijgt binnen één jaar een nieuw ulcus. Na vijf jaar is dat vijfenzestig. En de sterfte ligt tweeënhalf keer hoger dan bij diabetes zonder ulcus — na een amputatie zelfs boven de zeventig procent. Dit is geen wondprobleem. Dit is een overlevingsprobleem.</a:t>
            </a:r>
          </a:p>
          <a:p/>
          <a:p>
            <a:r>
              <a:t>PRESENTATIETIP</a:t>
            </a:r>
          </a:p>
          <a:p>
            <a:r>
              <a:t>Dit is het probleem waar de hele studie op staat. Eén dia, dan door.</a:t>
            </a:r>
          </a:p>
          <a:p/>
          <a:p>
            <a:r>
              <a:t>INTERACTIE</a:t>
            </a:r>
          </a:p>
          <a:p>
            <a:r>
              <a:t>Geen. Dit is context, geen discussie.</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WAT U ZEGT</a:t>
            </a:r>
          </a:p>
          <a:p>
            <a:r>
              <a:t>En dan het cijfer dat het onverdraaglijk maakt. Driekwart van deze ulcera is in principe te voorkomen. Toch komt veertig procent binnen het jaar terug. Dat gat tussen wat kan en wat gebeurt — daar gaat deze studie over.</a:t>
            </a:r>
          </a:p>
          <a:p/>
          <a:p>
            <a:r>
              <a:t>PRESENTATIETIP</a:t>
            </a:r>
          </a:p>
          <a:p>
            <a:r>
              <a:t>Zeg dit traag en zwijg dan twee tellen. Dit is de enige dia in blok 1 waar de zaal niet leest maar luistert.</a:t>
            </a:r>
          </a:p>
          <a:p/>
          <a:p>
            <a:r>
              <a:t>INTERACTIE</a:t>
            </a:r>
          </a:p>
          <a:p>
            <a:r>
              <a:t>Geen. De stilte doet het werk.</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WAT U ZEGT</a:t>
            </a:r>
          </a:p>
          <a:p>
            <a:r>
              <a:t>Dit is de beste poging die er ligt: drukgeoptimaliseerd maatschoeisel, multicentrisch en gerandomiseerd. Over iedereen samen: geen verschil. Bij wie hem dróég: bijna gehalveerd. Het verschil zat dus niet in de schoen.</a:t>
            </a:r>
          </a:p>
          <a:p/>
          <a:p>
            <a:r>
              <a:t>PRESENTATIETIP</a:t>
            </a:r>
          </a:p>
          <a:p>
            <a:r>
              <a:t>Hier komt de tweede norm vandaan. Zonder deze dia is 80% draagtijd een willekeurig getal.</a:t>
            </a:r>
          </a:p>
          <a:p/>
          <a:p>
            <a:r>
              <a:t>INTERACTIE</a:t>
            </a:r>
          </a:p>
          <a:p>
            <a:r>
              <a:t>Geen.</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WAT U ZEGT</a:t>
            </a:r>
          </a:p>
          <a:p>
            <a:r>
              <a:t>Daar zit het. Eenenzeventig procent draagtijd, gemeten met een sensor en niet gevraagd. Thuis zakt het naar eenenzestig, en juist thuis worden de meeste stappen gezet. De schoen stond in de gang terwijl de patiënt door het huis liep.</a:t>
            </a:r>
          </a:p>
          <a:p/>
          <a:p>
            <a:r>
              <a:t>PRESENTATIETIP</a:t>
            </a:r>
          </a:p>
          <a:p>
            <a:r>
              <a:t>Binnenshuis wordt het schoeisel het minst gedragen, en juist daar worden veel stappen gezet. Dat is uw belangrijkste gesprekspunt bij SEBIA.</a:t>
            </a:r>
          </a:p>
          <a:p/>
          <a:p>
            <a:r>
              <a:t>INTERACTIE</a:t>
            </a:r>
          </a:p>
          <a:p>
            <a:r>
              <a:t>Vraag wat zij schatten bij hun eigen patiënten.</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WAT U ZEGT</a:t>
            </a:r>
          </a:p>
          <a:p>
            <a:r>
              <a:t>Belasting is een product, geen optelsom. Piekdruk maal activiteit maal draagtijd. Eén factor op nul maakt het hele product nul. Een perfecte zool in de kast beschermt niets.</a:t>
            </a:r>
          </a:p>
          <a:p/>
          <a:p>
            <a:r>
              <a:t>PRESENTATIETIP</a:t>
            </a:r>
          </a:p>
          <a:p>
            <a:r>
              <a:t>Dit is het scharnier van blok 1. Wie dit snapt, snapt waarom de meting én de sensor allebei moeten kloppen.</a:t>
            </a:r>
          </a:p>
          <a:p/>
          <a:p>
            <a:r>
              <a:t>INTERACTIE</a:t>
            </a:r>
          </a:p>
          <a:p>
            <a:r>
              <a:t>Morph: de drie tegels komen samen uit één punt.</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WAT U ZEGT</a:t>
            </a:r>
          </a:p>
          <a:p>
            <a:r>
              <a:t>Daarom doen wij het anders. Geen drie losse maatregelen, maar één dienst met twee normen: de zool moet de druk hálen, én hij moet gedragen wórden. Beide gemeten, beide bijgestuurd, en beide door uw eigen team. Dat is nog nooit samen getoetst.</a:t>
            </a:r>
          </a:p>
          <a:p/>
          <a:p>
            <a:r>
              <a:t>PRESENTATIETIP</a:t>
            </a:r>
          </a:p>
          <a:p>
            <a:r>
              <a:t>Dit is de kanteldia. Alles ervoor is het probleem, alles erna is de uitvoering. Zeg met zoveel woorden dat dit nog nooit samen getoetst is.</a:t>
            </a:r>
          </a:p>
          <a:p/>
          <a:p>
            <a:r>
              <a:t>INTERACTIE</a:t>
            </a:r>
          </a:p>
          <a:p>
            <a:r>
              <a:t>Vraag welke van de twee normen zij het moeilijkst achten. Het antwoord is bijna altijd de tweede.</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WAT U ZEGT</a:t>
            </a:r>
          </a:p>
          <a:p>
            <a:r>
              <a:t>Blok twee: de meting. Wat u meet, hoe u het meet, en wanneer het goed genoeg is.</a:t>
            </a:r>
          </a:p>
          <a:p/>
          <a:p>
            <a:r>
              <a:t>PRESENTATIETIP</a:t>
            </a:r>
          </a:p>
          <a:p/>
          <a:p/>
          <a:p>
            <a:r>
              <a:t>INTERACTIE</a:t>
            </a:r>
          </a:p>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WAT U ZEGT</a:t>
            </a:r>
          </a:p>
          <a:p>
            <a:r>
              <a:t>Elke sensor geeft een cijfer. Dit is de baseline, blootsvoets: driehonderdtwaalf kilopascal onder metatarsaal twee-drie. Drie metingen per voet, waar de software één beeld van maakt. Hiertegen wordt alles afgezet.</a:t>
            </a:r>
          </a:p>
          <a:p/>
          <a:p>
            <a:r>
              <a:t>PRESENTATIETIP</a:t>
            </a:r>
          </a:p>
          <a:p>
            <a:r>
              <a:t>De meest gemaakte fout is één meting per voet. Het protocol vraagt er drie, en het gemiddelde telt.</a:t>
            </a:r>
          </a:p>
          <a:p/>
          <a:p>
            <a:r>
              <a:t>INTERACTIE</a:t>
            </a:r>
          </a:p>
          <a:p>
            <a:r>
              <a:t>Vraag wie al blootsvoets gemeten heeft met sensoren op de voet.</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WAT U ZEGT</a:t>
            </a:r>
          </a:p>
          <a:p>
            <a:r>
              <a:t>Zelfde voet, na aanpassing. Honderdzesentachtig kilopascal: veertig procent lager én onder de tweehonderd. De norm geldt per doelregio. Haalt u ze niet, dan past u aan en meet u opnieuw.</a:t>
            </a:r>
          </a:p>
          <a:p/>
          <a:p>
            <a:r>
              <a:t>PRESENTATIETIP</a:t>
            </a:r>
          </a:p>
          <a:p>
            <a:r>
              <a:t>Zeg expliciet: "óf". Twee wegen naar dezelfde norm, geen dubbele eis. En de vergelijking gebeurt per regio, niet over de hele voet.</a:t>
            </a:r>
          </a:p>
          <a:p/>
          <a:p>
            <a:r>
              <a:t>INTERACTIE</a:t>
            </a:r>
          </a:p>
          <a:p>
            <a:r>
              <a:t>Vraag de pedorthisten hoeveel aanpassingsrondes realistisch zijn.</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WAT U ZEGT</a:t>
            </a:r>
          </a:p>
          <a:p>
            <a:r>
              <a:t>Even stilstaan. Het doel is niet minder belasting. Het doel is belasting op een plek die het aankan. Dat is de hele interventie.</a:t>
            </a:r>
          </a:p>
          <a:p/>
          <a:p>
            <a:r>
              <a:t>PRESENTATIETIP</a:t>
            </a:r>
          </a:p>
          <a:p>
            <a:r>
              <a:t>Zeg deze twee zinnen en zwijg dan. Laat de dia staan tot iemand ongemakkelijk wordt. Dit is het enige moment in blok 2 waarop de zaal niets te lezen heeft.</a:t>
            </a:r>
          </a:p>
          <a:p/>
          <a:p>
            <a:r>
              <a:t>INTERACTIE</a:t>
            </a:r>
          </a:p>
          <a:p>
            <a:r>
              <a:t>Geen. Bewust geen.</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WAT U ZEGT</a:t>
            </a:r>
          </a:p>
          <a:p>
            <a:r>
              <a:t>Blok drie: het traject. Negen contactmomenten. Per moment: wat u doet en wat u invult.</a:t>
            </a:r>
          </a:p>
          <a:p/>
          <a:p>
            <a:r>
              <a:t>PRESENTATIETIP</a:t>
            </a:r>
          </a:p>
          <a:p/>
          <a:p/>
          <a:p>
            <a:r>
              <a:t>INTERACTIE</a:t>
            </a:r>
          </a:p>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WAT U ZEGT</a:t>
            </a:r>
          </a:p>
          <a:p>
            <a:r>
              <a:t>Screening en negen visites over achttien maanden. De eerste drie liggen dicht op elkaar. Daarna is het ritme elke drie maanden — hetzelfde ritme als de controle die deze patiënten toch al krijgen.</a:t>
            </a:r>
          </a:p>
          <a:p/>
          <a:p>
            <a:r>
              <a:t>PRESENTATIETIP</a:t>
            </a:r>
          </a:p>
          <a:p>
            <a:r>
              <a:t>Geef eerst het overzicht. De volgende dia's lopen elk moment af.</a:t>
            </a:r>
          </a:p>
          <a:p/>
          <a:p>
            <a:r>
              <a:t>INTERACTIE</a:t>
            </a:r>
          </a:p>
          <a:p>
            <a:r>
              <a:t>Geen. De detaildia's komen hierna.</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WAT U ZEGT</a:t>
            </a:r>
          </a:p>
          <a:p>
            <a:r>
              <a:t>Tien contactmomenten, één zorgpad. Het verschil met vandaag zit niet in hoe vaak u de patiënt ziet, maar in wat u bij elk bezoek wéét: wat de zool doet, en wat er gedragen is.</a:t>
            </a:r>
          </a:p>
          <a:p/>
          <a:p>
            <a:r>
              <a:t>PRESENTATIETIP</a:t>
            </a:r>
          </a:p>
          <a:p>
            <a:r>
              <a:t>Sluit blok 3 hiermee af. De zaal herkent de dia van het begin.</a:t>
            </a:r>
          </a:p>
          <a:p/>
          <a:p>
            <a:r>
              <a:t>INTERACTIE</a:t>
            </a:r>
          </a:p>
          <a:p>
            <a:r>
              <a:t>Vraag welk moment hun het meest zorgen baart.</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WAT U ZEGT</a:t>
            </a:r>
          </a:p>
          <a:p>
            <a:r>
              <a:t>Blok vier: de toestellen en de regels. De instellingen, het gesprek, en de vier dingen die vastliggen.</a:t>
            </a:r>
          </a:p>
          <a:p/>
          <a:p>
            <a:r>
              <a:t>PRESENTATIETIP</a:t>
            </a:r>
          </a:p>
          <a:p/>
          <a:p/>
          <a:p>
            <a:r>
              <a:t>INTERACTIE</a:t>
            </a:r>
          </a:p>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WAT U ZEGT</a:t>
            </a:r>
          </a:p>
          <a:p>
            <a:r>
              <a:t>Drie toestellen, drie taken. De pedar meet druk, de Orthotimer meet of de zool gedragen is, de MoveMonitor meet hoeveel er gestapt wordt. Alleen de pedar bedient u bij elke meting; de andere twee plaatst u één keer en leest u uit.</a:t>
            </a:r>
          </a:p>
          <a:p/>
          <a:p>
            <a:r>
              <a:t>PRESENTATIETIP</a:t>
            </a:r>
          </a:p>
          <a:p>
            <a:r>
              <a:t>Benoem dat de Orthotimer géén GPS, microfoon of camera heeft. Die vraag komt gegarandeerd.</a:t>
            </a:r>
          </a:p>
          <a:p/>
          <a:p>
            <a:r>
              <a:t>INTERACTIE</a:t>
            </a:r>
          </a:p>
          <a:p>
            <a:r>
              <a:t>Laat de toestellen rondgaan. Fysiek werkt beter dan een dia.</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WAT U ZEGT</a:t>
            </a:r>
          </a:p>
          <a:p>
            <a:r>
              <a:t>Zo klein is de sensor: negen bij dertien millimeter. Hij zit in de zool, meet alleen temperatuur, en de patiënt merkt er niets van. Noem hem tegenover de patiënt gewoon "uw sensor".</a:t>
            </a:r>
          </a:p>
          <a:p/>
          <a:p>
            <a:r>
              <a:t>PRESENTATIETIP</a:t>
            </a:r>
          </a:p>
          <a:p>
            <a:r>
              <a:t>Laat deze dia even staan zonder te praten. De sensor is fysiek zo klein dat het beeld het argument al maakt.</a:t>
            </a:r>
          </a:p>
          <a:p/>
          <a:p>
            <a:r>
              <a:t>INTERACTIE</a:t>
            </a:r>
          </a:p>
          <a:p>
            <a:r>
              <a:t>Geef er een door de zaal terwijl u praat.</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WAT U ZEGT</a:t>
            </a:r>
          </a:p>
          <a:p>
            <a:r>
              <a:t>Vier rollen. De podoloog meet, leest uit en begeleidt. De pedorthist maakt en past aan. De arts bevestigt geschiktheid en beoordeelt laesies. Het management houdt tijd vrij en bewaakt de vierentwintig.</a:t>
            </a:r>
          </a:p>
          <a:p/>
          <a:p>
            <a:r>
              <a:t>PRESENTATIETIP</a:t>
            </a:r>
          </a:p>
          <a:p>
            <a:r>
              <a:t>Kijk elke groep aan bij hun rij. Namen noemen als u ze kent.</a:t>
            </a:r>
          </a:p>
          <a:p/>
          <a:p>
            <a:r>
              <a:t>INTERACTIE</a:t>
            </a:r>
          </a:p>
          <a:p>
            <a:r>
              <a:t>Vraag per rij: "herkenbaar, of mis ik iets?" Pas de taakverdeling ter plekke aan als dat nodig is.</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WAT U ZEGT</a:t>
            </a:r>
          </a:p>
          <a:p>
            <a:r>
              <a:t>En dit krijgt u van ons. Training in motiverende gespreksvoering, SOP's per handeling, één contactpunt, en het onderzoeksteam voert de gegevens in. Nul sancties: wijkt u af, dan meldt u het, en dat wordt geregistreerd, niet afgestraft.</a:t>
            </a:r>
          </a:p>
          <a:p/>
          <a:p>
            <a:r>
              <a:t>PRESENTATIETIP</a:t>
            </a:r>
          </a:p>
          <a:p>
            <a:r>
              <a:t>Het cijfer rechts ontspant de zaal. Zeg het expliciet en wacht even. Vraagt iemand hoe de ingevulde formulieren bij ons raken: zeg dat daar bericht over volgt. Beloof geen werkwijze, want die ligt nog niet vast.</a:t>
            </a:r>
          </a:p>
          <a:p/>
          <a:p>
            <a:r>
              <a:t>INTERACTIE</a:t>
            </a:r>
          </a:p>
          <a:p>
            <a:r>
              <a:t>Geen.</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WAT U ZEGT</a:t>
            </a:r>
          </a:p>
          <a:p>
            <a:r>
              <a:t>ISO 14155 vraagt dat per medewerker aantoonbaar is welke training hij kreeg en voor welke handelingen hij gedelegeerd is. Vandaag tekenen. Bij elke nieuwe medewerker opnieuw, en bij elke protocolwijziging opnieuw. Het register blijft bij u; wij krijgen een kopie.</a:t>
            </a:r>
          </a:p>
          <a:p/>
          <a:p>
            <a:r>
              <a:t>PRESENTATIETIP</a:t>
            </a:r>
          </a:p>
          <a:p>
            <a:r>
              <a:t>Laat het register rondgaan tijdens deze dia, niet erna. Anders vertrekt de helft zonder te tekenen.</a:t>
            </a:r>
          </a:p>
          <a:p/>
          <a:p>
            <a:r>
              <a:t>INTERACTIE</a:t>
            </a:r>
          </a:p>
          <a:p>
            <a:r>
              <a:t>Tel hardop hoeveel handtekeningen u nodig hebt en hoeveel er al staan.</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WAT U ZEGT</a:t>
            </a:r>
          </a:p>
          <a:p>
            <a:r>
              <a:t>Tot slot: wie u aanspreekt. Praktische vragen — inclusies, metingen, formulieren, sensoren — komen bij mij. Wetenschappelijke vragen en afspraken op het niveau van uw centrum bij professor Deschamps. Dank u wel.</a:t>
            </a:r>
          </a:p>
          <a:p/>
          <a:p>
            <a:r>
              <a:t>PRESENTATIETIP</a:t>
            </a:r>
          </a:p>
          <a:p>
            <a:r>
              <a:t>Laat deze dia staan tijdens het napraten. Zeg erbij dat kleine dingen ook mogen — een sensor die niet uitleest is geen domme vraag.</a:t>
            </a:r>
          </a:p>
          <a:p/>
          <a:p>
            <a:r>
              <a:t>INTERACTIE</a:t>
            </a:r>
          </a:p>
          <a:p>
            <a:r>
              <a:t>Loop rond terwijl de dia staat. Wie een vraag heeft, komt naar het gezicht dat op het scherm staat.</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3.png"/><Relationship Id="rId5" Type="http://schemas.openxmlformats.org/officeDocument/2006/relationships/image" Target="../media/image4.png"/><Relationship Id="rId6"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image" Target="../media/image6.png"/><Relationship Id="rId4" Type="http://schemas.openxmlformats.org/officeDocument/2006/relationships/image" Target="../media/image7.png"/><Relationship Id="rId5" Type="http://schemas.openxmlformats.org/officeDocument/2006/relationships/image" Target="../media/image2.png"/><Relationship Id="rId6"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 Id="rId3" Type="http://schemas.openxmlformats.org/officeDocument/2006/relationships/image" Target="../media/image2.png"/><Relationship Id="rId4"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png"/><Relationship Id="rId3" Type="http://schemas.openxmlformats.org/officeDocument/2006/relationships/image" Target="../media/image2.png"/><Relationship Id="rId4" Type="http://schemas.openxmlformats.org/officeDocument/2006/relationships/notesSlide" Target="../notesSlides/notesSlide26.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7828"/>
          </a:xfrm>
          <a:prstGeom prst="rect">
            <a:avLst/>
          </a:prstGeom>
          <a:gradFill rotWithShape="1">
            <a:gsLst>
              <a:gs pos="0">
                <a:srgbClr val="072138"/>
              </a:gs>
              <a:gs pos="100000">
                <a:srgbClr val="04182A"/>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fotokader" descr="plaatshouder.png"/>
          <p:cNvPicPr>
            <a:picLocks noChangeAspect="1"/>
          </p:cNvPicPr>
          <p:nvPr/>
        </p:nvPicPr>
        <p:blipFill>
          <a:blip r:embed="rId2"/>
          <a:stretch>
            <a:fillRect/>
          </a:stretch>
        </p:blipFill>
        <p:spPr>
          <a:xfrm>
            <a:off x="0" y="-380990"/>
            <a:ext cx="12191695" cy="7619809"/>
          </a:xfrm>
          <a:prstGeom prst="rect">
            <a:avLst/>
          </a:prstGeom>
        </p:spPr>
      </p:pic>
      <p:sp>
        <p:nvSpPr>
          <p:cNvPr id="4" name="Rectangle 3"/>
          <p:cNvSpPr/>
          <p:nvPr/>
        </p:nvSpPr>
        <p:spPr>
          <a:xfrm>
            <a:off x="0" y="0"/>
            <a:ext cx="12191695" cy="6857828"/>
          </a:xfrm>
          <a:prstGeom prst="rect">
            <a:avLst/>
          </a:prstGeom>
          <a:gradFill rotWithShape="1">
            <a:gsLst>
              <a:gs pos="0">
                <a:srgbClr val="04182A">
                  <a:alpha val="10000"/>
                </a:srgbClr>
              </a:gs>
              <a:gs pos="62000">
                <a:srgbClr val="04182A">
                  <a:alpha val="96000"/>
                </a:srgbClr>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merk.png"/>
          <p:cNvPicPr>
            <a:picLocks noChangeAspect="1"/>
          </p:cNvPicPr>
          <p:nvPr/>
        </p:nvPicPr>
        <p:blipFill>
          <a:blip r:embed="rId3"/>
          <a:stretch>
            <a:fillRect/>
          </a:stretch>
        </p:blipFill>
        <p:spPr>
          <a:xfrm>
            <a:off x="647087" y="609584"/>
            <a:ext cx="801273" cy="927076"/>
          </a:xfrm>
          <a:prstGeom prst="rect">
            <a:avLst/>
          </a:prstGeom>
        </p:spPr>
      </p:pic>
      <p:sp>
        <p:nvSpPr>
          <p:cNvPr id="6" name="hero"/>
          <p:cNvSpPr txBox="1"/>
          <p:nvPr/>
        </p:nvSpPr>
        <p:spPr>
          <a:xfrm>
            <a:off x="634984" y="3848003"/>
            <a:ext cx="8889777" cy="1650958"/>
          </a:xfrm>
          <a:prstGeom prst="rect">
            <a:avLst/>
          </a:prstGeom>
          <a:noFill/>
        </p:spPr>
        <p:txBody>
          <a:bodyPr wrap="none" anchor="t" lIns="0" rIns="0" tIns="0" bIns="0">
            <a:spAutoFit/>
          </a:bodyPr>
          <a:lstStyle/>
          <a:p>
            <a:pPr algn="l">
              <a:lnSpc>
                <a:spcPct val="90000"/>
              </a:lnSpc>
            </a:pPr>
            <a:r>
              <a:rPr sz="12400" b="1">
                <a:solidFill>
                  <a:srgbClr val="F2F8FC"/>
                </a:solidFill>
                <a:latin typeface="Segoe UI"/>
              </a:rPr>
              <a:t>PARADISE</a:t>
            </a:r>
          </a:p>
        </p:txBody>
      </p:sp>
      <p:sp>
        <p:nvSpPr>
          <p:cNvPr id="7" name="TextBox 6"/>
          <p:cNvSpPr txBox="1"/>
          <p:nvPr/>
        </p:nvSpPr>
        <p:spPr>
          <a:xfrm>
            <a:off x="673083" y="5397365"/>
            <a:ext cx="8889777" cy="380990"/>
          </a:xfrm>
          <a:prstGeom prst="rect">
            <a:avLst/>
          </a:prstGeom>
          <a:noFill/>
        </p:spPr>
        <p:txBody>
          <a:bodyPr wrap="square" anchor="t" lIns="0" rIns="0" tIns="0" bIns="0">
            <a:spAutoFit/>
          </a:bodyPr>
          <a:lstStyle/>
          <a:p>
            <a:pPr algn="l">
              <a:lnSpc>
                <a:spcPct val="125000"/>
              </a:lnSpc>
            </a:pPr>
            <a:r>
              <a:rPr sz="2800" b="1">
                <a:solidFill>
                  <a:srgbClr val="52BDEC"/>
                </a:solidFill>
                <a:latin typeface="Segoe UI"/>
              </a:rPr>
              <a:t>Stand van zaken · stuurgroep en directie</a:t>
            </a:r>
          </a:p>
        </p:txBody>
      </p:sp>
      <p:sp>
        <p:nvSpPr>
          <p:cNvPr id="8" name="Rectangle 7"/>
          <p:cNvSpPr/>
          <p:nvPr/>
        </p:nvSpPr>
        <p:spPr>
          <a:xfrm>
            <a:off x="634984" y="5879952"/>
            <a:ext cx="10921726" cy="9524"/>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ounded Rectangle 8"/>
          <p:cNvSpPr/>
          <p:nvPr/>
        </p:nvSpPr>
        <p:spPr>
          <a:xfrm>
            <a:off x="634984" y="6045048"/>
            <a:ext cx="1685893" cy="609584"/>
          </a:xfrm>
          <a:prstGeom prst="roundRect">
            <a:avLst>
              <a:gd name="adj" fmla="val 45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0" name="Picture 9" descr="kuleuven.png"/>
          <p:cNvPicPr>
            <a:picLocks noChangeAspect="1"/>
          </p:cNvPicPr>
          <p:nvPr/>
        </p:nvPicPr>
        <p:blipFill>
          <a:blip r:embed="rId4"/>
          <a:stretch>
            <a:fillRect/>
          </a:stretch>
        </p:blipFill>
        <p:spPr>
          <a:xfrm>
            <a:off x="787380" y="6152996"/>
            <a:ext cx="1381100" cy="393690"/>
          </a:xfrm>
          <a:prstGeom prst="rect">
            <a:avLst/>
          </a:prstGeom>
        </p:spPr>
      </p:pic>
      <p:sp>
        <p:nvSpPr>
          <p:cNvPr id="11" name="Rounded Rectangle 10"/>
          <p:cNvSpPr/>
          <p:nvPr/>
        </p:nvSpPr>
        <p:spPr>
          <a:xfrm>
            <a:off x="2574870" y="6045048"/>
            <a:ext cx="1420884" cy="609584"/>
          </a:xfrm>
          <a:prstGeom prst="roundRect">
            <a:avLst>
              <a:gd name="adj" fmla="val 45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2" name="Picture 11" descr="vub.png"/>
          <p:cNvPicPr>
            <a:picLocks noChangeAspect="1"/>
          </p:cNvPicPr>
          <p:nvPr/>
        </p:nvPicPr>
        <p:blipFill>
          <a:blip r:embed="rId5"/>
          <a:stretch>
            <a:fillRect/>
          </a:stretch>
        </p:blipFill>
        <p:spPr>
          <a:xfrm>
            <a:off x="2727267" y="6152996"/>
            <a:ext cx="1116092" cy="393690"/>
          </a:xfrm>
          <a:prstGeom prst="rect">
            <a:avLst/>
          </a:prstGeom>
        </p:spPr>
      </p:pic>
      <p:sp>
        <p:nvSpPr>
          <p:cNvPr id="13" name="TextBox 12"/>
          <p:cNvSpPr txBox="1"/>
          <p:nvPr/>
        </p:nvSpPr>
        <p:spPr>
          <a:xfrm>
            <a:off x="4249749" y="6095847"/>
            <a:ext cx="2158946" cy="253993"/>
          </a:xfrm>
          <a:prstGeom prst="rect">
            <a:avLst/>
          </a:prstGeom>
          <a:noFill/>
        </p:spPr>
        <p:txBody>
          <a:bodyPr wrap="square" anchor="t" lIns="0" rIns="0" tIns="0" bIns="0">
            <a:spAutoFit/>
          </a:bodyPr>
          <a:lstStyle/>
          <a:p>
            <a:pPr algn="l">
              <a:lnSpc>
                <a:spcPct val="125000"/>
              </a:lnSpc>
            </a:pPr>
            <a:r>
              <a:rPr sz="2100" b="1">
                <a:solidFill>
                  <a:srgbClr val="F2F8FC"/>
                </a:solidFill>
                <a:latin typeface="Segoe UI"/>
              </a:rPr>
              <a:t>FWO</a:t>
            </a:r>
          </a:p>
        </p:txBody>
      </p:sp>
      <p:sp>
        <p:nvSpPr>
          <p:cNvPr id="14" name="TextBox 13"/>
          <p:cNvSpPr txBox="1"/>
          <p:nvPr/>
        </p:nvSpPr>
        <p:spPr>
          <a:xfrm>
            <a:off x="4262449" y="6349841"/>
            <a:ext cx="2666933" cy="215894"/>
          </a:xfrm>
          <a:prstGeom prst="rect">
            <a:avLst/>
          </a:prstGeom>
          <a:noFill/>
        </p:spPr>
        <p:txBody>
          <a:bodyPr wrap="square" anchor="t" lIns="0" rIns="0" tIns="0" bIns="0">
            <a:spAutoFit/>
          </a:bodyPr>
          <a:lstStyle/>
          <a:p>
            <a:pPr algn="l">
              <a:lnSpc>
                <a:spcPct val="125000"/>
              </a:lnSpc>
            </a:pPr>
            <a:r>
              <a:rPr sz="1200" b="0">
                <a:solidFill>
                  <a:srgbClr val="8FB6D0"/>
                </a:solidFill>
                <a:latin typeface="Consolas"/>
              </a:rPr>
              <a:t>TBM T000226N</a:t>
            </a:r>
          </a:p>
        </p:txBody>
      </p:sp>
      <p:sp>
        <p:nvSpPr>
          <p:cNvPr id="15" name="TextBox 14"/>
          <p:cNvSpPr txBox="1"/>
          <p:nvPr/>
        </p:nvSpPr>
        <p:spPr>
          <a:xfrm>
            <a:off x="7111822" y="6565735"/>
            <a:ext cx="4571885" cy="190495"/>
          </a:xfrm>
          <a:prstGeom prst="rect">
            <a:avLst/>
          </a:prstGeom>
          <a:noFill/>
        </p:spPr>
        <p:txBody>
          <a:bodyPr wrap="none" anchor="t" lIns="0" rIns="0" tIns="0" bIns="0">
            <a:spAutoFit/>
          </a:bodyPr>
          <a:lstStyle/>
          <a:p>
            <a:pPr algn="r">
              <a:lnSpc>
                <a:spcPct val="125000"/>
              </a:lnSpc>
            </a:pPr>
            <a:r>
              <a:rPr sz="1100" b="0">
                <a:solidFill>
                  <a:srgbClr val="8FB6D0"/>
                </a:solidFill>
                <a:latin typeface="Consolas"/>
              </a:rPr>
              <a:t>Protocolversie 1.0 · 17 mei 2026 · S71769</a:t>
            </a:r>
          </a:p>
        </p:txBody>
      </p:sp>
    </p:spTree>
  </p:cSld>
  <p:clrMapOvr>
    <a:masterClrMapping/>
  </p:clrMapOvr>
  <p:transition xmlns:p14="http://schemas.microsoft.com/office/powerpoint/2010/main" spd="slow" p14:dur="900">
    <p:fade/>
  </p:transition>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7828"/>
          </a:xfrm>
          <a:prstGeom prst="rect">
            <a:avLst/>
          </a:prstGeom>
          <a:gradFill rotWithShape="1">
            <a:gsLst>
              <a:gs pos="0">
                <a:srgbClr val="072138"/>
              </a:gs>
              <a:gs pos="100000">
                <a:srgbClr val="04182A"/>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34984" y="571485"/>
            <a:ext cx="9524761" cy="215894"/>
          </a:xfrm>
          <a:prstGeom prst="rect">
            <a:avLst/>
          </a:prstGeom>
          <a:noFill/>
        </p:spPr>
        <p:txBody>
          <a:bodyPr wrap="square" anchor="t" lIns="0" rIns="0" tIns="0" bIns="0">
            <a:spAutoFit/>
          </a:bodyPr>
          <a:lstStyle/>
          <a:p>
            <a:pPr algn="l">
              <a:lnSpc>
                <a:spcPct val="125000"/>
              </a:lnSpc>
            </a:pPr>
            <a:r>
              <a:rPr sz="1250" b="1" spc="240">
                <a:solidFill>
                  <a:srgbClr val="52BDEC"/>
                </a:solidFill>
                <a:latin typeface="Consolas"/>
              </a:rPr>
              <a:t>WAAR WE STAAN</a:t>
            </a:r>
          </a:p>
        </p:txBody>
      </p:sp>
      <p:sp>
        <p:nvSpPr>
          <p:cNvPr id="4" name="sectietitel"/>
          <p:cNvSpPr txBox="1"/>
          <p:nvPr/>
        </p:nvSpPr>
        <p:spPr>
          <a:xfrm>
            <a:off x="634984" y="838179"/>
            <a:ext cx="9905752" cy="1269968"/>
          </a:xfrm>
          <a:prstGeom prst="rect">
            <a:avLst/>
          </a:prstGeom>
          <a:noFill/>
        </p:spPr>
        <p:txBody>
          <a:bodyPr wrap="square" anchor="t" lIns="0" rIns="0" tIns="0" bIns="0">
            <a:spAutoFit/>
          </a:bodyPr>
          <a:lstStyle/>
          <a:p>
            <a:pPr algn="l">
              <a:lnSpc>
                <a:spcPct val="110000"/>
              </a:lnSpc>
            </a:pPr>
            <a:r>
              <a:rPr sz="4000" b="1">
                <a:solidFill>
                  <a:srgbClr val="F2F8FC"/>
                </a:solidFill>
                <a:latin typeface="Segoe UI"/>
              </a:rPr>
              <a:t>144 patiënten, 24 per centrum</a:t>
            </a:r>
          </a:p>
        </p:txBody>
      </p:sp>
      <p:sp>
        <p:nvSpPr>
          <p:cNvPr id="5" name="Oval 4"/>
          <p:cNvSpPr/>
          <p:nvPr/>
        </p:nvSpPr>
        <p:spPr>
          <a:xfrm>
            <a:off x="634984" y="1904952"/>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76278" y="1904952"/>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1117572" y="1904952"/>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Oval 7"/>
          <p:cNvSpPr/>
          <p:nvPr/>
        </p:nvSpPr>
        <p:spPr>
          <a:xfrm>
            <a:off x="1358866" y="1904952"/>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600159" y="1904952"/>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1841453" y="1904952"/>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2082747" y="1904952"/>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2324041" y="1904952"/>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2565335" y="1904952"/>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2806629" y="1904952"/>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3047923" y="1904952"/>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3289217" y="1904952"/>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Oval 16"/>
          <p:cNvSpPr/>
          <p:nvPr/>
        </p:nvSpPr>
        <p:spPr>
          <a:xfrm>
            <a:off x="3530511" y="1904952"/>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3771805" y="1904952"/>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4013099" y="1904952"/>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Oval 19"/>
          <p:cNvSpPr/>
          <p:nvPr/>
        </p:nvSpPr>
        <p:spPr>
          <a:xfrm>
            <a:off x="4254393" y="1904952"/>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4495687" y="1904952"/>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Oval 21"/>
          <p:cNvSpPr/>
          <p:nvPr/>
        </p:nvSpPr>
        <p:spPr>
          <a:xfrm>
            <a:off x="4736981" y="1904952"/>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Oval 22"/>
          <p:cNvSpPr/>
          <p:nvPr/>
        </p:nvSpPr>
        <p:spPr>
          <a:xfrm>
            <a:off x="4978275" y="1904952"/>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5219569" y="1904952"/>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Oval 24"/>
          <p:cNvSpPr/>
          <p:nvPr/>
        </p:nvSpPr>
        <p:spPr>
          <a:xfrm>
            <a:off x="5460863" y="1904952"/>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Oval 25"/>
          <p:cNvSpPr/>
          <p:nvPr/>
        </p:nvSpPr>
        <p:spPr>
          <a:xfrm>
            <a:off x="5702157" y="1904952"/>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Oval 26"/>
          <p:cNvSpPr/>
          <p:nvPr/>
        </p:nvSpPr>
        <p:spPr>
          <a:xfrm>
            <a:off x="5943451" y="1904952"/>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Oval 27"/>
          <p:cNvSpPr/>
          <p:nvPr/>
        </p:nvSpPr>
        <p:spPr>
          <a:xfrm>
            <a:off x="6184745" y="1904952"/>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Oval 28"/>
          <p:cNvSpPr/>
          <p:nvPr/>
        </p:nvSpPr>
        <p:spPr>
          <a:xfrm>
            <a:off x="634984" y="2146246"/>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Oval 29"/>
          <p:cNvSpPr/>
          <p:nvPr/>
        </p:nvSpPr>
        <p:spPr>
          <a:xfrm>
            <a:off x="876278" y="2146246"/>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Oval 30"/>
          <p:cNvSpPr/>
          <p:nvPr/>
        </p:nvSpPr>
        <p:spPr>
          <a:xfrm>
            <a:off x="1117572" y="2146246"/>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Oval 31"/>
          <p:cNvSpPr/>
          <p:nvPr/>
        </p:nvSpPr>
        <p:spPr>
          <a:xfrm>
            <a:off x="1358866" y="2146246"/>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Oval 32"/>
          <p:cNvSpPr/>
          <p:nvPr/>
        </p:nvSpPr>
        <p:spPr>
          <a:xfrm>
            <a:off x="1600159" y="2146246"/>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Oval 33"/>
          <p:cNvSpPr/>
          <p:nvPr/>
        </p:nvSpPr>
        <p:spPr>
          <a:xfrm>
            <a:off x="1841453" y="2146246"/>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Oval 34"/>
          <p:cNvSpPr/>
          <p:nvPr/>
        </p:nvSpPr>
        <p:spPr>
          <a:xfrm>
            <a:off x="2082747" y="2146246"/>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Oval 35"/>
          <p:cNvSpPr/>
          <p:nvPr/>
        </p:nvSpPr>
        <p:spPr>
          <a:xfrm>
            <a:off x="2324041" y="2146246"/>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Oval 36"/>
          <p:cNvSpPr/>
          <p:nvPr/>
        </p:nvSpPr>
        <p:spPr>
          <a:xfrm>
            <a:off x="2565335" y="2146246"/>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Oval 37"/>
          <p:cNvSpPr/>
          <p:nvPr/>
        </p:nvSpPr>
        <p:spPr>
          <a:xfrm>
            <a:off x="2806629" y="2146246"/>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Oval 38"/>
          <p:cNvSpPr/>
          <p:nvPr/>
        </p:nvSpPr>
        <p:spPr>
          <a:xfrm>
            <a:off x="3047923" y="2146246"/>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Oval 39"/>
          <p:cNvSpPr/>
          <p:nvPr/>
        </p:nvSpPr>
        <p:spPr>
          <a:xfrm>
            <a:off x="3289217" y="2146246"/>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Oval 40"/>
          <p:cNvSpPr/>
          <p:nvPr/>
        </p:nvSpPr>
        <p:spPr>
          <a:xfrm>
            <a:off x="3530511" y="2146246"/>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Oval 41"/>
          <p:cNvSpPr/>
          <p:nvPr/>
        </p:nvSpPr>
        <p:spPr>
          <a:xfrm>
            <a:off x="3771805" y="2146246"/>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Oval 42"/>
          <p:cNvSpPr/>
          <p:nvPr/>
        </p:nvSpPr>
        <p:spPr>
          <a:xfrm>
            <a:off x="4013099" y="2146246"/>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Oval 43"/>
          <p:cNvSpPr/>
          <p:nvPr/>
        </p:nvSpPr>
        <p:spPr>
          <a:xfrm>
            <a:off x="4254393" y="2146246"/>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Oval 44"/>
          <p:cNvSpPr/>
          <p:nvPr/>
        </p:nvSpPr>
        <p:spPr>
          <a:xfrm>
            <a:off x="4495687" y="2146246"/>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Oval 45"/>
          <p:cNvSpPr/>
          <p:nvPr/>
        </p:nvSpPr>
        <p:spPr>
          <a:xfrm>
            <a:off x="4736981" y="2146246"/>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Oval 46"/>
          <p:cNvSpPr/>
          <p:nvPr/>
        </p:nvSpPr>
        <p:spPr>
          <a:xfrm>
            <a:off x="4978275" y="2146246"/>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Oval 47"/>
          <p:cNvSpPr/>
          <p:nvPr/>
        </p:nvSpPr>
        <p:spPr>
          <a:xfrm>
            <a:off x="5219569" y="2146246"/>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Oval 48"/>
          <p:cNvSpPr/>
          <p:nvPr/>
        </p:nvSpPr>
        <p:spPr>
          <a:xfrm>
            <a:off x="5460863" y="2146246"/>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Oval 49"/>
          <p:cNvSpPr/>
          <p:nvPr/>
        </p:nvSpPr>
        <p:spPr>
          <a:xfrm>
            <a:off x="5702157" y="2146246"/>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Oval 50"/>
          <p:cNvSpPr/>
          <p:nvPr/>
        </p:nvSpPr>
        <p:spPr>
          <a:xfrm>
            <a:off x="5943451" y="2146246"/>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Oval 51"/>
          <p:cNvSpPr/>
          <p:nvPr/>
        </p:nvSpPr>
        <p:spPr>
          <a:xfrm>
            <a:off x="6184745" y="2146246"/>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Oval 52"/>
          <p:cNvSpPr/>
          <p:nvPr/>
        </p:nvSpPr>
        <p:spPr>
          <a:xfrm>
            <a:off x="634984" y="2387540"/>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 name="Oval 53"/>
          <p:cNvSpPr/>
          <p:nvPr/>
        </p:nvSpPr>
        <p:spPr>
          <a:xfrm>
            <a:off x="876278" y="2387540"/>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 name="Oval 54"/>
          <p:cNvSpPr/>
          <p:nvPr/>
        </p:nvSpPr>
        <p:spPr>
          <a:xfrm>
            <a:off x="1117572" y="2387540"/>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 name="Oval 55"/>
          <p:cNvSpPr/>
          <p:nvPr/>
        </p:nvSpPr>
        <p:spPr>
          <a:xfrm>
            <a:off x="1358866" y="2387540"/>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 name="Oval 56"/>
          <p:cNvSpPr/>
          <p:nvPr/>
        </p:nvSpPr>
        <p:spPr>
          <a:xfrm>
            <a:off x="1600159" y="2387540"/>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8" name="Oval 57"/>
          <p:cNvSpPr/>
          <p:nvPr/>
        </p:nvSpPr>
        <p:spPr>
          <a:xfrm>
            <a:off x="1841453" y="2387540"/>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9" name="Oval 58"/>
          <p:cNvSpPr/>
          <p:nvPr/>
        </p:nvSpPr>
        <p:spPr>
          <a:xfrm>
            <a:off x="2082747" y="2387540"/>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0" name="Oval 59"/>
          <p:cNvSpPr/>
          <p:nvPr/>
        </p:nvSpPr>
        <p:spPr>
          <a:xfrm>
            <a:off x="2324041" y="2387540"/>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1" name="Oval 60"/>
          <p:cNvSpPr/>
          <p:nvPr/>
        </p:nvSpPr>
        <p:spPr>
          <a:xfrm>
            <a:off x="2565335" y="2387540"/>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2" name="Oval 61"/>
          <p:cNvSpPr/>
          <p:nvPr/>
        </p:nvSpPr>
        <p:spPr>
          <a:xfrm>
            <a:off x="2806629" y="2387540"/>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3" name="Oval 62"/>
          <p:cNvSpPr/>
          <p:nvPr/>
        </p:nvSpPr>
        <p:spPr>
          <a:xfrm>
            <a:off x="3047923" y="2387540"/>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4" name="Oval 63"/>
          <p:cNvSpPr/>
          <p:nvPr/>
        </p:nvSpPr>
        <p:spPr>
          <a:xfrm>
            <a:off x="3289217" y="2387540"/>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5" name="Oval 64"/>
          <p:cNvSpPr/>
          <p:nvPr/>
        </p:nvSpPr>
        <p:spPr>
          <a:xfrm>
            <a:off x="3530511" y="2387540"/>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6" name="Oval 65"/>
          <p:cNvSpPr/>
          <p:nvPr/>
        </p:nvSpPr>
        <p:spPr>
          <a:xfrm>
            <a:off x="3771805" y="2387540"/>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7" name="Oval 66"/>
          <p:cNvSpPr/>
          <p:nvPr/>
        </p:nvSpPr>
        <p:spPr>
          <a:xfrm>
            <a:off x="4013099" y="2387540"/>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8" name="Oval 67"/>
          <p:cNvSpPr/>
          <p:nvPr/>
        </p:nvSpPr>
        <p:spPr>
          <a:xfrm>
            <a:off x="4254393" y="2387540"/>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9" name="Oval 68"/>
          <p:cNvSpPr/>
          <p:nvPr/>
        </p:nvSpPr>
        <p:spPr>
          <a:xfrm>
            <a:off x="4495687" y="2387540"/>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0" name="Oval 69"/>
          <p:cNvSpPr/>
          <p:nvPr/>
        </p:nvSpPr>
        <p:spPr>
          <a:xfrm>
            <a:off x="4736981" y="2387540"/>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1" name="Oval 70"/>
          <p:cNvSpPr/>
          <p:nvPr/>
        </p:nvSpPr>
        <p:spPr>
          <a:xfrm>
            <a:off x="4978275" y="2387540"/>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2" name="Oval 71"/>
          <p:cNvSpPr/>
          <p:nvPr/>
        </p:nvSpPr>
        <p:spPr>
          <a:xfrm>
            <a:off x="5219569" y="2387540"/>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3" name="Oval 72"/>
          <p:cNvSpPr/>
          <p:nvPr/>
        </p:nvSpPr>
        <p:spPr>
          <a:xfrm>
            <a:off x="5460863" y="2387540"/>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4" name="Oval 73"/>
          <p:cNvSpPr/>
          <p:nvPr/>
        </p:nvSpPr>
        <p:spPr>
          <a:xfrm>
            <a:off x="5702157" y="2387540"/>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5" name="Oval 74"/>
          <p:cNvSpPr/>
          <p:nvPr/>
        </p:nvSpPr>
        <p:spPr>
          <a:xfrm>
            <a:off x="5943451" y="2387540"/>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6" name="Oval 75"/>
          <p:cNvSpPr/>
          <p:nvPr/>
        </p:nvSpPr>
        <p:spPr>
          <a:xfrm>
            <a:off x="6184745" y="2387540"/>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7" name="Oval 76"/>
          <p:cNvSpPr/>
          <p:nvPr/>
        </p:nvSpPr>
        <p:spPr>
          <a:xfrm>
            <a:off x="634984" y="2628834"/>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8" name="Oval 77"/>
          <p:cNvSpPr/>
          <p:nvPr/>
        </p:nvSpPr>
        <p:spPr>
          <a:xfrm>
            <a:off x="876278" y="2628834"/>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9" name="Oval 78"/>
          <p:cNvSpPr/>
          <p:nvPr/>
        </p:nvSpPr>
        <p:spPr>
          <a:xfrm>
            <a:off x="1117572" y="2628834"/>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0" name="Oval 79"/>
          <p:cNvSpPr/>
          <p:nvPr/>
        </p:nvSpPr>
        <p:spPr>
          <a:xfrm>
            <a:off x="1358866" y="2628834"/>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1" name="Oval 80"/>
          <p:cNvSpPr/>
          <p:nvPr/>
        </p:nvSpPr>
        <p:spPr>
          <a:xfrm>
            <a:off x="1600159" y="2628834"/>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2" name="Oval 81"/>
          <p:cNvSpPr/>
          <p:nvPr/>
        </p:nvSpPr>
        <p:spPr>
          <a:xfrm>
            <a:off x="1841453" y="2628834"/>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3" name="Oval 82"/>
          <p:cNvSpPr/>
          <p:nvPr/>
        </p:nvSpPr>
        <p:spPr>
          <a:xfrm>
            <a:off x="2082747" y="2628834"/>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4" name="Oval 83"/>
          <p:cNvSpPr/>
          <p:nvPr/>
        </p:nvSpPr>
        <p:spPr>
          <a:xfrm>
            <a:off x="2324041" y="2628834"/>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5" name="Oval 84"/>
          <p:cNvSpPr/>
          <p:nvPr/>
        </p:nvSpPr>
        <p:spPr>
          <a:xfrm>
            <a:off x="2565335" y="2628834"/>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6" name="Oval 85"/>
          <p:cNvSpPr/>
          <p:nvPr/>
        </p:nvSpPr>
        <p:spPr>
          <a:xfrm>
            <a:off x="2806629" y="2628834"/>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7" name="Oval 86"/>
          <p:cNvSpPr/>
          <p:nvPr/>
        </p:nvSpPr>
        <p:spPr>
          <a:xfrm>
            <a:off x="3047923" y="2628834"/>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8" name="Oval 87"/>
          <p:cNvSpPr/>
          <p:nvPr/>
        </p:nvSpPr>
        <p:spPr>
          <a:xfrm>
            <a:off x="3289217" y="2628834"/>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9" name="Oval 88"/>
          <p:cNvSpPr/>
          <p:nvPr/>
        </p:nvSpPr>
        <p:spPr>
          <a:xfrm>
            <a:off x="3530511" y="2628834"/>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0" name="Oval 89"/>
          <p:cNvSpPr/>
          <p:nvPr/>
        </p:nvSpPr>
        <p:spPr>
          <a:xfrm>
            <a:off x="3771805" y="2628834"/>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1" name="Oval 90"/>
          <p:cNvSpPr/>
          <p:nvPr/>
        </p:nvSpPr>
        <p:spPr>
          <a:xfrm>
            <a:off x="4013099" y="2628834"/>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2" name="Oval 91"/>
          <p:cNvSpPr/>
          <p:nvPr/>
        </p:nvSpPr>
        <p:spPr>
          <a:xfrm>
            <a:off x="4254393" y="2628834"/>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3" name="Oval 92"/>
          <p:cNvSpPr/>
          <p:nvPr/>
        </p:nvSpPr>
        <p:spPr>
          <a:xfrm>
            <a:off x="4495687" y="2628834"/>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4" name="Oval 93"/>
          <p:cNvSpPr/>
          <p:nvPr/>
        </p:nvSpPr>
        <p:spPr>
          <a:xfrm>
            <a:off x="4736981" y="2628834"/>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5" name="Oval 94"/>
          <p:cNvSpPr/>
          <p:nvPr/>
        </p:nvSpPr>
        <p:spPr>
          <a:xfrm>
            <a:off x="4978275" y="2628834"/>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6" name="Oval 95"/>
          <p:cNvSpPr/>
          <p:nvPr/>
        </p:nvSpPr>
        <p:spPr>
          <a:xfrm>
            <a:off x="5219569" y="2628834"/>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7" name="Oval 96"/>
          <p:cNvSpPr/>
          <p:nvPr/>
        </p:nvSpPr>
        <p:spPr>
          <a:xfrm>
            <a:off x="5460863" y="2628834"/>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8" name="Oval 97"/>
          <p:cNvSpPr/>
          <p:nvPr/>
        </p:nvSpPr>
        <p:spPr>
          <a:xfrm>
            <a:off x="5702157" y="2628834"/>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9" name="Oval 98"/>
          <p:cNvSpPr/>
          <p:nvPr/>
        </p:nvSpPr>
        <p:spPr>
          <a:xfrm>
            <a:off x="5943451" y="2628834"/>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0" name="Oval 99"/>
          <p:cNvSpPr/>
          <p:nvPr/>
        </p:nvSpPr>
        <p:spPr>
          <a:xfrm>
            <a:off x="6184745" y="2628834"/>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1" name="Oval 100"/>
          <p:cNvSpPr/>
          <p:nvPr/>
        </p:nvSpPr>
        <p:spPr>
          <a:xfrm>
            <a:off x="634984" y="2870128"/>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2" name="Oval 101"/>
          <p:cNvSpPr/>
          <p:nvPr/>
        </p:nvSpPr>
        <p:spPr>
          <a:xfrm>
            <a:off x="876278" y="2870128"/>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3" name="Oval 102"/>
          <p:cNvSpPr/>
          <p:nvPr/>
        </p:nvSpPr>
        <p:spPr>
          <a:xfrm>
            <a:off x="1117572" y="2870128"/>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4" name="Oval 103"/>
          <p:cNvSpPr/>
          <p:nvPr/>
        </p:nvSpPr>
        <p:spPr>
          <a:xfrm>
            <a:off x="1358866" y="2870128"/>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5" name="Oval 104"/>
          <p:cNvSpPr/>
          <p:nvPr/>
        </p:nvSpPr>
        <p:spPr>
          <a:xfrm>
            <a:off x="1600159" y="2870128"/>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6" name="Oval 105"/>
          <p:cNvSpPr/>
          <p:nvPr/>
        </p:nvSpPr>
        <p:spPr>
          <a:xfrm>
            <a:off x="1841453" y="2870128"/>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7" name="Oval 106"/>
          <p:cNvSpPr/>
          <p:nvPr/>
        </p:nvSpPr>
        <p:spPr>
          <a:xfrm>
            <a:off x="2082747" y="2870128"/>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8" name="Oval 107"/>
          <p:cNvSpPr/>
          <p:nvPr/>
        </p:nvSpPr>
        <p:spPr>
          <a:xfrm>
            <a:off x="2324041" y="2870128"/>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9" name="Oval 108"/>
          <p:cNvSpPr/>
          <p:nvPr/>
        </p:nvSpPr>
        <p:spPr>
          <a:xfrm>
            <a:off x="2565335" y="2870128"/>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0" name="Oval 109"/>
          <p:cNvSpPr/>
          <p:nvPr/>
        </p:nvSpPr>
        <p:spPr>
          <a:xfrm>
            <a:off x="2806629" y="2870128"/>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1" name="Oval 110"/>
          <p:cNvSpPr/>
          <p:nvPr/>
        </p:nvSpPr>
        <p:spPr>
          <a:xfrm>
            <a:off x="3047923" y="2870128"/>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2" name="Oval 111"/>
          <p:cNvSpPr/>
          <p:nvPr/>
        </p:nvSpPr>
        <p:spPr>
          <a:xfrm>
            <a:off x="3289217" y="2870128"/>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3" name="Oval 112"/>
          <p:cNvSpPr/>
          <p:nvPr/>
        </p:nvSpPr>
        <p:spPr>
          <a:xfrm>
            <a:off x="3530511" y="2870128"/>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4" name="Oval 113"/>
          <p:cNvSpPr/>
          <p:nvPr/>
        </p:nvSpPr>
        <p:spPr>
          <a:xfrm>
            <a:off x="3771805" y="2870128"/>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5" name="Oval 114"/>
          <p:cNvSpPr/>
          <p:nvPr/>
        </p:nvSpPr>
        <p:spPr>
          <a:xfrm>
            <a:off x="4013099" y="2870128"/>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6" name="Oval 115"/>
          <p:cNvSpPr/>
          <p:nvPr/>
        </p:nvSpPr>
        <p:spPr>
          <a:xfrm>
            <a:off x="4254393" y="2870128"/>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7" name="Oval 116"/>
          <p:cNvSpPr/>
          <p:nvPr/>
        </p:nvSpPr>
        <p:spPr>
          <a:xfrm>
            <a:off x="4495687" y="2870128"/>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8" name="Oval 117"/>
          <p:cNvSpPr/>
          <p:nvPr/>
        </p:nvSpPr>
        <p:spPr>
          <a:xfrm>
            <a:off x="4736981" y="2870128"/>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9" name="Oval 118"/>
          <p:cNvSpPr/>
          <p:nvPr/>
        </p:nvSpPr>
        <p:spPr>
          <a:xfrm>
            <a:off x="4978275" y="2870128"/>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0" name="Oval 119"/>
          <p:cNvSpPr/>
          <p:nvPr/>
        </p:nvSpPr>
        <p:spPr>
          <a:xfrm>
            <a:off x="5219569" y="2870128"/>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1" name="Oval 120"/>
          <p:cNvSpPr/>
          <p:nvPr/>
        </p:nvSpPr>
        <p:spPr>
          <a:xfrm>
            <a:off x="5460863" y="2870128"/>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2" name="Oval 121"/>
          <p:cNvSpPr/>
          <p:nvPr/>
        </p:nvSpPr>
        <p:spPr>
          <a:xfrm>
            <a:off x="5702157" y="2870128"/>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3" name="Oval 122"/>
          <p:cNvSpPr/>
          <p:nvPr/>
        </p:nvSpPr>
        <p:spPr>
          <a:xfrm>
            <a:off x="5943451" y="2870128"/>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4" name="Oval 123"/>
          <p:cNvSpPr/>
          <p:nvPr/>
        </p:nvSpPr>
        <p:spPr>
          <a:xfrm>
            <a:off x="6184745" y="2870128"/>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5" name="Oval 124"/>
          <p:cNvSpPr/>
          <p:nvPr/>
        </p:nvSpPr>
        <p:spPr>
          <a:xfrm>
            <a:off x="634984" y="3111422"/>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6" name="Oval 125"/>
          <p:cNvSpPr/>
          <p:nvPr/>
        </p:nvSpPr>
        <p:spPr>
          <a:xfrm>
            <a:off x="876278" y="3111422"/>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7" name="Oval 126"/>
          <p:cNvSpPr/>
          <p:nvPr/>
        </p:nvSpPr>
        <p:spPr>
          <a:xfrm>
            <a:off x="1117572" y="3111422"/>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8" name="Oval 127"/>
          <p:cNvSpPr/>
          <p:nvPr/>
        </p:nvSpPr>
        <p:spPr>
          <a:xfrm>
            <a:off x="1358866" y="3111422"/>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9" name="Oval 128"/>
          <p:cNvSpPr/>
          <p:nvPr/>
        </p:nvSpPr>
        <p:spPr>
          <a:xfrm>
            <a:off x="1600159" y="3111422"/>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0" name="Oval 129"/>
          <p:cNvSpPr/>
          <p:nvPr/>
        </p:nvSpPr>
        <p:spPr>
          <a:xfrm>
            <a:off x="1841453" y="3111422"/>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1" name="Oval 130"/>
          <p:cNvSpPr/>
          <p:nvPr/>
        </p:nvSpPr>
        <p:spPr>
          <a:xfrm>
            <a:off x="2082747" y="3111422"/>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2" name="Oval 131"/>
          <p:cNvSpPr/>
          <p:nvPr/>
        </p:nvSpPr>
        <p:spPr>
          <a:xfrm>
            <a:off x="2324041" y="3111422"/>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3" name="Oval 132"/>
          <p:cNvSpPr/>
          <p:nvPr/>
        </p:nvSpPr>
        <p:spPr>
          <a:xfrm>
            <a:off x="2565335" y="3111422"/>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4" name="Oval 133"/>
          <p:cNvSpPr/>
          <p:nvPr/>
        </p:nvSpPr>
        <p:spPr>
          <a:xfrm>
            <a:off x="2806629" y="3111422"/>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5" name="Oval 134"/>
          <p:cNvSpPr/>
          <p:nvPr/>
        </p:nvSpPr>
        <p:spPr>
          <a:xfrm>
            <a:off x="3047923" y="3111422"/>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6" name="Oval 135"/>
          <p:cNvSpPr/>
          <p:nvPr/>
        </p:nvSpPr>
        <p:spPr>
          <a:xfrm>
            <a:off x="3289217" y="3111422"/>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7" name="Oval 136"/>
          <p:cNvSpPr/>
          <p:nvPr/>
        </p:nvSpPr>
        <p:spPr>
          <a:xfrm>
            <a:off x="3530511" y="3111422"/>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8" name="Oval 137"/>
          <p:cNvSpPr/>
          <p:nvPr/>
        </p:nvSpPr>
        <p:spPr>
          <a:xfrm>
            <a:off x="3771805" y="3111422"/>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9" name="Oval 138"/>
          <p:cNvSpPr/>
          <p:nvPr/>
        </p:nvSpPr>
        <p:spPr>
          <a:xfrm>
            <a:off x="4013099" y="3111422"/>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0" name="Oval 139"/>
          <p:cNvSpPr/>
          <p:nvPr/>
        </p:nvSpPr>
        <p:spPr>
          <a:xfrm>
            <a:off x="4254393" y="3111422"/>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1" name="Oval 140"/>
          <p:cNvSpPr/>
          <p:nvPr/>
        </p:nvSpPr>
        <p:spPr>
          <a:xfrm>
            <a:off x="4495687" y="3111422"/>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2" name="Oval 141"/>
          <p:cNvSpPr/>
          <p:nvPr/>
        </p:nvSpPr>
        <p:spPr>
          <a:xfrm>
            <a:off x="4736981" y="3111422"/>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3" name="Oval 142"/>
          <p:cNvSpPr/>
          <p:nvPr/>
        </p:nvSpPr>
        <p:spPr>
          <a:xfrm>
            <a:off x="4978275" y="3111422"/>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4" name="Oval 143"/>
          <p:cNvSpPr/>
          <p:nvPr/>
        </p:nvSpPr>
        <p:spPr>
          <a:xfrm>
            <a:off x="5219569" y="3111422"/>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5" name="Oval 144"/>
          <p:cNvSpPr/>
          <p:nvPr/>
        </p:nvSpPr>
        <p:spPr>
          <a:xfrm>
            <a:off x="5460863" y="3111422"/>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6" name="Oval 145"/>
          <p:cNvSpPr/>
          <p:nvPr/>
        </p:nvSpPr>
        <p:spPr>
          <a:xfrm>
            <a:off x="5702157" y="3111422"/>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7" name="Oval 146"/>
          <p:cNvSpPr/>
          <p:nvPr/>
        </p:nvSpPr>
        <p:spPr>
          <a:xfrm>
            <a:off x="5943451" y="3111422"/>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8" name="Oval 147"/>
          <p:cNvSpPr/>
          <p:nvPr/>
        </p:nvSpPr>
        <p:spPr>
          <a:xfrm>
            <a:off x="6184745" y="3111422"/>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9" name="TextBox 148"/>
          <p:cNvSpPr txBox="1"/>
          <p:nvPr/>
        </p:nvSpPr>
        <p:spPr>
          <a:xfrm>
            <a:off x="634984" y="3301917"/>
            <a:ext cx="2539936" cy="253993"/>
          </a:xfrm>
          <a:prstGeom prst="rect">
            <a:avLst/>
          </a:prstGeom>
          <a:noFill/>
        </p:spPr>
        <p:txBody>
          <a:bodyPr wrap="square" anchor="t" lIns="0" rIns="0" tIns="0" bIns="0">
            <a:spAutoFit/>
          </a:bodyPr>
          <a:lstStyle/>
          <a:p>
            <a:pPr algn="l">
              <a:lnSpc>
                <a:spcPct val="125000"/>
              </a:lnSpc>
            </a:pPr>
            <a:r>
              <a:rPr sz="1300" b="1" spc="140">
                <a:solidFill>
                  <a:srgbClr val="52BDEC"/>
                </a:solidFill>
                <a:latin typeface="Consolas"/>
              </a:rPr>
              <a:t>72 PARADISE</a:t>
            </a:r>
          </a:p>
        </p:txBody>
      </p:sp>
      <p:sp>
        <p:nvSpPr>
          <p:cNvPr id="150" name="TextBox 149"/>
          <p:cNvSpPr txBox="1"/>
          <p:nvPr/>
        </p:nvSpPr>
        <p:spPr>
          <a:xfrm>
            <a:off x="2412939" y="3301917"/>
            <a:ext cx="2539936" cy="253993"/>
          </a:xfrm>
          <a:prstGeom prst="rect">
            <a:avLst/>
          </a:prstGeom>
          <a:noFill/>
        </p:spPr>
        <p:txBody>
          <a:bodyPr wrap="square" anchor="t" lIns="0" rIns="0" tIns="0" bIns="0">
            <a:spAutoFit/>
          </a:bodyPr>
          <a:lstStyle/>
          <a:p>
            <a:pPr algn="l">
              <a:lnSpc>
                <a:spcPct val="125000"/>
              </a:lnSpc>
            </a:pPr>
            <a:r>
              <a:rPr sz="1300" b="1" spc="140">
                <a:solidFill>
                  <a:srgbClr val="FF7A00"/>
                </a:solidFill>
                <a:latin typeface="Consolas"/>
              </a:rPr>
              <a:t>72 GEBRUIKELIJKE ZORG</a:t>
            </a:r>
          </a:p>
        </p:txBody>
      </p:sp>
      <p:sp>
        <p:nvSpPr>
          <p:cNvPr id="151" name="TextBox 150"/>
          <p:cNvSpPr txBox="1"/>
          <p:nvPr/>
        </p:nvSpPr>
        <p:spPr>
          <a:xfrm>
            <a:off x="6857828" y="1816054"/>
            <a:ext cx="4698882" cy="1587460"/>
          </a:xfrm>
          <a:prstGeom prst="rect">
            <a:avLst/>
          </a:prstGeom>
          <a:noFill/>
        </p:spPr>
        <p:txBody>
          <a:bodyPr wrap="square" anchor="t" lIns="0" rIns="0" tIns="0" bIns="0">
            <a:spAutoFit/>
          </a:bodyPr>
          <a:lstStyle/>
          <a:p>
            <a:pPr algn="l">
              <a:lnSpc>
                <a:spcPct val="130000"/>
              </a:lnSpc>
            </a:pPr>
            <a:r>
              <a:rPr sz="3000" b="1">
                <a:solidFill>
                  <a:srgbClr val="F2F8FC"/>
                </a:solidFill>
                <a:latin typeface="Segoe UI"/>
              </a:rPr>
              <a:t>Elke stip is een patiënt die u zelf includeert.</a:t>
            </a:r>
          </a:p>
          <a:p>
            <a:pPr algn="l">
              <a:lnSpc>
                <a:spcPct val="130000"/>
              </a:lnSpc>
              <a:spcBef>
                <a:spcPts val="500"/>
              </a:spcBef>
            </a:pPr>
            <a:r>
              <a:rPr sz="3000" b="1">
                <a:solidFill>
                  <a:srgbClr val="F2F8FC"/>
                </a:solidFill>
                <a:latin typeface="Segoe UI"/>
              </a:rPr>
              <a:t>24 per kliniek.</a:t>
            </a:r>
          </a:p>
        </p:txBody>
      </p:sp>
      <p:sp>
        <p:nvSpPr>
          <p:cNvPr id="152" name="Rounded Rectangle 151"/>
          <p:cNvSpPr/>
          <p:nvPr/>
        </p:nvSpPr>
        <p:spPr>
          <a:xfrm>
            <a:off x="634984" y="3733706"/>
            <a:ext cx="5384538" cy="698482"/>
          </a:xfrm>
          <a:prstGeom prst="roundRect">
            <a:avLst>
              <a:gd name="adj" fmla="val 4500"/>
            </a:avLst>
          </a:prstGeom>
          <a:solidFill>
            <a:srgbClr val="0A2A44"/>
          </a:solidFill>
          <a:ln w="9525">
            <a:solidFill>
              <a:srgbClr val="215B8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3" name="TextBox 152"/>
          <p:cNvSpPr txBox="1"/>
          <p:nvPr/>
        </p:nvSpPr>
        <p:spPr>
          <a:xfrm>
            <a:off x="825479" y="3848003"/>
            <a:ext cx="5003547" cy="215894"/>
          </a:xfrm>
          <a:prstGeom prst="rect">
            <a:avLst/>
          </a:prstGeom>
          <a:noFill/>
        </p:spPr>
        <p:txBody>
          <a:bodyPr wrap="square" anchor="t" lIns="0" rIns="0" tIns="0" bIns="0">
            <a:spAutoFit/>
          </a:bodyPr>
          <a:lstStyle/>
          <a:p>
            <a:pPr algn="l">
              <a:lnSpc>
                <a:spcPct val="125000"/>
              </a:lnSpc>
            </a:pPr>
            <a:r>
              <a:rPr sz="1200" b="1" spc="140">
                <a:solidFill>
                  <a:srgbClr val="52BDEC"/>
                </a:solidFill>
                <a:latin typeface="Consolas"/>
              </a:rPr>
              <a:t>PER CENTRUM</a:t>
            </a:r>
          </a:p>
        </p:txBody>
      </p:sp>
      <p:sp>
        <p:nvSpPr>
          <p:cNvPr id="154" name="TextBox 153"/>
          <p:cNvSpPr txBox="1"/>
          <p:nvPr/>
        </p:nvSpPr>
        <p:spPr>
          <a:xfrm>
            <a:off x="825479" y="4089297"/>
            <a:ext cx="5003547" cy="292092"/>
          </a:xfrm>
          <a:prstGeom prst="rect">
            <a:avLst/>
          </a:prstGeom>
          <a:noFill/>
        </p:spPr>
        <p:txBody>
          <a:bodyPr wrap="square" anchor="t" lIns="0" rIns="0" tIns="0" bIns="0">
            <a:spAutoFit/>
          </a:bodyPr>
          <a:lstStyle/>
          <a:p>
            <a:pPr algn="l">
              <a:lnSpc>
                <a:spcPct val="125000"/>
              </a:lnSpc>
            </a:pPr>
            <a:r>
              <a:rPr sz="1550" b="0">
                <a:solidFill>
                  <a:srgbClr val="F2F8FC"/>
                </a:solidFill>
                <a:latin typeface="Segoe UI"/>
              </a:rPr>
              <a:t>24 deelnemers — 12 PARADISE en 12 gebruikelijke zorg</a:t>
            </a:r>
          </a:p>
        </p:txBody>
      </p:sp>
      <p:sp>
        <p:nvSpPr>
          <p:cNvPr id="155" name="Rounded Rectangle 154"/>
          <p:cNvSpPr/>
          <p:nvPr/>
        </p:nvSpPr>
        <p:spPr>
          <a:xfrm>
            <a:off x="6171918" y="3733706"/>
            <a:ext cx="5384538" cy="698482"/>
          </a:xfrm>
          <a:prstGeom prst="roundRect">
            <a:avLst>
              <a:gd name="adj" fmla="val 4500"/>
            </a:avLst>
          </a:prstGeom>
          <a:solidFill>
            <a:srgbClr val="0A2A44"/>
          </a:solidFill>
          <a:ln w="9525">
            <a:solidFill>
              <a:srgbClr val="215B8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6" name="TextBox 155"/>
          <p:cNvSpPr txBox="1"/>
          <p:nvPr/>
        </p:nvSpPr>
        <p:spPr>
          <a:xfrm>
            <a:off x="6362413" y="3848003"/>
            <a:ext cx="5003547" cy="215894"/>
          </a:xfrm>
          <a:prstGeom prst="rect">
            <a:avLst/>
          </a:prstGeom>
          <a:noFill/>
        </p:spPr>
        <p:txBody>
          <a:bodyPr wrap="square" anchor="t" lIns="0" rIns="0" tIns="0" bIns="0">
            <a:spAutoFit/>
          </a:bodyPr>
          <a:lstStyle/>
          <a:p>
            <a:pPr algn="l">
              <a:lnSpc>
                <a:spcPct val="125000"/>
              </a:lnSpc>
            </a:pPr>
            <a:r>
              <a:rPr sz="1200" b="1" spc="140">
                <a:solidFill>
                  <a:srgbClr val="52BDEC"/>
                </a:solidFill>
                <a:latin typeface="Consolas"/>
              </a:rPr>
              <a:t>CONTROLEGROEP</a:t>
            </a:r>
          </a:p>
        </p:txBody>
      </p:sp>
      <p:sp>
        <p:nvSpPr>
          <p:cNvPr id="157" name="TextBox 156"/>
          <p:cNvSpPr txBox="1"/>
          <p:nvPr/>
        </p:nvSpPr>
        <p:spPr>
          <a:xfrm>
            <a:off x="6362413" y="4089297"/>
            <a:ext cx="5003547" cy="292092"/>
          </a:xfrm>
          <a:prstGeom prst="rect">
            <a:avLst/>
          </a:prstGeom>
          <a:noFill/>
        </p:spPr>
        <p:txBody>
          <a:bodyPr wrap="square" anchor="t" lIns="0" rIns="0" tIns="0" bIns="0">
            <a:spAutoFit/>
          </a:bodyPr>
          <a:lstStyle/>
          <a:p>
            <a:pPr algn="l">
              <a:lnSpc>
                <a:spcPct val="125000"/>
              </a:lnSpc>
            </a:pPr>
            <a:r>
              <a:rPr sz="1550" b="0">
                <a:solidFill>
                  <a:srgbClr val="F2F8FC"/>
                </a:solidFill>
                <a:latin typeface="Segoe UI"/>
              </a:rPr>
              <a:t>Gebruikelijke zorg, onveranderd</a:t>
            </a:r>
          </a:p>
        </p:txBody>
      </p:sp>
      <p:sp>
        <p:nvSpPr>
          <p:cNvPr id="158" name="Rounded Rectangle 157"/>
          <p:cNvSpPr/>
          <p:nvPr/>
        </p:nvSpPr>
        <p:spPr>
          <a:xfrm>
            <a:off x="634984" y="4533786"/>
            <a:ext cx="5384538" cy="698482"/>
          </a:xfrm>
          <a:prstGeom prst="roundRect">
            <a:avLst>
              <a:gd name="adj" fmla="val 4500"/>
            </a:avLst>
          </a:prstGeom>
          <a:solidFill>
            <a:srgbClr val="0A2A44"/>
          </a:solidFill>
          <a:ln w="9525">
            <a:solidFill>
              <a:srgbClr val="215B8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9" name="TextBox 158"/>
          <p:cNvSpPr txBox="1"/>
          <p:nvPr/>
        </p:nvSpPr>
        <p:spPr>
          <a:xfrm>
            <a:off x="825479" y="4648083"/>
            <a:ext cx="5003547" cy="215894"/>
          </a:xfrm>
          <a:prstGeom prst="rect">
            <a:avLst/>
          </a:prstGeom>
          <a:noFill/>
        </p:spPr>
        <p:txBody>
          <a:bodyPr wrap="square" anchor="t" lIns="0" rIns="0" tIns="0" bIns="0">
            <a:spAutoFit/>
          </a:bodyPr>
          <a:lstStyle/>
          <a:p>
            <a:pPr algn="l">
              <a:lnSpc>
                <a:spcPct val="125000"/>
              </a:lnSpc>
            </a:pPr>
            <a:r>
              <a:rPr sz="1200" b="1" spc="140">
                <a:solidFill>
                  <a:srgbClr val="52BDEC"/>
                </a:solidFill>
                <a:latin typeface="Consolas"/>
              </a:rPr>
              <a:t>CO-PRIMAIR</a:t>
            </a:r>
          </a:p>
        </p:txBody>
      </p:sp>
      <p:sp>
        <p:nvSpPr>
          <p:cNvPr id="160" name="TextBox 159"/>
          <p:cNvSpPr txBox="1"/>
          <p:nvPr/>
        </p:nvSpPr>
        <p:spPr>
          <a:xfrm>
            <a:off x="825479" y="4889377"/>
            <a:ext cx="5003547" cy="292092"/>
          </a:xfrm>
          <a:prstGeom prst="rect">
            <a:avLst/>
          </a:prstGeom>
          <a:noFill/>
        </p:spPr>
        <p:txBody>
          <a:bodyPr wrap="square" anchor="t" lIns="0" rIns="0" tIns="0" bIns="0">
            <a:spAutoFit/>
          </a:bodyPr>
          <a:lstStyle/>
          <a:p>
            <a:pPr algn="l">
              <a:lnSpc>
                <a:spcPct val="125000"/>
              </a:lnSpc>
            </a:pPr>
            <a:r>
              <a:rPr sz="1550" b="0">
                <a:solidFill>
                  <a:srgbClr val="F2F8FC"/>
                </a:solidFill>
                <a:latin typeface="Segoe UI"/>
              </a:rPr>
              <a:t>Recidief op 18 maanden, draagtijd op 12</a:t>
            </a:r>
          </a:p>
        </p:txBody>
      </p:sp>
      <p:sp>
        <p:nvSpPr>
          <p:cNvPr id="161" name="Rounded Rectangle 160"/>
          <p:cNvSpPr/>
          <p:nvPr/>
        </p:nvSpPr>
        <p:spPr>
          <a:xfrm>
            <a:off x="6171918" y="4533786"/>
            <a:ext cx="5384538" cy="698482"/>
          </a:xfrm>
          <a:prstGeom prst="roundRect">
            <a:avLst>
              <a:gd name="adj" fmla="val 4500"/>
            </a:avLst>
          </a:prstGeom>
          <a:solidFill>
            <a:srgbClr val="0A2A44"/>
          </a:solidFill>
          <a:ln w="9525">
            <a:solidFill>
              <a:srgbClr val="215B8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2" name="TextBox 161"/>
          <p:cNvSpPr txBox="1"/>
          <p:nvPr/>
        </p:nvSpPr>
        <p:spPr>
          <a:xfrm>
            <a:off x="6362413" y="4648083"/>
            <a:ext cx="5003547" cy="215894"/>
          </a:xfrm>
          <a:prstGeom prst="rect">
            <a:avLst/>
          </a:prstGeom>
          <a:noFill/>
        </p:spPr>
        <p:txBody>
          <a:bodyPr wrap="square" anchor="t" lIns="0" rIns="0" tIns="0" bIns="0">
            <a:spAutoFit/>
          </a:bodyPr>
          <a:lstStyle/>
          <a:p>
            <a:pPr algn="l">
              <a:lnSpc>
                <a:spcPct val="125000"/>
              </a:lnSpc>
            </a:pPr>
            <a:r>
              <a:rPr sz="1200" b="1" spc="140">
                <a:solidFill>
                  <a:srgbClr val="52BDEC"/>
                </a:solidFill>
                <a:latin typeface="Consolas"/>
              </a:rPr>
              <a:t>POSITIEF</a:t>
            </a:r>
          </a:p>
        </p:txBody>
      </p:sp>
      <p:sp>
        <p:nvSpPr>
          <p:cNvPr id="163" name="TextBox 162"/>
          <p:cNvSpPr txBox="1"/>
          <p:nvPr/>
        </p:nvSpPr>
        <p:spPr>
          <a:xfrm>
            <a:off x="6362413" y="4889377"/>
            <a:ext cx="5003547" cy="292092"/>
          </a:xfrm>
          <a:prstGeom prst="rect">
            <a:avLst/>
          </a:prstGeom>
          <a:noFill/>
        </p:spPr>
        <p:txBody>
          <a:bodyPr wrap="square" anchor="t" lIns="0" rIns="0" tIns="0" bIns="0">
            <a:spAutoFit/>
          </a:bodyPr>
          <a:lstStyle/>
          <a:p>
            <a:pPr algn="l">
              <a:lnSpc>
                <a:spcPct val="125000"/>
              </a:lnSpc>
            </a:pPr>
            <a:r>
              <a:rPr sz="1550" b="0">
                <a:solidFill>
                  <a:srgbClr val="F2F8FC"/>
                </a:solidFill>
                <a:latin typeface="Segoe UI"/>
              </a:rPr>
              <a:t>Alleen als béíde eindpunten halen</a:t>
            </a:r>
          </a:p>
        </p:txBody>
      </p:sp>
      <p:sp>
        <p:nvSpPr>
          <p:cNvPr id="164" name="Rectangle 163"/>
          <p:cNvSpPr/>
          <p:nvPr/>
        </p:nvSpPr>
        <p:spPr>
          <a:xfrm>
            <a:off x="634984" y="5448163"/>
            <a:ext cx="10921726" cy="9524"/>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5" name="TextBox 164"/>
          <p:cNvSpPr txBox="1"/>
          <p:nvPr/>
        </p:nvSpPr>
        <p:spPr>
          <a:xfrm>
            <a:off x="634984" y="5575160"/>
            <a:ext cx="5714857" cy="215894"/>
          </a:xfrm>
          <a:prstGeom prst="rect">
            <a:avLst/>
          </a:prstGeom>
          <a:noFill/>
        </p:spPr>
        <p:txBody>
          <a:bodyPr wrap="square" anchor="t" lIns="0" rIns="0" tIns="0" bIns="0">
            <a:spAutoFit/>
          </a:bodyPr>
          <a:lstStyle/>
          <a:p>
            <a:pPr algn="l">
              <a:lnSpc>
                <a:spcPct val="125000"/>
              </a:lnSpc>
            </a:pPr>
            <a:r>
              <a:rPr sz="1200" b="1" spc="140">
                <a:solidFill>
                  <a:srgbClr val="8FB6D0"/>
                </a:solidFill>
                <a:latin typeface="Consolas"/>
              </a:rPr>
              <a:t>DE ZES DEELNEMENDE VOETKLINIEKEN</a:t>
            </a:r>
          </a:p>
        </p:txBody>
      </p:sp>
      <p:sp>
        <p:nvSpPr>
          <p:cNvPr id="166" name="Rounded Rectangle 165"/>
          <p:cNvSpPr/>
          <p:nvPr/>
        </p:nvSpPr>
        <p:spPr>
          <a:xfrm>
            <a:off x="634984" y="5879952"/>
            <a:ext cx="1752556" cy="330191"/>
          </a:xfrm>
          <a:prstGeom prst="roundRect">
            <a:avLst>
              <a:gd name="adj" fmla="val 4500"/>
            </a:avLst>
          </a:prstGeom>
          <a:solidFill>
            <a:srgbClr val="113A57"/>
          </a:solidFill>
          <a:ln w="9525">
            <a:solidFill>
              <a:srgbClr val="215B8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7" name="TextBox 166"/>
          <p:cNvSpPr txBox="1"/>
          <p:nvPr/>
        </p:nvSpPr>
        <p:spPr>
          <a:xfrm>
            <a:off x="634984" y="5975200"/>
            <a:ext cx="1752556" cy="215894"/>
          </a:xfrm>
          <a:prstGeom prst="rect">
            <a:avLst/>
          </a:prstGeom>
          <a:noFill/>
        </p:spPr>
        <p:txBody>
          <a:bodyPr wrap="none" anchor="t" lIns="0" rIns="0" tIns="0" bIns="0">
            <a:spAutoFit/>
          </a:bodyPr>
          <a:lstStyle/>
          <a:p>
            <a:pPr algn="ctr">
              <a:lnSpc>
                <a:spcPct val="125000"/>
              </a:lnSpc>
            </a:pPr>
            <a:r>
              <a:rPr sz="1300" b="1">
                <a:solidFill>
                  <a:srgbClr val="F2F8FC"/>
                </a:solidFill>
                <a:latin typeface="Segoe UI"/>
              </a:rPr>
              <a:t>AZORG</a:t>
            </a:r>
          </a:p>
        </p:txBody>
      </p:sp>
      <p:sp>
        <p:nvSpPr>
          <p:cNvPr id="168" name="Rounded Rectangle 167"/>
          <p:cNvSpPr/>
          <p:nvPr/>
        </p:nvSpPr>
        <p:spPr>
          <a:xfrm>
            <a:off x="2463738" y="5879952"/>
            <a:ext cx="1752556" cy="330191"/>
          </a:xfrm>
          <a:prstGeom prst="roundRect">
            <a:avLst>
              <a:gd name="adj" fmla="val 4500"/>
            </a:avLst>
          </a:prstGeom>
          <a:solidFill>
            <a:srgbClr val="113A57"/>
          </a:solidFill>
          <a:ln w="9525">
            <a:solidFill>
              <a:srgbClr val="215B8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9" name="TextBox 168"/>
          <p:cNvSpPr txBox="1"/>
          <p:nvPr/>
        </p:nvSpPr>
        <p:spPr>
          <a:xfrm>
            <a:off x="2463738" y="5975200"/>
            <a:ext cx="1752556" cy="215894"/>
          </a:xfrm>
          <a:prstGeom prst="rect">
            <a:avLst/>
          </a:prstGeom>
          <a:noFill/>
        </p:spPr>
        <p:txBody>
          <a:bodyPr wrap="none" anchor="t" lIns="0" rIns="0" tIns="0" bIns="0">
            <a:spAutoFit/>
          </a:bodyPr>
          <a:lstStyle/>
          <a:p>
            <a:pPr algn="ctr">
              <a:lnSpc>
                <a:spcPct val="125000"/>
              </a:lnSpc>
            </a:pPr>
            <a:r>
              <a:rPr sz="1300" b="1">
                <a:solidFill>
                  <a:srgbClr val="F2F8FC"/>
                </a:solidFill>
                <a:latin typeface="Segoe UI"/>
              </a:rPr>
              <a:t>AZ Sint-Jan Brugge</a:t>
            </a:r>
          </a:p>
        </p:txBody>
      </p:sp>
      <p:sp>
        <p:nvSpPr>
          <p:cNvPr id="170" name="Rounded Rectangle 169"/>
          <p:cNvSpPr/>
          <p:nvPr/>
        </p:nvSpPr>
        <p:spPr>
          <a:xfrm>
            <a:off x="4292492" y="5879952"/>
            <a:ext cx="1752556" cy="330191"/>
          </a:xfrm>
          <a:prstGeom prst="roundRect">
            <a:avLst>
              <a:gd name="adj" fmla="val 4500"/>
            </a:avLst>
          </a:prstGeom>
          <a:solidFill>
            <a:srgbClr val="113A57"/>
          </a:solidFill>
          <a:ln w="9525">
            <a:solidFill>
              <a:srgbClr val="215B8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1" name="TextBox 170"/>
          <p:cNvSpPr txBox="1"/>
          <p:nvPr/>
        </p:nvSpPr>
        <p:spPr>
          <a:xfrm>
            <a:off x="4292492" y="5975200"/>
            <a:ext cx="1752556" cy="215894"/>
          </a:xfrm>
          <a:prstGeom prst="rect">
            <a:avLst/>
          </a:prstGeom>
          <a:noFill/>
        </p:spPr>
        <p:txBody>
          <a:bodyPr wrap="none" anchor="t" lIns="0" rIns="0" tIns="0" bIns="0">
            <a:spAutoFit/>
          </a:bodyPr>
          <a:lstStyle/>
          <a:p>
            <a:pPr algn="ctr">
              <a:lnSpc>
                <a:spcPct val="125000"/>
              </a:lnSpc>
            </a:pPr>
            <a:r>
              <a:rPr sz="1300" b="1">
                <a:solidFill>
                  <a:srgbClr val="F2F8FC"/>
                </a:solidFill>
                <a:latin typeface="Segoe UI"/>
              </a:rPr>
              <a:t>AZ Groeninge</a:t>
            </a:r>
          </a:p>
        </p:txBody>
      </p:sp>
      <p:sp>
        <p:nvSpPr>
          <p:cNvPr id="172" name="Rounded Rectangle 171"/>
          <p:cNvSpPr/>
          <p:nvPr/>
        </p:nvSpPr>
        <p:spPr>
          <a:xfrm>
            <a:off x="6121246" y="5879952"/>
            <a:ext cx="1752556" cy="330191"/>
          </a:xfrm>
          <a:prstGeom prst="roundRect">
            <a:avLst>
              <a:gd name="adj" fmla="val 4500"/>
            </a:avLst>
          </a:prstGeom>
          <a:solidFill>
            <a:srgbClr val="113A57"/>
          </a:solidFill>
          <a:ln w="9525">
            <a:solidFill>
              <a:srgbClr val="215B8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3" name="TextBox 172"/>
          <p:cNvSpPr txBox="1"/>
          <p:nvPr/>
        </p:nvSpPr>
        <p:spPr>
          <a:xfrm>
            <a:off x="6121246" y="5975200"/>
            <a:ext cx="1752556" cy="215894"/>
          </a:xfrm>
          <a:prstGeom prst="rect">
            <a:avLst/>
          </a:prstGeom>
          <a:noFill/>
        </p:spPr>
        <p:txBody>
          <a:bodyPr wrap="none" anchor="t" lIns="0" rIns="0" tIns="0" bIns="0">
            <a:spAutoFit/>
          </a:bodyPr>
          <a:lstStyle/>
          <a:p>
            <a:pPr algn="ctr">
              <a:lnSpc>
                <a:spcPct val="125000"/>
              </a:lnSpc>
            </a:pPr>
            <a:r>
              <a:rPr sz="1300" b="1">
                <a:solidFill>
                  <a:srgbClr val="F2F8FC"/>
                </a:solidFill>
                <a:latin typeface="Segoe UI"/>
              </a:rPr>
              <a:t>UZ Gent</a:t>
            </a:r>
          </a:p>
        </p:txBody>
      </p:sp>
      <p:sp>
        <p:nvSpPr>
          <p:cNvPr id="174" name="Rounded Rectangle 173"/>
          <p:cNvSpPr/>
          <p:nvPr/>
        </p:nvSpPr>
        <p:spPr>
          <a:xfrm>
            <a:off x="7950001" y="5879952"/>
            <a:ext cx="1752556" cy="330191"/>
          </a:xfrm>
          <a:prstGeom prst="roundRect">
            <a:avLst>
              <a:gd name="adj" fmla="val 4500"/>
            </a:avLst>
          </a:prstGeom>
          <a:solidFill>
            <a:srgbClr val="113A57"/>
          </a:solidFill>
          <a:ln w="9525">
            <a:solidFill>
              <a:srgbClr val="215B8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5" name="TextBox 174"/>
          <p:cNvSpPr txBox="1"/>
          <p:nvPr/>
        </p:nvSpPr>
        <p:spPr>
          <a:xfrm>
            <a:off x="7950001" y="5975200"/>
            <a:ext cx="1752556" cy="215894"/>
          </a:xfrm>
          <a:prstGeom prst="rect">
            <a:avLst/>
          </a:prstGeom>
          <a:noFill/>
        </p:spPr>
        <p:txBody>
          <a:bodyPr wrap="none" anchor="t" lIns="0" rIns="0" tIns="0" bIns="0">
            <a:spAutoFit/>
          </a:bodyPr>
          <a:lstStyle/>
          <a:p>
            <a:pPr algn="ctr">
              <a:lnSpc>
                <a:spcPct val="125000"/>
              </a:lnSpc>
            </a:pPr>
            <a:r>
              <a:rPr sz="1300" b="1">
                <a:solidFill>
                  <a:srgbClr val="F2F8FC"/>
                </a:solidFill>
                <a:latin typeface="Segoe UI"/>
              </a:rPr>
              <a:t>UZ Leuven</a:t>
            </a:r>
          </a:p>
        </p:txBody>
      </p:sp>
      <p:sp>
        <p:nvSpPr>
          <p:cNvPr id="176" name="Rounded Rectangle 175"/>
          <p:cNvSpPr/>
          <p:nvPr/>
        </p:nvSpPr>
        <p:spPr>
          <a:xfrm>
            <a:off x="9778755" y="5879952"/>
            <a:ext cx="1752556" cy="330191"/>
          </a:xfrm>
          <a:prstGeom prst="roundRect">
            <a:avLst>
              <a:gd name="adj" fmla="val 4500"/>
            </a:avLst>
          </a:prstGeom>
          <a:solidFill>
            <a:srgbClr val="113A57"/>
          </a:solidFill>
          <a:ln w="9525">
            <a:solidFill>
              <a:srgbClr val="215B8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7" name="TextBox 176"/>
          <p:cNvSpPr txBox="1"/>
          <p:nvPr/>
        </p:nvSpPr>
        <p:spPr>
          <a:xfrm>
            <a:off x="9778755" y="5975200"/>
            <a:ext cx="1752556" cy="215894"/>
          </a:xfrm>
          <a:prstGeom prst="rect">
            <a:avLst/>
          </a:prstGeom>
          <a:noFill/>
        </p:spPr>
        <p:txBody>
          <a:bodyPr wrap="none" anchor="t" lIns="0" rIns="0" tIns="0" bIns="0">
            <a:spAutoFit/>
          </a:bodyPr>
          <a:lstStyle/>
          <a:p>
            <a:pPr algn="ctr">
              <a:lnSpc>
                <a:spcPct val="125000"/>
              </a:lnSpc>
            </a:pPr>
            <a:r>
              <a:rPr sz="1300" b="1">
                <a:solidFill>
                  <a:srgbClr val="F2F8FC"/>
                </a:solidFill>
                <a:latin typeface="Segoe UI"/>
              </a:rPr>
              <a:t>UZ Antwerpen</a:t>
            </a:r>
          </a:p>
        </p:txBody>
      </p:sp>
      <p:sp>
        <p:nvSpPr>
          <p:cNvPr id="178" name="TextBox 177"/>
          <p:cNvSpPr txBox="1"/>
          <p:nvPr/>
        </p:nvSpPr>
        <p:spPr>
          <a:xfrm>
            <a:off x="10540736" y="6387940"/>
            <a:ext cx="1015974" cy="177795"/>
          </a:xfrm>
          <a:prstGeom prst="rect">
            <a:avLst/>
          </a:prstGeom>
          <a:noFill/>
        </p:spPr>
        <p:txBody>
          <a:bodyPr wrap="square" anchor="t" lIns="0" rIns="0" tIns="0" bIns="0">
            <a:spAutoFit/>
          </a:bodyPr>
          <a:lstStyle/>
          <a:p>
            <a:pPr algn="r">
              <a:lnSpc>
                <a:spcPct val="125000"/>
              </a:lnSpc>
            </a:pPr>
            <a:r>
              <a:rPr sz="1050" b="0">
                <a:solidFill>
                  <a:srgbClr val="8FB6D0"/>
                </a:solidFill>
                <a:latin typeface="Consolas"/>
              </a:rPr>
              <a:t>02 / 26</a:t>
            </a:r>
          </a:p>
        </p:txBody>
      </p:sp>
      <p:pic>
        <p:nvPicPr>
          <p:cNvPr id="179" name="merk" descr="merk.png"/>
          <p:cNvPicPr>
            <a:picLocks noChangeAspect="1"/>
          </p:cNvPicPr>
          <p:nvPr/>
        </p:nvPicPr>
        <p:blipFill>
          <a:blip r:embed="rId2"/>
          <a:stretch>
            <a:fillRect/>
          </a:stretch>
        </p:blipFill>
        <p:spPr>
          <a:xfrm>
            <a:off x="11094166" y="368290"/>
            <a:ext cx="417101" cy="482587"/>
          </a:xfrm>
          <a:prstGeom prst="rect">
            <a:avLst/>
          </a:prstGeom>
        </p:spPr>
      </p:pic>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200">
        <p159:morph option="byObject"/>
      </p:transition>
    </mc:Choice>
    <mc:Fallback>
      <p:transition xmlns:p14="http://schemas.microsoft.com/office/powerpoint/2010/main" spd="slow" p14:dur="900">
        <p:fade/>
      </p:transition>
    </mc:Fallback>
  </mc:AlternateContent>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7828"/>
          </a:xfrm>
          <a:prstGeom prst="rect">
            <a:avLst/>
          </a:prstGeom>
          <a:gradFill rotWithShape="1">
            <a:gsLst>
              <a:gs pos="0">
                <a:srgbClr val="072138"/>
              </a:gs>
              <a:gs pos="100000">
                <a:srgbClr val="04182A"/>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34984" y="571485"/>
            <a:ext cx="9524761" cy="215894"/>
          </a:xfrm>
          <a:prstGeom prst="rect">
            <a:avLst/>
          </a:prstGeom>
          <a:noFill/>
        </p:spPr>
        <p:txBody>
          <a:bodyPr wrap="square" anchor="t" lIns="0" rIns="0" tIns="0" bIns="0">
            <a:spAutoFit/>
          </a:bodyPr>
          <a:lstStyle/>
          <a:p>
            <a:pPr algn="l">
              <a:lnSpc>
                <a:spcPct val="125000"/>
              </a:lnSpc>
            </a:pPr>
            <a:r>
              <a:rPr sz="1250" b="1" spc="240">
                <a:solidFill>
                  <a:srgbClr val="52BDEC"/>
                </a:solidFill>
                <a:latin typeface="Consolas"/>
              </a:rPr>
              <a:t>WAAR WE STAAN</a:t>
            </a:r>
          </a:p>
        </p:txBody>
      </p:sp>
      <p:sp>
        <p:nvSpPr>
          <p:cNvPr id="4" name="!!sectietitel"/>
          <p:cNvSpPr txBox="1"/>
          <p:nvPr/>
        </p:nvSpPr>
        <p:spPr>
          <a:xfrm>
            <a:off x="634984" y="838179"/>
            <a:ext cx="9905752" cy="1269968"/>
          </a:xfrm>
          <a:prstGeom prst="rect">
            <a:avLst/>
          </a:prstGeom>
          <a:noFill/>
        </p:spPr>
        <p:txBody>
          <a:bodyPr wrap="square" anchor="t" lIns="0" rIns="0" tIns="0" bIns="0">
            <a:spAutoFit/>
          </a:bodyPr>
          <a:lstStyle/>
          <a:p>
            <a:pPr algn="l">
              <a:lnSpc>
                <a:spcPct val="110000"/>
              </a:lnSpc>
            </a:pPr>
            <a:r>
              <a:rPr sz="4000" b="1">
                <a:solidFill>
                  <a:srgbClr val="F2F8FC"/>
                </a:solidFill>
                <a:latin typeface="Segoe UI"/>
              </a:rPr>
              <a:t>Van pilot tot laatste patiënt</a:t>
            </a:r>
          </a:p>
        </p:txBody>
      </p:sp>
      <p:sp>
        <p:nvSpPr>
          <p:cNvPr id="5" name="Rectangle 4"/>
          <p:cNvSpPr/>
          <p:nvPr/>
        </p:nvSpPr>
        <p:spPr>
          <a:xfrm>
            <a:off x="634984" y="2984425"/>
            <a:ext cx="10921726" cy="19049"/>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1904952" y="2901877"/>
            <a:ext cx="190495" cy="190495"/>
          </a:xfrm>
          <a:prstGeom prst="ellipse">
            <a:avLst/>
          </a:prstGeom>
          <a:solidFill>
            <a:srgbClr val="FF7A00"/>
          </a:solidFill>
          <a:ln w="38100">
            <a:solidFill>
              <a:srgbClr val="04182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34984" y="2095447"/>
            <a:ext cx="2730431" cy="253993"/>
          </a:xfrm>
          <a:prstGeom prst="rect">
            <a:avLst/>
          </a:prstGeom>
          <a:noFill/>
        </p:spPr>
        <p:txBody>
          <a:bodyPr wrap="square" anchor="t" lIns="0" rIns="0" tIns="0" bIns="0">
            <a:spAutoFit/>
          </a:bodyPr>
          <a:lstStyle/>
          <a:p>
            <a:pPr algn="ctr">
              <a:lnSpc>
                <a:spcPct val="125000"/>
              </a:lnSpc>
            </a:pPr>
            <a:r>
              <a:rPr sz="1500" b="1">
                <a:solidFill>
                  <a:srgbClr val="FF7A00"/>
                </a:solidFill>
                <a:latin typeface="Consolas"/>
              </a:rPr>
              <a:t>sep 2026 – feb 2027</a:t>
            </a:r>
          </a:p>
        </p:txBody>
      </p:sp>
      <p:sp>
        <p:nvSpPr>
          <p:cNvPr id="8" name="TextBox 7"/>
          <p:cNvSpPr txBox="1"/>
          <p:nvPr/>
        </p:nvSpPr>
        <p:spPr>
          <a:xfrm>
            <a:off x="634984" y="2425639"/>
            <a:ext cx="2730431" cy="380990"/>
          </a:xfrm>
          <a:prstGeom prst="rect">
            <a:avLst/>
          </a:prstGeom>
          <a:noFill/>
        </p:spPr>
        <p:txBody>
          <a:bodyPr wrap="square" anchor="t" lIns="0" rIns="0" tIns="0" bIns="0">
            <a:spAutoFit/>
          </a:bodyPr>
          <a:lstStyle/>
          <a:p>
            <a:pPr algn="ctr">
              <a:lnSpc>
                <a:spcPct val="125000"/>
              </a:lnSpc>
            </a:pPr>
            <a:r>
              <a:rPr sz="2200" b="1">
                <a:solidFill>
                  <a:srgbClr val="F2F8FC"/>
                </a:solidFill>
                <a:latin typeface="Segoe UI"/>
              </a:rPr>
              <a:t>Pilot</a:t>
            </a:r>
          </a:p>
        </p:txBody>
      </p:sp>
      <p:sp>
        <p:nvSpPr>
          <p:cNvPr id="9" name="TextBox 8"/>
          <p:cNvSpPr txBox="1"/>
          <p:nvPr/>
        </p:nvSpPr>
        <p:spPr>
          <a:xfrm>
            <a:off x="761980" y="3340016"/>
            <a:ext cx="2476438" cy="1269968"/>
          </a:xfrm>
          <a:prstGeom prst="rect">
            <a:avLst/>
          </a:prstGeom>
          <a:noFill/>
        </p:spPr>
        <p:txBody>
          <a:bodyPr wrap="square" anchor="t" lIns="0" rIns="0" tIns="0" bIns="0">
            <a:spAutoFit/>
          </a:bodyPr>
          <a:lstStyle/>
          <a:p>
            <a:pPr algn="ctr">
              <a:lnSpc>
                <a:spcPct val="135000"/>
              </a:lnSpc>
            </a:pPr>
            <a:r>
              <a:rPr sz="1450" b="0">
                <a:solidFill>
                  <a:srgbClr val="8FB6D0"/>
                </a:solidFill>
                <a:latin typeface="Segoe UI"/>
              </a:rPr>
              <a:t>Protocol en meetprocedures uitproberen in de zes centra. Opleiding en bekwaamheidscheck.</a:t>
            </a:r>
          </a:p>
        </p:txBody>
      </p:sp>
      <p:sp>
        <p:nvSpPr>
          <p:cNvPr id="10" name="Oval 9"/>
          <p:cNvSpPr/>
          <p:nvPr/>
        </p:nvSpPr>
        <p:spPr>
          <a:xfrm>
            <a:off x="4660783" y="2927276"/>
            <a:ext cx="139696" cy="139696"/>
          </a:xfrm>
          <a:prstGeom prst="ellipse">
            <a:avLst/>
          </a:prstGeom>
          <a:solidFill>
            <a:srgbClr val="52BDEC"/>
          </a:solidFill>
          <a:ln w="38100">
            <a:solidFill>
              <a:srgbClr val="04182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3365415" y="2095447"/>
            <a:ext cx="2730431" cy="253993"/>
          </a:xfrm>
          <a:prstGeom prst="rect">
            <a:avLst/>
          </a:prstGeom>
          <a:noFill/>
        </p:spPr>
        <p:txBody>
          <a:bodyPr wrap="square" anchor="t" lIns="0" rIns="0" tIns="0" bIns="0">
            <a:spAutoFit/>
          </a:bodyPr>
          <a:lstStyle/>
          <a:p>
            <a:pPr algn="ctr">
              <a:lnSpc>
                <a:spcPct val="125000"/>
              </a:lnSpc>
            </a:pPr>
            <a:r>
              <a:rPr sz="1500" b="1">
                <a:solidFill>
                  <a:srgbClr val="8FB6D0"/>
                </a:solidFill>
                <a:latin typeface="Consolas"/>
              </a:rPr>
              <a:t>feb 2027 – feb 2028</a:t>
            </a:r>
          </a:p>
        </p:txBody>
      </p:sp>
      <p:sp>
        <p:nvSpPr>
          <p:cNvPr id="12" name="TextBox 11"/>
          <p:cNvSpPr txBox="1"/>
          <p:nvPr/>
        </p:nvSpPr>
        <p:spPr>
          <a:xfrm>
            <a:off x="3365415" y="2425639"/>
            <a:ext cx="2730431" cy="380990"/>
          </a:xfrm>
          <a:prstGeom prst="rect">
            <a:avLst/>
          </a:prstGeom>
          <a:noFill/>
        </p:spPr>
        <p:txBody>
          <a:bodyPr wrap="square" anchor="t" lIns="0" rIns="0" tIns="0" bIns="0">
            <a:spAutoFit/>
          </a:bodyPr>
          <a:lstStyle/>
          <a:p>
            <a:pPr algn="ctr">
              <a:lnSpc>
                <a:spcPct val="125000"/>
              </a:lnSpc>
            </a:pPr>
            <a:r>
              <a:rPr sz="2200" b="1">
                <a:solidFill>
                  <a:srgbClr val="F2F8FC"/>
                </a:solidFill>
                <a:latin typeface="Segoe UI"/>
              </a:rPr>
              <a:t>Inclusie</a:t>
            </a:r>
          </a:p>
        </p:txBody>
      </p:sp>
      <p:sp>
        <p:nvSpPr>
          <p:cNvPr id="13" name="TextBox 12"/>
          <p:cNvSpPr txBox="1"/>
          <p:nvPr/>
        </p:nvSpPr>
        <p:spPr>
          <a:xfrm>
            <a:off x="3492412" y="3340016"/>
            <a:ext cx="2476438" cy="1269968"/>
          </a:xfrm>
          <a:prstGeom prst="rect">
            <a:avLst/>
          </a:prstGeom>
          <a:noFill/>
        </p:spPr>
        <p:txBody>
          <a:bodyPr wrap="square" anchor="t" lIns="0" rIns="0" tIns="0" bIns="0">
            <a:spAutoFit/>
          </a:bodyPr>
          <a:lstStyle/>
          <a:p>
            <a:pPr algn="ctr">
              <a:lnSpc>
                <a:spcPct val="135000"/>
              </a:lnSpc>
            </a:pPr>
            <a:r>
              <a:rPr sz="1450" b="0">
                <a:solidFill>
                  <a:srgbClr val="8FB6D0"/>
                </a:solidFill>
                <a:latin typeface="Segoe UI"/>
              </a:rPr>
              <a:t>Twaalf maanden rekruteren. 24 deelnemers per centrum, twee per maand.</a:t>
            </a:r>
          </a:p>
        </p:txBody>
      </p:sp>
      <p:sp>
        <p:nvSpPr>
          <p:cNvPr id="14" name="Oval 13"/>
          <p:cNvSpPr/>
          <p:nvPr/>
        </p:nvSpPr>
        <p:spPr>
          <a:xfrm>
            <a:off x="7391215" y="2927276"/>
            <a:ext cx="139696" cy="139696"/>
          </a:xfrm>
          <a:prstGeom prst="ellipse">
            <a:avLst/>
          </a:prstGeom>
          <a:solidFill>
            <a:srgbClr val="52BDEC"/>
          </a:solidFill>
          <a:ln w="38100">
            <a:solidFill>
              <a:srgbClr val="04182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095847" y="2095447"/>
            <a:ext cx="2730431" cy="253993"/>
          </a:xfrm>
          <a:prstGeom prst="rect">
            <a:avLst/>
          </a:prstGeom>
          <a:noFill/>
        </p:spPr>
        <p:txBody>
          <a:bodyPr wrap="square" anchor="t" lIns="0" rIns="0" tIns="0" bIns="0">
            <a:spAutoFit/>
          </a:bodyPr>
          <a:lstStyle/>
          <a:p>
            <a:pPr algn="ctr">
              <a:lnSpc>
                <a:spcPct val="125000"/>
              </a:lnSpc>
            </a:pPr>
            <a:r>
              <a:rPr sz="1500" b="1">
                <a:solidFill>
                  <a:srgbClr val="8FB6D0"/>
                </a:solidFill>
                <a:latin typeface="Consolas"/>
              </a:rPr>
              <a:t>tot sep 2029</a:t>
            </a:r>
          </a:p>
        </p:txBody>
      </p:sp>
      <p:sp>
        <p:nvSpPr>
          <p:cNvPr id="16" name="TextBox 15"/>
          <p:cNvSpPr txBox="1"/>
          <p:nvPr/>
        </p:nvSpPr>
        <p:spPr>
          <a:xfrm>
            <a:off x="6095847" y="2425639"/>
            <a:ext cx="2730431" cy="380990"/>
          </a:xfrm>
          <a:prstGeom prst="rect">
            <a:avLst/>
          </a:prstGeom>
          <a:noFill/>
        </p:spPr>
        <p:txBody>
          <a:bodyPr wrap="square" anchor="t" lIns="0" rIns="0" tIns="0" bIns="0">
            <a:spAutoFit/>
          </a:bodyPr>
          <a:lstStyle/>
          <a:p>
            <a:pPr algn="ctr">
              <a:lnSpc>
                <a:spcPct val="125000"/>
              </a:lnSpc>
            </a:pPr>
            <a:r>
              <a:rPr sz="2200" b="1">
                <a:solidFill>
                  <a:srgbClr val="F2F8FC"/>
                </a:solidFill>
                <a:latin typeface="Segoe UI"/>
              </a:rPr>
              <a:t>Opvolging</a:t>
            </a:r>
          </a:p>
        </p:txBody>
      </p:sp>
      <p:sp>
        <p:nvSpPr>
          <p:cNvPr id="17" name="TextBox 16"/>
          <p:cNvSpPr txBox="1"/>
          <p:nvPr/>
        </p:nvSpPr>
        <p:spPr>
          <a:xfrm>
            <a:off x="6222844" y="3340016"/>
            <a:ext cx="2476438" cy="1269968"/>
          </a:xfrm>
          <a:prstGeom prst="rect">
            <a:avLst/>
          </a:prstGeom>
          <a:noFill/>
        </p:spPr>
        <p:txBody>
          <a:bodyPr wrap="square" anchor="t" lIns="0" rIns="0" tIns="0" bIns="0">
            <a:spAutoFit/>
          </a:bodyPr>
          <a:lstStyle/>
          <a:p>
            <a:pPr algn="ctr">
              <a:lnSpc>
                <a:spcPct val="135000"/>
              </a:lnSpc>
            </a:pPr>
            <a:r>
              <a:rPr sz="1450" b="0">
                <a:solidFill>
                  <a:srgbClr val="8FB6D0"/>
                </a:solidFill>
                <a:latin typeface="Segoe UI"/>
              </a:rPr>
              <a:t>Elke deelnemer achttien maanden. De laatste inclusie bepaalt de einddatum.</a:t>
            </a:r>
          </a:p>
        </p:txBody>
      </p:sp>
      <p:sp>
        <p:nvSpPr>
          <p:cNvPr id="18" name="Oval 17"/>
          <p:cNvSpPr/>
          <p:nvPr/>
        </p:nvSpPr>
        <p:spPr>
          <a:xfrm>
            <a:off x="10121646" y="2927276"/>
            <a:ext cx="139696" cy="139696"/>
          </a:xfrm>
          <a:prstGeom prst="ellipse">
            <a:avLst/>
          </a:prstGeom>
          <a:solidFill>
            <a:srgbClr val="52BDEC"/>
          </a:solidFill>
          <a:ln w="38100">
            <a:solidFill>
              <a:srgbClr val="04182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8826279" y="2095447"/>
            <a:ext cx="2730431" cy="253993"/>
          </a:xfrm>
          <a:prstGeom prst="rect">
            <a:avLst/>
          </a:prstGeom>
          <a:noFill/>
        </p:spPr>
        <p:txBody>
          <a:bodyPr wrap="square" anchor="t" lIns="0" rIns="0" tIns="0" bIns="0">
            <a:spAutoFit/>
          </a:bodyPr>
          <a:lstStyle/>
          <a:p>
            <a:pPr algn="ctr">
              <a:lnSpc>
                <a:spcPct val="125000"/>
              </a:lnSpc>
            </a:pPr>
            <a:r>
              <a:rPr sz="1500" b="1">
                <a:solidFill>
                  <a:srgbClr val="8FB6D0"/>
                </a:solidFill>
                <a:latin typeface="Consolas"/>
              </a:rPr>
              <a:t>2029 – 2030</a:t>
            </a:r>
          </a:p>
        </p:txBody>
      </p:sp>
      <p:sp>
        <p:nvSpPr>
          <p:cNvPr id="20" name="TextBox 19"/>
          <p:cNvSpPr txBox="1"/>
          <p:nvPr/>
        </p:nvSpPr>
        <p:spPr>
          <a:xfrm>
            <a:off x="8826279" y="2425639"/>
            <a:ext cx="2730431" cy="380990"/>
          </a:xfrm>
          <a:prstGeom prst="rect">
            <a:avLst/>
          </a:prstGeom>
          <a:noFill/>
        </p:spPr>
        <p:txBody>
          <a:bodyPr wrap="square" anchor="t" lIns="0" rIns="0" tIns="0" bIns="0">
            <a:spAutoFit/>
          </a:bodyPr>
          <a:lstStyle/>
          <a:p>
            <a:pPr algn="ctr">
              <a:lnSpc>
                <a:spcPct val="125000"/>
              </a:lnSpc>
            </a:pPr>
            <a:r>
              <a:rPr sz="2200" b="1">
                <a:solidFill>
                  <a:srgbClr val="F2F8FC"/>
                </a:solidFill>
                <a:latin typeface="Segoe UI"/>
              </a:rPr>
              <a:t>Analyse</a:t>
            </a:r>
          </a:p>
        </p:txBody>
      </p:sp>
      <p:sp>
        <p:nvSpPr>
          <p:cNvPr id="21" name="TextBox 20"/>
          <p:cNvSpPr txBox="1"/>
          <p:nvPr/>
        </p:nvSpPr>
        <p:spPr>
          <a:xfrm>
            <a:off x="8953276" y="3340016"/>
            <a:ext cx="2476438" cy="1269968"/>
          </a:xfrm>
          <a:prstGeom prst="rect">
            <a:avLst/>
          </a:prstGeom>
          <a:noFill/>
        </p:spPr>
        <p:txBody>
          <a:bodyPr wrap="square" anchor="t" lIns="0" rIns="0" tIns="0" bIns="0">
            <a:spAutoFit/>
          </a:bodyPr>
          <a:lstStyle/>
          <a:p>
            <a:pPr algn="ctr">
              <a:lnSpc>
                <a:spcPct val="135000"/>
              </a:lnSpc>
            </a:pPr>
            <a:r>
              <a:rPr sz="1450" b="0">
                <a:solidFill>
                  <a:srgbClr val="8FB6D0"/>
                </a:solidFill>
                <a:latin typeface="Segoe UI"/>
              </a:rPr>
              <a:t>Uitkomsten, gezondheidseconomie en procesevaluatie. Één publicatie, ongeacht de uitkomst.</a:t>
            </a:r>
          </a:p>
        </p:txBody>
      </p:sp>
      <p:sp>
        <p:nvSpPr>
          <p:cNvPr id="22" name="Rounded Rectangle 21"/>
          <p:cNvSpPr/>
          <p:nvPr/>
        </p:nvSpPr>
        <p:spPr>
          <a:xfrm>
            <a:off x="634984" y="4990975"/>
            <a:ext cx="10921726" cy="1161868"/>
          </a:xfrm>
          <a:prstGeom prst="roundRect">
            <a:avLst>
              <a:gd name="adj" fmla="val 4500"/>
            </a:avLst>
          </a:prstGeom>
          <a:solidFill>
            <a:srgbClr val="0A2A44"/>
          </a:solidFill>
          <a:ln w="9525">
            <a:solidFill>
              <a:srgbClr val="52BDE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952476" y="5156071"/>
            <a:ext cx="10286742" cy="907874"/>
          </a:xfrm>
          <a:prstGeom prst="rect">
            <a:avLst/>
          </a:prstGeom>
          <a:noFill/>
        </p:spPr>
        <p:txBody>
          <a:bodyPr wrap="square" anchor="t" lIns="0" rIns="0" tIns="0" bIns="0">
            <a:spAutoFit/>
          </a:bodyPr>
          <a:lstStyle/>
          <a:p>
            <a:pPr algn="l">
              <a:lnSpc>
                <a:spcPct val="140000"/>
              </a:lnSpc>
            </a:pPr>
            <a:r>
              <a:rPr sz="1800" b="0">
                <a:solidFill>
                  <a:srgbClr val="F2F8FC"/>
                </a:solidFill>
                <a:latin typeface="Segoe UI"/>
              </a:rPr>
              <a:t>De inclusieperiode is het enige wat de einddatum verschuift. Elke maand vertraging in de rekrutering is een maand later klaar.</a:t>
            </a:r>
          </a:p>
        </p:txBody>
      </p:sp>
      <p:sp>
        <p:nvSpPr>
          <p:cNvPr id="24" name="TextBox 23"/>
          <p:cNvSpPr txBox="1"/>
          <p:nvPr/>
        </p:nvSpPr>
        <p:spPr>
          <a:xfrm>
            <a:off x="10540736" y="6387940"/>
            <a:ext cx="1015974" cy="177795"/>
          </a:xfrm>
          <a:prstGeom prst="rect">
            <a:avLst/>
          </a:prstGeom>
          <a:noFill/>
        </p:spPr>
        <p:txBody>
          <a:bodyPr wrap="square" anchor="t" lIns="0" rIns="0" tIns="0" bIns="0">
            <a:spAutoFit/>
          </a:bodyPr>
          <a:lstStyle/>
          <a:p>
            <a:pPr algn="r">
              <a:lnSpc>
                <a:spcPct val="125000"/>
              </a:lnSpc>
            </a:pPr>
            <a:r>
              <a:rPr sz="1050" b="0">
                <a:solidFill>
                  <a:srgbClr val="8FB6D0"/>
                </a:solidFill>
                <a:latin typeface="Consolas"/>
              </a:rPr>
              <a:t>03 / 26</a:t>
            </a:r>
          </a:p>
        </p:txBody>
      </p:sp>
      <p:pic>
        <p:nvPicPr>
          <p:cNvPr id="25" name="merk" descr="merk.png"/>
          <p:cNvPicPr>
            <a:picLocks noChangeAspect="1"/>
          </p:cNvPicPr>
          <p:nvPr/>
        </p:nvPicPr>
        <p:blipFill>
          <a:blip r:embed="rId2"/>
          <a:stretch>
            <a:fillRect/>
          </a:stretch>
        </p:blipFill>
        <p:spPr>
          <a:xfrm>
            <a:off x="11094166" y="368290"/>
            <a:ext cx="417101" cy="482587"/>
          </a:xfrm>
          <a:prstGeom prst="rect">
            <a:avLst/>
          </a:prstGeom>
        </p:spPr>
      </p:pic>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200">
        <p159:morph option="byObject"/>
      </p:transition>
    </mc:Choice>
    <mc:Fallback>
      <p:transition xmlns:p14="http://schemas.microsoft.com/office/powerpoint/2010/main" spd="slow" p14:dur="900">
        <p:fade/>
      </p:transition>
    </mc:Fallback>
  </mc:AlternateContent>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7828"/>
          </a:xfrm>
          <a:prstGeom prst="rect">
            <a:avLst/>
          </a:prstGeom>
          <a:gradFill rotWithShape="1">
            <a:gsLst>
              <a:gs pos="0">
                <a:srgbClr val="072138"/>
              </a:gs>
              <a:gs pos="100000">
                <a:srgbClr val="04182A"/>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34984" y="571485"/>
            <a:ext cx="9524761" cy="215894"/>
          </a:xfrm>
          <a:prstGeom prst="rect">
            <a:avLst/>
          </a:prstGeom>
          <a:noFill/>
        </p:spPr>
        <p:txBody>
          <a:bodyPr wrap="square" anchor="t" lIns="0" rIns="0" tIns="0" bIns="0">
            <a:spAutoFit/>
          </a:bodyPr>
          <a:lstStyle/>
          <a:p>
            <a:pPr algn="l">
              <a:lnSpc>
                <a:spcPct val="125000"/>
              </a:lnSpc>
            </a:pPr>
            <a:r>
              <a:rPr sz="1250" b="1" spc="240">
                <a:solidFill>
                  <a:srgbClr val="52BDEC"/>
                </a:solidFill>
                <a:latin typeface="Consolas"/>
              </a:rPr>
              <a:t>WAT WE VAN UW ORGANISATIE VRAGEN</a:t>
            </a:r>
          </a:p>
        </p:txBody>
      </p:sp>
      <p:sp>
        <p:nvSpPr>
          <p:cNvPr id="4" name="!!sectietitel"/>
          <p:cNvSpPr txBox="1"/>
          <p:nvPr/>
        </p:nvSpPr>
        <p:spPr>
          <a:xfrm>
            <a:off x="634984" y="838179"/>
            <a:ext cx="9905752" cy="1269968"/>
          </a:xfrm>
          <a:prstGeom prst="rect">
            <a:avLst/>
          </a:prstGeom>
          <a:noFill/>
        </p:spPr>
        <p:txBody>
          <a:bodyPr wrap="square" anchor="t" lIns="0" rIns="0" tIns="0" bIns="0">
            <a:spAutoFit/>
          </a:bodyPr>
          <a:lstStyle/>
          <a:p>
            <a:pPr algn="l">
              <a:lnSpc>
                <a:spcPct val="110000"/>
              </a:lnSpc>
            </a:pPr>
            <a:r>
              <a:rPr sz="4000" b="1">
                <a:solidFill>
                  <a:srgbClr val="F2F8FC"/>
                </a:solidFill>
                <a:latin typeface="Segoe UI"/>
              </a:rPr>
              <a:t>Vier toezeggingen</a:t>
            </a:r>
          </a:p>
        </p:txBody>
      </p:sp>
      <p:sp>
        <p:nvSpPr>
          <p:cNvPr id="5" name="Rectangle 4"/>
          <p:cNvSpPr/>
          <p:nvPr/>
        </p:nvSpPr>
        <p:spPr>
          <a:xfrm>
            <a:off x="634984" y="1879553"/>
            <a:ext cx="10921726" cy="9524"/>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34984" y="2031949"/>
            <a:ext cx="2412939" cy="317492"/>
          </a:xfrm>
          <a:prstGeom prst="rect">
            <a:avLst/>
          </a:prstGeom>
          <a:noFill/>
        </p:spPr>
        <p:txBody>
          <a:bodyPr wrap="square" anchor="t" lIns="0" rIns="0" tIns="0" bIns="0">
            <a:spAutoFit/>
          </a:bodyPr>
          <a:lstStyle/>
          <a:p>
            <a:pPr algn="l">
              <a:lnSpc>
                <a:spcPct val="125000"/>
              </a:lnSpc>
            </a:pPr>
            <a:r>
              <a:rPr sz="2000" b="1">
                <a:solidFill>
                  <a:srgbClr val="F2F8FC"/>
                </a:solidFill>
                <a:latin typeface="Segoe UI"/>
              </a:rPr>
              <a:t>24 inclusies</a:t>
            </a:r>
          </a:p>
        </p:txBody>
      </p:sp>
      <p:sp>
        <p:nvSpPr>
          <p:cNvPr id="7" name="TextBox 6"/>
          <p:cNvSpPr txBox="1"/>
          <p:nvPr/>
        </p:nvSpPr>
        <p:spPr>
          <a:xfrm>
            <a:off x="3301917" y="2031949"/>
            <a:ext cx="6222844" cy="571485"/>
          </a:xfrm>
          <a:prstGeom prst="rect">
            <a:avLst/>
          </a:prstGeom>
          <a:noFill/>
        </p:spPr>
        <p:txBody>
          <a:bodyPr wrap="square" anchor="t" lIns="0" rIns="0" tIns="0" bIns="0">
            <a:spAutoFit/>
          </a:bodyPr>
          <a:lstStyle/>
          <a:p>
            <a:pPr algn="l">
              <a:lnSpc>
                <a:spcPct val="132000"/>
              </a:lnSpc>
            </a:pPr>
            <a:r>
              <a:rPr sz="1500" b="0">
                <a:solidFill>
                  <a:srgbClr val="8FB6D0"/>
                </a:solidFill>
                <a:latin typeface="Segoe UI"/>
              </a:rPr>
              <a:t>Over twaalf maanden, dus gemiddeld twee per maand. Onder de twaalf per centrum wordt de studie onderbemand.</a:t>
            </a:r>
          </a:p>
        </p:txBody>
      </p:sp>
      <p:sp>
        <p:nvSpPr>
          <p:cNvPr id="8" name="TextBox 7"/>
          <p:cNvSpPr txBox="1"/>
          <p:nvPr/>
        </p:nvSpPr>
        <p:spPr>
          <a:xfrm>
            <a:off x="9905752" y="2044648"/>
            <a:ext cx="1650958" cy="253993"/>
          </a:xfrm>
          <a:prstGeom prst="rect">
            <a:avLst/>
          </a:prstGeom>
          <a:noFill/>
        </p:spPr>
        <p:txBody>
          <a:bodyPr wrap="square" anchor="t" lIns="0" rIns="0" tIns="0" bIns="0">
            <a:spAutoFit/>
          </a:bodyPr>
          <a:lstStyle/>
          <a:p>
            <a:pPr algn="r">
              <a:lnSpc>
                <a:spcPct val="125000"/>
              </a:lnSpc>
            </a:pPr>
            <a:r>
              <a:rPr sz="1300" b="1">
                <a:solidFill>
                  <a:srgbClr val="52BDEC"/>
                </a:solidFill>
                <a:latin typeface="Consolas"/>
              </a:rPr>
              <a:t>24</a:t>
            </a:r>
          </a:p>
        </p:txBody>
      </p:sp>
      <p:sp>
        <p:nvSpPr>
          <p:cNvPr id="9" name="Rectangle 8"/>
          <p:cNvSpPr/>
          <p:nvPr/>
        </p:nvSpPr>
        <p:spPr>
          <a:xfrm>
            <a:off x="634984" y="2717732"/>
            <a:ext cx="10921726" cy="9524"/>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34984" y="2870128"/>
            <a:ext cx="2412939" cy="317492"/>
          </a:xfrm>
          <a:prstGeom prst="rect">
            <a:avLst/>
          </a:prstGeom>
          <a:noFill/>
        </p:spPr>
        <p:txBody>
          <a:bodyPr wrap="square" anchor="t" lIns="0" rIns="0" tIns="0" bIns="0">
            <a:spAutoFit/>
          </a:bodyPr>
          <a:lstStyle/>
          <a:p>
            <a:pPr algn="l">
              <a:lnSpc>
                <a:spcPct val="125000"/>
              </a:lnSpc>
            </a:pPr>
            <a:r>
              <a:rPr sz="2000" b="1">
                <a:solidFill>
                  <a:srgbClr val="F2F8FC"/>
                </a:solidFill>
                <a:latin typeface="Segoe UI"/>
              </a:rPr>
              <a:t>Eén vaste PI</a:t>
            </a:r>
          </a:p>
        </p:txBody>
      </p:sp>
      <p:sp>
        <p:nvSpPr>
          <p:cNvPr id="11" name="TextBox 10"/>
          <p:cNvSpPr txBox="1"/>
          <p:nvPr/>
        </p:nvSpPr>
        <p:spPr>
          <a:xfrm>
            <a:off x="3301917" y="2870128"/>
            <a:ext cx="6222844" cy="571485"/>
          </a:xfrm>
          <a:prstGeom prst="rect">
            <a:avLst/>
          </a:prstGeom>
          <a:noFill/>
        </p:spPr>
        <p:txBody>
          <a:bodyPr wrap="square" anchor="t" lIns="0" rIns="0" tIns="0" bIns="0">
            <a:spAutoFit/>
          </a:bodyPr>
          <a:lstStyle/>
          <a:p>
            <a:pPr algn="l">
              <a:lnSpc>
                <a:spcPct val="132000"/>
              </a:lnSpc>
            </a:pPr>
            <a:r>
              <a:rPr sz="1500" b="0">
                <a:solidFill>
                  <a:srgbClr val="8FB6D0"/>
                </a:solidFill>
                <a:latin typeface="Segoe UI"/>
              </a:rPr>
              <a:t>Plus een gedelegeerd team dat de opleiding volgt en het opleidingsregister tekent.</a:t>
            </a:r>
          </a:p>
        </p:txBody>
      </p:sp>
      <p:sp>
        <p:nvSpPr>
          <p:cNvPr id="12" name="TextBox 11"/>
          <p:cNvSpPr txBox="1"/>
          <p:nvPr/>
        </p:nvSpPr>
        <p:spPr>
          <a:xfrm>
            <a:off x="9905752" y="2882827"/>
            <a:ext cx="1650958" cy="253993"/>
          </a:xfrm>
          <a:prstGeom prst="rect">
            <a:avLst/>
          </a:prstGeom>
          <a:noFill/>
        </p:spPr>
        <p:txBody>
          <a:bodyPr wrap="square" anchor="t" lIns="0" rIns="0" tIns="0" bIns="0">
            <a:spAutoFit/>
          </a:bodyPr>
          <a:lstStyle/>
          <a:p>
            <a:pPr algn="r">
              <a:lnSpc>
                <a:spcPct val="125000"/>
              </a:lnSpc>
            </a:pPr>
            <a:r>
              <a:rPr sz="1300" b="1">
                <a:solidFill>
                  <a:srgbClr val="52BDEC"/>
                </a:solidFill>
                <a:latin typeface="Consolas"/>
              </a:rPr>
              <a:t>1</a:t>
            </a:r>
          </a:p>
        </p:txBody>
      </p:sp>
      <p:sp>
        <p:nvSpPr>
          <p:cNvPr id="13" name="Rectangle 12"/>
          <p:cNvSpPr/>
          <p:nvPr/>
        </p:nvSpPr>
        <p:spPr>
          <a:xfrm>
            <a:off x="634984" y="3555911"/>
            <a:ext cx="10921726" cy="9524"/>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34984" y="3708307"/>
            <a:ext cx="2412939" cy="317492"/>
          </a:xfrm>
          <a:prstGeom prst="rect">
            <a:avLst/>
          </a:prstGeom>
          <a:noFill/>
        </p:spPr>
        <p:txBody>
          <a:bodyPr wrap="square" anchor="t" lIns="0" rIns="0" tIns="0" bIns="0">
            <a:spAutoFit/>
          </a:bodyPr>
          <a:lstStyle/>
          <a:p>
            <a:pPr algn="l">
              <a:lnSpc>
                <a:spcPct val="125000"/>
              </a:lnSpc>
            </a:pPr>
            <a:r>
              <a:rPr sz="2000" b="1">
                <a:solidFill>
                  <a:srgbClr val="F2F8FC"/>
                </a:solidFill>
                <a:latin typeface="Segoe UI"/>
              </a:rPr>
              <a:t>Tijd per bezoek</a:t>
            </a:r>
          </a:p>
        </p:txBody>
      </p:sp>
      <p:sp>
        <p:nvSpPr>
          <p:cNvPr id="15" name="TextBox 14"/>
          <p:cNvSpPr txBox="1"/>
          <p:nvPr/>
        </p:nvSpPr>
        <p:spPr>
          <a:xfrm>
            <a:off x="3301917" y="3708307"/>
            <a:ext cx="6222844" cy="571485"/>
          </a:xfrm>
          <a:prstGeom prst="rect">
            <a:avLst/>
          </a:prstGeom>
          <a:noFill/>
        </p:spPr>
        <p:txBody>
          <a:bodyPr wrap="square" anchor="t" lIns="0" rIns="0" tIns="0" bIns="0">
            <a:spAutoFit/>
          </a:bodyPr>
          <a:lstStyle/>
          <a:p>
            <a:pPr algn="l">
              <a:lnSpc>
                <a:spcPct val="132000"/>
              </a:lnSpc>
            </a:pPr>
            <a:r>
              <a:rPr sz="1500" b="0">
                <a:solidFill>
                  <a:srgbClr val="8FB6D0"/>
                </a:solidFill>
                <a:latin typeface="Segoe UI"/>
              </a:rPr>
              <a:t>Baseline loopt uit; de andere bezoeken vallen samen met de controle die de patiënt al krijgt.</a:t>
            </a:r>
          </a:p>
        </p:txBody>
      </p:sp>
      <p:sp>
        <p:nvSpPr>
          <p:cNvPr id="16" name="TextBox 15"/>
          <p:cNvSpPr txBox="1"/>
          <p:nvPr/>
        </p:nvSpPr>
        <p:spPr>
          <a:xfrm>
            <a:off x="9905752" y="3721006"/>
            <a:ext cx="1650958" cy="253993"/>
          </a:xfrm>
          <a:prstGeom prst="rect">
            <a:avLst/>
          </a:prstGeom>
          <a:noFill/>
        </p:spPr>
        <p:txBody>
          <a:bodyPr wrap="square" anchor="t" lIns="0" rIns="0" tIns="0" bIns="0">
            <a:spAutoFit/>
          </a:bodyPr>
          <a:lstStyle/>
          <a:p>
            <a:pPr algn="r">
              <a:lnSpc>
                <a:spcPct val="125000"/>
              </a:lnSpc>
            </a:pPr>
            <a:r>
              <a:rPr sz="1300" b="1">
                <a:solidFill>
                  <a:srgbClr val="52BDEC"/>
                </a:solidFill>
                <a:latin typeface="Consolas"/>
              </a:rPr>
              <a:t>9</a:t>
            </a:r>
          </a:p>
        </p:txBody>
      </p:sp>
      <p:sp>
        <p:nvSpPr>
          <p:cNvPr id="17" name="Rectangle 16"/>
          <p:cNvSpPr/>
          <p:nvPr/>
        </p:nvSpPr>
        <p:spPr>
          <a:xfrm>
            <a:off x="634984" y="4394090"/>
            <a:ext cx="10921726" cy="9524"/>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34984" y="4546486"/>
            <a:ext cx="2412939" cy="317492"/>
          </a:xfrm>
          <a:prstGeom prst="rect">
            <a:avLst/>
          </a:prstGeom>
          <a:noFill/>
        </p:spPr>
        <p:txBody>
          <a:bodyPr wrap="square" anchor="t" lIns="0" rIns="0" tIns="0" bIns="0">
            <a:spAutoFit/>
          </a:bodyPr>
          <a:lstStyle/>
          <a:p>
            <a:pPr algn="l">
              <a:lnSpc>
                <a:spcPct val="125000"/>
              </a:lnSpc>
            </a:pPr>
            <a:r>
              <a:rPr sz="2000" b="1">
                <a:solidFill>
                  <a:srgbClr val="F2F8FC"/>
                </a:solidFill>
                <a:latin typeface="Segoe UI"/>
              </a:rPr>
              <a:t>Een looppad</a:t>
            </a:r>
          </a:p>
        </p:txBody>
      </p:sp>
      <p:sp>
        <p:nvSpPr>
          <p:cNvPr id="19" name="TextBox 18"/>
          <p:cNvSpPr txBox="1"/>
          <p:nvPr/>
        </p:nvSpPr>
        <p:spPr>
          <a:xfrm>
            <a:off x="3301917" y="4546486"/>
            <a:ext cx="6222844" cy="571485"/>
          </a:xfrm>
          <a:prstGeom prst="rect">
            <a:avLst/>
          </a:prstGeom>
          <a:noFill/>
        </p:spPr>
        <p:txBody>
          <a:bodyPr wrap="square" anchor="t" lIns="0" rIns="0" tIns="0" bIns="0">
            <a:spAutoFit/>
          </a:bodyPr>
          <a:lstStyle/>
          <a:p>
            <a:pPr algn="l">
              <a:lnSpc>
                <a:spcPct val="132000"/>
              </a:lnSpc>
            </a:pPr>
            <a:r>
              <a:rPr sz="1500" b="0">
                <a:solidFill>
                  <a:srgbClr val="8FB6D0"/>
                </a:solidFill>
                <a:latin typeface="Segoe UI"/>
              </a:rPr>
              <a:t>Tien meter volstaat. Meer ruimte of extra apparatuur is niet nodig.</a:t>
            </a:r>
          </a:p>
        </p:txBody>
      </p:sp>
      <p:sp>
        <p:nvSpPr>
          <p:cNvPr id="20" name="TextBox 19"/>
          <p:cNvSpPr txBox="1"/>
          <p:nvPr/>
        </p:nvSpPr>
        <p:spPr>
          <a:xfrm>
            <a:off x="9905752" y="4559186"/>
            <a:ext cx="1650958" cy="253993"/>
          </a:xfrm>
          <a:prstGeom prst="rect">
            <a:avLst/>
          </a:prstGeom>
          <a:noFill/>
        </p:spPr>
        <p:txBody>
          <a:bodyPr wrap="square" anchor="t" lIns="0" rIns="0" tIns="0" bIns="0">
            <a:spAutoFit/>
          </a:bodyPr>
          <a:lstStyle/>
          <a:p>
            <a:pPr algn="r">
              <a:lnSpc>
                <a:spcPct val="125000"/>
              </a:lnSpc>
            </a:pPr>
            <a:r>
              <a:rPr sz="1300" b="1">
                <a:solidFill>
                  <a:srgbClr val="52BDEC"/>
                </a:solidFill>
                <a:latin typeface="Consolas"/>
              </a:rPr>
              <a:t>10 m</a:t>
            </a:r>
          </a:p>
        </p:txBody>
      </p:sp>
      <p:sp>
        <p:nvSpPr>
          <p:cNvPr id="21" name="Rounded Rectangle 20"/>
          <p:cNvSpPr/>
          <p:nvPr/>
        </p:nvSpPr>
        <p:spPr>
          <a:xfrm>
            <a:off x="634984" y="5371965"/>
            <a:ext cx="10921726" cy="736581"/>
          </a:xfrm>
          <a:prstGeom prst="roundRect">
            <a:avLst>
              <a:gd name="adj" fmla="val 4500"/>
            </a:avLst>
          </a:prstGeom>
          <a:solidFill>
            <a:srgbClr val="0A2A44"/>
          </a:solidFill>
          <a:ln w="9525">
            <a:solidFill>
              <a:srgbClr val="52BDE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952476" y="5549761"/>
            <a:ext cx="10286742" cy="380990"/>
          </a:xfrm>
          <a:prstGeom prst="rect">
            <a:avLst/>
          </a:prstGeom>
          <a:noFill/>
        </p:spPr>
        <p:txBody>
          <a:bodyPr wrap="square" anchor="t" lIns="0" rIns="0" tIns="0" bIns="0">
            <a:spAutoFit/>
          </a:bodyPr>
          <a:lstStyle/>
          <a:p>
            <a:pPr algn="l">
              <a:lnSpc>
                <a:spcPct val="140000"/>
              </a:lnSpc>
            </a:pPr>
            <a:r>
              <a:rPr sz="1900" b="0">
                <a:solidFill>
                  <a:srgbClr val="F2F8FC"/>
                </a:solidFill>
                <a:latin typeface="Segoe UI"/>
              </a:rPr>
              <a:t>Wat we níét vragen: gegevensinvoer. Dat doet het onderzoeksteam.</a:t>
            </a:r>
          </a:p>
        </p:txBody>
      </p:sp>
      <p:sp>
        <p:nvSpPr>
          <p:cNvPr id="23" name="TextBox 22"/>
          <p:cNvSpPr txBox="1"/>
          <p:nvPr/>
        </p:nvSpPr>
        <p:spPr>
          <a:xfrm>
            <a:off x="10540736" y="6387940"/>
            <a:ext cx="1015974" cy="177795"/>
          </a:xfrm>
          <a:prstGeom prst="rect">
            <a:avLst/>
          </a:prstGeom>
          <a:noFill/>
        </p:spPr>
        <p:txBody>
          <a:bodyPr wrap="square" anchor="t" lIns="0" rIns="0" tIns="0" bIns="0">
            <a:spAutoFit/>
          </a:bodyPr>
          <a:lstStyle/>
          <a:p>
            <a:pPr algn="r">
              <a:lnSpc>
                <a:spcPct val="125000"/>
              </a:lnSpc>
            </a:pPr>
            <a:r>
              <a:rPr sz="1050" b="0">
                <a:solidFill>
                  <a:srgbClr val="8FB6D0"/>
                </a:solidFill>
                <a:latin typeface="Consolas"/>
              </a:rPr>
              <a:t>04 / 26</a:t>
            </a:r>
          </a:p>
        </p:txBody>
      </p:sp>
      <p:pic>
        <p:nvPicPr>
          <p:cNvPr id="24" name="merk" descr="merk.png"/>
          <p:cNvPicPr>
            <a:picLocks noChangeAspect="1"/>
          </p:cNvPicPr>
          <p:nvPr/>
        </p:nvPicPr>
        <p:blipFill>
          <a:blip r:embed="rId2"/>
          <a:stretch>
            <a:fillRect/>
          </a:stretch>
        </p:blipFill>
        <p:spPr>
          <a:xfrm>
            <a:off x="11094166" y="368290"/>
            <a:ext cx="417101" cy="482587"/>
          </a:xfrm>
          <a:prstGeom prst="rect">
            <a:avLst/>
          </a:prstGeom>
        </p:spPr>
      </p:pic>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200">
        <p159:morph option="byObject"/>
      </p:transition>
    </mc:Choice>
    <mc:Fallback>
      <p:transition xmlns:p14="http://schemas.microsoft.com/office/powerpoint/2010/main" spd="slow" p14:dur="900">
        <p:fade/>
      </p:transition>
    </mc:Fallback>
  </mc:AlternateContent>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7828"/>
          </a:xfrm>
          <a:prstGeom prst="rect">
            <a:avLst/>
          </a:prstGeom>
          <a:gradFill rotWithShape="1">
            <a:gsLst>
              <a:gs pos="0">
                <a:srgbClr val="072138"/>
              </a:gs>
              <a:gs pos="100000">
                <a:srgbClr val="04182A"/>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34984" y="571485"/>
            <a:ext cx="9524761" cy="215894"/>
          </a:xfrm>
          <a:prstGeom prst="rect">
            <a:avLst/>
          </a:prstGeom>
          <a:noFill/>
        </p:spPr>
        <p:txBody>
          <a:bodyPr wrap="square" anchor="t" lIns="0" rIns="0" tIns="0" bIns="0">
            <a:spAutoFit/>
          </a:bodyPr>
          <a:lstStyle/>
          <a:p>
            <a:pPr algn="l">
              <a:lnSpc>
                <a:spcPct val="125000"/>
              </a:lnSpc>
            </a:pPr>
            <a:r>
              <a:rPr sz="1250" b="1" spc="240">
                <a:solidFill>
                  <a:srgbClr val="52BDEC"/>
                </a:solidFill>
                <a:latin typeface="Consolas"/>
              </a:rPr>
              <a:t>WAT ER MIS KAN GAAN</a:t>
            </a:r>
          </a:p>
        </p:txBody>
      </p:sp>
      <p:sp>
        <p:nvSpPr>
          <p:cNvPr id="4" name="!!sectietitel"/>
          <p:cNvSpPr txBox="1"/>
          <p:nvPr/>
        </p:nvSpPr>
        <p:spPr>
          <a:xfrm>
            <a:off x="634984" y="838179"/>
            <a:ext cx="9905752" cy="1269968"/>
          </a:xfrm>
          <a:prstGeom prst="rect">
            <a:avLst/>
          </a:prstGeom>
          <a:noFill/>
        </p:spPr>
        <p:txBody>
          <a:bodyPr wrap="square" anchor="t" lIns="0" rIns="0" tIns="0" bIns="0">
            <a:spAutoFit/>
          </a:bodyPr>
          <a:lstStyle/>
          <a:p>
            <a:pPr algn="l">
              <a:lnSpc>
                <a:spcPct val="110000"/>
              </a:lnSpc>
            </a:pPr>
            <a:r>
              <a:rPr sz="4000" b="1">
                <a:solidFill>
                  <a:srgbClr val="F2F8FC"/>
                </a:solidFill>
                <a:latin typeface="Segoe UI"/>
              </a:rPr>
              <a:t>Vier risico's, en wat we eraan doen</a:t>
            </a:r>
          </a:p>
        </p:txBody>
      </p:sp>
      <p:sp>
        <p:nvSpPr>
          <p:cNvPr id="5" name="Rectangle 4"/>
          <p:cNvSpPr/>
          <p:nvPr/>
        </p:nvSpPr>
        <p:spPr>
          <a:xfrm>
            <a:off x="634984" y="1879553"/>
            <a:ext cx="10921726" cy="9524"/>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34984" y="2031949"/>
            <a:ext cx="2412939" cy="317492"/>
          </a:xfrm>
          <a:prstGeom prst="rect">
            <a:avLst/>
          </a:prstGeom>
          <a:noFill/>
        </p:spPr>
        <p:txBody>
          <a:bodyPr wrap="square" anchor="t" lIns="0" rIns="0" tIns="0" bIns="0">
            <a:spAutoFit/>
          </a:bodyPr>
          <a:lstStyle/>
          <a:p>
            <a:pPr algn="l">
              <a:lnSpc>
                <a:spcPct val="125000"/>
              </a:lnSpc>
            </a:pPr>
            <a:r>
              <a:rPr sz="2000" b="1">
                <a:solidFill>
                  <a:srgbClr val="F2F8FC"/>
                </a:solidFill>
                <a:latin typeface="Segoe UI"/>
              </a:rPr>
              <a:t>Te trage inclusie</a:t>
            </a:r>
          </a:p>
        </p:txBody>
      </p:sp>
      <p:sp>
        <p:nvSpPr>
          <p:cNvPr id="7" name="TextBox 6"/>
          <p:cNvSpPr txBox="1"/>
          <p:nvPr/>
        </p:nvSpPr>
        <p:spPr>
          <a:xfrm>
            <a:off x="3301917" y="2031949"/>
            <a:ext cx="6222844" cy="571485"/>
          </a:xfrm>
          <a:prstGeom prst="rect">
            <a:avLst/>
          </a:prstGeom>
          <a:noFill/>
        </p:spPr>
        <p:txBody>
          <a:bodyPr wrap="square" anchor="t" lIns="0" rIns="0" tIns="0" bIns="0">
            <a:spAutoFit/>
          </a:bodyPr>
          <a:lstStyle/>
          <a:p>
            <a:pPr algn="l">
              <a:lnSpc>
                <a:spcPct val="132000"/>
              </a:lnSpc>
            </a:pPr>
            <a:r>
              <a:rPr sz="1500" b="0">
                <a:solidFill>
                  <a:srgbClr val="8FB6D0"/>
                </a:solidFill>
                <a:latin typeface="Segoe UI"/>
              </a:rPr>
              <a:t>Gefaseerde rekrutering is voorzien; de haalbaarheid per centrum wordt in de pilot getoetst.</a:t>
            </a:r>
          </a:p>
        </p:txBody>
      </p:sp>
      <p:sp>
        <p:nvSpPr>
          <p:cNvPr id="8" name="TextBox 7"/>
          <p:cNvSpPr txBox="1"/>
          <p:nvPr/>
        </p:nvSpPr>
        <p:spPr>
          <a:xfrm>
            <a:off x="9905752" y="2044648"/>
            <a:ext cx="1650958" cy="253993"/>
          </a:xfrm>
          <a:prstGeom prst="rect">
            <a:avLst/>
          </a:prstGeom>
          <a:noFill/>
        </p:spPr>
        <p:txBody>
          <a:bodyPr wrap="square" anchor="t" lIns="0" rIns="0" tIns="0" bIns="0">
            <a:spAutoFit/>
          </a:bodyPr>
          <a:lstStyle/>
          <a:p>
            <a:pPr algn="r">
              <a:lnSpc>
                <a:spcPct val="125000"/>
              </a:lnSpc>
            </a:pPr>
            <a:r>
              <a:rPr sz="1300" b="1">
                <a:solidFill>
                  <a:srgbClr val="52BDEC"/>
                </a:solidFill>
                <a:latin typeface="Consolas"/>
              </a:rPr>
              <a:t>hoog</a:t>
            </a:r>
          </a:p>
        </p:txBody>
      </p:sp>
      <p:sp>
        <p:nvSpPr>
          <p:cNvPr id="9" name="Rectangle 8"/>
          <p:cNvSpPr/>
          <p:nvPr/>
        </p:nvSpPr>
        <p:spPr>
          <a:xfrm>
            <a:off x="634984" y="2717732"/>
            <a:ext cx="10921726" cy="9524"/>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34984" y="2870128"/>
            <a:ext cx="2412939" cy="317492"/>
          </a:xfrm>
          <a:prstGeom prst="rect">
            <a:avLst/>
          </a:prstGeom>
          <a:noFill/>
        </p:spPr>
        <p:txBody>
          <a:bodyPr wrap="square" anchor="t" lIns="0" rIns="0" tIns="0" bIns="0">
            <a:spAutoFit/>
          </a:bodyPr>
          <a:lstStyle/>
          <a:p>
            <a:pPr algn="l">
              <a:lnSpc>
                <a:spcPct val="125000"/>
              </a:lnSpc>
            </a:pPr>
            <a:r>
              <a:rPr sz="2000" b="1">
                <a:solidFill>
                  <a:srgbClr val="F2F8FC"/>
                </a:solidFill>
                <a:latin typeface="Segoe UI"/>
              </a:rPr>
              <a:t>Contaminatie tussen de armen</a:t>
            </a:r>
          </a:p>
        </p:txBody>
      </p:sp>
      <p:sp>
        <p:nvSpPr>
          <p:cNvPr id="11" name="TextBox 10"/>
          <p:cNvSpPr txBox="1"/>
          <p:nvPr/>
        </p:nvSpPr>
        <p:spPr>
          <a:xfrm>
            <a:off x="3301917" y="2870128"/>
            <a:ext cx="6222844" cy="571485"/>
          </a:xfrm>
          <a:prstGeom prst="rect">
            <a:avLst/>
          </a:prstGeom>
          <a:noFill/>
        </p:spPr>
        <p:txBody>
          <a:bodyPr wrap="square" anchor="t" lIns="0" rIns="0" tIns="0" bIns="0">
            <a:spAutoFit/>
          </a:bodyPr>
          <a:lstStyle/>
          <a:p>
            <a:pPr algn="l">
              <a:lnSpc>
                <a:spcPct val="132000"/>
              </a:lnSpc>
            </a:pPr>
            <a:r>
              <a:rPr sz="1500" b="0">
                <a:solidFill>
                  <a:srgbClr val="8FB6D0"/>
                </a:solidFill>
                <a:latin typeface="Segoe UI"/>
              </a:rPr>
              <a:t>Blindering in de software van alle toestellen, aparte formulieren per arm, en een SEBIA-boekje ook in de controlegroep.</a:t>
            </a:r>
          </a:p>
        </p:txBody>
      </p:sp>
      <p:sp>
        <p:nvSpPr>
          <p:cNvPr id="12" name="TextBox 11"/>
          <p:cNvSpPr txBox="1"/>
          <p:nvPr/>
        </p:nvSpPr>
        <p:spPr>
          <a:xfrm>
            <a:off x="9905752" y="2882827"/>
            <a:ext cx="1650958" cy="253993"/>
          </a:xfrm>
          <a:prstGeom prst="rect">
            <a:avLst/>
          </a:prstGeom>
          <a:noFill/>
        </p:spPr>
        <p:txBody>
          <a:bodyPr wrap="square" anchor="t" lIns="0" rIns="0" tIns="0" bIns="0">
            <a:spAutoFit/>
          </a:bodyPr>
          <a:lstStyle/>
          <a:p>
            <a:pPr algn="r">
              <a:lnSpc>
                <a:spcPct val="125000"/>
              </a:lnSpc>
            </a:pPr>
            <a:r>
              <a:rPr sz="1300" b="1">
                <a:solidFill>
                  <a:srgbClr val="52BDEC"/>
                </a:solidFill>
                <a:latin typeface="Consolas"/>
              </a:rPr>
              <a:t>middel</a:t>
            </a:r>
          </a:p>
        </p:txBody>
      </p:sp>
      <p:sp>
        <p:nvSpPr>
          <p:cNvPr id="13" name="Rectangle 12"/>
          <p:cNvSpPr/>
          <p:nvPr/>
        </p:nvSpPr>
        <p:spPr>
          <a:xfrm>
            <a:off x="634984" y="3555911"/>
            <a:ext cx="10921726" cy="9524"/>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34984" y="3708307"/>
            <a:ext cx="2412939" cy="317492"/>
          </a:xfrm>
          <a:prstGeom prst="rect">
            <a:avLst/>
          </a:prstGeom>
          <a:noFill/>
        </p:spPr>
        <p:txBody>
          <a:bodyPr wrap="square" anchor="t" lIns="0" rIns="0" tIns="0" bIns="0">
            <a:spAutoFit/>
          </a:bodyPr>
          <a:lstStyle/>
          <a:p>
            <a:pPr algn="l">
              <a:lnSpc>
                <a:spcPct val="125000"/>
              </a:lnSpc>
            </a:pPr>
            <a:r>
              <a:rPr sz="2000" b="1">
                <a:solidFill>
                  <a:srgbClr val="F2F8FC"/>
                </a:solidFill>
                <a:latin typeface="Segoe UI"/>
              </a:rPr>
              <a:t>Uitval</a:t>
            </a:r>
          </a:p>
        </p:txBody>
      </p:sp>
      <p:sp>
        <p:nvSpPr>
          <p:cNvPr id="15" name="TextBox 14"/>
          <p:cNvSpPr txBox="1"/>
          <p:nvPr/>
        </p:nvSpPr>
        <p:spPr>
          <a:xfrm>
            <a:off x="3301917" y="3708307"/>
            <a:ext cx="6222844" cy="571485"/>
          </a:xfrm>
          <a:prstGeom prst="rect">
            <a:avLst/>
          </a:prstGeom>
          <a:noFill/>
        </p:spPr>
        <p:txBody>
          <a:bodyPr wrap="square" anchor="t" lIns="0" rIns="0" tIns="0" bIns="0">
            <a:spAutoFit/>
          </a:bodyPr>
          <a:lstStyle/>
          <a:p>
            <a:pPr algn="l">
              <a:lnSpc>
                <a:spcPct val="132000"/>
              </a:lnSpc>
            </a:pPr>
            <a:r>
              <a:rPr sz="1500" b="0">
                <a:solidFill>
                  <a:srgbClr val="8FB6D0"/>
                </a:solidFill>
                <a:latin typeface="Segoe UI"/>
              </a:rPr>
              <a:t>Vijftien procent is ingecalculeerd in de steekproefberekening.</a:t>
            </a:r>
          </a:p>
        </p:txBody>
      </p:sp>
      <p:sp>
        <p:nvSpPr>
          <p:cNvPr id="16" name="TextBox 15"/>
          <p:cNvSpPr txBox="1"/>
          <p:nvPr/>
        </p:nvSpPr>
        <p:spPr>
          <a:xfrm>
            <a:off x="9905752" y="3721006"/>
            <a:ext cx="1650958" cy="253993"/>
          </a:xfrm>
          <a:prstGeom prst="rect">
            <a:avLst/>
          </a:prstGeom>
          <a:noFill/>
        </p:spPr>
        <p:txBody>
          <a:bodyPr wrap="square" anchor="t" lIns="0" rIns="0" tIns="0" bIns="0">
            <a:spAutoFit/>
          </a:bodyPr>
          <a:lstStyle/>
          <a:p>
            <a:pPr algn="r">
              <a:lnSpc>
                <a:spcPct val="125000"/>
              </a:lnSpc>
            </a:pPr>
            <a:r>
              <a:rPr sz="1300" b="1">
                <a:solidFill>
                  <a:srgbClr val="52BDEC"/>
                </a:solidFill>
                <a:latin typeface="Consolas"/>
              </a:rPr>
              <a:t>middel</a:t>
            </a:r>
          </a:p>
        </p:txBody>
      </p:sp>
      <p:sp>
        <p:nvSpPr>
          <p:cNvPr id="17" name="Rectangle 16"/>
          <p:cNvSpPr/>
          <p:nvPr/>
        </p:nvSpPr>
        <p:spPr>
          <a:xfrm>
            <a:off x="634984" y="4394090"/>
            <a:ext cx="10921726" cy="9524"/>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34984" y="4546486"/>
            <a:ext cx="2412939" cy="317492"/>
          </a:xfrm>
          <a:prstGeom prst="rect">
            <a:avLst/>
          </a:prstGeom>
          <a:noFill/>
        </p:spPr>
        <p:txBody>
          <a:bodyPr wrap="square" anchor="t" lIns="0" rIns="0" tIns="0" bIns="0">
            <a:spAutoFit/>
          </a:bodyPr>
          <a:lstStyle/>
          <a:p>
            <a:pPr algn="l">
              <a:lnSpc>
                <a:spcPct val="125000"/>
              </a:lnSpc>
            </a:pPr>
            <a:r>
              <a:rPr sz="2000" b="1">
                <a:solidFill>
                  <a:srgbClr val="F2F8FC"/>
                </a:solidFill>
                <a:latin typeface="Segoe UI"/>
              </a:rPr>
              <a:t>Beide eindpunten moeten halen</a:t>
            </a:r>
          </a:p>
        </p:txBody>
      </p:sp>
      <p:sp>
        <p:nvSpPr>
          <p:cNvPr id="19" name="TextBox 18"/>
          <p:cNvSpPr txBox="1"/>
          <p:nvPr/>
        </p:nvSpPr>
        <p:spPr>
          <a:xfrm>
            <a:off x="3301917" y="4546486"/>
            <a:ext cx="6222844" cy="571485"/>
          </a:xfrm>
          <a:prstGeom prst="rect">
            <a:avLst/>
          </a:prstGeom>
          <a:noFill/>
        </p:spPr>
        <p:txBody>
          <a:bodyPr wrap="square" anchor="t" lIns="0" rIns="0" tIns="0" bIns="0">
            <a:spAutoFit/>
          </a:bodyPr>
          <a:lstStyle/>
          <a:p>
            <a:pPr algn="l">
              <a:lnSpc>
                <a:spcPct val="132000"/>
              </a:lnSpc>
            </a:pPr>
            <a:r>
              <a:rPr sz="1500" b="0">
                <a:solidFill>
                  <a:srgbClr val="8FB6D0"/>
                </a:solidFill>
                <a:latin typeface="Segoe UI"/>
              </a:rPr>
              <a:t>De lat ligt hoog en dat is een bewuste keuze: druk zonder draagtijd zegt niets.</a:t>
            </a:r>
          </a:p>
        </p:txBody>
      </p:sp>
      <p:sp>
        <p:nvSpPr>
          <p:cNvPr id="20" name="TextBox 19"/>
          <p:cNvSpPr txBox="1"/>
          <p:nvPr/>
        </p:nvSpPr>
        <p:spPr>
          <a:xfrm>
            <a:off x="9905752" y="4559186"/>
            <a:ext cx="1650958" cy="253993"/>
          </a:xfrm>
          <a:prstGeom prst="rect">
            <a:avLst/>
          </a:prstGeom>
          <a:noFill/>
        </p:spPr>
        <p:txBody>
          <a:bodyPr wrap="square" anchor="t" lIns="0" rIns="0" tIns="0" bIns="0">
            <a:spAutoFit/>
          </a:bodyPr>
          <a:lstStyle/>
          <a:p>
            <a:pPr algn="r">
              <a:lnSpc>
                <a:spcPct val="125000"/>
              </a:lnSpc>
            </a:pPr>
            <a:r>
              <a:rPr sz="1300" b="1">
                <a:solidFill>
                  <a:srgbClr val="52BDEC"/>
                </a:solidFill>
                <a:latin typeface="Consolas"/>
              </a:rPr>
              <a:t>laag</a:t>
            </a:r>
          </a:p>
        </p:txBody>
      </p:sp>
      <p:sp>
        <p:nvSpPr>
          <p:cNvPr id="21" name="Rounded Rectangle 20"/>
          <p:cNvSpPr/>
          <p:nvPr/>
        </p:nvSpPr>
        <p:spPr>
          <a:xfrm>
            <a:off x="634984" y="4992194"/>
            <a:ext cx="10921726" cy="1116352"/>
          </a:xfrm>
          <a:prstGeom prst="roundRect">
            <a:avLst>
              <a:gd name="adj" fmla="val 4500"/>
            </a:avLst>
          </a:prstGeom>
          <a:solidFill>
            <a:srgbClr val="0A2A44"/>
          </a:solidFill>
          <a:ln w="9525">
            <a:solidFill>
              <a:srgbClr val="52BDE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952476" y="5169989"/>
            <a:ext cx="10286742" cy="760761"/>
          </a:xfrm>
          <a:prstGeom prst="rect">
            <a:avLst/>
          </a:prstGeom>
          <a:noFill/>
        </p:spPr>
        <p:txBody>
          <a:bodyPr wrap="square" anchor="t" lIns="0" rIns="0" tIns="0" bIns="0">
            <a:spAutoFit/>
          </a:bodyPr>
          <a:lstStyle/>
          <a:p>
            <a:pPr algn="l">
              <a:lnSpc>
                <a:spcPct val="140000"/>
              </a:lnSpc>
            </a:pPr>
            <a:r>
              <a:rPr sz="1900" b="0">
                <a:solidFill>
                  <a:srgbClr val="F2F8FC"/>
                </a:solidFill>
                <a:latin typeface="Segoe UI"/>
              </a:rPr>
              <a:t>Het grootste risico is niet wetenschappelijk maar organisatorisch: of de centra hun 24 halen.</a:t>
            </a:r>
          </a:p>
        </p:txBody>
      </p:sp>
      <p:sp>
        <p:nvSpPr>
          <p:cNvPr id="23" name="TextBox 22"/>
          <p:cNvSpPr txBox="1"/>
          <p:nvPr/>
        </p:nvSpPr>
        <p:spPr>
          <a:xfrm>
            <a:off x="10540736" y="6387940"/>
            <a:ext cx="1015974" cy="177795"/>
          </a:xfrm>
          <a:prstGeom prst="rect">
            <a:avLst/>
          </a:prstGeom>
          <a:noFill/>
        </p:spPr>
        <p:txBody>
          <a:bodyPr wrap="square" anchor="t" lIns="0" rIns="0" tIns="0" bIns="0">
            <a:spAutoFit/>
          </a:bodyPr>
          <a:lstStyle/>
          <a:p>
            <a:pPr algn="r">
              <a:lnSpc>
                <a:spcPct val="125000"/>
              </a:lnSpc>
            </a:pPr>
            <a:r>
              <a:rPr sz="1050" b="0">
                <a:solidFill>
                  <a:srgbClr val="8FB6D0"/>
                </a:solidFill>
                <a:latin typeface="Consolas"/>
              </a:rPr>
              <a:t>05 / 26</a:t>
            </a:r>
          </a:p>
        </p:txBody>
      </p:sp>
      <p:pic>
        <p:nvPicPr>
          <p:cNvPr id="24" name="merk" descr="merk.png"/>
          <p:cNvPicPr>
            <a:picLocks noChangeAspect="1"/>
          </p:cNvPicPr>
          <p:nvPr/>
        </p:nvPicPr>
        <p:blipFill>
          <a:blip r:embed="rId2"/>
          <a:stretch>
            <a:fillRect/>
          </a:stretch>
        </p:blipFill>
        <p:spPr>
          <a:xfrm>
            <a:off x="11094166" y="368290"/>
            <a:ext cx="417101" cy="482587"/>
          </a:xfrm>
          <a:prstGeom prst="rect">
            <a:avLst/>
          </a:prstGeom>
        </p:spPr>
      </p:pic>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200">
        <p159:morph option="byObject"/>
      </p:transition>
    </mc:Choice>
    <mc:Fallback>
      <p:transition xmlns:p14="http://schemas.microsoft.com/office/powerpoint/2010/main" spd="slow" p14:dur="900">
        <p:fade/>
      </p:transition>
    </mc:Fallback>
  </mc:AlternateContent>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7828"/>
          </a:xfrm>
          <a:prstGeom prst="rect">
            <a:avLst/>
          </a:prstGeom>
          <a:gradFill rotWithShape="1">
            <a:gsLst>
              <a:gs pos="0">
                <a:srgbClr val="072138"/>
              </a:gs>
              <a:gs pos="100000">
                <a:srgbClr val="04182A"/>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merkgroot" descr="merk.png"/>
          <p:cNvPicPr>
            <a:picLocks noChangeAspect="1"/>
          </p:cNvPicPr>
          <p:nvPr/>
        </p:nvPicPr>
        <p:blipFill>
          <a:blip r:embed="rId2">
            <a:alphaModFix amt="14000"/>
          </a:blip>
          <a:stretch>
            <a:fillRect/>
          </a:stretch>
        </p:blipFill>
        <p:spPr>
          <a:xfrm>
            <a:off x="6603834" y="-1126099"/>
            <a:ext cx="7873803" cy="9110028"/>
          </a:xfrm>
          <a:prstGeom prst="rect">
            <a:avLst/>
          </a:prstGeom>
        </p:spPr>
      </p:pic>
      <p:sp>
        <p:nvSpPr>
          <p:cNvPr id="4" name="hero"/>
          <p:cNvSpPr txBox="1"/>
          <p:nvPr/>
        </p:nvSpPr>
        <p:spPr>
          <a:xfrm>
            <a:off x="571485" y="-444488"/>
            <a:ext cx="5714857" cy="2920926"/>
          </a:xfrm>
          <a:prstGeom prst="rect">
            <a:avLst/>
          </a:prstGeom>
          <a:noFill/>
        </p:spPr>
        <p:txBody>
          <a:bodyPr wrap="none" anchor="t" lIns="0" rIns="0" tIns="0" bIns="0">
            <a:spAutoFit/>
          </a:bodyPr>
          <a:lstStyle/>
          <a:p>
            <a:pPr algn="l">
              <a:lnSpc>
                <a:spcPct val="82000"/>
              </a:lnSpc>
            </a:pPr>
            <a:r>
              <a:rPr sz="26000" b="1">
                <a:gradFill>
                  <a:gsLst>
                    <a:gs pos="0">
                      <a:srgbClr val="52BDEC"/>
                    </a:gs>
                    <a:gs pos="100000">
                      <a:srgbClr val="FF7A00"/>
                    </a:gs>
                  </a:gsLst>
                  <a:lin ang="2700000" scaled="0"/>
                </a:gradFill>
                <a:latin typeface="Segoe UI"/>
              </a:rPr>
              <a:t>01</a:t>
            </a:r>
          </a:p>
        </p:txBody>
      </p:sp>
      <p:sp>
        <p:nvSpPr>
          <p:cNvPr id="5" name="sectietitel"/>
          <p:cNvSpPr txBox="1"/>
          <p:nvPr/>
        </p:nvSpPr>
        <p:spPr>
          <a:xfrm>
            <a:off x="634984" y="3555911"/>
            <a:ext cx="8889777" cy="1015974"/>
          </a:xfrm>
          <a:prstGeom prst="rect">
            <a:avLst/>
          </a:prstGeom>
          <a:noFill/>
        </p:spPr>
        <p:txBody>
          <a:bodyPr wrap="square" anchor="t" lIns="0" rIns="0" tIns="0" bIns="0">
            <a:spAutoFit/>
          </a:bodyPr>
          <a:lstStyle/>
          <a:p>
            <a:pPr algn="l">
              <a:lnSpc>
                <a:spcPct val="125000"/>
              </a:lnSpc>
            </a:pPr>
            <a:r>
              <a:rPr sz="7600" b="1">
                <a:solidFill>
                  <a:srgbClr val="F2F8FC"/>
                </a:solidFill>
                <a:latin typeface="Segoe UI"/>
              </a:rPr>
              <a:t>Waarom zo</a:t>
            </a:r>
          </a:p>
        </p:txBody>
      </p:sp>
      <p:sp>
        <p:nvSpPr>
          <p:cNvPr id="6" name="TextBox 5"/>
          <p:cNvSpPr txBox="1"/>
          <p:nvPr/>
        </p:nvSpPr>
        <p:spPr>
          <a:xfrm>
            <a:off x="660383" y="4825879"/>
            <a:ext cx="8254793" cy="507987"/>
          </a:xfrm>
          <a:prstGeom prst="rect">
            <a:avLst/>
          </a:prstGeom>
          <a:noFill/>
        </p:spPr>
        <p:txBody>
          <a:bodyPr wrap="square" anchor="t" lIns="0" rIns="0" tIns="0" bIns="0">
            <a:spAutoFit/>
          </a:bodyPr>
          <a:lstStyle/>
          <a:p>
            <a:pPr algn="l">
              <a:lnSpc>
                <a:spcPct val="125000"/>
              </a:lnSpc>
            </a:pPr>
            <a:r>
              <a:rPr sz="2300" b="0">
                <a:solidFill>
                  <a:srgbClr val="8FB6D0"/>
                </a:solidFill>
                <a:latin typeface="Segoe UI Light"/>
              </a:rPr>
              <a:t>Vier cijfers verklaren waarom er twee normen zijn.</a:t>
            </a:r>
          </a:p>
        </p:txBody>
      </p:sp>
      <p:sp>
        <p:nvSpPr>
          <p:cNvPr id="7" name="TextBox 6"/>
          <p:cNvSpPr txBox="1"/>
          <p:nvPr/>
        </p:nvSpPr>
        <p:spPr>
          <a:xfrm>
            <a:off x="10540736" y="6387940"/>
            <a:ext cx="1015974" cy="177795"/>
          </a:xfrm>
          <a:prstGeom prst="rect">
            <a:avLst/>
          </a:prstGeom>
          <a:noFill/>
        </p:spPr>
        <p:txBody>
          <a:bodyPr wrap="square" anchor="t" lIns="0" rIns="0" tIns="0" bIns="0">
            <a:spAutoFit/>
          </a:bodyPr>
          <a:lstStyle/>
          <a:p>
            <a:pPr algn="r">
              <a:lnSpc>
                <a:spcPct val="125000"/>
              </a:lnSpc>
            </a:pPr>
            <a:r>
              <a:rPr sz="1050" b="0">
                <a:solidFill>
                  <a:srgbClr val="8FB6D0"/>
                </a:solidFill>
                <a:latin typeface="Consolas"/>
              </a:rPr>
              <a:t>06 / 26</a:t>
            </a:r>
          </a:p>
        </p:txBody>
      </p:sp>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200">
        <p159:morph option="byObject"/>
      </p:transition>
    </mc:Choice>
    <mc:Fallback>
      <p:transition xmlns:p14="http://schemas.microsoft.com/office/powerpoint/2010/main" spd="slow" p14:dur="900">
        <p:fade/>
      </p:transition>
    </mc:Fallback>
  </mc:AlternateContent>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7828"/>
          </a:xfrm>
          <a:prstGeom prst="rect">
            <a:avLst/>
          </a:prstGeom>
          <a:gradFill rotWithShape="1">
            <a:gsLst>
              <a:gs pos="0">
                <a:srgbClr val="072138"/>
              </a:gs>
              <a:gs pos="100000">
                <a:srgbClr val="04182A"/>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1015974" y="253993"/>
            <a:ext cx="5206869" cy="5206869"/>
          </a:xfrm>
          <a:prstGeom prst="ellipse">
            <a:avLst/>
          </a:prstGeom>
          <a:solidFill>
            <a:srgbClr val="FF7A00">
              <a:alpha val="6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hero"/>
          <p:cNvSpPr txBox="1"/>
          <p:nvPr/>
        </p:nvSpPr>
        <p:spPr>
          <a:xfrm>
            <a:off x="380990" y="761980"/>
            <a:ext cx="7619809" cy="3301917"/>
          </a:xfrm>
          <a:prstGeom prst="rect">
            <a:avLst/>
          </a:prstGeom>
          <a:noFill/>
        </p:spPr>
        <p:txBody>
          <a:bodyPr wrap="square" anchor="t" lIns="0" rIns="0" tIns="0" bIns="0">
            <a:spAutoFit/>
          </a:bodyPr>
          <a:lstStyle/>
          <a:p>
            <a:pPr algn="l">
              <a:lnSpc>
                <a:spcPct val="82000"/>
              </a:lnSpc>
            </a:pPr>
            <a:r>
              <a:rPr sz="25000" b="1">
                <a:solidFill>
                  <a:srgbClr val="FF7A00"/>
                </a:solidFill>
                <a:latin typeface="Segoe UI"/>
              </a:rPr>
              <a:t>40</a:t>
            </a:r>
          </a:p>
        </p:txBody>
      </p:sp>
      <p:sp>
        <p:nvSpPr>
          <p:cNvPr id="5" name="TextBox 4"/>
          <p:cNvSpPr txBox="1"/>
          <p:nvPr/>
        </p:nvSpPr>
        <p:spPr>
          <a:xfrm>
            <a:off x="4444888" y="1320766"/>
            <a:ext cx="1523961" cy="1015974"/>
          </a:xfrm>
          <a:prstGeom prst="rect">
            <a:avLst/>
          </a:prstGeom>
          <a:noFill/>
        </p:spPr>
        <p:txBody>
          <a:bodyPr wrap="square" anchor="t" lIns="0" rIns="0" tIns="0" bIns="0">
            <a:spAutoFit/>
          </a:bodyPr>
          <a:lstStyle/>
          <a:p>
            <a:pPr algn="l">
              <a:lnSpc>
                <a:spcPct val="125000"/>
              </a:lnSpc>
            </a:pPr>
            <a:r>
              <a:rPr sz="7600" b="1">
                <a:solidFill>
                  <a:srgbClr val="FF7A00"/>
                </a:solidFill>
                <a:latin typeface="Segoe UI Light"/>
              </a:rPr>
              <a:t>%</a:t>
            </a:r>
          </a:p>
        </p:txBody>
      </p:sp>
      <p:sp>
        <p:nvSpPr>
          <p:cNvPr id="6" name="TextBox 5"/>
          <p:cNvSpPr txBox="1"/>
          <p:nvPr/>
        </p:nvSpPr>
        <p:spPr>
          <a:xfrm>
            <a:off x="660383" y="3975000"/>
            <a:ext cx="5460863" cy="1269968"/>
          </a:xfrm>
          <a:prstGeom prst="rect">
            <a:avLst/>
          </a:prstGeom>
          <a:noFill/>
        </p:spPr>
        <p:txBody>
          <a:bodyPr wrap="square" anchor="t" lIns="0" rIns="0" tIns="0" bIns="0">
            <a:spAutoFit/>
          </a:bodyPr>
          <a:lstStyle/>
          <a:p>
            <a:pPr algn="l">
              <a:lnSpc>
                <a:spcPct val="120000"/>
              </a:lnSpc>
            </a:pPr>
            <a:r>
              <a:rPr sz="3200" b="1">
                <a:solidFill>
                  <a:srgbClr val="F2F8FC"/>
                </a:solidFill>
                <a:latin typeface="Segoe UI"/>
              </a:rPr>
              <a:t>krijgt binnen een jaar</a:t>
            </a:r>
          </a:p>
          <a:p>
            <a:pPr algn="l">
              <a:lnSpc>
                <a:spcPct val="120000"/>
              </a:lnSpc>
              <a:spcBef>
                <a:spcPts val="500"/>
              </a:spcBef>
            </a:pPr>
            <a:r>
              <a:rPr sz="3200" b="1">
                <a:solidFill>
                  <a:srgbClr val="F2F8FC"/>
                </a:solidFill>
                <a:latin typeface="Segoe UI"/>
              </a:rPr>
              <a:t>een nieuw ulcus</a:t>
            </a:r>
          </a:p>
        </p:txBody>
      </p:sp>
      <p:sp>
        <p:nvSpPr>
          <p:cNvPr id="7" name="Rounded Rectangle 6"/>
          <p:cNvSpPr/>
          <p:nvPr/>
        </p:nvSpPr>
        <p:spPr>
          <a:xfrm>
            <a:off x="8017563" y="1142971"/>
            <a:ext cx="3538893" cy="1206469"/>
          </a:xfrm>
          <a:prstGeom prst="roundRect">
            <a:avLst>
              <a:gd name="adj" fmla="val 4500"/>
            </a:avLst>
          </a:prstGeom>
          <a:solidFill>
            <a:srgbClr val="0A2A44"/>
          </a:solidFill>
          <a:ln w="9525">
            <a:solidFill>
              <a:srgbClr val="215B8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0758" y="1320766"/>
            <a:ext cx="3157903" cy="609584"/>
          </a:xfrm>
          <a:prstGeom prst="rect">
            <a:avLst/>
          </a:prstGeom>
          <a:noFill/>
        </p:spPr>
        <p:txBody>
          <a:bodyPr wrap="square" anchor="t" lIns="0" rIns="0" tIns="0" bIns="0">
            <a:spAutoFit/>
          </a:bodyPr>
          <a:lstStyle/>
          <a:p>
            <a:pPr algn="l">
              <a:lnSpc>
                <a:spcPct val="100000"/>
              </a:lnSpc>
            </a:pPr>
            <a:r>
              <a:rPr sz="4200" b="1">
                <a:solidFill>
                  <a:srgbClr val="F2F8FC"/>
                </a:solidFill>
                <a:latin typeface="Segoe UI"/>
              </a:rPr>
              <a:t>65%</a:t>
            </a:r>
          </a:p>
        </p:txBody>
      </p:sp>
      <p:sp>
        <p:nvSpPr>
          <p:cNvPr id="9" name="TextBox 8"/>
          <p:cNvSpPr txBox="1"/>
          <p:nvPr/>
        </p:nvSpPr>
        <p:spPr>
          <a:xfrm>
            <a:off x="8233458" y="1930351"/>
            <a:ext cx="3157903" cy="253993"/>
          </a:xfrm>
          <a:prstGeom prst="rect">
            <a:avLst/>
          </a:prstGeom>
          <a:noFill/>
        </p:spPr>
        <p:txBody>
          <a:bodyPr wrap="square" anchor="t" lIns="0" rIns="0" tIns="0" bIns="0">
            <a:spAutoFit/>
          </a:bodyPr>
          <a:lstStyle/>
          <a:p>
            <a:pPr algn="l">
              <a:lnSpc>
                <a:spcPct val="125000"/>
              </a:lnSpc>
            </a:pPr>
            <a:r>
              <a:rPr sz="1350" b="0" spc="130">
                <a:solidFill>
                  <a:srgbClr val="8FB6D0"/>
                </a:solidFill>
                <a:latin typeface="Consolas"/>
              </a:rPr>
              <a:t>NA VIJF JAAR</a:t>
            </a:r>
          </a:p>
        </p:txBody>
      </p:sp>
      <p:sp>
        <p:nvSpPr>
          <p:cNvPr id="10" name="Rounded Rectangle 9"/>
          <p:cNvSpPr/>
          <p:nvPr/>
        </p:nvSpPr>
        <p:spPr>
          <a:xfrm>
            <a:off x="8017563" y="2514537"/>
            <a:ext cx="3538893" cy="1206469"/>
          </a:xfrm>
          <a:prstGeom prst="roundRect">
            <a:avLst>
              <a:gd name="adj" fmla="val 4500"/>
            </a:avLst>
          </a:prstGeom>
          <a:solidFill>
            <a:srgbClr val="0A2A44"/>
          </a:solidFill>
          <a:ln w="9525">
            <a:solidFill>
              <a:srgbClr val="215B8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220758" y="2692332"/>
            <a:ext cx="3157903" cy="609584"/>
          </a:xfrm>
          <a:prstGeom prst="rect">
            <a:avLst/>
          </a:prstGeom>
          <a:noFill/>
        </p:spPr>
        <p:txBody>
          <a:bodyPr wrap="square" anchor="t" lIns="0" rIns="0" tIns="0" bIns="0">
            <a:spAutoFit/>
          </a:bodyPr>
          <a:lstStyle/>
          <a:p>
            <a:pPr algn="l">
              <a:lnSpc>
                <a:spcPct val="100000"/>
              </a:lnSpc>
            </a:pPr>
            <a:r>
              <a:rPr sz="4200" b="1">
                <a:solidFill>
                  <a:srgbClr val="F2F8FC"/>
                </a:solidFill>
                <a:latin typeface="Segoe UI"/>
              </a:rPr>
              <a:t>2,5×</a:t>
            </a:r>
          </a:p>
        </p:txBody>
      </p:sp>
      <p:sp>
        <p:nvSpPr>
          <p:cNvPr id="12" name="TextBox 11"/>
          <p:cNvSpPr txBox="1"/>
          <p:nvPr/>
        </p:nvSpPr>
        <p:spPr>
          <a:xfrm>
            <a:off x="8233458" y="3301917"/>
            <a:ext cx="3157903" cy="253993"/>
          </a:xfrm>
          <a:prstGeom prst="rect">
            <a:avLst/>
          </a:prstGeom>
          <a:noFill/>
        </p:spPr>
        <p:txBody>
          <a:bodyPr wrap="square" anchor="t" lIns="0" rIns="0" tIns="0" bIns="0">
            <a:spAutoFit/>
          </a:bodyPr>
          <a:lstStyle/>
          <a:p>
            <a:pPr algn="l">
              <a:lnSpc>
                <a:spcPct val="125000"/>
              </a:lnSpc>
            </a:pPr>
            <a:r>
              <a:rPr sz="1350" b="0" spc="130">
                <a:solidFill>
                  <a:srgbClr val="8FB6D0"/>
                </a:solidFill>
                <a:latin typeface="Consolas"/>
              </a:rPr>
              <a:t>HOGERE STERFTE</a:t>
            </a:r>
          </a:p>
        </p:txBody>
      </p:sp>
      <p:sp>
        <p:nvSpPr>
          <p:cNvPr id="13" name="Rounded Rectangle 12"/>
          <p:cNvSpPr/>
          <p:nvPr/>
        </p:nvSpPr>
        <p:spPr>
          <a:xfrm>
            <a:off x="8017563" y="3886102"/>
            <a:ext cx="3538893" cy="1206469"/>
          </a:xfrm>
          <a:prstGeom prst="roundRect">
            <a:avLst>
              <a:gd name="adj" fmla="val 4500"/>
            </a:avLst>
          </a:prstGeom>
          <a:solidFill>
            <a:srgbClr val="0A2A44"/>
          </a:solidFill>
          <a:ln w="9525">
            <a:solidFill>
              <a:srgbClr val="215B8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220758" y="4063898"/>
            <a:ext cx="3157903" cy="609584"/>
          </a:xfrm>
          <a:prstGeom prst="rect">
            <a:avLst/>
          </a:prstGeom>
          <a:noFill/>
        </p:spPr>
        <p:txBody>
          <a:bodyPr wrap="square" anchor="t" lIns="0" rIns="0" tIns="0" bIns="0">
            <a:spAutoFit/>
          </a:bodyPr>
          <a:lstStyle/>
          <a:p>
            <a:pPr algn="l">
              <a:lnSpc>
                <a:spcPct val="100000"/>
              </a:lnSpc>
            </a:pPr>
            <a:r>
              <a:rPr sz="4200" b="1">
                <a:solidFill>
                  <a:srgbClr val="F2F8FC"/>
                </a:solidFill>
                <a:latin typeface="Segoe UI"/>
              </a:rPr>
              <a:t>&gt; 70%</a:t>
            </a:r>
          </a:p>
        </p:txBody>
      </p:sp>
      <p:sp>
        <p:nvSpPr>
          <p:cNvPr id="15" name="TextBox 14"/>
          <p:cNvSpPr txBox="1"/>
          <p:nvPr/>
        </p:nvSpPr>
        <p:spPr>
          <a:xfrm>
            <a:off x="8233458" y="4673483"/>
            <a:ext cx="3157903" cy="253993"/>
          </a:xfrm>
          <a:prstGeom prst="rect">
            <a:avLst/>
          </a:prstGeom>
          <a:noFill/>
        </p:spPr>
        <p:txBody>
          <a:bodyPr wrap="square" anchor="t" lIns="0" rIns="0" tIns="0" bIns="0">
            <a:spAutoFit/>
          </a:bodyPr>
          <a:lstStyle/>
          <a:p>
            <a:pPr algn="l">
              <a:lnSpc>
                <a:spcPct val="125000"/>
              </a:lnSpc>
            </a:pPr>
            <a:r>
              <a:rPr sz="1350" b="0" spc="130">
                <a:solidFill>
                  <a:srgbClr val="8FB6D0"/>
                </a:solidFill>
                <a:latin typeface="Consolas"/>
              </a:rPr>
              <a:t>STERFTE NA AMPUTATIE</a:t>
            </a:r>
          </a:p>
        </p:txBody>
      </p:sp>
      <p:sp>
        <p:nvSpPr>
          <p:cNvPr id="16" name="TextBox 15"/>
          <p:cNvSpPr txBox="1"/>
          <p:nvPr/>
        </p:nvSpPr>
        <p:spPr>
          <a:xfrm>
            <a:off x="634984" y="6387940"/>
            <a:ext cx="8889777" cy="190495"/>
          </a:xfrm>
          <a:prstGeom prst="rect">
            <a:avLst/>
          </a:prstGeom>
          <a:noFill/>
        </p:spPr>
        <p:txBody>
          <a:bodyPr wrap="square" anchor="t" lIns="0" rIns="0" tIns="0" bIns="0">
            <a:spAutoFit/>
          </a:bodyPr>
          <a:lstStyle/>
          <a:p>
            <a:pPr algn="l">
              <a:lnSpc>
                <a:spcPct val="125000"/>
              </a:lnSpc>
            </a:pPr>
            <a:r>
              <a:rPr sz="1150" b="0">
                <a:solidFill>
                  <a:srgbClr val="8FB6D0"/>
                </a:solidFill>
                <a:latin typeface="Consolas"/>
              </a:rPr>
              <a:t>Armstrong, Boulton &amp; Bus · N Engl J Med 2017</a:t>
            </a:r>
          </a:p>
        </p:txBody>
      </p:sp>
      <p:sp>
        <p:nvSpPr>
          <p:cNvPr id="17" name="TextBox 16"/>
          <p:cNvSpPr txBox="1"/>
          <p:nvPr/>
        </p:nvSpPr>
        <p:spPr>
          <a:xfrm>
            <a:off x="10540736" y="6387940"/>
            <a:ext cx="1015974" cy="177795"/>
          </a:xfrm>
          <a:prstGeom prst="rect">
            <a:avLst/>
          </a:prstGeom>
          <a:noFill/>
        </p:spPr>
        <p:txBody>
          <a:bodyPr wrap="square" anchor="t" lIns="0" rIns="0" tIns="0" bIns="0">
            <a:spAutoFit/>
          </a:bodyPr>
          <a:lstStyle/>
          <a:p>
            <a:pPr algn="r">
              <a:lnSpc>
                <a:spcPct val="125000"/>
              </a:lnSpc>
            </a:pPr>
            <a:r>
              <a:rPr sz="1050" b="0">
                <a:solidFill>
                  <a:srgbClr val="8FB6D0"/>
                </a:solidFill>
                <a:latin typeface="Consolas"/>
              </a:rPr>
              <a:t>07 / 26</a:t>
            </a:r>
          </a:p>
        </p:txBody>
      </p:sp>
      <p:pic>
        <p:nvPicPr>
          <p:cNvPr id="18" name="merk" descr="merk.png"/>
          <p:cNvPicPr>
            <a:picLocks noChangeAspect="1"/>
          </p:cNvPicPr>
          <p:nvPr/>
        </p:nvPicPr>
        <p:blipFill>
          <a:blip r:embed="rId2"/>
          <a:stretch>
            <a:fillRect/>
          </a:stretch>
        </p:blipFill>
        <p:spPr>
          <a:xfrm>
            <a:off x="11094166" y="368290"/>
            <a:ext cx="417101" cy="482587"/>
          </a:xfrm>
          <a:prstGeom prst="rect">
            <a:avLst/>
          </a:prstGeom>
        </p:spPr>
      </p:pic>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200">
        <p159:morph option="byObject"/>
      </p:transition>
    </mc:Choice>
    <mc:Fallback>
      <p:transition xmlns:p14="http://schemas.microsoft.com/office/powerpoint/2010/main" spd="slow" p14:dur="900">
        <p:fade/>
      </p:transition>
    </mc:Fallback>
  </mc:AlternateContent>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7828"/>
          </a:xfrm>
          <a:prstGeom prst="rect">
            <a:avLst/>
          </a:prstGeom>
          <a:gradFill rotWithShape="1">
            <a:gsLst>
              <a:gs pos="0">
                <a:srgbClr val="072138"/>
              </a:gs>
              <a:gs pos="100000">
                <a:srgbClr val="04182A"/>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6857828"/>
          </a:xfrm>
          <a:prstGeom prst="rect">
            <a:avLst/>
          </a:prstGeom>
          <a:gradFill rotWithShape="1">
            <a:gsLst>
              <a:gs pos="0">
                <a:srgbClr val="FF7A00"/>
              </a:gs>
              <a:gs pos="100000">
                <a:srgbClr val="FF7A00"/>
              </a:gs>
            </a:gsLst>
            <a:lin ang="27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knal"/>
          <p:cNvSpPr txBox="1"/>
          <p:nvPr/>
        </p:nvSpPr>
        <p:spPr>
          <a:xfrm>
            <a:off x="952476" y="1523961"/>
            <a:ext cx="10286742" cy="4190895"/>
          </a:xfrm>
          <a:prstGeom prst="rect">
            <a:avLst/>
          </a:prstGeom>
          <a:noFill/>
        </p:spPr>
        <p:txBody>
          <a:bodyPr wrap="square" anchor="t" lIns="0" rIns="0" tIns="0" bIns="0">
            <a:spAutoFit/>
          </a:bodyPr>
          <a:lstStyle/>
          <a:p>
            <a:pPr algn="l">
              <a:lnSpc>
                <a:spcPct val="106000"/>
              </a:lnSpc>
            </a:pPr>
            <a:r>
              <a:rPr sz="6200" b="1">
                <a:solidFill>
                  <a:srgbClr val="04182A"/>
                </a:solidFill>
                <a:latin typeface="Segoe UI"/>
              </a:rPr>
              <a:t>Driekwart is te voorkomen.</a:t>
            </a:r>
          </a:p>
          <a:p>
            <a:pPr algn="l">
              <a:lnSpc>
                <a:spcPct val="106000"/>
              </a:lnSpc>
              <a:spcBef>
                <a:spcPts val="500"/>
              </a:spcBef>
            </a:pPr>
            <a:r>
              <a:rPr sz="6200" b="1">
                <a:solidFill>
                  <a:srgbClr val="04182A"/>
                </a:solidFill>
                <a:latin typeface="Segoe UI"/>
              </a:rPr>
              <a:t>Veertig procent komt terug.</a:t>
            </a:r>
          </a:p>
        </p:txBody>
      </p:sp>
      <p:sp>
        <p:nvSpPr>
          <p:cNvPr id="5" name="TextBox 4"/>
          <p:cNvSpPr txBox="1"/>
          <p:nvPr/>
        </p:nvSpPr>
        <p:spPr>
          <a:xfrm>
            <a:off x="977875" y="6006949"/>
            <a:ext cx="9524761" cy="279393"/>
          </a:xfrm>
          <a:prstGeom prst="rect">
            <a:avLst/>
          </a:prstGeom>
          <a:noFill/>
        </p:spPr>
        <p:txBody>
          <a:bodyPr wrap="square" anchor="t" lIns="0" rIns="0" tIns="0" bIns="0">
            <a:spAutoFit/>
          </a:bodyPr>
          <a:lstStyle/>
          <a:p>
            <a:pPr algn="l">
              <a:lnSpc>
                <a:spcPct val="125000"/>
              </a:lnSpc>
            </a:pPr>
            <a:r>
              <a:rPr sz="1700" b="0">
                <a:solidFill>
                  <a:srgbClr val="04182A"/>
                </a:solidFill>
                <a:latin typeface="Consolas"/>
              </a:rPr>
              <a:t>Dat gat is waar deze studie over gaat.</a:t>
            </a:r>
          </a:p>
        </p:txBody>
      </p:sp>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200">
        <p159:morph option="byObject"/>
      </p:transition>
    </mc:Choice>
    <mc:Fallback>
      <p:transition xmlns:p14="http://schemas.microsoft.com/office/powerpoint/2010/main" spd="slow" p14:dur="900">
        <p:fade/>
      </p:transition>
    </mc:Fallback>
  </mc:AlternateContent>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7828"/>
          </a:xfrm>
          <a:prstGeom prst="rect">
            <a:avLst/>
          </a:prstGeom>
          <a:gradFill rotWithShape="1">
            <a:gsLst>
              <a:gs pos="0">
                <a:srgbClr val="072138"/>
              </a:gs>
              <a:gs pos="100000">
                <a:srgbClr val="04182A"/>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34984" y="571485"/>
            <a:ext cx="9524761" cy="215894"/>
          </a:xfrm>
          <a:prstGeom prst="rect">
            <a:avLst/>
          </a:prstGeom>
          <a:noFill/>
        </p:spPr>
        <p:txBody>
          <a:bodyPr wrap="square" anchor="t" lIns="0" rIns="0" tIns="0" bIns="0">
            <a:spAutoFit/>
          </a:bodyPr>
          <a:lstStyle/>
          <a:p>
            <a:pPr algn="l">
              <a:lnSpc>
                <a:spcPct val="125000"/>
              </a:lnSpc>
            </a:pPr>
            <a:r>
              <a:rPr sz="1250" b="1" spc="240">
                <a:solidFill>
                  <a:srgbClr val="52BDEC"/>
                </a:solidFill>
                <a:latin typeface="Consolas"/>
              </a:rPr>
              <a:t>DEZELFDE SCHOEN, TWEE UITKOMSTEN</a:t>
            </a:r>
          </a:p>
        </p:txBody>
      </p:sp>
      <p:sp>
        <p:nvSpPr>
          <p:cNvPr id="4" name="sectietitel"/>
          <p:cNvSpPr txBox="1"/>
          <p:nvPr/>
        </p:nvSpPr>
        <p:spPr>
          <a:xfrm>
            <a:off x="634984" y="838179"/>
            <a:ext cx="9905752" cy="1269968"/>
          </a:xfrm>
          <a:prstGeom prst="rect">
            <a:avLst/>
          </a:prstGeom>
          <a:noFill/>
        </p:spPr>
        <p:txBody>
          <a:bodyPr wrap="square" anchor="t" lIns="0" rIns="0" tIns="0" bIns="0">
            <a:spAutoFit/>
          </a:bodyPr>
          <a:lstStyle/>
          <a:p>
            <a:pPr algn="l">
              <a:lnSpc>
                <a:spcPct val="110000"/>
              </a:lnSpc>
            </a:pPr>
            <a:r>
              <a:rPr sz="4000" b="1">
                <a:solidFill>
                  <a:srgbClr val="F2F8FC"/>
                </a:solidFill>
                <a:latin typeface="Segoe UI"/>
              </a:rPr>
              <a:t>Waarom druk alléén niet volstaat</a:t>
            </a:r>
          </a:p>
        </p:txBody>
      </p:sp>
      <p:sp>
        <p:nvSpPr>
          <p:cNvPr id="5" name="Rectangle 4"/>
          <p:cNvSpPr/>
          <p:nvPr/>
        </p:nvSpPr>
        <p:spPr>
          <a:xfrm>
            <a:off x="634984" y="1828754"/>
            <a:ext cx="10921726" cy="9524"/>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34984" y="1993850"/>
            <a:ext cx="3809904" cy="317492"/>
          </a:xfrm>
          <a:prstGeom prst="rect">
            <a:avLst/>
          </a:prstGeom>
          <a:noFill/>
        </p:spPr>
        <p:txBody>
          <a:bodyPr wrap="square" anchor="t" lIns="0" rIns="0" tIns="0" bIns="0">
            <a:spAutoFit/>
          </a:bodyPr>
          <a:lstStyle/>
          <a:p>
            <a:pPr algn="l">
              <a:lnSpc>
                <a:spcPct val="125000"/>
              </a:lnSpc>
            </a:pPr>
            <a:r>
              <a:rPr sz="2200" b="1">
                <a:solidFill>
                  <a:srgbClr val="F2F8FC"/>
                </a:solidFill>
                <a:latin typeface="Segoe UI"/>
              </a:rPr>
              <a:t>Iedereen</a:t>
            </a:r>
          </a:p>
        </p:txBody>
      </p:sp>
      <p:sp>
        <p:nvSpPr>
          <p:cNvPr id="7" name="TextBox 6"/>
          <p:cNvSpPr txBox="1"/>
          <p:nvPr/>
        </p:nvSpPr>
        <p:spPr>
          <a:xfrm>
            <a:off x="647683" y="2349441"/>
            <a:ext cx="3809904" cy="215894"/>
          </a:xfrm>
          <a:prstGeom prst="rect">
            <a:avLst/>
          </a:prstGeom>
          <a:noFill/>
        </p:spPr>
        <p:txBody>
          <a:bodyPr wrap="square" anchor="t" lIns="0" rIns="0" tIns="0" bIns="0">
            <a:spAutoFit/>
          </a:bodyPr>
          <a:lstStyle/>
          <a:p>
            <a:pPr algn="l">
              <a:lnSpc>
                <a:spcPct val="125000"/>
              </a:lnSpc>
            </a:pPr>
            <a:r>
              <a:rPr sz="1300" b="0">
                <a:solidFill>
                  <a:srgbClr val="8FB6D0"/>
                </a:solidFill>
                <a:latin typeface="Consolas"/>
              </a:rPr>
              <a:t>intention-to-treat</a:t>
            </a:r>
          </a:p>
        </p:txBody>
      </p:sp>
      <p:sp>
        <p:nvSpPr>
          <p:cNvPr id="8" name="TextBox 7"/>
          <p:cNvSpPr txBox="1"/>
          <p:nvPr/>
        </p:nvSpPr>
        <p:spPr>
          <a:xfrm>
            <a:off x="634984" y="2768530"/>
            <a:ext cx="2031949" cy="215894"/>
          </a:xfrm>
          <a:prstGeom prst="rect">
            <a:avLst/>
          </a:prstGeom>
          <a:noFill/>
        </p:spPr>
        <p:txBody>
          <a:bodyPr wrap="square" anchor="t" lIns="0" rIns="0" tIns="0" bIns="0">
            <a:spAutoFit/>
          </a:bodyPr>
          <a:lstStyle/>
          <a:p>
            <a:pPr algn="l">
              <a:lnSpc>
                <a:spcPct val="125000"/>
              </a:lnSpc>
            </a:pPr>
            <a:r>
              <a:rPr sz="1400" b="0">
                <a:solidFill>
                  <a:srgbClr val="8FB6D0"/>
                </a:solidFill>
                <a:latin typeface="Consolas"/>
              </a:rPr>
              <a:t>Gewone maatzool</a:t>
            </a:r>
          </a:p>
        </p:txBody>
      </p:sp>
      <p:sp>
        <p:nvSpPr>
          <p:cNvPr id="9" name="Rounded Rectangle 8"/>
          <p:cNvSpPr/>
          <p:nvPr/>
        </p:nvSpPr>
        <p:spPr>
          <a:xfrm>
            <a:off x="2793930" y="2717732"/>
            <a:ext cx="6857828" cy="292092"/>
          </a:xfrm>
          <a:prstGeom prst="roundRect">
            <a:avLst>
              <a:gd name="adj" fmla="val 50000"/>
            </a:avLst>
          </a:prstGeom>
          <a:solidFill>
            <a:srgbClr val="113A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ounded Rectangle 9"/>
          <p:cNvSpPr/>
          <p:nvPr/>
        </p:nvSpPr>
        <p:spPr>
          <a:xfrm>
            <a:off x="2793930" y="2717732"/>
            <a:ext cx="6062320" cy="292092"/>
          </a:xfrm>
          <a:prstGeom prst="roundRect">
            <a:avLst>
              <a:gd name="adj" fmla="val 50000"/>
            </a:avLst>
          </a:prstGeom>
          <a:solidFill>
            <a:srgbClr val="8FB6D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905752" y="2692332"/>
            <a:ext cx="1396965" cy="342891"/>
          </a:xfrm>
          <a:prstGeom prst="rect">
            <a:avLst/>
          </a:prstGeom>
          <a:noFill/>
        </p:spPr>
        <p:txBody>
          <a:bodyPr wrap="square" anchor="t" lIns="0" rIns="0" tIns="0" bIns="0">
            <a:spAutoFit/>
          </a:bodyPr>
          <a:lstStyle/>
          <a:p>
            <a:pPr algn="l">
              <a:lnSpc>
                <a:spcPct val="125000"/>
              </a:lnSpc>
            </a:pPr>
            <a:r>
              <a:rPr sz="2700" b="1">
                <a:solidFill>
                  <a:srgbClr val="8FB6D0"/>
                </a:solidFill>
                <a:latin typeface="Segoe UI"/>
              </a:rPr>
              <a:t>44,2%</a:t>
            </a:r>
          </a:p>
        </p:txBody>
      </p:sp>
      <p:sp>
        <p:nvSpPr>
          <p:cNvPr id="12" name="TextBox 11"/>
          <p:cNvSpPr txBox="1"/>
          <p:nvPr/>
        </p:nvSpPr>
        <p:spPr>
          <a:xfrm>
            <a:off x="634984" y="3187620"/>
            <a:ext cx="2031949" cy="215894"/>
          </a:xfrm>
          <a:prstGeom prst="rect">
            <a:avLst/>
          </a:prstGeom>
          <a:noFill/>
        </p:spPr>
        <p:txBody>
          <a:bodyPr wrap="square" anchor="t" lIns="0" rIns="0" tIns="0" bIns="0">
            <a:spAutoFit/>
          </a:bodyPr>
          <a:lstStyle/>
          <a:p>
            <a:pPr algn="l">
              <a:lnSpc>
                <a:spcPct val="125000"/>
              </a:lnSpc>
            </a:pPr>
            <a:r>
              <a:rPr sz="1400" b="0">
                <a:solidFill>
                  <a:srgbClr val="8FB6D0"/>
                </a:solidFill>
                <a:latin typeface="Consolas"/>
              </a:rPr>
              <a:t>Drukgeoptimaliseerd</a:t>
            </a:r>
          </a:p>
        </p:txBody>
      </p:sp>
      <p:sp>
        <p:nvSpPr>
          <p:cNvPr id="13" name="Rounded Rectangle 12"/>
          <p:cNvSpPr/>
          <p:nvPr/>
        </p:nvSpPr>
        <p:spPr>
          <a:xfrm>
            <a:off x="2793930" y="3136821"/>
            <a:ext cx="6857828" cy="292092"/>
          </a:xfrm>
          <a:prstGeom prst="roundRect">
            <a:avLst>
              <a:gd name="adj" fmla="val 50000"/>
            </a:avLst>
          </a:prstGeom>
          <a:solidFill>
            <a:srgbClr val="113A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ounded Rectangle 13"/>
          <p:cNvSpPr/>
          <p:nvPr/>
        </p:nvSpPr>
        <p:spPr>
          <a:xfrm>
            <a:off x="2793930" y="3136821"/>
            <a:ext cx="5321674" cy="292092"/>
          </a:xfrm>
          <a:prstGeom prst="roundRect">
            <a:avLst>
              <a:gd name="adj" fmla="val 50000"/>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9905752" y="3111422"/>
            <a:ext cx="1396965" cy="342891"/>
          </a:xfrm>
          <a:prstGeom prst="rect">
            <a:avLst/>
          </a:prstGeom>
          <a:noFill/>
        </p:spPr>
        <p:txBody>
          <a:bodyPr wrap="square" anchor="t" lIns="0" rIns="0" tIns="0" bIns="0">
            <a:spAutoFit/>
          </a:bodyPr>
          <a:lstStyle/>
          <a:p>
            <a:pPr algn="l">
              <a:lnSpc>
                <a:spcPct val="125000"/>
              </a:lnSpc>
            </a:pPr>
            <a:r>
              <a:rPr sz="2700" b="1">
                <a:solidFill>
                  <a:srgbClr val="FF7A00"/>
                </a:solidFill>
                <a:latin typeface="Segoe UI"/>
              </a:rPr>
              <a:t>38,8%</a:t>
            </a:r>
          </a:p>
        </p:txBody>
      </p:sp>
      <p:sp>
        <p:nvSpPr>
          <p:cNvPr id="16" name="TextBox 15"/>
          <p:cNvSpPr txBox="1"/>
          <p:nvPr/>
        </p:nvSpPr>
        <p:spPr>
          <a:xfrm>
            <a:off x="634984" y="3568610"/>
            <a:ext cx="5714857" cy="279393"/>
          </a:xfrm>
          <a:prstGeom prst="rect">
            <a:avLst/>
          </a:prstGeom>
          <a:noFill/>
        </p:spPr>
        <p:txBody>
          <a:bodyPr wrap="square" anchor="t" lIns="0" rIns="0" tIns="0" bIns="0">
            <a:spAutoFit/>
          </a:bodyPr>
          <a:lstStyle/>
          <a:p>
            <a:pPr algn="l">
              <a:lnSpc>
                <a:spcPct val="125000"/>
              </a:lnSpc>
            </a:pPr>
            <a:r>
              <a:rPr sz="1800" b="1">
                <a:solidFill>
                  <a:srgbClr val="FF7A00"/>
                </a:solidFill>
                <a:latin typeface="Segoe UI"/>
              </a:rPr>
              <a:t>Geen verschil — p = 0,48</a:t>
            </a:r>
          </a:p>
        </p:txBody>
      </p:sp>
      <p:sp>
        <p:nvSpPr>
          <p:cNvPr id="17" name="Rectangle 16"/>
          <p:cNvSpPr/>
          <p:nvPr/>
        </p:nvSpPr>
        <p:spPr>
          <a:xfrm>
            <a:off x="634984" y="4089297"/>
            <a:ext cx="10921726" cy="9524"/>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34984" y="4254393"/>
            <a:ext cx="3809904" cy="317492"/>
          </a:xfrm>
          <a:prstGeom prst="rect">
            <a:avLst/>
          </a:prstGeom>
          <a:noFill/>
        </p:spPr>
        <p:txBody>
          <a:bodyPr wrap="square" anchor="t" lIns="0" rIns="0" tIns="0" bIns="0">
            <a:spAutoFit/>
          </a:bodyPr>
          <a:lstStyle/>
          <a:p>
            <a:pPr algn="l">
              <a:lnSpc>
                <a:spcPct val="125000"/>
              </a:lnSpc>
            </a:pPr>
            <a:r>
              <a:rPr sz="2200" b="1">
                <a:solidFill>
                  <a:srgbClr val="F2F8FC"/>
                </a:solidFill>
                <a:latin typeface="Segoe UI"/>
              </a:rPr>
              <a:t>Wie hem droeg</a:t>
            </a:r>
          </a:p>
        </p:txBody>
      </p:sp>
      <p:sp>
        <p:nvSpPr>
          <p:cNvPr id="19" name="TextBox 18"/>
          <p:cNvSpPr txBox="1"/>
          <p:nvPr/>
        </p:nvSpPr>
        <p:spPr>
          <a:xfrm>
            <a:off x="647683" y="4609984"/>
            <a:ext cx="3809904" cy="215894"/>
          </a:xfrm>
          <a:prstGeom prst="rect">
            <a:avLst/>
          </a:prstGeom>
          <a:noFill/>
        </p:spPr>
        <p:txBody>
          <a:bodyPr wrap="square" anchor="t" lIns="0" rIns="0" tIns="0" bIns="0">
            <a:spAutoFit/>
          </a:bodyPr>
          <a:lstStyle/>
          <a:p>
            <a:pPr algn="l">
              <a:lnSpc>
                <a:spcPct val="125000"/>
              </a:lnSpc>
            </a:pPr>
            <a:r>
              <a:rPr sz="1300" b="0">
                <a:solidFill>
                  <a:srgbClr val="8FB6D0"/>
                </a:solidFill>
                <a:latin typeface="Consolas"/>
              </a:rPr>
              <a:t>≥ 80% van de stappen</a:t>
            </a:r>
          </a:p>
        </p:txBody>
      </p:sp>
      <p:sp>
        <p:nvSpPr>
          <p:cNvPr id="20" name="TextBox 19"/>
          <p:cNvSpPr txBox="1"/>
          <p:nvPr/>
        </p:nvSpPr>
        <p:spPr>
          <a:xfrm>
            <a:off x="634984" y="5029074"/>
            <a:ext cx="2031949" cy="215894"/>
          </a:xfrm>
          <a:prstGeom prst="rect">
            <a:avLst/>
          </a:prstGeom>
          <a:noFill/>
        </p:spPr>
        <p:txBody>
          <a:bodyPr wrap="square" anchor="t" lIns="0" rIns="0" tIns="0" bIns="0">
            <a:spAutoFit/>
          </a:bodyPr>
          <a:lstStyle/>
          <a:p>
            <a:pPr algn="l">
              <a:lnSpc>
                <a:spcPct val="125000"/>
              </a:lnSpc>
            </a:pPr>
            <a:r>
              <a:rPr sz="1400" b="0">
                <a:solidFill>
                  <a:srgbClr val="8FB6D0"/>
                </a:solidFill>
                <a:latin typeface="Consolas"/>
              </a:rPr>
              <a:t>Gewone maatzool</a:t>
            </a:r>
          </a:p>
        </p:txBody>
      </p:sp>
      <p:sp>
        <p:nvSpPr>
          <p:cNvPr id="21" name="Rounded Rectangle 20"/>
          <p:cNvSpPr/>
          <p:nvPr/>
        </p:nvSpPr>
        <p:spPr>
          <a:xfrm>
            <a:off x="2793930" y="4978275"/>
            <a:ext cx="6857828" cy="292092"/>
          </a:xfrm>
          <a:prstGeom prst="roundRect">
            <a:avLst>
              <a:gd name="adj" fmla="val 50000"/>
            </a:avLst>
          </a:prstGeom>
          <a:solidFill>
            <a:srgbClr val="113A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ounded Rectangle 21"/>
          <p:cNvSpPr/>
          <p:nvPr/>
        </p:nvSpPr>
        <p:spPr>
          <a:xfrm>
            <a:off x="2793930" y="4978275"/>
            <a:ext cx="6556084" cy="292092"/>
          </a:xfrm>
          <a:prstGeom prst="roundRect">
            <a:avLst>
              <a:gd name="adj" fmla="val 50000"/>
            </a:avLst>
          </a:prstGeom>
          <a:solidFill>
            <a:srgbClr val="8FB6D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9905752" y="4952876"/>
            <a:ext cx="1396965" cy="342891"/>
          </a:xfrm>
          <a:prstGeom prst="rect">
            <a:avLst/>
          </a:prstGeom>
          <a:noFill/>
        </p:spPr>
        <p:txBody>
          <a:bodyPr wrap="square" anchor="t" lIns="0" rIns="0" tIns="0" bIns="0">
            <a:spAutoFit/>
          </a:bodyPr>
          <a:lstStyle/>
          <a:p>
            <a:pPr algn="l">
              <a:lnSpc>
                <a:spcPct val="125000"/>
              </a:lnSpc>
            </a:pPr>
            <a:r>
              <a:rPr sz="2700" b="1">
                <a:solidFill>
                  <a:srgbClr val="8FB6D0"/>
                </a:solidFill>
                <a:latin typeface="Segoe UI"/>
              </a:rPr>
              <a:t>47,8%</a:t>
            </a:r>
          </a:p>
        </p:txBody>
      </p:sp>
      <p:sp>
        <p:nvSpPr>
          <p:cNvPr id="24" name="TextBox 23"/>
          <p:cNvSpPr txBox="1"/>
          <p:nvPr/>
        </p:nvSpPr>
        <p:spPr>
          <a:xfrm>
            <a:off x="634984" y="5448163"/>
            <a:ext cx="2031949" cy="215894"/>
          </a:xfrm>
          <a:prstGeom prst="rect">
            <a:avLst/>
          </a:prstGeom>
          <a:noFill/>
        </p:spPr>
        <p:txBody>
          <a:bodyPr wrap="square" anchor="t" lIns="0" rIns="0" tIns="0" bIns="0">
            <a:spAutoFit/>
          </a:bodyPr>
          <a:lstStyle/>
          <a:p>
            <a:pPr algn="l">
              <a:lnSpc>
                <a:spcPct val="125000"/>
              </a:lnSpc>
            </a:pPr>
            <a:r>
              <a:rPr sz="1400" b="0">
                <a:solidFill>
                  <a:srgbClr val="8FB6D0"/>
                </a:solidFill>
                <a:latin typeface="Consolas"/>
              </a:rPr>
              <a:t>Drukgeoptimaliseerd</a:t>
            </a:r>
          </a:p>
        </p:txBody>
      </p:sp>
      <p:sp>
        <p:nvSpPr>
          <p:cNvPr id="25" name="Rounded Rectangle 24"/>
          <p:cNvSpPr/>
          <p:nvPr/>
        </p:nvSpPr>
        <p:spPr>
          <a:xfrm>
            <a:off x="2793930" y="5397365"/>
            <a:ext cx="6857828" cy="292092"/>
          </a:xfrm>
          <a:prstGeom prst="roundRect">
            <a:avLst>
              <a:gd name="adj" fmla="val 50000"/>
            </a:avLst>
          </a:prstGeom>
          <a:solidFill>
            <a:srgbClr val="113A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ounded Rectangle 25"/>
          <p:cNvSpPr/>
          <p:nvPr/>
        </p:nvSpPr>
        <p:spPr>
          <a:xfrm>
            <a:off x="2793930" y="5397365"/>
            <a:ext cx="3524923" cy="292092"/>
          </a:xfrm>
          <a:prstGeom prst="roundRect">
            <a:avLst>
              <a:gd name="adj" fmla="val 50000"/>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9905752" y="5371965"/>
            <a:ext cx="1396965" cy="342891"/>
          </a:xfrm>
          <a:prstGeom prst="rect">
            <a:avLst/>
          </a:prstGeom>
          <a:noFill/>
        </p:spPr>
        <p:txBody>
          <a:bodyPr wrap="square" anchor="t" lIns="0" rIns="0" tIns="0" bIns="0">
            <a:spAutoFit/>
          </a:bodyPr>
          <a:lstStyle/>
          <a:p>
            <a:pPr algn="l">
              <a:lnSpc>
                <a:spcPct val="125000"/>
              </a:lnSpc>
            </a:pPr>
            <a:r>
              <a:rPr sz="2700" b="1">
                <a:solidFill>
                  <a:srgbClr val="52BDEC"/>
                </a:solidFill>
                <a:latin typeface="Segoe UI"/>
              </a:rPr>
              <a:t>25,7%</a:t>
            </a:r>
          </a:p>
        </p:txBody>
      </p:sp>
      <p:sp>
        <p:nvSpPr>
          <p:cNvPr id="28" name="TextBox 27"/>
          <p:cNvSpPr txBox="1"/>
          <p:nvPr/>
        </p:nvSpPr>
        <p:spPr>
          <a:xfrm>
            <a:off x="634984" y="5829154"/>
            <a:ext cx="5714857" cy="279393"/>
          </a:xfrm>
          <a:prstGeom prst="rect">
            <a:avLst/>
          </a:prstGeom>
          <a:noFill/>
        </p:spPr>
        <p:txBody>
          <a:bodyPr wrap="square" anchor="t" lIns="0" rIns="0" tIns="0" bIns="0">
            <a:spAutoFit/>
          </a:bodyPr>
          <a:lstStyle/>
          <a:p>
            <a:pPr algn="l">
              <a:lnSpc>
                <a:spcPct val="125000"/>
              </a:lnSpc>
            </a:pPr>
            <a:r>
              <a:rPr sz="1800" b="1">
                <a:solidFill>
                  <a:srgbClr val="52BDEC"/>
                </a:solidFill>
                <a:latin typeface="Segoe UI"/>
              </a:rPr>
              <a:t>Bijna gehalveerd — p = 0,045</a:t>
            </a:r>
          </a:p>
        </p:txBody>
      </p:sp>
      <p:sp>
        <p:nvSpPr>
          <p:cNvPr id="29" name="TextBox 28"/>
          <p:cNvSpPr txBox="1"/>
          <p:nvPr/>
        </p:nvSpPr>
        <p:spPr>
          <a:xfrm>
            <a:off x="5714857" y="5930751"/>
            <a:ext cx="5841853" cy="380990"/>
          </a:xfrm>
          <a:prstGeom prst="rect">
            <a:avLst/>
          </a:prstGeom>
          <a:noFill/>
        </p:spPr>
        <p:txBody>
          <a:bodyPr wrap="square" anchor="t" lIns="0" rIns="0" tIns="0" bIns="0">
            <a:spAutoFit/>
          </a:bodyPr>
          <a:lstStyle/>
          <a:p>
            <a:pPr algn="r">
              <a:lnSpc>
                <a:spcPct val="125000"/>
              </a:lnSpc>
            </a:pPr>
            <a:r>
              <a:rPr sz="2400" b="1">
                <a:solidFill>
                  <a:srgbClr val="F2F8FC"/>
                </a:solidFill>
                <a:latin typeface="Segoe UI"/>
              </a:rPr>
              <a:t>Daarom meten we niet alleen druk, maar ook draagtijd.</a:t>
            </a:r>
          </a:p>
        </p:txBody>
      </p:sp>
      <p:sp>
        <p:nvSpPr>
          <p:cNvPr id="30" name="TextBox 29"/>
          <p:cNvSpPr txBox="1"/>
          <p:nvPr/>
        </p:nvSpPr>
        <p:spPr>
          <a:xfrm>
            <a:off x="634984" y="6387940"/>
            <a:ext cx="8889777" cy="190495"/>
          </a:xfrm>
          <a:prstGeom prst="rect">
            <a:avLst/>
          </a:prstGeom>
          <a:noFill/>
        </p:spPr>
        <p:txBody>
          <a:bodyPr wrap="square" anchor="t" lIns="0" rIns="0" tIns="0" bIns="0">
            <a:spAutoFit/>
          </a:bodyPr>
          <a:lstStyle/>
          <a:p>
            <a:pPr algn="l">
              <a:lnSpc>
                <a:spcPct val="125000"/>
              </a:lnSpc>
            </a:pPr>
            <a:r>
              <a:rPr sz="1150" b="0">
                <a:solidFill>
                  <a:srgbClr val="8FB6D0"/>
                </a:solidFill>
                <a:latin typeface="Consolas"/>
              </a:rPr>
              <a:t>Bus et al. · Diabetes Care 2013 · DIAFOS, 171 deelnemers</a:t>
            </a:r>
          </a:p>
        </p:txBody>
      </p:sp>
      <p:sp>
        <p:nvSpPr>
          <p:cNvPr id="31" name="TextBox 30"/>
          <p:cNvSpPr txBox="1"/>
          <p:nvPr/>
        </p:nvSpPr>
        <p:spPr>
          <a:xfrm>
            <a:off x="10540736" y="6387940"/>
            <a:ext cx="1015974" cy="177795"/>
          </a:xfrm>
          <a:prstGeom prst="rect">
            <a:avLst/>
          </a:prstGeom>
          <a:noFill/>
        </p:spPr>
        <p:txBody>
          <a:bodyPr wrap="square" anchor="t" lIns="0" rIns="0" tIns="0" bIns="0">
            <a:spAutoFit/>
          </a:bodyPr>
          <a:lstStyle/>
          <a:p>
            <a:pPr algn="r">
              <a:lnSpc>
                <a:spcPct val="125000"/>
              </a:lnSpc>
            </a:pPr>
            <a:r>
              <a:rPr sz="1050" b="0">
                <a:solidFill>
                  <a:srgbClr val="8FB6D0"/>
                </a:solidFill>
                <a:latin typeface="Consolas"/>
              </a:rPr>
              <a:t>09 / 26</a:t>
            </a:r>
          </a:p>
        </p:txBody>
      </p:sp>
      <p:pic>
        <p:nvPicPr>
          <p:cNvPr id="32" name="merk" descr="merk.png"/>
          <p:cNvPicPr>
            <a:picLocks noChangeAspect="1"/>
          </p:cNvPicPr>
          <p:nvPr/>
        </p:nvPicPr>
        <p:blipFill>
          <a:blip r:embed="rId2"/>
          <a:stretch>
            <a:fillRect/>
          </a:stretch>
        </p:blipFill>
        <p:spPr>
          <a:xfrm>
            <a:off x="11094166" y="368290"/>
            <a:ext cx="417101" cy="482587"/>
          </a:xfrm>
          <a:prstGeom prst="rect">
            <a:avLst/>
          </a:prstGeom>
        </p:spPr>
      </p:pic>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200">
        <p159:morph option="byObject"/>
      </p:transition>
    </mc:Choice>
    <mc:Fallback>
      <p:transition xmlns:p14="http://schemas.microsoft.com/office/powerpoint/2010/main" spd="slow" p14:dur="900">
        <p:fade/>
      </p:transition>
    </mc:Fallback>
  </mc:AlternateContent>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7828"/>
          </a:xfrm>
          <a:prstGeom prst="rect">
            <a:avLst/>
          </a:prstGeom>
          <a:gradFill rotWithShape="1">
            <a:gsLst>
              <a:gs pos="0">
                <a:srgbClr val="072138"/>
              </a:gs>
              <a:gs pos="100000">
                <a:srgbClr val="04182A"/>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1015974" y="253993"/>
            <a:ext cx="5206869" cy="5206869"/>
          </a:xfrm>
          <a:prstGeom prst="ellipse">
            <a:avLst/>
          </a:prstGeom>
          <a:solidFill>
            <a:srgbClr val="52BDEC">
              <a:alpha val="6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hero"/>
          <p:cNvSpPr txBox="1"/>
          <p:nvPr/>
        </p:nvSpPr>
        <p:spPr>
          <a:xfrm>
            <a:off x="380990" y="761980"/>
            <a:ext cx="7619809" cy="3301917"/>
          </a:xfrm>
          <a:prstGeom prst="rect">
            <a:avLst/>
          </a:prstGeom>
          <a:noFill/>
        </p:spPr>
        <p:txBody>
          <a:bodyPr wrap="square" anchor="t" lIns="0" rIns="0" tIns="0" bIns="0">
            <a:spAutoFit/>
          </a:bodyPr>
          <a:lstStyle/>
          <a:p>
            <a:pPr algn="l">
              <a:lnSpc>
                <a:spcPct val="82000"/>
              </a:lnSpc>
            </a:pPr>
            <a:r>
              <a:rPr sz="25000" b="1">
                <a:solidFill>
                  <a:srgbClr val="52BDEC"/>
                </a:solidFill>
                <a:latin typeface="Segoe UI"/>
              </a:rPr>
              <a:t>71</a:t>
            </a:r>
          </a:p>
        </p:txBody>
      </p:sp>
      <p:sp>
        <p:nvSpPr>
          <p:cNvPr id="5" name="TextBox 4"/>
          <p:cNvSpPr txBox="1"/>
          <p:nvPr/>
        </p:nvSpPr>
        <p:spPr>
          <a:xfrm>
            <a:off x="4444888" y="1320766"/>
            <a:ext cx="1523961" cy="1015974"/>
          </a:xfrm>
          <a:prstGeom prst="rect">
            <a:avLst/>
          </a:prstGeom>
          <a:noFill/>
        </p:spPr>
        <p:txBody>
          <a:bodyPr wrap="square" anchor="t" lIns="0" rIns="0" tIns="0" bIns="0">
            <a:spAutoFit/>
          </a:bodyPr>
          <a:lstStyle/>
          <a:p>
            <a:pPr algn="l">
              <a:lnSpc>
                <a:spcPct val="125000"/>
              </a:lnSpc>
            </a:pPr>
            <a:r>
              <a:rPr sz="7600" b="1">
                <a:solidFill>
                  <a:srgbClr val="52BDEC"/>
                </a:solidFill>
                <a:latin typeface="Segoe UI Light"/>
              </a:rPr>
              <a:t>%</a:t>
            </a:r>
          </a:p>
        </p:txBody>
      </p:sp>
      <p:sp>
        <p:nvSpPr>
          <p:cNvPr id="6" name="TextBox 5"/>
          <p:cNvSpPr txBox="1"/>
          <p:nvPr/>
        </p:nvSpPr>
        <p:spPr>
          <a:xfrm>
            <a:off x="660383" y="3975000"/>
            <a:ext cx="5460863" cy="1269968"/>
          </a:xfrm>
          <a:prstGeom prst="rect">
            <a:avLst/>
          </a:prstGeom>
          <a:noFill/>
        </p:spPr>
        <p:txBody>
          <a:bodyPr wrap="square" anchor="t" lIns="0" rIns="0" tIns="0" bIns="0">
            <a:spAutoFit/>
          </a:bodyPr>
          <a:lstStyle/>
          <a:p>
            <a:pPr algn="l">
              <a:lnSpc>
                <a:spcPct val="120000"/>
              </a:lnSpc>
            </a:pPr>
            <a:r>
              <a:rPr sz="3200" b="1">
                <a:solidFill>
                  <a:srgbClr val="F2F8FC"/>
                </a:solidFill>
                <a:latin typeface="Segoe UI"/>
              </a:rPr>
              <a:t>draagtijd — gemeten,</a:t>
            </a:r>
          </a:p>
          <a:p>
            <a:pPr algn="l">
              <a:lnSpc>
                <a:spcPct val="120000"/>
              </a:lnSpc>
              <a:spcBef>
                <a:spcPts val="500"/>
              </a:spcBef>
            </a:pPr>
            <a:r>
              <a:rPr sz="3200" b="1">
                <a:solidFill>
                  <a:srgbClr val="F2F8FC"/>
                </a:solidFill>
                <a:latin typeface="Segoe UI"/>
              </a:rPr>
              <a:t>niet gevraagd</a:t>
            </a:r>
          </a:p>
        </p:txBody>
      </p:sp>
      <p:sp>
        <p:nvSpPr>
          <p:cNvPr id="7" name="TextBox 6"/>
          <p:cNvSpPr txBox="1"/>
          <p:nvPr/>
        </p:nvSpPr>
        <p:spPr>
          <a:xfrm>
            <a:off x="6349841" y="1904952"/>
            <a:ext cx="5079873" cy="228594"/>
          </a:xfrm>
          <a:prstGeom prst="rect">
            <a:avLst/>
          </a:prstGeom>
          <a:noFill/>
        </p:spPr>
        <p:txBody>
          <a:bodyPr wrap="square" anchor="t" lIns="0" rIns="0" tIns="0" bIns="0">
            <a:spAutoFit/>
          </a:bodyPr>
          <a:lstStyle/>
          <a:p>
            <a:pPr algn="l">
              <a:lnSpc>
                <a:spcPct val="125000"/>
              </a:lnSpc>
            </a:pPr>
            <a:r>
              <a:rPr sz="1300" b="0" spc="140">
                <a:solidFill>
                  <a:srgbClr val="8FB6D0"/>
                </a:solidFill>
                <a:latin typeface="Consolas"/>
              </a:rPr>
              <a:t>DRAAGTIJD TEGENOVER DE NORM VAN 80%</a:t>
            </a:r>
          </a:p>
        </p:txBody>
      </p:sp>
      <p:sp>
        <p:nvSpPr>
          <p:cNvPr id="8" name="TextBox 7"/>
          <p:cNvSpPr txBox="1"/>
          <p:nvPr/>
        </p:nvSpPr>
        <p:spPr>
          <a:xfrm>
            <a:off x="6349841" y="2222444"/>
            <a:ext cx="1650958" cy="228594"/>
          </a:xfrm>
          <a:prstGeom prst="rect">
            <a:avLst/>
          </a:prstGeom>
          <a:noFill/>
        </p:spPr>
        <p:txBody>
          <a:bodyPr wrap="square" anchor="t" lIns="0" rIns="0" tIns="0" bIns="0">
            <a:spAutoFit/>
          </a:bodyPr>
          <a:lstStyle/>
          <a:p>
            <a:pPr algn="l">
              <a:lnSpc>
                <a:spcPct val="125000"/>
              </a:lnSpc>
            </a:pPr>
            <a:r>
              <a:rPr sz="1500" b="0">
                <a:solidFill>
                  <a:srgbClr val="8FB6D0"/>
                </a:solidFill>
                <a:latin typeface="Segoe UI"/>
              </a:rPr>
              <a:t>Gemiddeld</a:t>
            </a:r>
          </a:p>
        </p:txBody>
      </p:sp>
      <p:sp>
        <p:nvSpPr>
          <p:cNvPr id="9" name="Rounded Rectangle 8"/>
          <p:cNvSpPr/>
          <p:nvPr/>
        </p:nvSpPr>
        <p:spPr>
          <a:xfrm>
            <a:off x="6349841" y="2489137"/>
            <a:ext cx="4444888" cy="253993"/>
          </a:xfrm>
          <a:prstGeom prst="roundRect">
            <a:avLst>
              <a:gd name="adj" fmla="val 50000"/>
            </a:avLst>
          </a:prstGeom>
          <a:solidFill>
            <a:srgbClr val="113A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ounded Rectangle 9"/>
          <p:cNvSpPr/>
          <p:nvPr/>
        </p:nvSpPr>
        <p:spPr>
          <a:xfrm>
            <a:off x="6349841" y="2489137"/>
            <a:ext cx="3155871" cy="253993"/>
          </a:xfrm>
          <a:prstGeom prst="roundRect">
            <a:avLst>
              <a:gd name="adj" fmla="val 50000"/>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921726" y="2463738"/>
            <a:ext cx="698482" cy="279393"/>
          </a:xfrm>
          <a:prstGeom prst="rect">
            <a:avLst/>
          </a:prstGeom>
          <a:noFill/>
        </p:spPr>
        <p:txBody>
          <a:bodyPr wrap="square" anchor="t" lIns="0" rIns="0" tIns="0" bIns="0">
            <a:spAutoFit/>
          </a:bodyPr>
          <a:lstStyle/>
          <a:p>
            <a:pPr algn="l">
              <a:lnSpc>
                <a:spcPct val="125000"/>
              </a:lnSpc>
            </a:pPr>
            <a:r>
              <a:rPr sz="2200" b="1">
                <a:solidFill>
                  <a:srgbClr val="F2F8FC"/>
                </a:solidFill>
                <a:latin typeface="Segoe UI"/>
              </a:rPr>
              <a:t>71%</a:t>
            </a:r>
          </a:p>
        </p:txBody>
      </p:sp>
      <p:sp>
        <p:nvSpPr>
          <p:cNvPr id="12" name="TextBox 11"/>
          <p:cNvSpPr txBox="1"/>
          <p:nvPr/>
        </p:nvSpPr>
        <p:spPr>
          <a:xfrm>
            <a:off x="6349841" y="2971725"/>
            <a:ext cx="1650958" cy="228594"/>
          </a:xfrm>
          <a:prstGeom prst="rect">
            <a:avLst/>
          </a:prstGeom>
          <a:noFill/>
        </p:spPr>
        <p:txBody>
          <a:bodyPr wrap="square" anchor="t" lIns="0" rIns="0" tIns="0" bIns="0">
            <a:spAutoFit/>
          </a:bodyPr>
          <a:lstStyle/>
          <a:p>
            <a:pPr algn="l">
              <a:lnSpc>
                <a:spcPct val="125000"/>
              </a:lnSpc>
            </a:pPr>
            <a:r>
              <a:rPr sz="1500" b="0">
                <a:solidFill>
                  <a:srgbClr val="8FB6D0"/>
                </a:solidFill>
                <a:latin typeface="Segoe UI"/>
              </a:rPr>
              <a:t>Thuis</a:t>
            </a:r>
          </a:p>
        </p:txBody>
      </p:sp>
      <p:sp>
        <p:nvSpPr>
          <p:cNvPr id="13" name="Rounded Rectangle 12"/>
          <p:cNvSpPr/>
          <p:nvPr/>
        </p:nvSpPr>
        <p:spPr>
          <a:xfrm>
            <a:off x="6349841" y="3238419"/>
            <a:ext cx="4444888" cy="253993"/>
          </a:xfrm>
          <a:prstGeom prst="roundRect">
            <a:avLst>
              <a:gd name="adj" fmla="val 50000"/>
            </a:avLst>
          </a:prstGeom>
          <a:solidFill>
            <a:srgbClr val="113A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ounded Rectangle 13"/>
          <p:cNvSpPr/>
          <p:nvPr/>
        </p:nvSpPr>
        <p:spPr>
          <a:xfrm>
            <a:off x="6349841" y="3238419"/>
            <a:ext cx="2711382" cy="253993"/>
          </a:xfrm>
          <a:prstGeom prst="roundRect">
            <a:avLst>
              <a:gd name="adj" fmla="val 50000"/>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10921726" y="3213019"/>
            <a:ext cx="698482" cy="279393"/>
          </a:xfrm>
          <a:prstGeom prst="rect">
            <a:avLst/>
          </a:prstGeom>
          <a:noFill/>
        </p:spPr>
        <p:txBody>
          <a:bodyPr wrap="square" anchor="t" lIns="0" rIns="0" tIns="0" bIns="0">
            <a:spAutoFit/>
          </a:bodyPr>
          <a:lstStyle/>
          <a:p>
            <a:pPr algn="l">
              <a:lnSpc>
                <a:spcPct val="125000"/>
              </a:lnSpc>
            </a:pPr>
            <a:r>
              <a:rPr sz="2200" b="1">
                <a:solidFill>
                  <a:srgbClr val="F2F8FC"/>
                </a:solidFill>
                <a:latin typeface="Segoe UI"/>
              </a:rPr>
              <a:t>61%</a:t>
            </a:r>
          </a:p>
        </p:txBody>
      </p:sp>
      <p:sp>
        <p:nvSpPr>
          <p:cNvPr id="16" name="TextBox 15"/>
          <p:cNvSpPr txBox="1"/>
          <p:nvPr/>
        </p:nvSpPr>
        <p:spPr>
          <a:xfrm>
            <a:off x="6349841" y="3721006"/>
            <a:ext cx="1650958" cy="228594"/>
          </a:xfrm>
          <a:prstGeom prst="rect">
            <a:avLst/>
          </a:prstGeom>
          <a:noFill/>
        </p:spPr>
        <p:txBody>
          <a:bodyPr wrap="square" anchor="t" lIns="0" rIns="0" tIns="0" bIns="0">
            <a:spAutoFit/>
          </a:bodyPr>
          <a:lstStyle/>
          <a:p>
            <a:pPr algn="l">
              <a:lnSpc>
                <a:spcPct val="125000"/>
              </a:lnSpc>
            </a:pPr>
            <a:r>
              <a:rPr sz="1500" b="0">
                <a:solidFill>
                  <a:srgbClr val="8FB6D0"/>
                </a:solidFill>
                <a:latin typeface="Segoe UI"/>
              </a:rPr>
              <a:t>Buitenshuis</a:t>
            </a:r>
          </a:p>
        </p:txBody>
      </p:sp>
      <p:sp>
        <p:nvSpPr>
          <p:cNvPr id="17" name="Rounded Rectangle 16"/>
          <p:cNvSpPr/>
          <p:nvPr/>
        </p:nvSpPr>
        <p:spPr>
          <a:xfrm>
            <a:off x="6349841" y="3987700"/>
            <a:ext cx="4444888" cy="253993"/>
          </a:xfrm>
          <a:prstGeom prst="roundRect">
            <a:avLst>
              <a:gd name="adj" fmla="val 50000"/>
            </a:avLst>
          </a:prstGeom>
          <a:solidFill>
            <a:srgbClr val="113A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6349841" y="3987700"/>
            <a:ext cx="3867053" cy="253993"/>
          </a:xfrm>
          <a:prstGeom prst="roundRect">
            <a:avLst>
              <a:gd name="adj" fmla="val 50000"/>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10921726" y="3962300"/>
            <a:ext cx="698482" cy="279393"/>
          </a:xfrm>
          <a:prstGeom prst="rect">
            <a:avLst/>
          </a:prstGeom>
          <a:noFill/>
        </p:spPr>
        <p:txBody>
          <a:bodyPr wrap="square" anchor="t" lIns="0" rIns="0" tIns="0" bIns="0">
            <a:spAutoFit/>
          </a:bodyPr>
          <a:lstStyle/>
          <a:p>
            <a:pPr algn="l">
              <a:lnSpc>
                <a:spcPct val="125000"/>
              </a:lnSpc>
            </a:pPr>
            <a:r>
              <a:rPr sz="2200" b="1">
                <a:solidFill>
                  <a:srgbClr val="F2F8FC"/>
                </a:solidFill>
                <a:latin typeface="Segoe UI"/>
              </a:rPr>
              <a:t>87%</a:t>
            </a:r>
          </a:p>
        </p:txBody>
      </p:sp>
      <p:sp>
        <p:nvSpPr>
          <p:cNvPr id="20" name="Rectangle 19"/>
          <p:cNvSpPr/>
          <p:nvPr/>
        </p:nvSpPr>
        <p:spPr>
          <a:xfrm>
            <a:off x="9905752" y="2184345"/>
            <a:ext cx="19049" cy="2209744"/>
          </a:xfrm>
          <a:prstGeom prst="rect">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9270768" y="4470288"/>
            <a:ext cx="1269968" cy="228594"/>
          </a:xfrm>
          <a:prstGeom prst="rect">
            <a:avLst/>
          </a:prstGeom>
          <a:noFill/>
        </p:spPr>
        <p:txBody>
          <a:bodyPr wrap="square" anchor="t" lIns="0" rIns="0" tIns="0" bIns="0">
            <a:spAutoFit/>
          </a:bodyPr>
          <a:lstStyle/>
          <a:p>
            <a:pPr algn="ctr">
              <a:lnSpc>
                <a:spcPct val="125000"/>
              </a:lnSpc>
            </a:pPr>
            <a:r>
              <a:rPr sz="1300" b="1">
                <a:solidFill>
                  <a:srgbClr val="FF7A00"/>
                </a:solidFill>
                <a:latin typeface="Consolas"/>
              </a:rPr>
              <a:t>norm 80%</a:t>
            </a:r>
          </a:p>
        </p:txBody>
      </p:sp>
      <p:sp>
        <p:nvSpPr>
          <p:cNvPr id="22" name="TextBox 21"/>
          <p:cNvSpPr txBox="1"/>
          <p:nvPr/>
        </p:nvSpPr>
        <p:spPr>
          <a:xfrm>
            <a:off x="634984" y="6387940"/>
            <a:ext cx="8889777" cy="190495"/>
          </a:xfrm>
          <a:prstGeom prst="rect">
            <a:avLst/>
          </a:prstGeom>
          <a:noFill/>
        </p:spPr>
        <p:txBody>
          <a:bodyPr wrap="square" anchor="t" lIns="0" rIns="0" tIns="0" bIns="0">
            <a:spAutoFit/>
          </a:bodyPr>
          <a:lstStyle/>
          <a:p>
            <a:pPr algn="l">
              <a:lnSpc>
                <a:spcPct val="125000"/>
              </a:lnSpc>
            </a:pPr>
            <a:r>
              <a:rPr sz="1150" b="0">
                <a:solidFill>
                  <a:srgbClr val="8FB6D0"/>
                </a:solidFill>
                <a:latin typeface="Consolas"/>
              </a:rPr>
              <a:t>Waaijman et al. · Diabetes Care 2013 · 107 patiënten</a:t>
            </a:r>
          </a:p>
        </p:txBody>
      </p:sp>
      <p:sp>
        <p:nvSpPr>
          <p:cNvPr id="23" name="TextBox 22"/>
          <p:cNvSpPr txBox="1"/>
          <p:nvPr/>
        </p:nvSpPr>
        <p:spPr>
          <a:xfrm>
            <a:off x="10540736" y="6387940"/>
            <a:ext cx="1015974" cy="177795"/>
          </a:xfrm>
          <a:prstGeom prst="rect">
            <a:avLst/>
          </a:prstGeom>
          <a:noFill/>
        </p:spPr>
        <p:txBody>
          <a:bodyPr wrap="square" anchor="t" lIns="0" rIns="0" tIns="0" bIns="0">
            <a:spAutoFit/>
          </a:bodyPr>
          <a:lstStyle/>
          <a:p>
            <a:pPr algn="r">
              <a:lnSpc>
                <a:spcPct val="125000"/>
              </a:lnSpc>
            </a:pPr>
            <a:r>
              <a:rPr sz="1050" b="0">
                <a:solidFill>
                  <a:srgbClr val="8FB6D0"/>
                </a:solidFill>
                <a:latin typeface="Consolas"/>
              </a:rPr>
              <a:t>10 / 26</a:t>
            </a:r>
          </a:p>
        </p:txBody>
      </p:sp>
      <p:pic>
        <p:nvPicPr>
          <p:cNvPr id="24" name="merk" descr="merk.png"/>
          <p:cNvPicPr>
            <a:picLocks noChangeAspect="1"/>
          </p:cNvPicPr>
          <p:nvPr/>
        </p:nvPicPr>
        <p:blipFill>
          <a:blip r:embed="rId2"/>
          <a:stretch>
            <a:fillRect/>
          </a:stretch>
        </p:blipFill>
        <p:spPr>
          <a:xfrm>
            <a:off x="11094166" y="368290"/>
            <a:ext cx="417101" cy="482587"/>
          </a:xfrm>
          <a:prstGeom prst="rect">
            <a:avLst/>
          </a:prstGeom>
        </p:spPr>
      </p:pic>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200">
        <p159:morph option="byObject"/>
      </p:transition>
    </mc:Choice>
    <mc:Fallback>
      <p:transition xmlns:p14="http://schemas.microsoft.com/office/powerpoint/2010/main" spd="slow" p14:dur="900">
        <p:fade/>
      </p:transition>
    </mc:Fallback>
  </mc:AlternateContent>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7828"/>
          </a:xfrm>
          <a:prstGeom prst="rect">
            <a:avLst/>
          </a:prstGeom>
          <a:gradFill rotWithShape="1">
            <a:gsLst>
              <a:gs pos="0">
                <a:srgbClr val="072138"/>
              </a:gs>
              <a:gs pos="100000">
                <a:srgbClr val="04182A"/>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34984" y="571485"/>
            <a:ext cx="9524761" cy="215894"/>
          </a:xfrm>
          <a:prstGeom prst="rect">
            <a:avLst/>
          </a:prstGeom>
          <a:noFill/>
        </p:spPr>
        <p:txBody>
          <a:bodyPr wrap="square" anchor="t" lIns="0" rIns="0" tIns="0" bIns="0">
            <a:spAutoFit/>
          </a:bodyPr>
          <a:lstStyle/>
          <a:p>
            <a:pPr algn="l">
              <a:lnSpc>
                <a:spcPct val="125000"/>
              </a:lnSpc>
            </a:pPr>
            <a:r>
              <a:rPr sz="1250" b="1" spc="240">
                <a:solidFill>
                  <a:srgbClr val="52BDEC"/>
                </a:solidFill>
                <a:latin typeface="Consolas"/>
              </a:rPr>
              <a:t>HET MECHANISME</a:t>
            </a:r>
          </a:p>
        </p:txBody>
      </p:sp>
      <p:sp>
        <p:nvSpPr>
          <p:cNvPr id="4" name="sectietitel"/>
          <p:cNvSpPr txBox="1"/>
          <p:nvPr/>
        </p:nvSpPr>
        <p:spPr>
          <a:xfrm>
            <a:off x="634984" y="838179"/>
            <a:ext cx="9905752" cy="1269968"/>
          </a:xfrm>
          <a:prstGeom prst="rect">
            <a:avLst/>
          </a:prstGeom>
          <a:noFill/>
        </p:spPr>
        <p:txBody>
          <a:bodyPr wrap="square" anchor="t" lIns="0" rIns="0" tIns="0" bIns="0">
            <a:spAutoFit/>
          </a:bodyPr>
          <a:lstStyle/>
          <a:p>
            <a:pPr algn="l">
              <a:lnSpc>
                <a:spcPct val="110000"/>
              </a:lnSpc>
            </a:pPr>
            <a:r>
              <a:rPr sz="4000" b="1">
                <a:solidFill>
                  <a:srgbClr val="F2F8FC"/>
                </a:solidFill>
                <a:latin typeface="Segoe UI"/>
              </a:rPr>
              <a:t>Belasting is een product,</a:t>
            </a:r>
          </a:p>
          <a:p>
            <a:pPr algn="l">
              <a:lnSpc>
                <a:spcPct val="110000"/>
              </a:lnSpc>
              <a:spcBef>
                <a:spcPts val="500"/>
              </a:spcBef>
            </a:pPr>
            <a:r>
              <a:rPr sz="4000" b="1">
                <a:solidFill>
                  <a:srgbClr val="F2F8FC"/>
                </a:solidFill>
                <a:latin typeface="Segoe UI"/>
              </a:rPr>
              <a:t>geen optelsom</a:t>
            </a:r>
          </a:p>
        </p:txBody>
      </p:sp>
      <p:sp>
        <p:nvSpPr>
          <p:cNvPr id="5" name="Rounded Rectangle 4"/>
          <p:cNvSpPr/>
          <p:nvPr/>
        </p:nvSpPr>
        <p:spPr>
          <a:xfrm>
            <a:off x="634984" y="2539936"/>
            <a:ext cx="3284899" cy="1968450"/>
          </a:xfrm>
          <a:prstGeom prst="roundRect">
            <a:avLst>
              <a:gd name="adj" fmla="val 4500"/>
            </a:avLst>
          </a:prstGeom>
          <a:solidFill>
            <a:srgbClr val="0A2A44"/>
          </a:solidFill>
          <a:ln w="9525">
            <a:solidFill>
              <a:srgbClr val="215B8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25479" y="2768530"/>
            <a:ext cx="2903909" cy="419089"/>
          </a:xfrm>
          <a:prstGeom prst="rect">
            <a:avLst/>
          </a:prstGeom>
          <a:noFill/>
        </p:spPr>
        <p:txBody>
          <a:bodyPr wrap="square" anchor="t" lIns="0" rIns="0" tIns="0" bIns="0">
            <a:spAutoFit/>
          </a:bodyPr>
          <a:lstStyle/>
          <a:p>
            <a:pPr algn="l">
              <a:lnSpc>
                <a:spcPct val="125000"/>
              </a:lnSpc>
            </a:pPr>
            <a:r>
              <a:rPr sz="2500" b="1">
                <a:solidFill>
                  <a:srgbClr val="F2F8FC"/>
                </a:solidFill>
                <a:latin typeface="Segoe UI"/>
              </a:rPr>
              <a:t>Piekdruk</a:t>
            </a:r>
          </a:p>
        </p:txBody>
      </p:sp>
      <p:sp>
        <p:nvSpPr>
          <p:cNvPr id="7" name="TextBox 6"/>
          <p:cNvSpPr txBox="1"/>
          <p:nvPr/>
        </p:nvSpPr>
        <p:spPr>
          <a:xfrm>
            <a:off x="825479" y="3200319"/>
            <a:ext cx="2903909" cy="355591"/>
          </a:xfrm>
          <a:prstGeom prst="rect">
            <a:avLst/>
          </a:prstGeom>
          <a:noFill/>
        </p:spPr>
        <p:txBody>
          <a:bodyPr wrap="square" anchor="t" lIns="0" rIns="0" tIns="0" bIns="0">
            <a:spAutoFit/>
          </a:bodyPr>
          <a:lstStyle/>
          <a:p>
            <a:pPr algn="l">
              <a:lnSpc>
                <a:spcPct val="125000"/>
              </a:lnSpc>
            </a:pPr>
            <a:r>
              <a:rPr sz="1500" b="0">
                <a:solidFill>
                  <a:srgbClr val="8FB6D0"/>
                </a:solidFill>
                <a:latin typeface="Segoe UI"/>
              </a:rPr>
              <a:t>per stap</a:t>
            </a:r>
          </a:p>
        </p:txBody>
      </p:sp>
      <p:sp>
        <p:nvSpPr>
          <p:cNvPr id="8" name="Rounded Rectangle 7"/>
          <p:cNvSpPr/>
          <p:nvPr/>
        </p:nvSpPr>
        <p:spPr>
          <a:xfrm>
            <a:off x="825479" y="3797205"/>
            <a:ext cx="1015974" cy="279393"/>
          </a:xfrm>
          <a:prstGeom prst="roundRect">
            <a:avLst>
              <a:gd name="adj" fmla="val 4500"/>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25479" y="3873403"/>
            <a:ext cx="1015974" cy="203194"/>
          </a:xfrm>
          <a:prstGeom prst="rect">
            <a:avLst/>
          </a:prstGeom>
          <a:noFill/>
        </p:spPr>
        <p:txBody>
          <a:bodyPr wrap="square" anchor="t" lIns="0" rIns="0" tIns="0" bIns="0">
            <a:spAutoFit/>
          </a:bodyPr>
          <a:lstStyle/>
          <a:p>
            <a:pPr algn="ctr">
              <a:lnSpc>
                <a:spcPct val="125000"/>
              </a:lnSpc>
            </a:pPr>
            <a:r>
              <a:rPr sz="1100" b="1" spc="120">
                <a:solidFill>
                  <a:srgbClr val="04182A"/>
                </a:solidFill>
                <a:latin typeface="Consolas"/>
              </a:rPr>
              <a:t>BIJGESTUURD</a:t>
            </a:r>
          </a:p>
        </p:txBody>
      </p:sp>
      <p:sp>
        <p:nvSpPr>
          <p:cNvPr id="10" name="TextBox 9"/>
          <p:cNvSpPr txBox="1"/>
          <p:nvPr/>
        </p:nvSpPr>
        <p:spPr>
          <a:xfrm>
            <a:off x="3869085" y="3251118"/>
            <a:ext cx="406389" cy="571485"/>
          </a:xfrm>
          <a:prstGeom prst="rect">
            <a:avLst/>
          </a:prstGeom>
          <a:noFill/>
        </p:spPr>
        <p:txBody>
          <a:bodyPr wrap="square" anchor="t" lIns="0" rIns="0" tIns="0" bIns="0">
            <a:spAutoFit/>
          </a:bodyPr>
          <a:lstStyle/>
          <a:p>
            <a:pPr algn="ctr">
              <a:lnSpc>
                <a:spcPct val="125000"/>
              </a:lnSpc>
            </a:pPr>
            <a:r>
              <a:rPr sz="3400" b="0">
                <a:solidFill>
                  <a:srgbClr val="8FB6D0"/>
                </a:solidFill>
                <a:latin typeface="Segoe UI Light"/>
              </a:rPr>
              <a:t>×</a:t>
            </a:r>
          </a:p>
        </p:txBody>
      </p:sp>
      <p:sp>
        <p:nvSpPr>
          <p:cNvPr id="11" name="Rounded Rectangle 10"/>
          <p:cNvSpPr/>
          <p:nvPr/>
        </p:nvSpPr>
        <p:spPr>
          <a:xfrm>
            <a:off x="4326273" y="2539936"/>
            <a:ext cx="3284899" cy="1968450"/>
          </a:xfrm>
          <a:prstGeom prst="roundRect">
            <a:avLst>
              <a:gd name="adj" fmla="val 4500"/>
            </a:avLst>
          </a:prstGeom>
          <a:solidFill>
            <a:srgbClr val="0A2A44"/>
          </a:solidFill>
          <a:ln w="9525">
            <a:solidFill>
              <a:srgbClr val="215B8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4516769" y="2768530"/>
            <a:ext cx="2903909" cy="419089"/>
          </a:xfrm>
          <a:prstGeom prst="rect">
            <a:avLst/>
          </a:prstGeom>
          <a:noFill/>
        </p:spPr>
        <p:txBody>
          <a:bodyPr wrap="square" anchor="t" lIns="0" rIns="0" tIns="0" bIns="0">
            <a:spAutoFit/>
          </a:bodyPr>
          <a:lstStyle/>
          <a:p>
            <a:pPr algn="l">
              <a:lnSpc>
                <a:spcPct val="125000"/>
              </a:lnSpc>
            </a:pPr>
            <a:r>
              <a:rPr sz="2500" b="1">
                <a:solidFill>
                  <a:srgbClr val="F2F8FC"/>
                </a:solidFill>
                <a:latin typeface="Segoe UI"/>
              </a:rPr>
              <a:t>Activiteit</a:t>
            </a:r>
          </a:p>
        </p:txBody>
      </p:sp>
      <p:sp>
        <p:nvSpPr>
          <p:cNvPr id="13" name="TextBox 12"/>
          <p:cNvSpPr txBox="1"/>
          <p:nvPr/>
        </p:nvSpPr>
        <p:spPr>
          <a:xfrm>
            <a:off x="4516769" y="3200319"/>
            <a:ext cx="2903909" cy="355591"/>
          </a:xfrm>
          <a:prstGeom prst="rect">
            <a:avLst/>
          </a:prstGeom>
          <a:noFill/>
        </p:spPr>
        <p:txBody>
          <a:bodyPr wrap="square" anchor="t" lIns="0" rIns="0" tIns="0" bIns="0">
            <a:spAutoFit/>
          </a:bodyPr>
          <a:lstStyle/>
          <a:p>
            <a:pPr algn="l">
              <a:lnSpc>
                <a:spcPct val="125000"/>
              </a:lnSpc>
            </a:pPr>
            <a:r>
              <a:rPr sz="1500" b="0">
                <a:solidFill>
                  <a:srgbClr val="8FB6D0"/>
                </a:solidFill>
                <a:latin typeface="Segoe UI"/>
              </a:rPr>
              <a:t>stappen per dag</a:t>
            </a:r>
          </a:p>
        </p:txBody>
      </p:sp>
      <p:sp>
        <p:nvSpPr>
          <p:cNvPr id="14" name="Rounded Rectangle 13"/>
          <p:cNvSpPr/>
          <p:nvPr/>
        </p:nvSpPr>
        <p:spPr>
          <a:xfrm>
            <a:off x="4516769" y="3797205"/>
            <a:ext cx="1015974" cy="279393"/>
          </a:xfrm>
          <a:prstGeom prst="roundRect">
            <a:avLst>
              <a:gd name="adj" fmla="val 4500"/>
            </a:avLst>
          </a:prstGeom>
          <a:solidFill>
            <a:srgbClr val="1748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516769" y="3873403"/>
            <a:ext cx="1015974" cy="203194"/>
          </a:xfrm>
          <a:prstGeom prst="rect">
            <a:avLst/>
          </a:prstGeom>
          <a:noFill/>
        </p:spPr>
        <p:txBody>
          <a:bodyPr wrap="square" anchor="t" lIns="0" rIns="0" tIns="0" bIns="0">
            <a:spAutoFit/>
          </a:bodyPr>
          <a:lstStyle/>
          <a:p>
            <a:pPr algn="ctr">
              <a:lnSpc>
                <a:spcPct val="125000"/>
              </a:lnSpc>
            </a:pPr>
            <a:r>
              <a:rPr sz="1100" b="1" spc="120">
                <a:solidFill>
                  <a:srgbClr val="8FB6D0"/>
                </a:solidFill>
                <a:latin typeface="Consolas"/>
              </a:rPr>
              <a:t>GEMETEN</a:t>
            </a:r>
          </a:p>
        </p:txBody>
      </p:sp>
      <p:sp>
        <p:nvSpPr>
          <p:cNvPr id="16" name="TextBox 15"/>
          <p:cNvSpPr txBox="1"/>
          <p:nvPr/>
        </p:nvSpPr>
        <p:spPr>
          <a:xfrm>
            <a:off x="7560374" y="3251118"/>
            <a:ext cx="406389" cy="571485"/>
          </a:xfrm>
          <a:prstGeom prst="rect">
            <a:avLst/>
          </a:prstGeom>
          <a:noFill/>
        </p:spPr>
        <p:txBody>
          <a:bodyPr wrap="square" anchor="t" lIns="0" rIns="0" tIns="0" bIns="0">
            <a:spAutoFit/>
          </a:bodyPr>
          <a:lstStyle/>
          <a:p>
            <a:pPr algn="ctr">
              <a:lnSpc>
                <a:spcPct val="125000"/>
              </a:lnSpc>
            </a:pPr>
            <a:r>
              <a:rPr sz="3400" b="0">
                <a:solidFill>
                  <a:srgbClr val="8FB6D0"/>
                </a:solidFill>
                <a:latin typeface="Segoe UI Light"/>
              </a:rPr>
              <a:t>×</a:t>
            </a:r>
          </a:p>
        </p:txBody>
      </p:sp>
      <p:sp>
        <p:nvSpPr>
          <p:cNvPr id="17" name="Rounded Rectangle 16"/>
          <p:cNvSpPr/>
          <p:nvPr/>
        </p:nvSpPr>
        <p:spPr>
          <a:xfrm>
            <a:off x="8017563" y="2539936"/>
            <a:ext cx="3284899" cy="1968450"/>
          </a:xfrm>
          <a:prstGeom prst="roundRect">
            <a:avLst>
              <a:gd name="adj" fmla="val 4500"/>
            </a:avLst>
          </a:prstGeom>
          <a:solidFill>
            <a:srgbClr val="0A2A44"/>
          </a:solidFill>
          <a:ln w="9525">
            <a:solidFill>
              <a:srgbClr val="215B8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208058" y="2768530"/>
            <a:ext cx="2903909" cy="419089"/>
          </a:xfrm>
          <a:prstGeom prst="rect">
            <a:avLst/>
          </a:prstGeom>
          <a:noFill/>
        </p:spPr>
        <p:txBody>
          <a:bodyPr wrap="square" anchor="t" lIns="0" rIns="0" tIns="0" bIns="0">
            <a:spAutoFit/>
          </a:bodyPr>
          <a:lstStyle/>
          <a:p>
            <a:pPr algn="l">
              <a:lnSpc>
                <a:spcPct val="125000"/>
              </a:lnSpc>
            </a:pPr>
            <a:r>
              <a:rPr sz="2500" b="1">
                <a:solidFill>
                  <a:srgbClr val="F2F8FC"/>
                </a:solidFill>
                <a:latin typeface="Segoe UI"/>
              </a:rPr>
              <a:t>Draagtijd</a:t>
            </a:r>
          </a:p>
        </p:txBody>
      </p:sp>
      <p:sp>
        <p:nvSpPr>
          <p:cNvPr id="19" name="TextBox 18"/>
          <p:cNvSpPr txBox="1"/>
          <p:nvPr/>
        </p:nvSpPr>
        <p:spPr>
          <a:xfrm>
            <a:off x="8208058" y="3200319"/>
            <a:ext cx="2903909" cy="355591"/>
          </a:xfrm>
          <a:prstGeom prst="rect">
            <a:avLst/>
          </a:prstGeom>
          <a:noFill/>
        </p:spPr>
        <p:txBody>
          <a:bodyPr wrap="square" anchor="t" lIns="0" rIns="0" tIns="0" bIns="0">
            <a:spAutoFit/>
          </a:bodyPr>
          <a:lstStyle/>
          <a:p>
            <a:pPr algn="l">
              <a:lnSpc>
                <a:spcPct val="125000"/>
              </a:lnSpc>
            </a:pPr>
            <a:r>
              <a:rPr sz="1500" b="0">
                <a:solidFill>
                  <a:srgbClr val="8FB6D0"/>
                </a:solidFill>
                <a:latin typeface="Segoe UI"/>
              </a:rPr>
              <a:t>wérd hij gedragen</a:t>
            </a:r>
          </a:p>
        </p:txBody>
      </p:sp>
      <p:sp>
        <p:nvSpPr>
          <p:cNvPr id="20" name="Rounded Rectangle 19"/>
          <p:cNvSpPr/>
          <p:nvPr/>
        </p:nvSpPr>
        <p:spPr>
          <a:xfrm>
            <a:off x="8208058" y="3797205"/>
            <a:ext cx="1015974" cy="279393"/>
          </a:xfrm>
          <a:prstGeom prst="roundRect">
            <a:avLst>
              <a:gd name="adj" fmla="val 4500"/>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8208058" y="3873403"/>
            <a:ext cx="1015974" cy="203194"/>
          </a:xfrm>
          <a:prstGeom prst="rect">
            <a:avLst/>
          </a:prstGeom>
          <a:noFill/>
        </p:spPr>
        <p:txBody>
          <a:bodyPr wrap="square" anchor="t" lIns="0" rIns="0" tIns="0" bIns="0">
            <a:spAutoFit/>
          </a:bodyPr>
          <a:lstStyle/>
          <a:p>
            <a:pPr algn="ctr">
              <a:lnSpc>
                <a:spcPct val="125000"/>
              </a:lnSpc>
            </a:pPr>
            <a:r>
              <a:rPr sz="1100" b="1" spc="120">
                <a:solidFill>
                  <a:srgbClr val="04182A"/>
                </a:solidFill>
                <a:latin typeface="Consolas"/>
              </a:rPr>
              <a:t>BIJGESTUURD</a:t>
            </a:r>
          </a:p>
        </p:txBody>
      </p:sp>
      <p:sp>
        <p:nvSpPr>
          <p:cNvPr id="22" name="TextBox 21"/>
          <p:cNvSpPr txBox="1"/>
          <p:nvPr/>
        </p:nvSpPr>
        <p:spPr>
          <a:xfrm>
            <a:off x="634984" y="4889377"/>
            <a:ext cx="10921726" cy="571485"/>
          </a:xfrm>
          <a:prstGeom prst="rect">
            <a:avLst/>
          </a:prstGeom>
          <a:noFill/>
        </p:spPr>
        <p:txBody>
          <a:bodyPr wrap="square" anchor="t" lIns="0" rIns="0" tIns="0" bIns="0">
            <a:spAutoFit/>
          </a:bodyPr>
          <a:lstStyle/>
          <a:p>
            <a:pPr algn="l">
              <a:lnSpc>
                <a:spcPct val="140000"/>
              </a:lnSpc>
            </a:pPr>
            <a:r>
              <a:rPr sz="2000" b="0">
                <a:solidFill>
                  <a:srgbClr val="8FB6D0"/>
                </a:solidFill>
                <a:latin typeface="Segoe UI"/>
              </a:rPr>
              <a:t>Eén factor op nul maakt het product nul. Daarom heeft PARADISE twee normen: een druknorm én een draagtijdnorm.</a:t>
            </a:r>
          </a:p>
        </p:txBody>
      </p:sp>
      <p:sp>
        <p:nvSpPr>
          <p:cNvPr id="23" name="TextBox 22"/>
          <p:cNvSpPr txBox="1"/>
          <p:nvPr/>
        </p:nvSpPr>
        <p:spPr>
          <a:xfrm>
            <a:off x="10540736" y="6387940"/>
            <a:ext cx="1015974" cy="177795"/>
          </a:xfrm>
          <a:prstGeom prst="rect">
            <a:avLst/>
          </a:prstGeom>
          <a:noFill/>
        </p:spPr>
        <p:txBody>
          <a:bodyPr wrap="square" anchor="t" lIns="0" rIns="0" tIns="0" bIns="0">
            <a:spAutoFit/>
          </a:bodyPr>
          <a:lstStyle/>
          <a:p>
            <a:pPr algn="r">
              <a:lnSpc>
                <a:spcPct val="125000"/>
              </a:lnSpc>
            </a:pPr>
            <a:r>
              <a:rPr sz="1050" b="0">
                <a:solidFill>
                  <a:srgbClr val="8FB6D0"/>
                </a:solidFill>
                <a:latin typeface="Consolas"/>
              </a:rPr>
              <a:t>11 / 26</a:t>
            </a:r>
          </a:p>
        </p:txBody>
      </p:sp>
      <p:pic>
        <p:nvPicPr>
          <p:cNvPr id="24" name="merk" descr="merk.png"/>
          <p:cNvPicPr>
            <a:picLocks noChangeAspect="1"/>
          </p:cNvPicPr>
          <p:nvPr/>
        </p:nvPicPr>
        <p:blipFill>
          <a:blip r:embed="rId2"/>
          <a:stretch>
            <a:fillRect/>
          </a:stretch>
        </p:blipFill>
        <p:spPr>
          <a:xfrm>
            <a:off x="11094166" y="368290"/>
            <a:ext cx="417101" cy="482587"/>
          </a:xfrm>
          <a:prstGeom prst="rect">
            <a:avLst/>
          </a:prstGeom>
        </p:spPr>
      </p:pic>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200">
        <p159:morph option="byObject"/>
      </p:transition>
    </mc:Choice>
    <mc:Fallback>
      <p:transition xmlns:p14="http://schemas.microsoft.com/office/powerpoint/2010/main" spd="slow" p14:dur="900">
        <p:fade/>
      </p:transition>
    </mc:Fallback>
  </mc:AlternateContent>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7828"/>
          </a:xfrm>
          <a:prstGeom prst="rect">
            <a:avLst/>
          </a:prstGeom>
          <a:gradFill rotWithShape="1">
            <a:gsLst>
              <a:gs pos="0">
                <a:srgbClr val="072138"/>
              </a:gs>
              <a:gs pos="100000">
                <a:srgbClr val="04182A"/>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34984" y="571485"/>
            <a:ext cx="9524761" cy="215894"/>
          </a:xfrm>
          <a:prstGeom prst="rect">
            <a:avLst/>
          </a:prstGeom>
          <a:noFill/>
        </p:spPr>
        <p:txBody>
          <a:bodyPr wrap="square" anchor="t" lIns="0" rIns="0" tIns="0" bIns="0">
            <a:spAutoFit/>
          </a:bodyPr>
          <a:lstStyle/>
          <a:p>
            <a:pPr algn="l">
              <a:lnSpc>
                <a:spcPct val="125000"/>
              </a:lnSpc>
            </a:pPr>
            <a:r>
              <a:rPr sz="1250" b="1" spc="240">
                <a:solidFill>
                  <a:srgbClr val="52BDEC"/>
                </a:solidFill>
                <a:latin typeface="Consolas"/>
              </a:rPr>
              <a:t>WAT PARADISE ANDERS DOET</a:t>
            </a:r>
          </a:p>
        </p:txBody>
      </p:sp>
      <p:sp>
        <p:nvSpPr>
          <p:cNvPr id="4" name="sectietitel"/>
          <p:cNvSpPr txBox="1"/>
          <p:nvPr/>
        </p:nvSpPr>
        <p:spPr>
          <a:xfrm>
            <a:off x="634984" y="838179"/>
            <a:ext cx="9905752" cy="1269968"/>
          </a:xfrm>
          <a:prstGeom prst="rect">
            <a:avLst/>
          </a:prstGeom>
          <a:noFill/>
        </p:spPr>
        <p:txBody>
          <a:bodyPr wrap="square" anchor="t" lIns="0" rIns="0" tIns="0" bIns="0">
            <a:spAutoFit/>
          </a:bodyPr>
          <a:lstStyle/>
          <a:p>
            <a:pPr algn="l">
              <a:lnSpc>
                <a:spcPct val="110000"/>
              </a:lnSpc>
            </a:pPr>
            <a:r>
              <a:rPr sz="4000" b="1">
                <a:solidFill>
                  <a:srgbClr val="F2F8FC"/>
                </a:solidFill>
                <a:latin typeface="Segoe UI"/>
              </a:rPr>
              <a:t>Eén dienst, geen drie losse maatregelen</a:t>
            </a:r>
          </a:p>
        </p:txBody>
      </p:sp>
      <p:sp>
        <p:nvSpPr>
          <p:cNvPr id="5" name="Rounded Rectangle 4"/>
          <p:cNvSpPr/>
          <p:nvPr/>
        </p:nvSpPr>
        <p:spPr>
          <a:xfrm>
            <a:off x="634984" y="2031949"/>
            <a:ext cx="5384538" cy="3644808"/>
          </a:xfrm>
          <a:prstGeom prst="roundRect">
            <a:avLst>
              <a:gd name="adj" fmla="val 4500"/>
            </a:avLst>
          </a:prstGeom>
          <a:solidFill>
            <a:srgbClr val="0A2A44"/>
          </a:solidFill>
          <a:ln w="9525">
            <a:solidFill>
              <a:srgbClr val="215B8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88977" y="2247843"/>
            <a:ext cx="1269968" cy="380990"/>
          </a:xfrm>
          <a:prstGeom prst="rect">
            <a:avLst/>
          </a:prstGeom>
          <a:noFill/>
        </p:spPr>
        <p:txBody>
          <a:bodyPr wrap="square" anchor="t" lIns="0" rIns="0" tIns="0" bIns="0">
            <a:spAutoFit/>
          </a:bodyPr>
          <a:lstStyle/>
          <a:p>
            <a:pPr algn="l">
              <a:lnSpc>
                <a:spcPct val="125000"/>
              </a:lnSpc>
            </a:pPr>
            <a:r>
              <a:rPr sz="2600" b="1">
                <a:solidFill>
                  <a:srgbClr val="52BDEC"/>
                </a:solidFill>
                <a:latin typeface="Consolas"/>
              </a:rPr>
              <a:t>01</a:t>
            </a:r>
          </a:p>
        </p:txBody>
      </p:sp>
      <p:sp>
        <p:nvSpPr>
          <p:cNvPr id="7" name="TextBox 6"/>
          <p:cNvSpPr txBox="1"/>
          <p:nvPr/>
        </p:nvSpPr>
        <p:spPr>
          <a:xfrm>
            <a:off x="888977" y="2654233"/>
            <a:ext cx="4876551" cy="698482"/>
          </a:xfrm>
          <a:prstGeom prst="rect">
            <a:avLst/>
          </a:prstGeom>
          <a:noFill/>
        </p:spPr>
        <p:txBody>
          <a:bodyPr wrap="square" anchor="t" lIns="0" rIns="0" tIns="0" bIns="0">
            <a:spAutoFit/>
          </a:bodyPr>
          <a:lstStyle/>
          <a:p>
            <a:pPr algn="l">
              <a:lnSpc>
                <a:spcPct val="115000"/>
              </a:lnSpc>
            </a:pPr>
            <a:r>
              <a:rPr sz="2400" b="1">
                <a:solidFill>
                  <a:srgbClr val="F2F8FC"/>
                </a:solidFill>
                <a:latin typeface="Segoe UI"/>
              </a:rPr>
              <a:t>De zool háált de norm</a:t>
            </a:r>
          </a:p>
        </p:txBody>
      </p:sp>
      <p:sp>
        <p:nvSpPr>
          <p:cNvPr id="8" name="Rounded Rectangle 7"/>
          <p:cNvSpPr/>
          <p:nvPr/>
        </p:nvSpPr>
        <p:spPr>
          <a:xfrm>
            <a:off x="888977" y="3479713"/>
            <a:ext cx="4876551" cy="533386"/>
          </a:xfrm>
          <a:prstGeom prst="roundRect">
            <a:avLst>
              <a:gd name="adj" fmla="val 4500"/>
            </a:avLst>
          </a:prstGeom>
          <a:solidFill>
            <a:srgbClr val="1748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88977" y="3632109"/>
            <a:ext cx="4876551" cy="304792"/>
          </a:xfrm>
          <a:prstGeom prst="rect">
            <a:avLst/>
          </a:prstGeom>
          <a:noFill/>
        </p:spPr>
        <p:txBody>
          <a:bodyPr wrap="square" anchor="t" lIns="0" rIns="0" tIns="0" bIns="0">
            <a:spAutoFit/>
          </a:bodyPr>
          <a:lstStyle/>
          <a:p>
            <a:pPr algn="ctr">
              <a:lnSpc>
                <a:spcPct val="125000"/>
              </a:lnSpc>
            </a:pPr>
            <a:r>
              <a:rPr sz="1800" b="1">
                <a:solidFill>
                  <a:srgbClr val="52BDEC"/>
                </a:solidFill>
                <a:latin typeface="Consolas"/>
              </a:rPr>
              <a:t>&lt; 200 kPa óf 25% lager</a:t>
            </a:r>
          </a:p>
        </p:txBody>
      </p:sp>
      <p:sp>
        <p:nvSpPr>
          <p:cNvPr id="10" name="TextBox 9"/>
          <p:cNvSpPr txBox="1"/>
          <p:nvPr/>
        </p:nvSpPr>
        <p:spPr>
          <a:xfrm>
            <a:off x="888977" y="4165495"/>
            <a:ext cx="4876551" cy="1516382"/>
          </a:xfrm>
          <a:prstGeom prst="rect">
            <a:avLst/>
          </a:prstGeom>
          <a:noFill/>
        </p:spPr>
        <p:txBody>
          <a:bodyPr wrap="square" anchor="t" lIns="0" rIns="0" tIns="0" bIns="0">
            <a:spAutoFit/>
          </a:bodyPr>
          <a:lstStyle/>
          <a:p>
            <a:pPr algn="l">
              <a:lnSpc>
                <a:spcPct val="132000"/>
              </a:lnSpc>
            </a:pPr>
            <a:r>
              <a:rPr sz="1450" b="0">
                <a:solidFill>
                  <a:srgbClr val="8FB6D0"/>
                </a:solidFill>
                <a:latin typeface="Segoe UI"/>
              </a:rPr>
              <a:t>Gemeten bij de aflevering, in drie condities.</a:t>
            </a:r>
          </a:p>
          <a:p>
            <a:pPr algn="l">
              <a:lnSpc>
                <a:spcPct val="132000"/>
              </a:lnSpc>
              <a:spcBef>
                <a:spcPts val="1200"/>
              </a:spcBef>
            </a:pPr>
            <a:r>
              <a:rPr sz="1450" b="0">
                <a:solidFill>
                  <a:srgbClr val="8FB6D0"/>
                </a:solidFill>
                <a:latin typeface="Segoe UI"/>
              </a:rPr>
              <a:t>Aangepast tot de norm gehaald is in elk van de drie doelregio's.</a:t>
            </a:r>
          </a:p>
          <a:p>
            <a:pPr algn="l">
              <a:lnSpc>
                <a:spcPct val="132000"/>
              </a:lnSpc>
              <a:spcBef>
                <a:spcPts val="1200"/>
              </a:spcBef>
            </a:pPr>
            <a:r>
              <a:rPr sz="1450" b="0">
                <a:solidFill>
                  <a:srgbClr val="8FB6D0"/>
                </a:solidFill>
                <a:latin typeface="Segoe UI"/>
              </a:rPr>
              <a:t>Herhaald op maand 6, 12 en 18.</a:t>
            </a:r>
          </a:p>
        </p:txBody>
      </p:sp>
      <p:sp>
        <p:nvSpPr>
          <p:cNvPr id="11" name="Rounded Rectangle 10"/>
          <p:cNvSpPr/>
          <p:nvPr/>
        </p:nvSpPr>
        <p:spPr>
          <a:xfrm>
            <a:off x="6171918" y="2031949"/>
            <a:ext cx="5384538" cy="3644808"/>
          </a:xfrm>
          <a:prstGeom prst="roundRect">
            <a:avLst>
              <a:gd name="adj" fmla="val 4500"/>
            </a:avLst>
          </a:prstGeom>
          <a:solidFill>
            <a:srgbClr val="0A2A44"/>
          </a:solidFill>
          <a:ln w="9525">
            <a:solidFill>
              <a:srgbClr val="215B8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425912" y="2247843"/>
            <a:ext cx="1269968" cy="380990"/>
          </a:xfrm>
          <a:prstGeom prst="rect">
            <a:avLst/>
          </a:prstGeom>
          <a:noFill/>
        </p:spPr>
        <p:txBody>
          <a:bodyPr wrap="square" anchor="t" lIns="0" rIns="0" tIns="0" bIns="0">
            <a:spAutoFit/>
          </a:bodyPr>
          <a:lstStyle/>
          <a:p>
            <a:pPr algn="l">
              <a:lnSpc>
                <a:spcPct val="125000"/>
              </a:lnSpc>
            </a:pPr>
            <a:r>
              <a:rPr sz="2600" b="1">
                <a:solidFill>
                  <a:srgbClr val="52BDEC"/>
                </a:solidFill>
                <a:latin typeface="Consolas"/>
              </a:rPr>
              <a:t>02</a:t>
            </a:r>
          </a:p>
        </p:txBody>
      </p:sp>
      <p:sp>
        <p:nvSpPr>
          <p:cNvPr id="13" name="TextBox 12"/>
          <p:cNvSpPr txBox="1"/>
          <p:nvPr/>
        </p:nvSpPr>
        <p:spPr>
          <a:xfrm>
            <a:off x="6425912" y="2654233"/>
            <a:ext cx="4876551" cy="698482"/>
          </a:xfrm>
          <a:prstGeom prst="rect">
            <a:avLst/>
          </a:prstGeom>
          <a:noFill/>
        </p:spPr>
        <p:txBody>
          <a:bodyPr wrap="square" anchor="t" lIns="0" rIns="0" tIns="0" bIns="0">
            <a:spAutoFit/>
          </a:bodyPr>
          <a:lstStyle/>
          <a:p>
            <a:pPr algn="l">
              <a:lnSpc>
                <a:spcPct val="115000"/>
              </a:lnSpc>
            </a:pPr>
            <a:r>
              <a:rPr sz="2400" b="1">
                <a:solidFill>
                  <a:srgbClr val="F2F8FC"/>
                </a:solidFill>
                <a:latin typeface="Segoe UI"/>
              </a:rPr>
              <a:t>En hij wórdt gedragen</a:t>
            </a:r>
          </a:p>
        </p:txBody>
      </p:sp>
      <p:sp>
        <p:nvSpPr>
          <p:cNvPr id="14" name="Rounded Rectangle 13"/>
          <p:cNvSpPr/>
          <p:nvPr/>
        </p:nvSpPr>
        <p:spPr>
          <a:xfrm>
            <a:off x="6425912" y="3479713"/>
            <a:ext cx="4876551" cy="533386"/>
          </a:xfrm>
          <a:prstGeom prst="roundRect">
            <a:avLst>
              <a:gd name="adj" fmla="val 4500"/>
            </a:avLst>
          </a:prstGeom>
          <a:solidFill>
            <a:srgbClr val="1748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25912" y="3632109"/>
            <a:ext cx="4876551" cy="304792"/>
          </a:xfrm>
          <a:prstGeom prst="rect">
            <a:avLst/>
          </a:prstGeom>
          <a:noFill/>
        </p:spPr>
        <p:txBody>
          <a:bodyPr wrap="square" anchor="t" lIns="0" rIns="0" tIns="0" bIns="0">
            <a:spAutoFit/>
          </a:bodyPr>
          <a:lstStyle/>
          <a:p>
            <a:pPr algn="ctr">
              <a:lnSpc>
                <a:spcPct val="125000"/>
              </a:lnSpc>
            </a:pPr>
            <a:r>
              <a:rPr sz="1800" b="1">
                <a:solidFill>
                  <a:srgbClr val="52BDEC"/>
                </a:solidFill>
                <a:latin typeface="Consolas"/>
              </a:rPr>
              <a:t>80% van zijn eigen activiteitenprofiel</a:t>
            </a:r>
          </a:p>
        </p:txBody>
      </p:sp>
      <p:sp>
        <p:nvSpPr>
          <p:cNvPr id="16" name="TextBox 15"/>
          <p:cNvSpPr txBox="1"/>
          <p:nvPr/>
        </p:nvSpPr>
        <p:spPr>
          <a:xfrm>
            <a:off x="6425912" y="4165495"/>
            <a:ext cx="4876551" cy="1516382"/>
          </a:xfrm>
          <a:prstGeom prst="rect">
            <a:avLst/>
          </a:prstGeom>
          <a:noFill/>
        </p:spPr>
        <p:txBody>
          <a:bodyPr wrap="square" anchor="t" lIns="0" rIns="0" tIns="0" bIns="0">
            <a:spAutoFit/>
          </a:bodyPr>
          <a:lstStyle/>
          <a:p>
            <a:pPr algn="l">
              <a:lnSpc>
                <a:spcPct val="132000"/>
              </a:lnSpc>
            </a:pPr>
            <a:r>
              <a:rPr sz="1450" b="0">
                <a:solidFill>
                  <a:srgbClr val="8FB6D0"/>
                </a:solidFill>
                <a:latin typeface="Segoe UI"/>
              </a:rPr>
              <a:t>Een sensor in de zool meet de draagtijd, continu.</a:t>
            </a:r>
          </a:p>
          <a:p>
            <a:pPr algn="l">
              <a:lnSpc>
                <a:spcPct val="132000"/>
              </a:lnSpc>
              <a:spcBef>
                <a:spcPts val="1200"/>
              </a:spcBef>
            </a:pPr>
            <a:r>
              <a:rPr sz="1450" b="0">
                <a:solidFill>
                  <a:srgbClr val="8FB6D0"/>
                </a:solidFill>
                <a:latin typeface="Segoe UI"/>
              </a:rPr>
              <a:t>Elke drie maanden uitgelezen en samen bekeken.</a:t>
            </a:r>
          </a:p>
          <a:p>
            <a:pPr algn="l">
              <a:lnSpc>
                <a:spcPct val="132000"/>
              </a:lnSpc>
              <a:spcBef>
                <a:spcPts val="1200"/>
              </a:spcBef>
            </a:pPr>
            <a:r>
              <a:rPr sz="1450" b="0">
                <a:solidFill>
                  <a:srgbClr val="8FB6D0"/>
                </a:solidFill>
                <a:latin typeface="Segoe UI"/>
              </a:rPr>
              <a:t>Vijf gesprekken die op die data staan, niet op goede raad.</a:t>
            </a:r>
          </a:p>
        </p:txBody>
      </p:sp>
      <p:sp>
        <p:nvSpPr>
          <p:cNvPr id="17" name="TextBox 16"/>
          <p:cNvSpPr txBox="1"/>
          <p:nvPr/>
        </p:nvSpPr>
        <p:spPr>
          <a:xfrm>
            <a:off x="10540736" y="6387940"/>
            <a:ext cx="1015974" cy="177795"/>
          </a:xfrm>
          <a:prstGeom prst="rect">
            <a:avLst/>
          </a:prstGeom>
          <a:noFill/>
        </p:spPr>
        <p:txBody>
          <a:bodyPr wrap="square" anchor="t" lIns="0" rIns="0" tIns="0" bIns="0">
            <a:spAutoFit/>
          </a:bodyPr>
          <a:lstStyle/>
          <a:p>
            <a:pPr algn="r">
              <a:lnSpc>
                <a:spcPct val="125000"/>
              </a:lnSpc>
            </a:pPr>
            <a:r>
              <a:rPr sz="1050" b="0">
                <a:solidFill>
                  <a:srgbClr val="8FB6D0"/>
                </a:solidFill>
                <a:latin typeface="Consolas"/>
              </a:rPr>
              <a:t>12 / 26</a:t>
            </a:r>
          </a:p>
        </p:txBody>
      </p:sp>
      <p:pic>
        <p:nvPicPr>
          <p:cNvPr id="18" name="merk" descr="merk.png"/>
          <p:cNvPicPr>
            <a:picLocks noChangeAspect="1"/>
          </p:cNvPicPr>
          <p:nvPr/>
        </p:nvPicPr>
        <p:blipFill>
          <a:blip r:embed="rId2"/>
          <a:stretch>
            <a:fillRect/>
          </a:stretch>
        </p:blipFill>
        <p:spPr>
          <a:xfrm>
            <a:off x="11094166" y="368290"/>
            <a:ext cx="417101" cy="482587"/>
          </a:xfrm>
          <a:prstGeom prst="rect">
            <a:avLst/>
          </a:prstGeom>
        </p:spPr>
      </p:pic>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200">
        <p159:morph option="byObject"/>
      </p:transition>
    </mc:Choice>
    <mc:Fallback>
      <p:transition xmlns:p14="http://schemas.microsoft.com/office/powerpoint/2010/main" spd="slow" p14:dur="900">
        <p:fade/>
      </p:transition>
    </mc:Fallback>
  </mc:AlternateContent>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7828"/>
          </a:xfrm>
          <a:prstGeom prst="rect">
            <a:avLst/>
          </a:prstGeom>
          <a:gradFill rotWithShape="1">
            <a:gsLst>
              <a:gs pos="0">
                <a:srgbClr val="072138"/>
              </a:gs>
              <a:gs pos="100000">
                <a:srgbClr val="04182A"/>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merkgroot" descr="merk.png"/>
          <p:cNvPicPr>
            <a:picLocks noChangeAspect="1"/>
          </p:cNvPicPr>
          <p:nvPr/>
        </p:nvPicPr>
        <p:blipFill>
          <a:blip r:embed="rId2">
            <a:alphaModFix amt="14000"/>
          </a:blip>
          <a:stretch>
            <a:fillRect/>
          </a:stretch>
        </p:blipFill>
        <p:spPr>
          <a:xfrm>
            <a:off x="6603834" y="-1126099"/>
            <a:ext cx="7873803" cy="9110028"/>
          </a:xfrm>
          <a:prstGeom prst="rect">
            <a:avLst/>
          </a:prstGeom>
        </p:spPr>
      </p:pic>
      <p:sp>
        <p:nvSpPr>
          <p:cNvPr id="4" name="hero"/>
          <p:cNvSpPr txBox="1"/>
          <p:nvPr/>
        </p:nvSpPr>
        <p:spPr>
          <a:xfrm>
            <a:off x="571485" y="-444488"/>
            <a:ext cx="5714857" cy="2920926"/>
          </a:xfrm>
          <a:prstGeom prst="rect">
            <a:avLst/>
          </a:prstGeom>
          <a:noFill/>
        </p:spPr>
        <p:txBody>
          <a:bodyPr wrap="none" anchor="t" lIns="0" rIns="0" tIns="0" bIns="0">
            <a:spAutoFit/>
          </a:bodyPr>
          <a:lstStyle/>
          <a:p>
            <a:pPr algn="l">
              <a:lnSpc>
                <a:spcPct val="82000"/>
              </a:lnSpc>
            </a:pPr>
            <a:r>
              <a:rPr sz="26000" b="1">
                <a:gradFill>
                  <a:gsLst>
                    <a:gs pos="0">
                      <a:srgbClr val="52BDEC"/>
                    </a:gs>
                    <a:gs pos="100000">
                      <a:srgbClr val="FF7A00"/>
                    </a:gs>
                  </a:gsLst>
                  <a:lin ang="2700000" scaled="0"/>
                </a:gradFill>
                <a:latin typeface="Segoe UI"/>
              </a:rPr>
              <a:t>02</a:t>
            </a:r>
          </a:p>
        </p:txBody>
      </p:sp>
      <p:sp>
        <p:nvSpPr>
          <p:cNvPr id="5" name="sectietitel"/>
          <p:cNvSpPr txBox="1"/>
          <p:nvPr/>
        </p:nvSpPr>
        <p:spPr>
          <a:xfrm>
            <a:off x="634984" y="3555911"/>
            <a:ext cx="8889777" cy="1015974"/>
          </a:xfrm>
          <a:prstGeom prst="rect">
            <a:avLst/>
          </a:prstGeom>
          <a:noFill/>
        </p:spPr>
        <p:txBody>
          <a:bodyPr wrap="square" anchor="t" lIns="0" rIns="0" tIns="0" bIns="0">
            <a:spAutoFit/>
          </a:bodyPr>
          <a:lstStyle/>
          <a:p>
            <a:pPr algn="l">
              <a:lnSpc>
                <a:spcPct val="125000"/>
              </a:lnSpc>
            </a:pPr>
            <a:r>
              <a:rPr sz="7600" b="1">
                <a:solidFill>
                  <a:srgbClr val="F2F8FC"/>
                </a:solidFill>
                <a:latin typeface="Segoe UI"/>
              </a:rPr>
              <a:t>De meting</a:t>
            </a:r>
          </a:p>
        </p:txBody>
      </p:sp>
      <p:sp>
        <p:nvSpPr>
          <p:cNvPr id="6" name="TextBox 5"/>
          <p:cNvSpPr txBox="1"/>
          <p:nvPr/>
        </p:nvSpPr>
        <p:spPr>
          <a:xfrm>
            <a:off x="660383" y="4825879"/>
            <a:ext cx="8254793" cy="507987"/>
          </a:xfrm>
          <a:prstGeom prst="rect">
            <a:avLst/>
          </a:prstGeom>
          <a:noFill/>
        </p:spPr>
        <p:txBody>
          <a:bodyPr wrap="square" anchor="t" lIns="0" rIns="0" tIns="0" bIns="0">
            <a:spAutoFit/>
          </a:bodyPr>
          <a:lstStyle/>
          <a:p>
            <a:pPr algn="l">
              <a:lnSpc>
                <a:spcPct val="125000"/>
              </a:lnSpc>
            </a:pPr>
            <a:r>
              <a:rPr sz="2300" b="0">
                <a:solidFill>
                  <a:srgbClr val="8FB6D0"/>
                </a:solidFill>
                <a:latin typeface="Segoe UI Light"/>
              </a:rPr>
              <a:t>Wat u meet, hoe u het meet, en wanneer het goed genoeg is.</a:t>
            </a:r>
          </a:p>
        </p:txBody>
      </p:sp>
      <p:sp>
        <p:nvSpPr>
          <p:cNvPr id="7" name="TextBox 6"/>
          <p:cNvSpPr txBox="1"/>
          <p:nvPr/>
        </p:nvSpPr>
        <p:spPr>
          <a:xfrm>
            <a:off x="10540736" y="6387940"/>
            <a:ext cx="1015974" cy="177795"/>
          </a:xfrm>
          <a:prstGeom prst="rect">
            <a:avLst/>
          </a:prstGeom>
          <a:noFill/>
        </p:spPr>
        <p:txBody>
          <a:bodyPr wrap="square" anchor="t" lIns="0" rIns="0" tIns="0" bIns="0">
            <a:spAutoFit/>
          </a:bodyPr>
          <a:lstStyle/>
          <a:p>
            <a:pPr algn="r">
              <a:lnSpc>
                <a:spcPct val="125000"/>
              </a:lnSpc>
            </a:pPr>
            <a:r>
              <a:rPr sz="1050" b="0">
                <a:solidFill>
                  <a:srgbClr val="8FB6D0"/>
                </a:solidFill>
                <a:latin typeface="Consolas"/>
              </a:rPr>
              <a:t>13 / 26</a:t>
            </a:r>
          </a:p>
        </p:txBody>
      </p:sp>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200">
        <p159:morph option="byObject"/>
      </p:transition>
    </mc:Choice>
    <mc:Fallback>
      <p:transition xmlns:p14="http://schemas.microsoft.com/office/powerpoint/2010/main" spd="slow" p14:dur="900">
        <p:fade/>
      </p:transition>
    </mc:Fallback>
  </mc:AlternateContent>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7828"/>
          </a:xfrm>
          <a:prstGeom prst="rect">
            <a:avLst/>
          </a:prstGeom>
          <a:gradFill rotWithShape="1">
            <a:gsLst>
              <a:gs pos="0">
                <a:srgbClr val="072138"/>
              </a:gs>
              <a:gs pos="100000">
                <a:srgbClr val="04182A"/>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34984" y="571485"/>
            <a:ext cx="9524761" cy="215894"/>
          </a:xfrm>
          <a:prstGeom prst="rect">
            <a:avLst/>
          </a:prstGeom>
          <a:noFill/>
        </p:spPr>
        <p:txBody>
          <a:bodyPr wrap="square" anchor="t" lIns="0" rIns="0" tIns="0" bIns="0">
            <a:spAutoFit/>
          </a:bodyPr>
          <a:lstStyle/>
          <a:p>
            <a:pPr algn="l">
              <a:lnSpc>
                <a:spcPct val="125000"/>
              </a:lnSpc>
            </a:pPr>
            <a:r>
              <a:rPr sz="1250" b="1" spc="240">
                <a:solidFill>
                  <a:srgbClr val="52BDEC"/>
                </a:solidFill>
                <a:latin typeface="Consolas"/>
              </a:rPr>
              <a:t>BASELINE · BLOOTSVOETS</a:t>
            </a:r>
          </a:p>
        </p:txBody>
      </p:sp>
      <p:sp>
        <p:nvSpPr>
          <p:cNvPr id="4" name="!!sectietitel"/>
          <p:cNvSpPr txBox="1"/>
          <p:nvPr/>
        </p:nvSpPr>
        <p:spPr>
          <a:xfrm>
            <a:off x="634984" y="838179"/>
            <a:ext cx="9905752" cy="1269968"/>
          </a:xfrm>
          <a:prstGeom prst="rect">
            <a:avLst/>
          </a:prstGeom>
          <a:noFill/>
        </p:spPr>
        <p:txBody>
          <a:bodyPr wrap="square" anchor="t" lIns="0" rIns="0" tIns="0" bIns="0">
            <a:spAutoFit/>
          </a:bodyPr>
          <a:lstStyle/>
          <a:p>
            <a:pPr algn="l">
              <a:lnSpc>
                <a:spcPct val="110000"/>
              </a:lnSpc>
            </a:pPr>
            <a:r>
              <a:rPr sz="4000" b="1">
                <a:solidFill>
                  <a:srgbClr val="F2F8FC"/>
                </a:solidFill>
                <a:latin typeface="Segoe UI"/>
              </a:rPr>
              <a:t>Elke sensor een cijfer</a:t>
            </a:r>
          </a:p>
        </p:txBody>
      </p:sp>
      <p:sp>
        <p:nvSpPr>
          <p:cNvPr id="5" name="!!p00_07"/>
          <p:cNvSpPr/>
          <p:nvPr/>
        </p:nvSpPr>
        <p:spPr>
          <a:xfrm>
            <a:off x="1585505" y="5645727"/>
            <a:ext cx="99157" cy="99157"/>
          </a:xfrm>
          <a:prstGeom prst="roundRect">
            <a:avLst>
              <a:gd name="adj" fmla="val 30000"/>
            </a:avLst>
          </a:prstGeom>
          <a:solidFill>
            <a:srgbClr val="1A7DA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p00_08"/>
          <p:cNvSpPr/>
          <p:nvPr/>
        </p:nvSpPr>
        <p:spPr>
          <a:xfrm>
            <a:off x="1744251" y="5645727"/>
            <a:ext cx="99157" cy="99157"/>
          </a:xfrm>
          <a:prstGeom prst="roundRect">
            <a:avLst>
              <a:gd name="adj" fmla="val 30000"/>
            </a:avLst>
          </a:prstGeom>
          <a:solidFill>
            <a:srgbClr val="2897B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p00_09"/>
          <p:cNvSpPr/>
          <p:nvPr/>
        </p:nvSpPr>
        <p:spPr>
          <a:xfrm>
            <a:off x="1902997" y="5645727"/>
            <a:ext cx="99157" cy="99157"/>
          </a:xfrm>
          <a:prstGeom prst="roundRect">
            <a:avLst>
              <a:gd name="adj" fmla="val 30000"/>
            </a:avLst>
          </a:prstGeom>
          <a:solidFill>
            <a:srgbClr val="2897B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p00_10"/>
          <p:cNvSpPr/>
          <p:nvPr/>
        </p:nvSpPr>
        <p:spPr>
          <a:xfrm>
            <a:off x="2061743" y="5645727"/>
            <a:ext cx="99157" cy="99157"/>
          </a:xfrm>
          <a:prstGeom prst="roundRect">
            <a:avLst>
              <a:gd name="adj" fmla="val 30000"/>
            </a:avLst>
          </a:prstGeom>
          <a:solidFill>
            <a:srgbClr val="1A7C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p01_06"/>
          <p:cNvSpPr/>
          <p:nvPr/>
        </p:nvSpPr>
        <p:spPr>
          <a:xfrm>
            <a:off x="1426759" y="5530427"/>
            <a:ext cx="99157" cy="99157"/>
          </a:xfrm>
          <a:prstGeom prst="roundRect">
            <a:avLst>
              <a:gd name="adj" fmla="val 30000"/>
            </a:avLst>
          </a:prstGeom>
          <a:solidFill>
            <a:srgbClr val="145D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p01_07"/>
          <p:cNvSpPr/>
          <p:nvPr/>
        </p:nvSpPr>
        <p:spPr>
          <a:xfrm>
            <a:off x="1585505" y="5530427"/>
            <a:ext cx="99157" cy="99157"/>
          </a:xfrm>
          <a:prstGeom prst="roundRect">
            <a:avLst>
              <a:gd name="adj" fmla="val 30000"/>
            </a:avLst>
          </a:prstGeom>
          <a:solidFill>
            <a:srgbClr val="2191B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p01_08"/>
          <p:cNvSpPr/>
          <p:nvPr/>
        </p:nvSpPr>
        <p:spPr>
          <a:xfrm>
            <a:off x="1744251" y="5530427"/>
            <a:ext cx="99157" cy="99157"/>
          </a:xfrm>
          <a:prstGeom prst="roundRect">
            <a:avLst>
              <a:gd name="adj" fmla="val 30000"/>
            </a:avLst>
          </a:prstGeom>
          <a:solidFill>
            <a:srgbClr val="3BA9D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p01_09"/>
          <p:cNvSpPr/>
          <p:nvPr/>
        </p:nvSpPr>
        <p:spPr>
          <a:xfrm>
            <a:off x="1902997" y="5530427"/>
            <a:ext cx="99157" cy="99157"/>
          </a:xfrm>
          <a:prstGeom prst="roundRect">
            <a:avLst>
              <a:gd name="adj" fmla="val 30000"/>
            </a:avLst>
          </a:prstGeom>
          <a:solidFill>
            <a:srgbClr val="3BA8D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p01_10"/>
          <p:cNvSpPr/>
          <p:nvPr/>
        </p:nvSpPr>
        <p:spPr>
          <a:xfrm>
            <a:off x="2061743" y="5530427"/>
            <a:ext cx="99157" cy="99157"/>
          </a:xfrm>
          <a:prstGeom prst="roundRect">
            <a:avLst>
              <a:gd name="adj" fmla="val 30000"/>
            </a:avLst>
          </a:prstGeom>
          <a:solidFill>
            <a:srgbClr val="2191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p01_11"/>
          <p:cNvSpPr/>
          <p:nvPr/>
        </p:nvSpPr>
        <p:spPr>
          <a:xfrm>
            <a:off x="2220489" y="5530427"/>
            <a:ext cx="99157" cy="99157"/>
          </a:xfrm>
          <a:prstGeom prst="roundRect">
            <a:avLst>
              <a:gd name="adj" fmla="val 30000"/>
            </a:avLst>
          </a:prstGeom>
          <a:solidFill>
            <a:srgbClr val="145C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p02_05"/>
          <p:cNvSpPr/>
          <p:nvPr/>
        </p:nvSpPr>
        <p:spPr>
          <a:xfrm>
            <a:off x="1268013" y="5415127"/>
            <a:ext cx="99157" cy="99157"/>
          </a:xfrm>
          <a:prstGeom prst="roundRect">
            <a:avLst>
              <a:gd name="adj" fmla="val 30000"/>
            </a:avLst>
          </a:prstGeom>
          <a:solidFill>
            <a:srgbClr val="0D3A6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p02_06"/>
          <p:cNvSpPr/>
          <p:nvPr/>
        </p:nvSpPr>
        <p:spPr>
          <a:xfrm>
            <a:off x="1426759" y="5415127"/>
            <a:ext cx="99157" cy="99157"/>
          </a:xfrm>
          <a:prstGeom prst="roundRect">
            <a:avLst>
              <a:gd name="adj" fmla="val 30000"/>
            </a:avLst>
          </a:prstGeom>
          <a:solidFill>
            <a:srgbClr val="1669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p02_07"/>
          <p:cNvSpPr/>
          <p:nvPr/>
        </p:nvSpPr>
        <p:spPr>
          <a:xfrm>
            <a:off x="1585505" y="5415127"/>
            <a:ext cx="99157" cy="99157"/>
          </a:xfrm>
          <a:prstGeom prst="roundRect">
            <a:avLst>
              <a:gd name="adj" fmla="val 30000"/>
            </a:avLst>
          </a:prstGeom>
          <a:solidFill>
            <a:srgbClr val="2D9C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p02_08"/>
          <p:cNvSpPr/>
          <p:nvPr/>
        </p:nvSpPr>
        <p:spPr>
          <a:xfrm>
            <a:off x="1744251" y="5415127"/>
            <a:ext cx="99157" cy="99157"/>
          </a:xfrm>
          <a:prstGeom prst="roundRect">
            <a:avLst>
              <a:gd name="adj" fmla="val 30000"/>
            </a:avLst>
          </a:prstGeom>
          <a:solidFill>
            <a:srgbClr val="4AB6E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p02_09"/>
          <p:cNvSpPr/>
          <p:nvPr/>
        </p:nvSpPr>
        <p:spPr>
          <a:xfrm>
            <a:off x="1902997" y="5415127"/>
            <a:ext cx="99157" cy="99157"/>
          </a:xfrm>
          <a:prstGeom prst="roundRect">
            <a:avLst>
              <a:gd name="adj" fmla="val 30000"/>
            </a:avLst>
          </a:prstGeom>
          <a:solidFill>
            <a:srgbClr val="4AB6E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p02_10"/>
          <p:cNvSpPr/>
          <p:nvPr/>
        </p:nvSpPr>
        <p:spPr>
          <a:xfrm>
            <a:off x="2061743" y="5415127"/>
            <a:ext cx="99157" cy="99157"/>
          </a:xfrm>
          <a:prstGeom prst="roundRect">
            <a:avLst>
              <a:gd name="adj" fmla="val 30000"/>
            </a:avLst>
          </a:prstGeom>
          <a:solidFill>
            <a:srgbClr val="2D9B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p02_11"/>
          <p:cNvSpPr/>
          <p:nvPr/>
        </p:nvSpPr>
        <p:spPr>
          <a:xfrm>
            <a:off x="2220489" y="5415127"/>
            <a:ext cx="99157" cy="99157"/>
          </a:xfrm>
          <a:prstGeom prst="roundRect">
            <a:avLst>
              <a:gd name="adj" fmla="val 30000"/>
            </a:avLst>
          </a:prstGeom>
          <a:solidFill>
            <a:srgbClr val="1668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p02_12"/>
          <p:cNvSpPr/>
          <p:nvPr/>
        </p:nvSpPr>
        <p:spPr>
          <a:xfrm>
            <a:off x="2379235" y="5415127"/>
            <a:ext cx="99157" cy="99157"/>
          </a:xfrm>
          <a:prstGeom prst="roundRect">
            <a:avLst>
              <a:gd name="adj" fmla="val 30000"/>
            </a:avLst>
          </a:prstGeom>
          <a:solidFill>
            <a:srgbClr val="0D39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p03_05"/>
          <p:cNvSpPr/>
          <p:nvPr/>
        </p:nvSpPr>
        <p:spPr>
          <a:xfrm>
            <a:off x="1268013" y="5299828"/>
            <a:ext cx="99157" cy="99157"/>
          </a:xfrm>
          <a:prstGeom prst="roundRect">
            <a:avLst>
              <a:gd name="adj" fmla="val 30000"/>
            </a:avLst>
          </a:prstGeom>
          <a:solidFill>
            <a:srgbClr val="0E3F6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p03_06"/>
          <p:cNvSpPr/>
          <p:nvPr/>
        </p:nvSpPr>
        <p:spPr>
          <a:xfrm>
            <a:off x="1426759" y="5299828"/>
            <a:ext cx="99157" cy="99157"/>
          </a:xfrm>
          <a:prstGeom prst="roundRect">
            <a:avLst>
              <a:gd name="adj" fmla="val 30000"/>
            </a:avLst>
          </a:prstGeom>
          <a:solidFill>
            <a:srgbClr val="1871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p03_07"/>
          <p:cNvSpPr/>
          <p:nvPr/>
        </p:nvSpPr>
        <p:spPr>
          <a:xfrm>
            <a:off x="1585505" y="5299828"/>
            <a:ext cx="99157" cy="99157"/>
          </a:xfrm>
          <a:prstGeom prst="roundRect">
            <a:avLst>
              <a:gd name="adj" fmla="val 30000"/>
            </a:avLst>
          </a:prstGeom>
          <a:solidFill>
            <a:srgbClr val="34A2C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p03_08"/>
          <p:cNvSpPr/>
          <p:nvPr/>
        </p:nvSpPr>
        <p:spPr>
          <a:xfrm>
            <a:off x="1744251" y="5299828"/>
            <a:ext cx="99157" cy="99157"/>
          </a:xfrm>
          <a:prstGeom prst="roundRect">
            <a:avLst>
              <a:gd name="adj" fmla="val 30000"/>
            </a:avLst>
          </a:prstGeom>
          <a:solidFill>
            <a:srgbClr val="54BD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p03_09"/>
          <p:cNvSpPr/>
          <p:nvPr/>
        </p:nvSpPr>
        <p:spPr>
          <a:xfrm>
            <a:off x="1902997" y="5299828"/>
            <a:ext cx="99157" cy="99157"/>
          </a:xfrm>
          <a:prstGeom prst="roundRect">
            <a:avLst>
              <a:gd name="adj" fmla="val 30000"/>
            </a:avLst>
          </a:prstGeom>
          <a:solidFill>
            <a:srgbClr val="54BD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p03_10"/>
          <p:cNvSpPr/>
          <p:nvPr/>
        </p:nvSpPr>
        <p:spPr>
          <a:xfrm>
            <a:off x="2061743" y="5299828"/>
            <a:ext cx="99157" cy="99157"/>
          </a:xfrm>
          <a:prstGeom prst="roundRect">
            <a:avLst>
              <a:gd name="adj" fmla="val 30000"/>
            </a:avLst>
          </a:prstGeom>
          <a:solidFill>
            <a:srgbClr val="34A1C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p03_11"/>
          <p:cNvSpPr/>
          <p:nvPr/>
        </p:nvSpPr>
        <p:spPr>
          <a:xfrm>
            <a:off x="2220489" y="5299828"/>
            <a:ext cx="99157" cy="99157"/>
          </a:xfrm>
          <a:prstGeom prst="roundRect">
            <a:avLst>
              <a:gd name="adj" fmla="val 30000"/>
            </a:avLst>
          </a:prstGeom>
          <a:solidFill>
            <a:srgbClr val="176F9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p03_12"/>
          <p:cNvSpPr/>
          <p:nvPr/>
        </p:nvSpPr>
        <p:spPr>
          <a:xfrm>
            <a:off x="2379235" y="5299828"/>
            <a:ext cx="99157" cy="99157"/>
          </a:xfrm>
          <a:prstGeom prst="roundRect">
            <a:avLst>
              <a:gd name="adj" fmla="val 30000"/>
            </a:avLst>
          </a:prstGeom>
          <a:solidFill>
            <a:srgbClr val="0E3D6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p04_05"/>
          <p:cNvSpPr/>
          <p:nvPr/>
        </p:nvSpPr>
        <p:spPr>
          <a:xfrm>
            <a:off x="1268013" y="5184528"/>
            <a:ext cx="99157" cy="99157"/>
          </a:xfrm>
          <a:prstGeom prst="roundRect">
            <a:avLst>
              <a:gd name="adj" fmla="val 30000"/>
            </a:avLst>
          </a:prstGeom>
          <a:solidFill>
            <a:srgbClr val="0E41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p04_06"/>
          <p:cNvSpPr/>
          <p:nvPr/>
        </p:nvSpPr>
        <p:spPr>
          <a:xfrm>
            <a:off x="1426759" y="5184528"/>
            <a:ext cx="99157" cy="99157"/>
          </a:xfrm>
          <a:prstGeom prst="roundRect">
            <a:avLst>
              <a:gd name="adj" fmla="val 30000"/>
            </a:avLst>
          </a:prstGeom>
          <a:solidFill>
            <a:srgbClr val="18739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p04_07"/>
          <p:cNvSpPr/>
          <p:nvPr/>
        </p:nvSpPr>
        <p:spPr>
          <a:xfrm>
            <a:off x="1585505" y="5184528"/>
            <a:ext cx="99157" cy="99157"/>
          </a:xfrm>
          <a:prstGeom prst="roundRect">
            <a:avLst>
              <a:gd name="adj" fmla="val 30000"/>
            </a:avLst>
          </a:prstGeom>
          <a:solidFill>
            <a:srgbClr val="35A3C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p04_08"/>
          <p:cNvSpPr/>
          <p:nvPr/>
        </p:nvSpPr>
        <p:spPr>
          <a:xfrm>
            <a:off x="1744251" y="5184528"/>
            <a:ext cx="99157" cy="99157"/>
          </a:xfrm>
          <a:prstGeom prst="roundRect">
            <a:avLst>
              <a:gd name="adj" fmla="val 30000"/>
            </a:avLst>
          </a:prstGeom>
          <a:solidFill>
            <a:srgbClr val="57BE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p04_09"/>
          <p:cNvSpPr/>
          <p:nvPr/>
        </p:nvSpPr>
        <p:spPr>
          <a:xfrm>
            <a:off x="1902997" y="5184528"/>
            <a:ext cx="99157" cy="99157"/>
          </a:xfrm>
          <a:prstGeom prst="roundRect">
            <a:avLst>
              <a:gd name="adj" fmla="val 30000"/>
            </a:avLst>
          </a:prstGeom>
          <a:solidFill>
            <a:srgbClr val="57BE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p04_10"/>
          <p:cNvSpPr/>
          <p:nvPr/>
        </p:nvSpPr>
        <p:spPr>
          <a:xfrm>
            <a:off x="2061743" y="5184528"/>
            <a:ext cx="99157" cy="99157"/>
          </a:xfrm>
          <a:prstGeom prst="roundRect">
            <a:avLst>
              <a:gd name="adj" fmla="val 30000"/>
            </a:avLst>
          </a:prstGeom>
          <a:solidFill>
            <a:srgbClr val="35A3C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p04_11"/>
          <p:cNvSpPr/>
          <p:nvPr/>
        </p:nvSpPr>
        <p:spPr>
          <a:xfrm>
            <a:off x="2220489" y="5184528"/>
            <a:ext cx="99157" cy="99157"/>
          </a:xfrm>
          <a:prstGeom prst="roundRect">
            <a:avLst>
              <a:gd name="adj" fmla="val 30000"/>
            </a:avLst>
          </a:prstGeom>
          <a:solidFill>
            <a:srgbClr val="18729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p04_12"/>
          <p:cNvSpPr/>
          <p:nvPr/>
        </p:nvSpPr>
        <p:spPr>
          <a:xfrm>
            <a:off x="2379235" y="5184528"/>
            <a:ext cx="99157" cy="99157"/>
          </a:xfrm>
          <a:prstGeom prst="roundRect">
            <a:avLst>
              <a:gd name="adj" fmla="val 30000"/>
            </a:avLst>
          </a:prstGeom>
          <a:solidFill>
            <a:srgbClr val="0E406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p05_05"/>
          <p:cNvSpPr/>
          <p:nvPr/>
        </p:nvSpPr>
        <p:spPr>
          <a:xfrm>
            <a:off x="1268013" y="5069228"/>
            <a:ext cx="99157" cy="99157"/>
          </a:xfrm>
          <a:prstGeom prst="roundRect">
            <a:avLst>
              <a:gd name="adj" fmla="val 30000"/>
            </a:avLst>
          </a:prstGeom>
          <a:solidFill>
            <a:srgbClr val="0E42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p05_06"/>
          <p:cNvSpPr/>
          <p:nvPr/>
        </p:nvSpPr>
        <p:spPr>
          <a:xfrm>
            <a:off x="1426759" y="5069228"/>
            <a:ext cx="99157" cy="99157"/>
          </a:xfrm>
          <a:prstGeom prst="roundRect">
            <a:avLst>
              <a:gd name="adj" fmla="val 30000"/>
            </a:avLst>
          </a:prstGeom>
          <a:solidFill>
            <a:srgbClr val="17709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p05_07"/>
          <p:cNvSpPr/>
          <p:nvPr/>
        </p:nvSpPr>
        <p:spPr>
          <a:xfrm>
            <a:off x="1585505" y="5069228"/>
            <a:ext cx="99157" cy="99157"/>
          </a:xfrm>
          <a:prstGeom prst="roundRect">
            <a:avLst>
              <a:gd name="adj" fmla="val 30000"/>
            </a:avLst>
          </a:prstGeom>
          <a:solidFill>
            <a:srgbClr val="319FC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p05_08"/>
          <p:cNvSpPr/>
          <p:nvPr/>
        </p:nvSpPr>
        <p:spPr>
          <a:xfrm>
            <a:off x="1744251" y="5069228"/>
            <a:ext cx="99157" cy="99157"/>
          </a:xfrm>
          <a:prstGeom prst="roundRect">
            <a:avLst>
              <a:gd name="adj" fmla="val 30000"/>
            </a:avLst>
          </a:prstGeom>
          <a:solidFill>
            <a:srgbClr val="4DB9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p05_09"/>
          <p:cNvSpPr/>
          <p:nvPr/>
        </p:nvSpPr>
        <p:spPr>
          <a:xfrm>
            <a:off x="1902997" y="5069228"/>
            <a:ext cx="99157" cy="99157"/>
          </a:xfrm>
          <a:prstGeom prst="roundRect">
            <a:avLst>
              <a:gd name="adj" fmla="val 30000"/>
            </a:avLst>
          </a:prstGeom>
          <a:solidFill>
            <a:srgbClr val="4DB9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p05_10"/>
          <p:cNvSpPr/>
          <p:nvPr/>
        </p:nvSpPr>
        <p:spPr>
          <a:xfrm>
            <a:off x="2061743" y="5069228"/>
            <a:ext cx="99157" cy="99157"/>
          </a:xfrm>
          <a:prstGeom prst="roundRect">
            <a:avLst>
              <a:gd name="adj" fmla="val 30000"/>
            </a:avLst>
          </a:prstGeom>
          <a:solidFill>
            <a:srgbClr val="319FC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p05_11"/>
          <p:cNvSpPr/>
          <p:nvPr/>
        </p:nvSpPr>
        <p:spPr>
          <a:xfrm>
            <a:off x="2220489" y="5069228"/>
            <a:ext cx="99157" cy="99157"/>
          </a:xfrm>
          <a:prstGeom prst="roundRect">
            <a:avLst>
              <a:gd name="adj" fmla="val 30000"/>
            </a:avLst>
          </a:prstGeom>
          <a:solidFill>
            <a:srgbClr val="17709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p05_12"/>
          <p:cNvSpPr/>
          <p:nvPr/>
        </p:nvSpPr>
        <p:spPr>
          <a:xfrm>
            <a:off x="2379235" y="5069228"/>
            <a:ext cx="99157" cy="99157"/>
          </a:xfrm>
          <a:prstGeom prst="roundRect">
            <a:avLst>
              <a:gd name="adj" fmla="val 30000"/>
            </a:avLst>
          </a:prstGeom>
          <a:solidFill>
            <a:srgbClr val="0E41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p06_05"/>
          <p:cNvSpPr/>
          <p:nvPr/>
        </p:nvSpPr>
        <p:spPr>
          <a:xfrm>
            <a:off x="1268013" y="4953928"/>
            <a:ext cx="99157" cy="99157"/>
          </a:xfrm>
          <a:prstGeom prst="roundRect">
            <a:avLst>
              <a:gd name="adj" fmla="val 30000"/>
            </a:avLst>
          </a:prstGeom>
          <a:solidFill>
            <a:srgbClr val="0E40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p06_06"/>
          <p:cNvSpPr/>
          <p:nvPr/>
        </p:nvSpPr>
        <p:spPr>
          <a:xfrm>
            <a:off x="1426759" y="4953928"/>
            <a:ext cx="99157" cy="99157"/>
          </a:xfrm>
          <a:prstGeom prst="roundRect">
            <a:avLst>
              <a:gd name="adj" fmla="val 30000"/>
            </a:avLst>
          </a:prstGeom>
          <a:solidFill>
            <a:srgbClr val="166A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p06_07"/>
          <p:cNvSpPr/>
          <p:nvPr/>
        </p:nvSpPr>
        <p:spPr>
          <a:xfrm>
            <a:off x="1585505" y="4953928"/>
            <a:ext cx="99157" cy="99157"/>
          </a:xfrm>
          <a:prstGeom prst="roundRect">
            <a:avLst>
              <a:gd name="adj" fmla="val 30000"/>
            </a:avLst>
          </a:prstGeom>
          <a:solidFill>
            <a:srgbClr val="2897B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p06_08"/>
          <p:cNvSpPr/>
          <p:nvPr/>
        </p:nvSpPr>
        <p:spPr>
          <a:xfrm>
            <a:off x="1744251" y="4953928"/>
            <a:ext cx="99157" cy="99157"/>
          </a:xfrm>
          <a:prstGeom prst="roundRect">
            <a:avLst>
              <a:gd name="adj" fmla="val 30000"/>
            </a:avLst>
          </a:prstGeom>
          <a:solidFill>
            <a:srgbClr val="41AE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p06_09"/>
          <p:cNvSpPr/>
          <p:nvPr/>
        </p:nvSpPr>
        <p:spPr>
          <a:xfrm>
            <a:off x="1902997" y="4953928"/>
            <a:ext cx="99157" cy="99157"/>
          </a:xfrm>
          <a:prstGeom prst="roundRect">
            <a:avLst>
              <a:gd name="adj" fmla="val 30000"/>
            </a:avLst>
          </a:prstGeom>
          <a:solidFill>
            <a:srgbClr val="42AED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p06_10"/>
          <p:cNvSpPr/>
          <p:nvPr/>
        </p:nvSpPr>
        <p:spPr>
          <a:xfrm>
            <a:off x="2061743" y="4953928"/>
            <a:ext cx="99157" cy="99157"/>
          </a:xfrm>
          <a:prstGeom prst="roundRect">
            <a:avLst>
              <a:gd name="adj" fmla="val 30000"/>
            </a:avLst>
          </a:prstGeom>
          <a:solidFill>
            <a:srgbClr val="2998B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p06_11"/>
          <p:cNvSpPr/>
          <p:nvPr/>
        </p:nvSpPr>
        <p:spPr>
          <a:xfrm>
            <a:off x="2220489" y="4953928"/>
            <a:ext cx="99157" cy="99157"/>
          </a:xfrm>
          <a:prstGeom prst="roundRect">
            <a:avLst>
              <a:gd name="adj" fmla="val 30000"/>
            </a:avLst>
          </a:prstGeom>
          <a:solidFill>
            <a:srgbClr val="176B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 name="!!p06_12"/>
          <p:cNvSpPr/>
          <p:nvPr/>
        </p:nvSpPr>
        <p:spPr>
          <a:xfrm>
            <a:off x="2379235" y="4953928"/>
            <a:ext cx="99157" cy="99157"/>
          </a:xfrm>
          <a:prstGeom prst="roundRect">
            <a:avLst>
              <a:gd name="adj" fmla="val 30000"/>
            </a:avLst>
          </a:prstGeom>
          <a:solidFill>
            <a:srgbClr val="0E41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 name="!!p07_05"/>
          <p:cNvSpPr/>
          <p:nvPr/>
        </p:nvSpPr>
        <p:spPr>
          <a:xfrm>
            <a:off x="1268013" y="4838629"/>
            <a:ext cx="99157" cy="99157"/>
          </a:xfrm>
          <a:prstGeom prst="roundRect">
            <a:avLst>
              <a:gd name="adj" fmla="val 30000"/>
            </a:avLst>
          </a:prstGeom>
          <a:solidFill>
            <a:srgbClr val="0E3E6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 name="!!p07_06"/>
          <p:cNvSpPr/>
          <p:nvPr/>
        </p:nvSpPr>
        <p:spPr>
          <a:xfrm>
            <a:off x="1426759" y="4838629"/>
            <a:ext cx="99157" cy="99157"/>
          </a:xfrm>
          <a:prstGeom prst="roundRect">
            <a:avLst>
              <a:gd name="adj" fmla="val 30000"/>
            </a:avLst>
          </a:prstGeom>
          <a:solidFill>
            <a:srgbClr val="14618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 name="!!p07_07"/>
          <p:cNvSpPr/>
          <p:nvPr/>
        </p:nvSpPr>
        <p:spPr>
          <a:xfrm>
            <a:off x="1585505" y="4838629"/>
            <a:ext cx="99157" cy="99157"/>
          </a:xfrm>
          <a:prstGeom prst="roundRect">
            <a:avLst>
              <a:gd name="adj" fmla="val 30000"/>
            </a:avLst>
          </a:prstGeom>
          <a:solidFill>
            <a:srgbClr val="1D8DB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8" name="!!p07_08"/>
          <p:cNvSpPr/>
          <p:nvPr/>
        </p:nvSpPr>
        <p:spPr>
          <a:xfrm>
            <a:off x="1744251" y="4838629"/>
            <a:ext cx="99157" cy="99157"/>
          </a:xfrm>
          <a:prstGeom prst="roundRect">
            <a:avLst>
              <a:gd name="adj" fmla="val 30000"/>
            </a:avLst>
          </a:prstGeom>
          <a:solidFill>
            <a:srgbClr val="32A0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9" name="!!p07_09"/>
          <p:cNvSpPr/>
          <p:nvPr/>
        </p:nvSpPr>
        <p:spPr>
          <a:xfrm>
            <a:off x="1902997" y="4838629"/>
            <a:ext cx="99157" cy="99157"/>
          </a:xfrm>
          <a:prstGeom prst="roundRect">
            <a:avLst>
              <a:gd name="adj" fmla="val 30000"/>
            </a:avLst>
          </a:prstGeom>
          <a:solidFill>
            <a:srgbClr val="33A1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0" name="!!p07_10"/>
          <p:cNvSpPr/>
          <p:nvPr/>
        </p:nvSpPr>
        <p:spPr>
          <a:xfrm>
            <a:off x="2061743" y="4838629"/>
            <a:ext cx="99157" cy="99157"/>
          </a:xfrm>
          <a:prstGeom prst="roundRect">
            <a:avLst>
              <a:gd name="adj" fmla="val 30000"/>
            </a:avLst>
          </a:prstGeom>
          <a:solidFill>
            <a:srgbClr val="1F8FB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1" name="!!p07_11"/>
          <p:cNvSpPr/>
          <p:nvPr/>
        </p:nvSpPr>
        <p:spPr>
          <a:xfrm>
            <a:off x="2220489" y="4838629"/>
            <a:ext cx="99157" cy="99157"/>
          </a:xfrm>
          <a:prstGeom prst="roundRect">
            <a:avLst>
              <a:gd name="adj" fmla="val 30000"/>
            </a:avLst>
          </a:prstGeom>
          <a:solidFill>
            <a:srgbClr val="15658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2" name="!!p07_12"/>
          <p:cNvSpPr/>
          <p:nvPr/>
        </p:nvSpPr>
        <p:spPr>
          <a:xfrm>
            <a:off x="2379235" y="4838629"/>
            <a:ext cx="99157" cy="99157"/>
          </a:xfrm>
          <a:prstGeom prst="roundRect">
            <a:avLst>
              <a:gd name="adj" fmla="val 30000"/>
            </a:avLst>
          </a:prstGeom>
          <a:solidFill>
            <a:srgbClr val="0E40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3" name="!!p08_05"/>
          <p:cNvSpPr/>
          <p:nvPr/>
        </p:nvSpPr>
        <p:spPr>
          <a:xfrm>
            <a:off x="1268013" y="4723329"/>
            <a:ext cx="99157" cy="99157"/>
          </a:xfrm>
          <a:prstGeom prst="roundRect">
            <a:avLst>
              <a:gd name="adj" fmla="val 30000"/>
            </a:avLst>
          </a:prstGeom>
          <a:solidFill>
            <a:srgbClr val="0D3B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4" name="!!p08_06"/>
          <p:cNvSpPr/>
          <p:nvPr/>
        </p:nvSpPr>
        <p:spPr>
          <a:xfrm>
            <a:off x="1426759" y="4723329"/>
            <a:ext cx="99157" cy="99157"/>
          </a:xfrm>
          <a:prstGeom prst="roundRect">
            <a:avLst>
              <a:gd name="adj" fmla="val 30000"/>
            </a:avLst>
          </a:prstGeom>
          <a:solidFill>
            <a:srgbClr val="13577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5" name="!!p08_07"/>
          <p:cNvSpPr/>
          <p:nvPr/>
        </p:nvSpPr>
        <p:spPr>
          <a:xfrm>
            <a:off x="1585505" y="4723329"/>
            <a:ext cx="99157" cy="99157"/>
          </a:xfrm>
          <a:prstGeom prst="roundRect">
            <a:avLst>
              <a:gd name="adj" fmla="val 30000"/>
            </a:avLst>
          </a:prstGeom>
          <a:solidFill>
            <a:srgbClr val="197B9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6" name="!!p08_08"/>
          <p:cNvSpPr/>
          <p:nvPr/>
        </p:nvSpPr>
        <p:spPr>
          <a:xfrm>
            <a:off x="1744251" y="4723329"/>
            <a:ext cx="99157" cy="99157"/>
          </a:xfrm>
          <a:prstGeom prst="roundRect">
            <a:avLst>
              <a:gd name="adj" fmla="val 30000"/>
            </a:avLst>
          </a:prstGeom>
          <a:solidFill>
            <a:srgbClr val="2392B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7" name="!!p08_09"/>
          <p:cNvSpPr/>
          <p:nvPr/>
        </p:nvSpPr>
        <p:spPr>
          <a:xfrm>
            <a:off x="1902997" y="4723329"/>
            <a:ext cx="99157" cy="99157"/>
          </a:xfrm>
          <a:prstGeom prst="roundRect">
            <a:avLst>
              <a:gd name="adj" fmla="val 30000"/>
            </a:avLst>
          </a:prstGeom>
          <a:solidFill>
            <a:srgbClr val="2494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8" name="!!p08_10"/>
          <p:cNvSpPr/>
          <p:nvPr/>
        </p:nvSpPr>
        <p:spPr>
          <a:xfrm>
            <a:off x="2061743" y="4723329"/>
            <a:ext cx="99157" cy="99157"/>
          </a:xfrm>
          <a:prstGeom prst="roundRect">
            <a:avLst>
              <a:gd name="adj" fmla="val 30000"/>
            </a:avLst>
          </a:prstGeom>
          <a:solidFill>
            <a:srgbClr val="1B81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9" name="!!p08_11"/>
          <p:cNvSpPr/>
          <p:nvPr/>
        </p:nvSpPr>
        <p:spPr>
          <a:xfrm>
            <a:off x="2220489" y="4723329"/>
            <a:ext cx="99157" cy="99157"/>
          </a:xfrm>
          <a:prstGeom prst="roundRect">
            <a:avLst>
              <a:gd name="adj" fmla="val 30000"/>
            </a:avLst>
          </a:prstGeom>
          <a:solidFill>
            <a:srgbClr val="145E8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0" name="!!p08_12"/>
          <p:cNvSpPr/>
          <p:nvPr/>
        </p:nvSpPr>
        <p:spPr>
          <a:xfrm>
            <a:off x="2379235" y="4723329"/>
            <a:ext cx="99157" cy="99157"/>
          </a:xfrm>
          <a:prstGeom prst="roundRect">
            <a:avLst>
              <a:gd name="adj" fmla="val 30000"/>
            </a:avLst>
          </a:prstGeom>
          <a:solidFill>
            <a:srgbClr val="0E406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1" name="!!p09_05"/>
          <p:cNvSpPr/>
          <p:nvPr/>
        </p:nvSpPr>
        <p:spPr>
          <a:xfrm>
            <a:off x="1268013" y="4608029"/>
            <a:ext cx="99157" cy="99157"/>
          </a:xfrm>
          <a:prstGeom prst="roundRect">
            <a:avLst>
              <a:gd name="adj" fmla="val 30000"/>
            </a:avLst>
          </a:prstGeom>
          <a:solidFill>
            <a:srgbClr val="0D3A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2" name="!!p09_06"/>
          <p:cNvSpPr/>
          <p:nvPr/>
        </p:nvSpPr>
        <p:spPr>
          <a:xfrm>
            <a:off x="1426759" y="4608029"/>
            <a:ext cx="99157" cy="99157"/>
          </a:xfrm>
          <a:prstGeom prst="roundRect">
            <a:avLst>
              <a:gd name="adj" fmla="val 30000"/>
            </a:avLst>
          </a:prstGeom>
          <a:solidFill>
            <a:srgbClr val="114F7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3" name="!!p09_07"/>
          <p:cNvSpPr/>
          <p:nvPr/>
        </p:nvSpPr>
        <p:spPr>
          <a:xfrm>
            <a:off x="1585505" y="4608029"/>
            <a:ext cx="99157" cy="99157"/>
          </a:xfrm>
          <a:prstGeom prst="roundRect">
            <a:avLst>
              <a:gd name="adj" fmla="val 30000"/>
            </a:avLst>
          </a:prstGeom>
          <a:solidFill>
            <a:srgbClr val="166A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4" name="!!p09_08"/>
          <p:cNvSpPr/>
          <p:nvPr/>
        </p:nvSpPr>
        <p:spPr>
          <a:xfrm>
            <a:off x="1744251" y="4608029"/>
            <a:ext cx="99157" cy="99157"/>
          </a:xfrm>
          <a:prstGeom prst="roundRect">
            <a:avLst>
              <a:gd name="adj" fmla="val 30000"/>
            </a:avLst>
          </a:prstGeom>
          <a:solidFill>
            <a:srgbClr val="1B80A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5" name="!!p09_09"/>
          <p:cNvSpPr/>
          <p:nvPr/>
        </p:nvSpPr>
        <p:spPr>
          <a:xfrm>
            <a:off x="1902997" y="4608029"/>
            <a:ext cx="99157" cy="99157"/>
          </a:xfrm>
          <a:prstGeom prst="roundRect">
            <a:avLst>
              <a:gd name="adj" fmla="val 30000"/>
            </a:avLst>
          </a:prstGeom>
          <a:solidFill>
            <a:srgbClr val="1B84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6" name="!!p09_10"/>
          <p:cNvSpPr/>
          <p:nvPr/>
        </p:nvSpPr>
        <p:spPr>
          <a:xfrm>
            <a:off x="2061743" y="4608029"/>
            <a:ext cx="99157" cy="99157"/>
          </a:xfrm>
          <a:prstGeom prst="roundRect">
            <a:avLst>
              <a:gd name="adj" fmla="val 30000"/>
            </a:avLst>
          </a:prstGeom>
          <a:solidFill>
            <a:srgbClr val="18749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7" name="!!p09_11"/>
          <p:cNvSpPr/>
          <p:nvPr/>
        </p:nvSpPr>
        <p:spPr>
          <a:xfrm>
            <a:off x="2220489" y="4608029"/>
            <a:ext cx="99157" cy="99157"/>
          </a:xfrm>
          <a:prstGeom prst="roundRect">
            <a:avLst>
              <a:gd name="adj" fmla="val 30000"/>
            </a:avLst>
          </a:prstGeom>
          <a:solidFill>
            <a:srgbClr val="135A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8" name="!!p09_12"/>
          <p:cNvSpPr/>
          <p:nvPr/>
        </p:nvSpPr>
        <p:spPr>
          <a:xfrm>
            <a:off x="2379235" y="4608029"/>
            <a:ext cx="99157" cy="99157"/>
          </a:xfrm>
          <a:prstGeom prst="roundRect">
            <a:avLst>
              <a:gd name="adj" fmla="val 30000"/>
            </a:avLst>
          </a:prstGeom>
          <a:solidFill>
            <a:srgbClr val="0E40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9" name="!!p10_06"/>
          <p:cNvSpPr/>
          <p:nvPr/>
        </p:nvSpPr>
        <p:spPr>
          <a:xfrm>
            <a:off x="1426759" y="4492729"/>
            <a:ext cx="99157" cy="99157"/>
          </a:xfrm>
          <a:prstGeom prst="roundRect">
            <a:avLst>
              <a:gd name="adj" fmla="val 30000"/>
            </a:avLst>
          </a:prstGeom>
          <a:solidFill>
            <a:srgbClr val="10487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0" name="!!p10_07"/>
          <p:cNvSpPr/>
          <p:nvPr/>
        </p:nvSpPr>
        <p:spPr>
          <a:xfrm>
            <a:off x="1585505" y="4492729"/>
            <a:ext cx="99157" cy="99157"/>
          </a:xfrm>
          <a:prstGeom prst="roundRect">
            <a:avLst>
              <a:gd name="adj" fmla="val 30000"/>
            </a:avLst>
          </a:prstGeom>
          <a:solidFill>
            <a:srgbClr val="145D8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1" name="!!p10_08"/>
          <p:cNvSpPr/>
          <p:nvPr/>
        </p:nvSpPr>
        <p:spPr>
          <a:xfrm>
            <a:off x="1744251" y="4492729"/>
            <a:ext cx="99157" cy="99157"/>
          </a:xfrm>
          <a:prstGeom prst="roundRect">
            <a:avLst>
              <a:gd name="adj" fmla="val 30000"/>
            </a:avLst>
          </a:prstGeom>
          <a:solidFill>
            <a:srgbClr val="176F9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2" name="!!p10_09"/>
          <p:cNvSpPr/>
          <p:nvPr/>
        </p:nvSpPr>
        <p:spPr>
          <a:xfrm>
            <a:off x="1902997" y="4492729"/>
            <a:ext cx="99157" cy="99157"/>
          </a:xfrm>
          <a:prstGeom prst="roundRect">
            <a:avLst>
              <a:gd name="adj" fmla="val 30000"/>
            </a:avLst>
          </a:prstGeom>
          <a:solidFill>
            <a:srgbClr val="18759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3" name="!!p10_10"/>
          <p:cNvSpPr/>
          <p:nvPr/>
        </p:nvSpPr>
        <p:spPr>
          <a:xfrm>
            <a:off x="2061743" y="4492729"/>
            <a:ext cx="99157" cy="99157"/>
          </a:xfrm>
          <a:prstGeom prst="roundRect">
            <a:avLst>
              <a:gd name="adj" fmla="val 30000"/>
            </a:avLst>
          </a:prstGeom>
          <a:solidFill>
            <a:srgbClr val="166B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4" name="!!p10_11"/>
          <p:cNvSpPr/>
          <p:nvPr/>
        </p:nvSpPr>
        <p:spPr>
          <a:xfrm>
            <a:off x="2220489" y="4492729"/>
            <a:ext cx="99157" cy="99157"/>
          </a:xfrm>
          <a:prstGeom prst="roundRect">
            <a:avLst>
              <a:gd name="adj" fmla="val 30000"/>
            </a:avLst>
          </a:prstGeom>
          <a:solidFill>
            <a:srgbClr val="13577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5" name="!!p10_12"/>
          <p:cNvSpPr/>
          <p:nvPr/>
        </p:nvSpPr>
        <p:spPr>
          <a:xfrm>
            <a:off x="2379235" y="4492729"/>
            <a:ext cx="99157" cy="99157"/>
          </a:xfrm>
          <a:prstGeom prst="roundRect">
            <a:avLst>
              <a:gd name="adj" fmla="val 30000"/>
            </a:avLst>
          </a:prstGeom>
          <a:solidFill>
            <a:srgbClr val="0F42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6" name="!!p11_06"/>
          <p:cNvSpPr/>
          <p:nvPr/>
        </p:nvSpPr>
        <p:spPr>
          <a:xfrm>
            <a:off x="1426759" y="4377430"/>
            <a:ext cx="99157" cy="99157"/>
          </a:xfrm>
          <a:prstGeom prst="roundRect">
            <a:avLst>
              <a:gd name="adj" fmla="val 30000"/>
            </a:avLst>
          </a:prstGeom>
          <a:solidFill>
            <a:srgbClr val="0F436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7" name="!!p11_07"/>
          <p:cNvSpPr/>
          <p:nvPr/>
        </p:nvSpPr>
        <p:spPr>
          <a:xfrm>
            <a:off x="1585505" y="4377430"/>
            <a:ext cx="99157" cy="99157"/>
          </a:xfrm>
          <a:prstGeom prst="roundRect">
            <a:avLst>
              <a:gd name="adj" fmla="val 30000"/>
            </a:avLst>
          </a:prstGeom>
          <a:solidFill>
            <a:srgbClr val="12547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8" name="!!p11_08"/>
          <p:cNvSpPr/>
          <p:nvPr/>
        </p:nvSpPr>
        <p:spPr>
          <a:xfrm>
            <a:off x="1744251" y="4377430"/>
            <a:ext cx="99157" cy="99157"/>
          </a:xfrm>
          <a:prstGeom prst="roundRect">
            <a:avLst>
              <a:gd name="adj" fmla="val 30000"/>
            </a:avLst>
          </a:prstGeom>
          <a:solidFill>
            <a:srgbClr val="15638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9" name="!!p11_09"/>
          <p:cNvSpPr/>
          <p:nvPr/>
        </p:nvSpPr>
        <p:spPr>
          <a:xfrm>
            <a:off x="1902997" y="4377430"/>
            <a:ext cx="99157" cy="99157"/>
          </a:xfrm>
          <a:prstGeom prst="roundRect">
            <a:avLst>
              <a:gd name="adj" fmla="val 30000"/>
            </a:avLst>
          </a:prstGeom>
          <a:solidFill>
            <a:srgbClr val="166A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0" name="!!p11_10"/>
          <p:cNvSpPr/>
          <p:nvPr/>
        </p:nvSpPr>
        <p:spPr>
          <a:xfrm>
            <a:off x="2061743" y="4377430"/>
            <a:ext cx="99157" cy="99157"/>
          </a:xfrm>
          <a:prstGeom prst="roundRect">
            <a:avLst>
              <a:gd name="adj" fmla="val 30000"/>
            </a:avLst>
          </a:prstGeom>
          <a:solidFill>
            <a:srgbClr val="1566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1" name="!!p11_11"/>
          <p:cNvSpPr/>
          <p:nvPr/>
        </p:nvSpPr>
        <p:spPr>
          <a:xfrm>
            <a:off x="2220489" y="4377430"/>
            <a:ext cx="99157" cy="99157"/>
          </a:xfrm>
          <a:prstGeom prst="roundRect">
            <a:avLst>
              <a:gd name="adj" fmla="val 30000"/>
            </a:avLst>
          </a:prstGeom>
          <a:solidFill>
            <a:srgbClr val="13577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2" name="!!p11_12"/>
          <p:cNvSpPr/>
          <p:nvPr/>
        </p:nvSpPr>
        <p:spPr>
          <a:xfrm>
            <a:off x="2379235" y="4377430"/>
            <a:ext cx="99157" cy="99157"/>
          </a:xfrm>
          <a:prstGeom prst="roundRect">
            <a:avLst>
              <a:gd name="adj" fmla="val 30000"/>
            </a:avLst>
          </a:prstGeom>
          <a:solidFill>
            <a:srgbClr val="0F456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3" name="!!p12_06"/>
          <p:cNvSpPr/>
          <p:nvPr/>
        </p:nvSpPr>
        <p:spPr>
          <a:xfrm>
            <a:off x="1426759" y="4262130"/>
            <a:ext cx="99157" cy="99157"/>
          </a:xfrm>
          <a:prstGeom prst="roundRect">
            <a:avLst>
              <a:gd name="adj" fmla="val 30000"/>
            </a:avLst>
          </a:prstGeom>
          <a:solidFill>
            <a:srgbClr val="0E40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4" name="!!p12_07"/>
          <p:cNvSpPr/>
          <p:nvPr/>
        </p:nvSpPr>
        <p:spPr>
          <a:xfrm>
            <a:off x="1585505" y="4262130"/>
            <a:ext cx="99157" cy="99157"/>
          </a:xfrm>
          <a:prstGeom prst="roundRect">
            <a:avLst>
              <a:gd name="adj" fmla="val 30000"/>
            </a:avLst>
          </a:prstGeom>
          <a:solidFill>
            <a:srgbClr val="114E7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5" name="!!p12_08"/>
          <p:cNvSpPr/>
          <p:nvPr/>
        </p:nvSpPr>
        <p:spPr>
          <a:xfrm>
            <a:off x="1744251" y="4262130"/>
            <a:ext cx="99157" cy="99157"/>
          </a:xfrm>
          <a:prstGeom prst="roundRect">
            <a:avLst>
              <a:gd name="adj" fmla="val 30000"/>
            </a:avLst>
          </a:prstGeom>
          <a:solidFill>
            <a:srgbClr val="135C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6" name="!!p12_09"/>
          <p:cNvSpPr/>
          <p:nvPr/>
        </p:nvSpPr>
        <p:spPr>
          <a:xfrm>
            <a:off x="1902997" y="4262130"/>
            <a:ext cx="99157" cy="99157"/>
          </a:xfrm>
          <a:prstGeom prst="roundRect">
            <a:avLst>
              <a:gd name="adj" fmla="val 30000"/>
            </a:avLst>
          </a:prstGeom>
          <a:solidFill>
            <a:srgbClr val="15658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7" name="!!p12_10"/>
          <p:cNvSpPr/>
          <p:nvPr/>
        </p:nvSpPr>
        <p:spPr>
          <a:xfrm>
            <a:off x="2061743" y="4262130"/>
            <a:ext cx="99157" cy="99157"/>
          </a:xfrm>
          <a:prstGeom prst="roundRect">
            <a:avLst>
              <a:gd name="adj" fmla="val 30000"/>
            </a:avLst>
          </a:prstGeom>
          <a:solidFill>
            <a:srgbClr val="1564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8" name="!!p12_11"/>
          <p:cNvSpPr/>
          <p:nvPr/>
        </p:nvSpPr>
        <p:spPr>
          <a:xfrm>
            <a:off x="2220489" y="4262130"/>
            <a:ext cx="99157" cy="99157"/>
          </a:xfrm>
          <a:prstGeom prst="roundRect">
            <a:avLst>
              <a:gd name="adj" fmla="val 30000"/>
            </a:avLst>
          </a:prstGeom>
          <a:solidFill>
            <a:srgbClr val="1359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9" name="!!p12_12"/>
          <p:cNvSpPr/>
          <p:nvPr/>
        </p:nvSpPr>
        <p:spPr>
          <a:xfrm>
            <a:off x="2379235" y="4262130"/>
            <a:ext cx="99157" cy="99157"/>
          </a:xfrm>
          <a:prstGeom prst="roundRect">
            <a:avLst>
              <a:gd name="adj" fmla="val 30000"/>
            </a:avLst>
          </a:prstGeom>
          <a:solidFill>
            <a:srgbClr val="10487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0" name="!!p13_06"/>
          <p:cNvSpPr/>
          <p:nvPr/>
        </p:nvSpPr>
        <p:spPr>
          <a:xfrm>
            <a:off x="1426759" y="4146830"/>
            <a:ext cx="99157" cy="99157"/>
          </a:xfrm>
          <a:prstGeom prst="roundRect">
            <a:avLst>
              <a:gd name="adj" fmla="val 30000"/>
            </a:avLst>
          </a:prstGeom>
          <a:solidFill>
            <a:srgbClr val="0E3F6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1" name="!!p13_07"/>
          <p:cNvSpPr/>
          <p:nvPr/>
        </p:nvSpPr>
        <p:spPr>
          <a:xfrm>
            <a:off x="1585505" y="4146830"/>
            <a:ext cx="99157" cy="99157"/>
          </a:xfrm>
          <a:prstGeom prst="roundRect">
            <a:avLst>
              <a:gd name="adj" fmla="val 30000"/>
            </a:avLst>
          </a:prstGeom>
          <a:solidFill>
            <a:srgbClr val="104B7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2" name="!!p13_08"/>
          <p:cNvSpPr/>
          <p:nvPr/>
        </p:nvSpPr>
        <p:spPr>
          <a:xfrm>
            <a:off x="1744251" y="4146830"/>
            <a:ext cx="99157" cy="99157"/>
          </a:xfrm>
          <a:prstGeom prst="roundRect">
            <a:avLst>
              <a:gd name="adj" fmla="val 30000"/>
            </a:avLst>
          </a:prstGeom>
          <a:solidFill>
            <a:srgbClr val="13587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3" name="!!p13_09"/>
          <p:cNvSpPr/>
          <p:nvPr/>
        </p:nvSpPr>
        <p:spPr>
          <a:xfrm>
            <a:off x="1902997" y="4146830"/>
            <a:ext cx="99157" cy="99157"/>
          </a:xfrm>
          <a:prstGeom prst="roundRect">
            <a:avLst>
              <a:gd name="adj" fmla="val 30000"/>
            </a:avLst>
          </a:prstGeom>
          <a:solidFill>
            <a:srgbClr val="1562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4" name="!!p13_10"/>
          <p:cNvSpPr/>
          <p:nvPr/>
        </p:nvSpPr>
        <p:spPr>
          <a:xfrm>
            <a:off x="2061743" y="4146830"/>
            <a:ext cx="99157" cy="99157"/>
          </a:xfrm>
          <a:prstGeom prst="roundRect">
            <a:avLst>
              <a:gd name="adj" fmla="val 30000"/>
            </a:avLst>
          </a:prstGeom>
          <a:solidFill>
            <a:srgbClr val="1564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5" name="!!p13_11"/>
          <p:cNvSpPr/>
          <p:nvPr/>
        </p:nvSpPr>
        <p:spPr>
          <a:xfrm>
            <a:off x="2220489" y="4146830"/>
            <a:ext cx="99157" cy="99157"/>
          </a:xfrm>
          <a:prstGeom prst="roundRect">
            <a:avLst>
              <a:gd name="adj" fmla="val 30000"/>
            </a:avLst>
          </a:prstGeom>
          <a:solidFill>
            <a:srgbClr val="135B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6" name="!!p13_12"/>
          <p:cNvSpPr/>
          <p:nvPr/>
        </p:nvSpPr>
        <p:spPr>
          <a:xfrm>
            <a:off x="2379235" y="4146830"/>
            <a:ext cx="99157" cy="99157"/>
          </a:xfrm>
          <a:prstGeom prst="roundRect">
            <a:avLst>
              <a:gd name="adj" fmla="val 30000"/>
            </a:avLst>
          </a:prstGeom>
          <a:solidFill>
            <a:srgbClr val="104B7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7" name="!!p14_06"/>
          <p:cNvSpPr/>
          <p:nvPr/>
        </p:nvSpPr>
        <p:spPr>
          <a:xfrm>
            <a:off x="1426759" y="4031530"/>
            <a:ext cx="99157" cy="99157"/>
          </a:xfrm>
          <a:prstGeom prst="roundRect">
            <a:avLst>
              <a:gd name="adj" fmla="val 30000"/>
            </a:avLst>
          </a:prstGeom>
          <a:solidFill>
            <a:srgbClr val="0E3E6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8" name="!!p14_07"/>
          <p:cNvSpPr/>
          <p:nvPr/>
        </p:nvSpPr>
        <p:spPr>
          <a:xfrm>
            <a:off x="1585505" y="4031530"/>
            <a:ext cx="99157" cy="99157"/>
          </a:xfrm>
          <a:prstGeom prst="roundRect">
            <a:avLst>
              <a:gd name="adj" fmla="val 30000"/>
            </a:avLst>
          </a:prstGeom>
          <a:solidFill>
            <a:srgbClr val="1049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9" name="!!p14_08"/>
          <p:cNvSpPr/>
          <p:nvPr/>
        </p:nvSpPr>
        <p:spPr>
          <a:xfrm>
            <a:off x="1744251" y="4031530"/>
            <a:ext cx="99157" cy="99157"/>
          </a:xfrm>
          <a:prstGeom prst="roundRect">
            <a:avLst>
              <a:gd name="adj" fmla="val 30000"/>
            </a:avLst>
          </a:prstGeom>
          <a:solidFill>
            <a:srgbClr val="12557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0" name="!!p14_09"/>
          <p:cNvSpPr/>
          <p:nvPr/>
        </p:nvSpPr>
        <p:spPr>
          <a:xfrm>
            <a:off x="1902997" y="4031530"/>
            <a:ext cx="99157" cy="99157"/>
          </a:xfrm>
          <a:prstGeom prst="roundRect">
            <a:avLst>
              <a:gd name="adj" fmla="val 30000"/>
            </a:avLst>
          </a:prstGeom>
          <a:solidFill>
            <a:srgbClr val="14618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1" name="!!p14_10"/>
          <p:cNvSpPr/>
          <p:nvPr/>
        </p:nvSpPr>
        <p:spPr>
          <a:xfrm>
            <a:off x="2061743" y="4031530"/>
            <a:ext cx="99157" cy="99157"/>
          </a:xfrm>
          <a:prstGeom prst="roundRect">
            <a:avLst>
              <a:gd name="adj" fmla="val 30000"/>
            </a:avLst>
          </a:prstGeom>
          <a:solidFill>
            <a:srgbClr val="1564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2" name="!!p14_11"/>
          <p:cNvSpPr/>
          <p:nvPr/>
        </p:nvSpPr>
        <p:spPr>
          <a:xfrm>
            <a:off x="2220489" y="4031530"/>
            <a:ext cx="99157" cy="99157"/>
          </a:xfrm>
          <a:prstGeom prst="roundRect">
            <a:avLst>
              <a:gd name="adj" fmla="val 30000"/>
            </a:avLst>
          </a:prstGeom>
          <a:solidFill>
            <a:srgbClr val="145D8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3" name="!!p14_12"/>
          <p:cNvSpPr/>
          <p:nvPr/>
        </p:nvSpPr>
        <p:spPr>
          <a:xfrm>
            <a:off x="2379235" y="4031530"/>
            <a:ext cx="99157" cy="99157"/>
          </a:xfrm>
          <a:prstGeom prst="roundRect">
            <a:avLst>
              <a:gd name="adj" fmla="val 30000"/>
            </a:avLst>
          </a:prstGeom>
          <a:solidFill>
            <a:srgbClr val="114D7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4" name="!!p15_07"/>
          <p:cNvSpPr/>
          <p:nvPr/>
        </p:nvSpPr>
        <p:spPr>
          <a:xfrm>
            <a:off x="1585505" y="3916231"/>
            <a:ext cx="99157" cy="99157"/>
          </a:xfrm>
          <a:prstGeom prst="roundRect">
            <a:avLst>
              <a:gd name="adj" fmla="val 30000"/>
            </a:avLst>
          </a:prstGeom>
          <a:solidFill>
            <a:srgbClr val="10487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5" name="!!p15_08"/>
          <p:cNvSpPr/>
          <p:nvPr/>
        </p:nvSpPr>
        <p:spPr>
          <a:xfrm>
            <a:off x="1744251" y="3916231"/>
            <a:ext cx="99157" cy="99157"/>
          </a:xfrm>
          <a:prstGeom prst="roundRect">
            <a:avLst>
              <a:gd name="adj" fmla="val 30000"/>
            </a:avLst>
          </a:prstGeom>
          <a:solidFill>
            <a:srgbClr val="12547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6" name="!!p15_09"/>
          <p:cNvSpPr/>
          <p:nvPr/>
        </p:nvSpPr>
        <p:spPr>
          <a:xfrm>
            <a:off x="1902997" y="3916231"/>
            <a:ext cx="99157" cy="99157"/>
          </a:xfrm>
          <a:prstGeom prst="roundRect">
            <a:avLst>
              <a:gd name="adj" fmla="val 30000"/>
            </a:avLst>
          </a:prstGeom>
          <a:solidFill>
            <a:srgbClr val="145F8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7" name="!!p15_10"/>
          <p:cNvSpPr/>
          <p:nvPr/>
        </p:nvSpPr>
        <p:spPr>
          <a:xfrm>
            <a:off x="2061743" y="3916231"/>
            <a:ext cx="99157" cy="99157"/>
          </a:xfrm>
          <a:prstGeom prst="roundRect">
            <a:avLst>
              <a:gd name="adj" fmla="val 30000"/>
            </a:avLst>
          </a:prstGeom>
          <a:solidFill>
            <a:srgbClr val="1564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8" name="!!p15_11"/>
          <p:cNvSpPr/>
          <p:nvPr/>
        </p:nvSpPr>
        <p:spPr>
          <a:xfrm>
            <a:off x="2220489" y="3916231"/>
            <a:ext cx="99157" cy="99157"/>
          </a:xfrm>
          <a:prstGeom prst="roundRect">
            <a:avLst>
              <a:gd name="adj" fmla="val 30000"/>
            </a:avLst>
          </a:prstGeom>
          <a:solidFill>
            <a:srgbClr val="145D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9" name="!!p15_12"/>
          <p:cNvSpPr/>
          <p:nvPr/>
        </p:nvSpPr>
        <p:spPr>
          <a:xfrm>
            <a:off x="2379235" y="3916231"/>
            <a:ext cx="99157" cy="99157"/>
          </a:xfrm>
          <a:prstGeom prst="roundRect">
            <a:avLst>
              <a:gd name="adj" fmla="val 30000"/>
            </a:avLst>
          </a:prstGeom>
          <a:solidFill>
            <a:srgbClr val="114E7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0" name="!!p15_13"/>
          <p:cNvSpPr/>
          <p:nvPr/>
        </p:nvSpPr>
        <p:spPr>
          <a:xfrm>
            <a:off x="2537981" y="3916231"/>
            <a:ext cx="99157" cy="99157"/>
          </a:xfrm>
          <a:prstGeom prst="roundRect">
            <a:avLst>
              <a:gd name="adj" fmla="val 30000"/>
            </a:avLst>
          </a:prstGeom>
          <a:solidFill>
            <a:srgbClr val="0D3C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1" name="!!p16_07"/>
          <p:cNvSpPr/>
          <p:nvPr/>
        </p:nvSpPr>
        <p:spPr>
          <a:xfrm>
            <a:off x="1585505" y="3800931"/>
            <a:ext cx="99157" cy="99157"/>
          </a:xfrm>
          <a:prstGeom prst="roundRect">
            <a:avLst>
              <a:gd name="adj" fmla="val 30000"/>
            </a:avLst>
          </a:prstGeom>
          <a:solidFill>
            <a:srgbClr val="10476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2" name="!!p16_08"/>
          <p:cNvSpPr/>
          <p:nvPr/>
        </p:nvSpPr>
        <p:spPr>
          <a:xfrm>
            <a:off x="1744251" y="3800931"/>
            <a:ext cx="99157" cy="99157"/>
          </a:xfrm>
          <a:prstGeom prst="roundRect">
            <a:avLst>
              <a:gd name="adj" fmla="val 30000"/>
            </a:avLst>
          </a:prstGeom>
          <a:solidFill>
            <a:srgbClr val="1253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3" name="!!p16_09"/>
          <p:cNvSpPr/>
          <p:nvPr/>
        </p:nvSpPr>
        <p:spPr>
          <a:xfrm>
            <a:off x="1902997" y="3800931"/>
            <a:ext cx="99157" cy="99157"/>
          </a:xfrm>
          <a:prstGeom prst="roundRect">
            <a:avLst>
              <a:gd name="adj" fmla="val 30000"/>
            </a:avLst>
          </a:prstGeom>
          <a:solidFill>
            <a:srgbClr val="145D8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4" name="!!p16_10"/>
          <p:cNvSpPr/>
          <p:nvPr/>
        </p:nvSpPr>
        <p:spPr>
          <a:xfrm>
            <a:off x="2061743" y="3800931"/>
            <a:ext cx="99157" cy="99157"/>
          </a:xfrm>
          <a:prstGeom prst="roundRect">
            <a:avLst>
              <a:gd name="adj" fmla="val 30000"/>
            </a:avLst>
          </a:prstGeom>
          <a:solidFill>
            <a:srgbClr val="1561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5" name="!!p16_11"/>
          <p:cNvSpPr/>
          <p:nvPr/>
        </p:nvSpPr>
        <p:spPr>
          <a:xfrm>
            <a:off x="2220489" y="3800931"/>
            <a:ext cx="99157" cy="99157"/>
          </a:xfrm>
          <a:prstGeom prst="roundRect">
            <a:avLst>
              <a:gd name="adj" fmla="val 30000"/>
            </a:avLst>
          </a:prstGeom>
          <a:solidFill>
            <a:srgbClr val="145C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6" name="!!p16_12"/>
          <p:cNvSpPr/>
          <p:nvPr/>
        </p:nvSpPr>
        <p:spPr>
          <a:xfrm>
            <a:off x="2379235" y="3800931"/>
            <a:ext cx="99157" cy="99157"/>
          </a:xfrm>
          <a:prstGeom prst="roundRect">
            <a:avLst>
              <a:gd name="adj" fmla="val 30000"/>
            </a:avLst>
          </a:prstGeom>
          <a:solidFill>
            <a:srgbClr val="114D7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7" name="!!p16_13"/>
          <p:cNvSpPr/>
          <p:nvPr/>
        </p:nvSpPr>
        <p:spPr>
          <a:xfrm>
            <a:off x="2537981" y="3800931"/>
            <a:ext cx="99157" cy="99157"/>
          </a:xfrm>
          <a:prstGeom prst="roundRect">
            <a:avLst>
              <a:gd name="adj" fmla="val 30000"/>
            </a:avLst>
          </a:prstGeom>
          <a:solidFill>
            <a:srgbClr val="0D3C6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8" name="!!p17_07"/>
          <p:cNvSpPr/>
          <p:nvPr/>
        </p:nvSpPr>
        <p:spPr>
          <a:xfrm>
            <a:off x="1585505" y="3685631"/>
            <a:ext cx="99157" cy="99157"/>
          </a:xfrm>
          <a:prstGeom prst="roundRect">
            <a:avLst>
              <a:gd name="adj" fmla="val 30000"/>
            </a:avLst>
          </a:prstGeom>
          <a:solidFill>
            <a:srgbClr val="10476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9" name="!!p17_08"/>
          <p:cNvSpPr/>
          <p:nvPr/>
        </p:nvSpPr>
        <p:spPr>
          <a:xfrm>
            <a:off x="1744251" y="3685631"/>
            <a:ext cx="99157" cy="99157"/>
          </a:xfrm>
          <a:prstGeom prst="roundRect">
            <a:avLst>
              <a:gd name="adj" fmla="val 30000"/>
            </a:avLst>
          </a:prstGeom>
          <a:solidFill>
            <a:srgbClr val="12517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0" name="!!p17_09"/>
          <p:cNvSpPr/>
          <p:nvPr/>
        </p:nvSpPr>
        <p:spPr>
          <a:xfrm>
            <a:off x="1902997" y="3685631"/>
            <a:ext cx="99157" cy="99157"/>
          </a:xfrm>
          <a:prstGeom prst="roundRect">
            <a:avLst>
              <a:gd name="adj" fmla="val 30000"/>
            </a:avLst>
          </a:prstGeom>
          <a:solidFill>
            <a:srgbClr val="135A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1" name="!!p17_10"/>
          <p:cNvSpPr/>
          <p:nvPr/>
        </p:nvSpPr>
        <p:spPr>
          <a:xfrm>
            <a:off x="2061743" y="3685631"/>
            <a:ext cx="99157" cy="99157"/>
          </a:xfrm>
          <a:prstGeom prst="roundRect">
            <a:avLst>
              <a:gd name="adj" fmla="val 30000"/>
            </a:avLst>
          </a:prstGeom>
          <a:solidFill>
            <a:srgbClr val="145E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2" name="!!p17_11"/>
          <p:cNvSpPr/>
          <p:nvPr/>
        </p:nvSpPr>
        <p:spPr>
          <a:xfrm>
            <a:off x="2220489" y="3685631"/>
            <a:ext cx="99157" cy="99157"/>
          </a:xfrm>
          <a:prstGeom prst="roundRect">
            <a:avLst>
              <a:gd name="adj" fmla="val 30000"/>
            </a:avLst>
          </a:prstGeom>
          <a:solidFill>
            <a:srgbClr val="135A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3" name="!!p17_12"/>
          <p:cNvSpPr/>
          <p:nvPr/>
        </p:nvSpPr>
        <p:spPr>
          <a:xfrm>
            <a:off x="2379235" y="3685631"/>
            <a:ext cx="99157" cy="99157"/>
          </a:xfrm>
          <a:prstGeom prst="roundRect">
            <a:avLst>
              <a:gd name="adj" fmla="val 30000"/>
            </a:avLst>
          </a:prstGeom>
          <a:solidFill>
            <a:srgbClr val="114D7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4" name="!!p17_13"/>
          <p:cNvSpPr/>
          <p:nvPr/>
        </p:nvSpPr>
        <p:spPr>
          <a:xfrm>
            <a:off x="2537981" y="3685631"/>
            <a:ext cx="99157" cy="99157"/>
          </a:xfrm>
          <a:prstGeom prst="roundRect">
            <a:avLst>
              <a:gd name="adj" fmla="val 30000"/>
            </a:avLst>
          </a:prstGeom>
          <a:solidFill>
            <a:srgbClr val="0D3C6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5" name="!!p18_06"/>
          <p:cNvSpPr/>
          <p:nvPr/>
        </p:nvSpPr>
        <p:spPr>
          <a:xfrm>
            <a:off x="1426759" y="3570331"/>
            <a:ext cx="99157" cy="99157"/>
          </a:xfrm>
          <a:prstGeom prst="roundRect">
            <a:avLst>
              <a:gd name="adj" fmla="val 30000"/>
            </a:avLst>
          </a:prstGeom>
          <a:solidFill>
            <a:srgbClr val="0E40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6" name="!!p18_07"/>
          <p:cNvSpPr/>
          <p:nvPr/>
        </p:nvSpPr>
        <p:spPr>
          <a:xfrm>
            <a:off x="1585505" y="3570331"/>
            <a:ext cx="99157" cy="99157"/>
          </a:xfrm>
          <a:prstGeom prst="roundRect">
            <a:avLst>
              <a:gd name="adj" fmla="val 30000"/>
            </a:avLst>
          </a:prstGeom>
          <a:solidFill>
            <a:srgbClr val="104A7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7" name="!!p18_08"/>
          <p:cNvSpPr/>
          <p:nvPr/>
        </p:nvSpPr>
        <p:spPr>
          <a:xfrm>
            <a:off x="1744251" y="3570331"/>
            <a:ext cx="99157" cy="99157"/>
          </a:xfrm>
          <a:prstGeom prst="roundRect">
            <a:avLst>
              <a:gd name="adj" fmla="val 30000"/>
            </a:avLst>
          </a:prstGeom>
          <a:solidFill>
            <a:srgbClr val="1253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8" name="!!p18_09"/>
          <p:cNvSpPr/>
          <p:nvPr/>
        </p:nvSpPr>
        <p:spPr>
          <a:xfrm>
            <a:off x="1902997" y="3570331"/>
            <a:ext cx="99157" cy="99157"/>
          </a:xfrm>
          <a:prstGeom prst="roundRect">
            <a:avLst>
              <a:gd name="adj" fmla="val 30000"/>
            </a:avLst>
          </a:prstGeom>
          <a:solidFill>
            <a:srgbClr val="13577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9" name="!!p18_10"/>
          <p:cNvSpPr/>
          <p:nvPr/>
        </p:nvSpPr>
        <p:spPr>
          <a:xfrm>
            <a:off x="2061743" y="3570331"/>
            <a:ext cx="99157" cy="99157"/>
          </a:xfrm>
          <a:prstGeom prst="roundRect">
            <a:avLst>
              <a:gd name="adj" fmla="val 30000"/>
            </a:avLst>
          </a:prstGeom>
          <a:solidFill>
            <a:srgbClr val="135A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0" name="!!p18_11"/>
          <p:cNvSpPr/>
          <p:nvPr/>
        </p:nvSpPr>
        <p:spPr>
          <a:xfrm>
            <a:off x="2220489" y="3570331"/>
            <a:ext cx="99157" cy="99157"/>
          </a:xfrm>
          <a:prstGeom prst="roundRect">
            <a:avLst>
              <a:gd name="adj" fmla="val 30000"/>
            </a:avLst>
          </a:prstGeom>
          <a:solidFill>
            <a:srgbClr val="13597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1" name="!!p18_12"/>
          <p:cNvSpPr/>
          <p:nvPr/>
        </p:nvSpPr>
        <p:spPr>
          <a:xfrm>
            <a:off x="2379235" y="3570331"/>
            <a:ext cx="99157" cy="99157"/>
          </a:xfrm>
          <a:prstGeom prst="roundRect">
            <a:avLst>
              <a:gd name="adj" fmla="val 30000"/>
            </a:avLst>
          </a:prstGeom>
          <a:solidFill>
            <a:srgbClr val="11507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2" name="!!p18_13"/>
          <p:cNvSpPr/>
          <p:nvPr/>
        </p:nvSpPr>
        <p:spPr>
          <a:xfrm>
            <a:off x="2537981" y="3570331"/>
            <a:ext cx="99157" cy="99157"/>
          </a:xfrm>
          <a:prstGeom prst="roundRect">
            <a:avLst>
              <a:gd name="adj" fmla="val 30000"/>
            </a:avLst>
          </a:prstGeom>
          <a:solidFill>
            <a:srgbClr val="0E3E6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3" name="!!p19_06"/>
          <p:cNvSpPr/>
          <p:nvPr/>
        </p:nvSpPr>
        <p:spPr>
          <a:xfrm>
            <a:off x="1426759" y="3455032"/>
            <a:ext cx="99157" cy="99157"/>
          </a:xfrm>
          <a:prstGeom prst="roundRect">
            <a:avLst>
              <a:gd name="adj" fmla="val 30000"/>
            </a:avLst>
          </a:prstGeom>
          <a:solidFill>
            <a:srgbClr val="0F4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4" name="!!p19_07"/>
          <p:cNvSpPr/>
          <p:nvPr/>
        </p:nvSpPr>
        <p:spPr>
          <a:xfrm>
            <a:off x="1585505" y="3455032"/>
            <a:ext cx="99157" cy="99157"/>
          </a:xfrm>
          <a:prstGeom prst="roundRect">
            <a:avLst>
              <a:gd name="adj" fmla="val 30000"/>
            </a:avLst>
          </a:prstGeom>
          <a:solidFill>
            <a:srgbClr val="12557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5" name="!!p19_08"/>
          <p:cNvSpPr/>
          <p:nvPr/>
        </p:nvSpPr>
        <p:spPr>
          <a:xfrm>
            <a:off x="1744251" y="3455032"/>
            <a:ext cx="99157" cy="99157"/>
          </a:xfrm>
          <a:prstGeom prst="roundRect">
            <a:avLst>
              <a:gd name="adj" fmla="val 30000"/>
            </a:avLst>
          </a:prstGeom>
          <a:solidFill>
            <a:srgbClr val="135B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6" name="!!p19_09"/>
          <p:cNvSpPr/>
          <p:nvPr/>
        </p:nvSpPr>
        <p:spPr>
          <a:xfrm>
            <a:off x="1902997" y="3455032"/>
            <a:ext cx="99157" cy="99157"/>
          </a:xfrm>
          <a:prstGeom prst="roundRect">
            <a:avLst>
              <a:gd name="adj" fmla="val 30000"/>
            </a:avLst>
          </a:prstGeom>
          <a:solidFill>
            <a:srgbClr val="13577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7" name="!!p19_10"/>
          <p:cNvSpPr/>
          <p:nvPr/>
        </p:nvSpPr>
        <p:spPr>
          <a:xfrm>
            <a:off x="2061743" y="3455032"/>
            <a:ext cx="99157" cy="99157"/>
          </a:xfrm>
          <a:prstGeom prst="roundRect">
            <a:avLst>
              <a:gd name="adj" fmla="val 30000"/>
            </a:avLst>
          </a:prstGeom>
          <a:solidFill>
            <a:srgbClr val="13577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8" name="!!p19_11"/>
          <p:cNvSpPr/>
          <p:nvPr/>
        </p:nvSpPr>
        <p:spPr>
          <a:xfrm>
            <a:off x="2220489" y="3455032"/>
            <a:ext cx="99157" cy="99157"/>
          </a:xfrm>
          <a:prstGeom prst="roundRect">
            <a:avLst>
              <a:gd name="adj" fmla="val 30000"/>
            </a:avLst>
          </a:prstGeom>
          <a:solidFill>
            <a:srgbClr val="135B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9" name="!!p19_12"/>
          <p:cNvSpPr/>
          <p:nvPr/>
        </p:nvSpPr>
        <p:spPr>
          <a:xfrm>
            <a:off x="2379235" y="3455032"/>
            <a:ext cx="99157" cy="99157"/>
          </a:xfrm>
          <a:prstGeom prst="roundRect">
            <a:avLst>
              <a:gd name="adj" fmla="val 30000"/>
            </a:avLst>
          </a:prstGeom>
          <a:solidFill>
            <a:srgbClr val="1359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0" name="!!p19_13"/>
          <p:cNvSpPr/>
          <p:nvPr/>
        </p:nvSpPr>
        <p:spPr>
          <a:xfrm>
            <a:off x="2537981" y="3455032"/>
            <a:ext cx="99157" cy="99157"/>
          </a:xfrm>
          <a:prstGeom prst="roundRect">
            <a:avLst>
              <a:gd name="adj" fmla="val 30000"/>
            </a:avLst>
          </a:prstGeom>
          <a:solidFill>
            <a:srgbClr val="0F4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1" name="!!p20_06"/>
          <p:cNvSpPr/>
          <p:nvPr/>
        </p:nvSpPr>
        <p:spPr>
          <a:xfrm>
            <a:off x="1426759" y="3339732"/>
            <a:ext cx="99157" cy="99157"/>
          </a:xfrm>
          <a:prstGeom prst="roundRect">
            <a:avLst>
              <a:gd name="adj" fmla="val 30000"/>
            </a:avLst>
          </a:prstGeom>
          <a:solidFill>
            <a:srgbClr val="12567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2" name="!!p20_07"/>
          <p:cNvSpPr/>
          <p:nvPr/>
        </p:nvSpPr>
        <p:spPr>
          <a:xfrm>
            <a:off x="1585505" y="3339732"/>
            <a:ext cx="99157" cy="99157"/>
          </a:xfrm>
          <a:prstGeom prst="roundRect">
            <a:avLst>
              <a:gd name="adj" fmla="val 30000"/>
            </a:avLst>
          </a:prstGeom>
          <a:solidFill>
            <a:srgbClr val="17709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3" name="!!p20_08"/>
          <p:cNvSpPr/>
          <p:nvPr/>
        </p:nvSpPr>
        <p:spPr>
          <a:xfrm>
            <a:off x="1744251" y="3339732"/>
            <a:ext cx="99157" cy="99157"/>
          </a:xfrm>
          <a:prstGeom prst="roundRect">
            <a:avLst>
              <a:gd name="adj" fmla="val 30000"/>
            </a:avLst>
          </a:prstGeom>
          <a:solidFill>
            <a:srgbClr val="1871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4" name="!!p20_09"/>
          <p:cNvSpPr/>
          <p:nvPr/>
        </p:nvSpPr>
        <p:spPr>
          <a:xfrm>
            <a:off x="1902997" y="3339732"/>
            <a:ext cx="99157" cy="99157"/>
          </a:xfrm>
          <a:prstGeom prst="roundRect">
            <a:avLst>
              <a:gd name="adj" fmla="val 30000"/>
            </a:avLst>
          </a:prstGeom>
          <a:solidFill>
            <a:srgbClr val="145D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5" name="!!p20_10"/>
          <p:cNvSpPr/>
          <p:nvPr/>
        </p:nvSpPr>
        <p:spPr>
          <a:xfrm>
            <a:off x="2061743" y="3339732"/>
            <a:ext cx="99157" cy="99157"/>
          </a:xfrm>
          <a:prstGeom prst="roundRect">
            <a:avLst>
              <a:gd name="adj" fmla="val 30000"/>
            </a:avLst>
          </a:prstGeom>
          <a:solidFill>
            <a:srgbClr val="13577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6" name="!!p20_11"/>
          <p:cNvSpPr/>
          <p:nvPr/>
        </p:nvSpPr>
        <p:spPr>
          <a:xfrm>
            <a:off x="2220489" y="3339732"/>
            <a:ext cx="99157" cy="99157"/>
          </a:xfrm>
          <a:prstGeom prst="roundRect">
            <a:avLst>
              <a:gd name="adj" fmla="val 30000"/>
            </a:avLst>
          </a:prstGeom>
          <a:solidFill>
            <a:srgbClr val="1564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7" name="!!p20_12"/>
          <p:cNvSpPr/>
          <p:nvPr/>
        </p:nvSpPr>
        <p:spPr>
          <a:xfrm>
            <a:off x="2379235" y="3339732"/>
            <a:ext cx="99157" cy="99157"/>
          </a:xfrm>
          <a:prstGeom prst="roundRect">
            <a:avLst>
              <a:gd name="adj" fmla="val 30000"/>
            </a:avLst>
          </a:prstGeom>
          <a:solidFill>
            <a:srgbClr val="176D9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8" name="!!p20_13"/>
          <p:cNvSpPr/>
          <p:nvPr/>
        </p:nvSpPr>
        <p:spPr>
          <a:xfrm>
            <a:off x="2537981" y="3339732"/>
            <a:ext cx="99157" cy="99157"/>
          </a:xfrm>
          <a:prstGeom prst="roundRect">
            <a:avLst>
              <a:gd name="adj" fmla="val 30000"/>
            </a:avLst>
          </a:prstGeom>
          <a:solidFill>
            <a:srgbClr val="12557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9" name="!!p21_05"/>
          <p:cNvSpPr/>
          <p:nvPr/>
        </p:nvSpPr>
        <p:spPr>
          <a:xfrm>
            <a:off x="1268013" y="3224432"/>
            <a:ext cx="99157" cy="99157"/>
          </a:xfrm>
          <a:prstGeom prst="roundRect">
            <a:avLst>
              <a:gd name="adj" fmla="val 30000"/>
            </a:avLst>
          </a:prstGeom>
          <a:solidFill>
            <a:srgbClr val="13587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0" name="!!p21_06"/>
          <p:cNvSpPr/>
          <p:nvPr/>
        </p:nvSpPr>
        <p:spPr>
          <a:xfrm>
            <a:off x="1426759" y="3224432"/>
            <a:ext cx="99157" cy="99157"/>
          </a:xfrm>
          <a:prstGeom prst="roundRect">
            <a:avLst>
              <a:gd name="adj" fmla="val 30000"/>
            </a:avLst>
          </a:prstGeom>
          <a:solidFill>
            <a:srgbClr val="19769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1" name="!!p21_07"/>
          <p:cNvSpPr/>
          <p:nvPr/>
        </p:nvSpPr>
        <p:spPr>
          <a:xfrm>
            <a:off x="1585505" y="3224432"/>
            <a:ext cx="99157" cy="99157"/>
          </a:xfrm>
          <a:prstGeom prst="roundRect">
            <a:avLst>
              <a:gd name="adj" fmla="val 30000"/>
            </a:avLst>
          </a:prstGeom>
          <a:solidFill>
            <a:srgbClr val="2B99B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2" name="!!p21_08"/>
          <p:cNvSpPr/>
          <p:nvPr/>
        </p:nvSpPr>
        <p:spPr>
          <a:xfrm>
            <a:off x="1744251" y="3224432"/>
            <a:ext cx="99157" cy="99157"/>
          </a:xfrm>
          <a:prstGeom prst="roundRect">
            <a:avLst>
              <a:gd name="adj" fmla="val 30000"/>
            </a:avLst>
          </a:prstGeom>
          <a:solidFill>
            <a:srgbClr val="2897B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3" name="!!p21_09"/>
          <p:cNvSpPr/>
          <p:nvPr/>
        </p:nvSpPr>
        <p:spPr>
          <a:xfrm>
            <a:off x="1902997" y="3224432"/>
            <a:ext cx="99157" cy="99157"/>
          </a:xfrm>
          <a:prstGeom prst="roundRect">
            <a:avLst>
              <a:gd name="adj" fmla="val 30000"/>
            </a:avLst>
          </a:prstGeom>
          <a:solidFill>
            <a:srgbClr val="176D9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4" name="!!p21_10"/>
          <p:cNvSpPr/>
          <p:nvPr/>
        </p:nvSpPr>
        <p:spPr>
          <a:xfrm>
            <a:off x="2061743" y="3224432"/>
            <a:ext cx="99157" cy="99157"/>
          </a:xfrm>
          <a:prstGeom prst="roundRect">
            <a:avLst>
              <a:gd name="adj" fmla="val 30000"/>
            </a:avLst>
          </a:prstGeom>
          <a:solidFill>
            <a:srgbClr val="135A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5" name="!!p21_11"/>
          <p:cNvSpPr/>
          <p:nvPr/>
        </p:nvSpPr>
        <p:spPr>
          <a:xfrm>
            <a:off x="2220489" y="3224432"/>
            <a:ext cx="99157" cy="99157"/>
          </a:xfrm>
          <a:prstGeom prst="roundRect">
            <a:avLst>
              <a:gd name="adj" fmla="val 30000"/>
            </a:avLst>
          </a:prstGeom>
          <a:solidFill>
            <a:srgbClr val="18739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6" name="!!p21_12"/>
          <p:cNvSpPr/>
          <p:nvPr/>
        </p:nvSpPr>
        <p:spPr>
          <a:xfrm>
            <a:off x="2379235" y="3224432"/>
            <a:ext cx="99157" cy="99157"/>
          </a:xfrm>
          <a:prstGeom prst="roundRect">
            <a:avLst>
              <a:gd name="adj" fmla="val 30000"/>
            </a:avLst>
          </a:prstGeom>
          <a:solidFill>
            <a:srgbClr val="1C8AA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7" name="!!p21_13"/>
          <p:cNvSpPr/>
          <p:nvPr/>
        </p:nvSpPr>
        <p:spPr>
          <a:xfrm>
            <a:off x="2537981" y="3224432"/>
            <a:ext cx="99157" cy="99157"/>
          </a:xfrm>
          <a:prstGeom prst="roundRect">
            <a:avLst>
              <a:gd name="adj" fmla="val 30000"/>
            </a:avLst>
          </a:prstGeom>
          <a:solidFill>
            <a:srgbClr val="166A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8" name="!!p22_05"/>
          <p:cNvSpPr/>
          <p:nvPr/>
        </p:nvSpPr>
        <p:spPr>
          <a:xfrm>
            <a:off x="1268013" y="3109132"/>
            <a:ext cx="99157" cy="99157"/>
          </a:xfrm>
          <a:prstGeom prst="roundRect">
            <a:avLst>
              <a:gd name="adj" fmla="val 30000"/>
            </a:avLst>
          </a:prstGeom>
          <a:solidFill>
            <a:srgbClr val="1A7DA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9" name="!!p22_06"/>
          <p:cNvSpPr/>
          <p:nvPr/>
        </p:nvSpPr>
        <p:spPr>
          <a:xfrm>
            <a:off x="1426759" y="3109132"/>
            <a:ext cx="99157" cy="99157"/>
          </a:xfrm>
          <a:prstGeom prst="roundRect">
            <a:avLst>
              <a:gd name="adj" fmla="val 30000"/>
            </a:avLst>
          </a:prstGeom>
          <a:solidFill>
            <a:srgbClr val="2F9DC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0" name="!!p22_07"/>
          <p:cNvSpPr/>
          <p:nvPr/>
        </p:nvSpPr>
        <p:spPr>
          <a:xfrm>
            <a:off x="1585505" y="3109132"/>
            <a:ext cx="99157" cy="99157"/>
          </a:xfrm>
          <a:prstGeom prst="roundRect">
            <a:avLst>
              <a:gd name="adj" fmla="val 30000"/>
            </a:avLst>
          </a:prstGeom>
          <a:solidFill>
            <a:srgbClr val="70C1D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1" name="!!p22_08"/>
          <p:cNvSpPr/>
          <p:nvPr/>
        </p:nvSpPr>
        <p:spPr>
          <a:xfrm>
            <a:off x="1744251" y="3109132"/>
            <a:ext cx="99157" cy="99157"/>
          </a:xfrm>
          <a:prstGeom prst="roundRect">
            <a:avLst>
              <a:gd name="adj" fmla="val 30000"/>
            </a:avLst>
          </a:prstGeom>
          <a:solidFill>
            <a:srgbClr val="51BC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2" name="!!p22_09"/>
          <p:cNvSpPr/>
          <p:nvPr/>
        </p:nvSpPr>
        <p:spPr>
          <a:xfrm>
            <a:off x="1902997" y="3109132"/>
            <a:ext cx="99157" cy="99157"/>
          </a:xfrm>
          <a:prstGeom prst="roundRect">
            <a:avLst>
              <a:gd name="adj" fmla="val 30000"/>
            </a:avLst>
          </a:prstGeom>
          <a:solidFill>
            <a:srgbClr val="1B85A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3" name="!!p22_10"/>
          <p:cNvSpPr/>
          <p:nvPr/>
        </p:nvSpPr>
        <p:spPr>
          <a:xfrm>
            <a:off x="2061743" y="3109132"/>
            <a:ext cx="99157" cy="99157"/>
          </a:xfrm>
          <a:prstGeom prst="roundRect">
            <a:avLst>
              <a:gd name="adj" fmla="val 30000"/>
            </a:avLst>
          </a:prstGeom>
          <a:solidFill>
            <a:srgbClr val="145F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4" name="!!p22_11"/>
          <p:cNvSpPr/>
          <p:nvPr/>
        </p:nvSpPr>
        <p:spPr>
          <a:xfrm>
            <a:off x="2220489" y="3109132"/>
            <a:ext cx="99157" cy="99157"/>
          </a:xfrm>
          <a:prstGeom prst="roundRect">
            <a:avLst>
              <a:gd name="adj" fmla="val 30000"/>
            </a:avLst>
          </a:prstGeom>
          <a:solidFill>
            <a:srgbClr val="1B84A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5" name="!!p22_12"/>
          <p:cNvSpPr/>
          <p:nvPr/>
        </p:nvSpPr>
        <p:spPr>
          <a:xfrm>
            <a:off x="2379235" y="3109132"/>
            <a:ext cx="99157" cy="99157"/>
          </a:xfrm>
          <a:prstGeom prst="roundRect">
            <a:avLst>
              <a:gd name="adj" fmla="val 30000"/>
            </a:avLst>
          </a:prstGeom>
          <a:solidFill>
            <a:srgbClr val="2E9DC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6" name="!!p22_13"/>
          <p:cNvSpPr/>
          <p:nvPr/>
        </p:nvSpPr>
        <p:spPr>
          <a:xfrm>
            <a:off x="2537981" y="3109132"/>
            <a:ext cx="99157" cy="99157"/>
          </a:xfrm>
          <a:prstGeom prst="roundRect">
            <a:avLst>
              <a:gd name="adj" fmla="val 30000"/>
            </a:avLst>
          </a:prstGeom>
          <a:solidFill>
            <a:srgbClr val="1A80A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7" name="!!p23_04"/>
          <p:cNvSpPr/>
          <p:nvPr/>
        </p:nvSpPr>
        <p:spPr>
          <a:xfrm>
            <a:off x="1109267" y="2993833"/>
            <a:ext cx="99157" cy="99157"/>
          </a:xfrm>
          <a:prstGeom prst="roundRect">
            <a:avLst>
              <a:gd name="adj" fmla="val 30000"/>
            </a:avLst>
          </a:prstGeom>
          <a:solidFill>
            <a:srgbClr val="18759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8" name="!!p23_05"/>
          <p:cNvSpPr/>
          <p:nvPr/>
        </p:nvSpPr>
        <p:spPr>
          <a:xfrm>
            <a:off x="1268013" y="2993833"/>
            <a:ext cx="99157" cy="99157"/>
          </a:xfrm>
          <a:prstGeom prst="roundRect">
            <a:avLst>
              <a:gd name="adj" fmla="val 30000"/>
            </a:avLst>
          </a:prstGeom>
          <a:solidFill>
            <a:srgbClr val="34A2C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9" name="!!p23_06"/>
          <p:cNvSpPr/>
          <p:nvPr/>
        </p:nvSpPr>
        <p:spPr>
          <a:xfrm>
            <a:off x="1426759" y="2993833"/>
            <a:ext cx="99157" cy="99157"/>
          </a:xfrm>
          <a:prstGeom prst="roundRect">
            <a:avLst>
              <a:gd name="adj" fmla="val 30000"/>
            </a:avLst>
          </a:prstGeom>
          <a:solidFill>
            <a:srgbClr val="62BF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0" name="!!p23_07"/>
          <p:cNvSpPr/>
          <p:nvPr/>
        </p:nvSpPr>
        <p:spPr>
          <a:xfrm>
            <a:off x="1585505" y="2993833"/>
            <a:ext cx="99157" cy="99157"/>
          </a:xfrm>
          <a:prstGeom prst="roundRect">
            <a:avLst>
              <a:gd name="adj" fmla="val 30000"/>
            </a:avLst>
          </a:prstGeom>
          <a:solidFill>
            <a:srgbClr val="FFBE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1" name="!!p23_08"/>
          <p:cNvSpPr/>
          <p:nvPr/>
        </p:nvSpPr>
        <p:spPr>
          <a:xfrm>
            <a:off x="1744251" y="2993833"/>
            <a:ext cx="99157" cy="99157"/>
          </a:xfrm>
          <a:prstGeom prst="roundRect">
            <a:avLst>
              <a:gd name="adj" fmla="val 30000"/>
            </a:avLst>
          </a:prstGeom>
          <a:solidFill>
            <a:srgbClr val="F4D15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2" name="!!p23_09"/>
          <p:cNvSpPr/>
          <p:nvPr/>
        </p:nvSpPr>
        <p:spPr>
          <a:xfrm>
            <a:off x="1902997" y="2993833"/>
            <a:ext cx="99157" cy="99157"/>
          </a:xfrm>
          <a:prstGeom prst="roundRect">
            <a:avLst>
              <a:gd name="adj" fmla="val 30000"/>
            </a:avLst>
          </a:prstGeom>
          <a:solidFill>
            <a:srgbClr val="2998B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3" name="!!p23_10"/>
          <p:cNvSpPr/>
          <p:nvPr/>
        </p:nvSpPr>
        <p:spPr>
          <a:xfrm>
            <a:off x="2061743" y="2993833"/>
            <a:ext cx="99157" cy="99157"/>
          </a:xfrm>
          <a:prstGeom prst="roundRect">
            <a:avLst>
              <a:gd name="adj" fmla="val 30000"/>
            </a:avLst>
          </a:prstGeom>
          <a:solidFill>
            <a:srgbClr val="1564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4" name="!!p23_11"/>
          <p:cNvSpPr/>
          <p:nvPr/>
        </p:nvSpPr>
        <p:spPr>
          <a:xfrm>
            <a:off x="2220489" y="2993833"/>
            <a:ext cx="99157" cy="99157"/>
          </a:xfrm>
          <a:prstGeom prst="roundRect">
            <a:avLst>
              <a:gd name="adj" fmla="val 30000"/>
            </a:avLst>
          </a:prstGeom>
          <a:solidFill>
            <a:srgbClr val="1D8DB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5" name="!!p23_12"/>
          <p:cNvSpPr/>
          <p:nvPr/>
        </p:nvSpPr>
        <p:spPr>
          <a:xfrm>
            <a:off x="2379235" y="2993833"/>
            <a:ext cx="99157" cy="99157"/>
          </a:xfrm>
          <a:prstGeom prst="roundRect">
            <a:avLst>
              <a:gd name="adj" fmla="val 30000"/>
            </a:avLst>
          </a:prstGeom>
          <a:solidFill>
            <a:srgbClr val="39A7D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6" name="!!p23_13"/>
          <p:cNvSpPr/>
          <p:nvPr/>
        </p:nvSpPr>
        <p:spPr>
          <a:xfrm>
            <a:off x="2537981" y="2993833"/>
            <a:ext cx="99157" cy="99157"/>
          </a:xfrm>
          <a:prstGeom prst="roundRect">
            <a:avLst>
              <a:gd name="adj" fmla="val 30000"/>
            </a:avLst>
          </a:prstGeom>
          <a:solidFill>
            <a:srgbClr val="1D8CA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7" name="!!p23_14"/>
          <p:cNvSpPr/>
          <p:nvPr/>
        </p:nvSpPr>
        <p:spPr>
          <a:xfrm>
            <a:off x="2696727" y="2993833"/>
            <a:ext cx="99157" cy="99157"/>
          </a:xfrm>
          <a:prstGeom prst="roundRect">
            <a:avLst>
              <a:gd name="adj" fmla="val 30000"/>
            </a:avLst>
          </a:prstGeom>
          <a:solidFill>
            <a:srgbClr val="0F42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8" name="!!p24_04"/>
          <p:cNvSpPr/>
          <p:nvPr/>
        </p:nvSpPr>
        <p:spPr>
          <a:xfrm>
            <a:off x="1109267" y="2878533"/>
            <a:ext cx="99157" cy="99157"/>
          </a:xfrm>
          <a:prstGeom prst="roundRect">
            <a:avLst>
              <a:gd name="adj" fmla="val 30000"/>
            </a:avLst>
          </a:prstGeom>
          <a:solidFill>
            <a:srgbClr val="2292B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9" name="!!p24_05"/>
          <p:cNvSpPr/>
          <p:nvPr/>
        </p:nvSpPr>
        <p:spPr>
          <a:xfrm>
            <a:off x="1268013" y="2878533"/>
            <a:ext cx="99157" cy="99157"/>
          </a:xfrm>
          <a:prstGeom prst="roundRect">
            <a:avLst>
              <a:gd name="adj" fmla="val 30000"/>
            </a:avLst>
          </a:prstGeom>
          <a:solidFill>
            <a:srgbClr val="5DBE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0" name="!!p24_06"/>
          <p:cNvSpPr/>
          <p:nvPr/>
        </p:nvSpPr>
        <p:spPr>
          <a:xfrm>
            <a:off x="1426759" y="2878533"/>
            <a:ext cx="99157" cy="99157"/>
          </a:xfrm>
          <a:prstGeom prst="roundRect">
            <a:avLst>
              <a:gd name="adj" fmla="val 30000"/>
            </a:avLst>
          </a:prstGeom>
          <a:solidFill>
            <a:srgbClr val="DBCE6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1" name="!!p24_07"/>
          <p:cNvSpPr/>
          <p:nvPr/>
        </p:nvSpPr>
        <p:spPr>
          <a:xfrm>
            <a:off x="1585505" y="2878533"/>
            <a:ext cx="99157" cy="99157"/>
          </a:xfrm>
          <a:prstGeom prst="roundRect">
            <a:avLst>
              <a:gd name="adj" fmla="val 30000"/>
            </a:avLst>
          </a:prstGeom>
          <a:solidFill>
            <a:srgbClr val="FF89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2" name="!!p24_08"/>
          <p:cNvSpPr/>
          <p:nvPr/>
        </p:nvSpPr>
        <p:spPr>
          <a:xfrm>
            <a:off x="1744251" y="2878533"/>
            <a:ext cx="99157" cy="99157"/>
          </a:xfrm>
          <a:prstGeom prst="roundRect">
            <a:avLst>
              <a:gd name="adj" fmla="val 30000"/>
            </a:avLst>
          </a:prstGeom>
          <a:solidFill>
            <a:srgbClr val="FFAA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3" name="!!p24_09"/>
          <p:cNvSpPr/>
          <p:nvPr/>
        </p:nvSpPr>
        <p:spPr>
          <a:xfrm>
            <a:off x="1902997" y="2878533"/>
            <a:ext cx="99157" cy="99157"/>
          </a:xfrm>
          <a:prstGeom prst="roundRect">
            <a:avLst>
              <a:gd name="adj" fmla="val 30000"/>
            </a:avLst>
          </a:prstGeom>
          <a:solidFill>
            <a:srgbClr val="34A2C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4" name="!!p24_10"/>
          <p:cNvSpPr/>
          <p:nvPr/>
        </p:nvSpPr>
        <p:spPr>
          <a:xfrm>
            <a:off x="2061743" y="2878533"/>
            <a:ext cx="99157" cy="99157"/>
          </a:xfrm>
          <a:prstGeom prst="roundRect">
            <a:avLst>
              <a:gd name="adj" fmla="val 30000"/>
            </a:avLst>
          </a:prstGeom>
          <a:solidFill>
            <a:srgbClr val="15638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5" name="!!p24_11"/>
          <p:cNvSpPr/>
          <p:nvPr/>
        </p:nvSpPr>
        <p:spPr>
          <a:xfrm>
            <a:off x="2220489" y="2878533"/>
            <a:ext cx="99157" cy="99157"/>
          </a:xfrm>
          <a:prstGeom prst="roundRect">
            <a:avLst>
              <a:gd name="adj" fmla="val 30000"/>
            </a:avLst>
          </a:prstGeom>
          <a:solidFill>
            <a:srgbClr val="1C88A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6" name="!!p24_12"/>
          <p:cNvSpPr/>
          <p:nvPr/>
        </p:nvSpPr>
        <p:spPr>
          <a:xfrm>
            <a:off x="2379235" y="2878533"/>
            <a:ext cx="99157" cy="99157"/>
          </a:xfrm>
          <a:prstGeom prst="roundRect">
            <a:avLst>
              <a:gd name="adj" fmla="val 30000"/>
            </a:avLst>
          </a:prstGeom>
          <a:solidFill>
            <a:srgbClr val="36A4C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7" name="!!p24_13"/>
          <p:cNvSpPr/>
          <p:nvPr/>
        </p:nvSpPr>
        <p:spPr>
          <a:xfrm>
            <a:off x="2537981" y="2878533"/>
            <a:ext cx="99157" cy="99157"/>
          </a:xfrm>
          <a:prstGeom prst="roundRect">
            <a:avLst>
              <a:gd name="adj" fmla="val 30000"/>
            </a:avLst>
          </a:prstGeom>
          <a:solidFill>
            <a:srgbClr val="1C89A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8" name="!!p24_14"/>
          <p:cNvSpPr/>
          <p:nvPr/>
        </p:nvSpPr>
        <p:spPr>
          <a:xfrm>
            <a:off x="2696727" y="2878533"/>
            <a:ext cx="99157" cy="99157"/>
          </a:xfrm>
          <a:prstGeom prst="roundRect">
            <a:avLst>
              <a:gd name="adj" fmla="val 30000"/>
            </a:avLst>
          </a:prstGeom>
          <a:solidFill>
            <a:srgbClr val="0E3F6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9" name="!!p25_04"/>
          <p:cNvSpPr/>
          <p:nvPr/>
        </p:nvSpPr>
        <p:spPr>
          <a:xfrm>
            <a:off x="1109267" y="2763233"/>
            <a:ext cx="99157" cy="99157"/>
          </a:xfrm>
          <a:prstGeom prst="roundRect">
            <a:avLst>
              <a:gd name="adj" fmla="val 30000"/>
            </a:avLst>
          </a:prstGeom>
          <a:solidFill>
            <a:srgbClr val="2E9CC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0" name="!!p25_05"/>
          <p:cNvSpPr/>
          <p:nvPr/>
        </p:nvSpPr>
        <p:spPr>
          <a:xfrm>
            <a:off x="1268013" y="2763233"/>
            <a:ext cx="99157" cy="99157"/>
          </a:xfrm>
          <a:prstGeom prst="roundRect">
            <a:avLst>
              <a:gd name="adj" fmla="val 30000"/>
            </a:avLst>
          </a:prstGeom>
          <a:solidFill>
            <a:srgbClr val="9CC6A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1" name="!!p25_06"/>
          <p:cNvSpPr/>
          <p:nvPr/>
        </p:nvSpPr>
        <p:spPr>
          <a:xfrm>
            <a:off x="1426759" y="2763233"/>
            <a:ext cx="99157" cy="99157"/>
          </a:xfrm>
          <a:prstGeom prst="roundRect">
            <a:avLst>
              <a:gd name="adj" fmla="val 30000"/>
            </a:avLst>
          </a:prstGeom>
          <a:solidFill>
            <a:srgbClr val="FFD14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2" name="!!p25_07"/>
          <p:cNvSpPr/>
          <p:nvPr/>
        </p:nvSpPr>
        <p:spPr>
          <a:xfrm>
            <a:off x="1585505" y="2763233"/>
            <a:ext cx="99157" cy="99157"/>
          </a:xfrm>
          <a:prstGeom prst="roundRect">
            <a:avLst>
              <a:gd name="adj" fmla="val 30000"/>
            </a:avLst>
          </a:prstGeom>
          <a:solidFill>
            <a:srgbClr val="FF840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3" name="!!p25_08"/>
          <p:cNvSpPr/>
          <p:nvPr/>
        </p:nvSpPr>
        <p:spPr>
          <a:xfrm>
            <a:off x="1744251" y="2763233"/>
            <a:ext cx="99157" cy="99157"/>
          </a:xfrm>
          <a:prstGeom prst="roundRect">
            <a:avLst>
              <a:gd name="adj" fmla="val 30000"/>
            </a:avLst>
          </a:prstGeom>
          <a:solidFill>
            <a:srgbClr val="FFA9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4" name="!!p25_09"/>
          <p:cNvSpPr/>
          <p:nvPr/>
        </p:nvSpPr>
        <p:spPr>
          <a:xfrm>
            <a:off x="1902997" y="2763233"/>
            <a:ext cx="99157" cy="99157"/>
          </a:xfrm>
          <a:prstGeom prst="roundRect">
            <a:avLst>
              <a:gd name="adj" fmla="val 30000"/>
            </a:avLst>
          </a:prstGeom>
          <a:solidFill>
            <a:srgbClr val="32A0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5" name="!!p25_10"/>
          <p:cNvSpPr/>
          <p:nvPr/>
        </p:nvSpPr>
        <p:spPr>
          <a:xfrm>
            <a:off x="2061743" y="2763233"/>
            <a:ext cx="99157" cy="99157"/>
          </a:xfrm>
          <a:prstGeom prst="roundRect">
            <a:avLst>
              <a:gd name="adj" fmla="val 30000"/>
            </a:avLst>
          </a:prstGeom>
          <a:solidFill>
            <a:srgbClr val="135C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6" name="!!p25_11"/>
          <p:cNvSpPr/>
          <p:nvPr/>
        </p:nvSpPr>
        <p:spPr>
          <a:xfrm>
            <a:off x="2220489" y="2763233"/>
            <a:ext cx="99157" cy="99157"/>
          </a:xfrm>
          <a:prstGeom prst="roundRect">
            <a:avLst>
              <a:gd name="adj" fmla="val 30000"/>
            </a:avLst>
          </a:prstGeom>
          <a:solidFill>
            <a:srgbClr val="18769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7" name="!!p25_12"/>
          <p:cNvSpPr/>
          <p:nvPr/>
        </p:nvSpPr>
        <p:spPr>
          <a:xfrm>
            <a:off x="2379235" y="2763233"/>
            <a:ext cx="99157" cy="99157"/>
          </a:xfrm>
          <a:prstGeom prst="roundRect">
            <a:avLst>
              <a:gd name="adj" fmla="val 30000"/>
            </a:avLst>
          </a:prstGeom>
          <a:solidFill>
            <a:srgbClr val="2594B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8" name="!!p25_13"/>
          <p:cNvSpPr/>
          <p:nvPr/>
        </p:nvSpPr>
        <p:spPr>
          <a:xfrm>
            <a:off x="2537981" y="2763233"/>
            <a:ext cx="99157" cy="99157"/>
          </a:xfrm>
          <a:prstGeom prst="roundRect">
            <a:avLst>
              <a:gd name="adj" fmla="val 30000"/>
            </a:avLst>
          </a:prstGeom>
          <a:solidFill>
            <a:srgbClr val="18759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9" name="!!p25_14"/>
          <p:cNvSpPr/>
          <p:nvPr/>
        </p:nvSpPr>
        <p:spPr>
          <a:xfrm>
            <a:off x="2696727" y="2763233"/>
            <a:ext cx="99157" cy="99157"/>
          </a:xfrm>
          <a:prstGeom prst="roundRect">
            <a:avLst>
              <a:gd name="adj" fmla="val 30000"/>
            </a:avLst>
          </a:prstGeom>
          <a:solidFill>
            <a:srgbClr val="0D39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0" name="!!p26_03"/>
          <p:cNvSpPr/>
          <p:nvPr/>
        </p:nvSpPr>
        <p:spPr>
          <a:xfrm>
            <a:off x="950521" y="2647933"/>
            <a:ext cx="99157" cy="99157"/>
          </a:xfrm>
          <a:prstGeom prst="roundRect">
            <a:avLst>
              <a:gd name="adj" fmla="val 30000"/>
            </a:avLst>
          </a:prstGeom>
          <a:solidFill>
            <a:srgbClr val="0E41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1" name="!!p26_04"/>
          <p:cNvSpPr/>
          <p:nvPr/>
        </p:nvSpPr>
        <p:spPr>
          <a:xfrm>
            <a:off x="1109267" y="2647933"/>
            <a:ext cx="99157" cy="99157"/>
          </a:xfrm>
          <a:prstGeom prst="roundRect">
            <a:avLst>
              <a:gd name="adj" fmla="val 30000"/>
            </a:avLst>
          </a:prstGeom>
          <a:solidFill>
            <a:srgbClr val="2998B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2" name="!!p26_05"/>
          <p:cNvSpPr/>
          <p:nvPr/>
        </p:nvSpPr>
        <p:spPr>
          <a:xfrm>
            <a:off x="1268013" y="2647933"/>
            <a:ext cx="99157" cy="99157"/>
          </a:xfrm>
          <a:prstGeom prst="roundRect">
            <a:avLst>
              <a:gd name="adj" fmla="val 30000"/>
            </a:avLst>
          </a:prstGeom>
          <a:solidFill>
            <a:srgbClr val="7DC2C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3" name="!!p26_06"/>
          <p:cNvSpPr/>
          <p:nvPr/>
        </p:nvSpPr>
        <p:spPr>
          <a:xfrm>
            <a:off x="1426759" y="2647933"/>
            <a:ext cx="99157" cy="99157"/>
          </a:xfrm>
          <a:prstGeom prst="roundRect">
            <a:avLst>
              <a:gd name="adj" fmla="val 30000"/>
            </a:avLst>
          </a:prstGeom>
          <a:solidFill>
            <a:srgbClr val="BDCA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4" name="!!p26_07"/>
          <p:cNvSpPr/>
          <p:nvPr/>
        </p:nvSpPr>
        <p:spPr>
          <a:xfrm>
            <a:off x="1585505" y="2647933"/>
            <a:ext cx="99157" cy="99157"/>
          </a:xfrm>
          <a:prstGeom prst="roundRect">
            <a:avLst>
              <a:gd name="adj" fmla="val 30000"/>
            </a:avLst>
          </a:prstGeom>
          <a:solidFill>
            <a:srgbClr val="FFB3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5" name="!!p26_08"/>
          <p:cNvSpPr/>
          <p:nvPr/>
        </p:nvSpPr>
        <p:spPr>
          <a:xfrm>
            <a:off x="1744251" y="2647933"/>
            <a:ext cx="99157" cy="99157"/>
          </a:xfrm>
          <a:prstGeom prst="roundRect">
            <a:avLst>
              <a:gd name="adj" fmla="val 30000"/>
            </a:avLst>
          </a:prstGeom>
          <a:solidFill>
            <a:srgbClr val="F7D15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6" name="!!p26_09"/>
          <p:cNvSpPr/>
          <p:nvPr/>
        </p:nvSpPr>
        <p:spPr>
          <a:xfrm>
            <a:off x="1902997" y="2647933"/>
            <a:ext cx="99157" cy="99157"/>
          </a:xfrm>
          <a:prstGeom prst="roundRect">
            <a:avLst>
              <a:gd name="adj" fmla="val 30000"/>
            </a:avLst>
          </a:prstGeom>
          <a:solidFill>
            <a:srgbClr val="2493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7" name="!!p26_10"/>
          <p:cNvSpPr/>
          <p:nvPr/>
        </p:nvSpPr>
        <p:spPr>
          <a:xfrm>
            <a:off x="2061743" y="2647933"/>
            <a:ext cx="99157" cy="99157"/>
          </a:xfrm>
          <a:prstGeom prst="roundRect">
            <a:avLst>
              <a:gd name="adj" fmla="val 30000"/>
            </a:avLst>
          </a:prstGeom>
          <a:solidFill>
            <a:srgbClr val="114F7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8" name="!!p26_11"/>
          <p:cNvSpPr/>
          <p:nvPr/>
        </p:nvSpPr>
        <p:spPr>
          <a:xfrm>
            <a:off x="2220489" y="2647933"/>
            <a:ext cx="99157" cy="99157"/>
          </a:xfrm>
          <a:prstGeom prst="roundRect">
            <a:avLst>
              <a:gd name="adj" fmla="val 30000"/>
            </a:avLst>
          </a:prstGeom>
          <a:solidFill>
            <a:srgbClr val="145D8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9" name="!!p26_12"/>
          <p:cNvSpPr/>
          <p:nvPr/>
        </p:nvSpPr>
        <p:spPr>
          <a:xfrm>
            <a:off x="2379235" y="2647933"/>
            <a:ext cx="99157" cy="99157"/>
          </a:xfrm>
          <a:prstGeom prst="roundRect">
            <a:avLst>
              <a:gd name="adj" fmla="val 30000"/>
            </a:avLst>
          </a:prstGeom>
          <a:solidFill>
            <a:srgbClr val="18749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0" name="!!p26_13"/>
          <p:cNvSpPr/>
          <p:nvPr/>
        </p:nvSpPr>
        <p:spPr>
          <a:xfrm>
            <a:off x="2537981" y="2647933"/>
            <a:ext cx="99157" cy="99157"/>
          </a:xfrm>
          <a:prstGeom prst="roundRect">
            <a:avLst>
              <a:gd name="adj" fmla="val 30000"/>
            </a:avLst>
          </a:prstGeom>
          <a:solidFill>
            <a:srgbClr val="1359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1" name="!!p26_14"/>
          <p:cNvSpPr/>
          <p:nvPr/>
        </p:nvSpPr>
        <p:spPr>
          <a:xfrm>
            <a:off x="2696727" y="2647933"/>
            <a:ext cx="99157" cy="99157"/>
          </a:xfrm>
          <a:prstGeom prst="roundRect">
            <a:avLst>
              <a:gd name="adj" fmla="val 30000"/>
            </a:avLst>
          </a:prstGeom>
          <a:solidFill>
            <a:srgbClr val="0C36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2" name="!!p27_03"/>
          <p:cNvSpPr/>
          <p:nvPr/>
        </p:nvSpPr>
        <p:spPr>
          <a:xfrm>
            <a:off x="950521" y="2532634"/>
            <a:ext cx="99157" cy="99157"/>
          </a:xfrm>
          <a:prstGeom prst="roundRect">
            <a:avLst>
              <a:gd name="adj" fmla="val 30000"/>
            </a:avLst>
          </a:prstGeom>
          <a:solidFill>
            <a:srgbClr val="0D39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3" name="!!p27_04"/>
          <p:cNvSpPr/>
          <p:nvPr/>
        </p:nvSpPr>
        <p:spPr>
          <a:xfrm>
            <a:off x="1109267" y="2532634"/>
            <a:ext cx="99157" cy="99157"/>
          </a:xfrm>
          <a:prstGeom prst="roundRect">
            <a:avLst>
              <a:gd name="adj" fmla="val 30000"/>
            </a:avLst>
          </a:prstGeom>
          <a:solidFill>
            <a:srgbClr val="1B84A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4" name="!!p27_05"/>
          <p:cNvSpPr/>
          <p:nvPr/>
        </p:nvSpPr>
        <p:spPr>
          <a:xfrm>
            <a:off x="1268013" y="2532634"/>
            <a:ext cx="99157" cy="99157"/>
          </a:xfrm>
          <a:prstGeom prst="roundRect">
            <a:avLst>
              <a:gd name="adj" fmla="val 30000"/>
            </a:avLst>
          </a:prstGeom>
          <a:solidFill>
            <a:srgbClr val="40AC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5" name="!!p27_06"/>
          <p:cNvSpPr/>
          <p:nvPr/>
        </p:nvSpPr>
        <p:spPr>
          <a:xfrm>
            <a:off x="1426759" y="2532634"/>
            <a:ext cx="99157" cy="99157"/>
          </a:xfrm>
          <a:prstGeom prst="roundRect">
            <a:avLst>
              <a:gd name="adj" fmla="val 30000"/>
            </a:avLst>
          </a:prstGeom>
          <a:solidFill>
            <a:srgbClr val="48B4E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6" name="!!p27_07"/>
          <p:cNvSpPr/>
          <p:nvPr/>
        </p:nvSpPr>
        <p:spPr>
          <a:xfrm>
            <a:off x="1585505" y="2532634"/>
            <a:ext cx="99157" cy="99157"/>
          </a:xfrm>
          <a:prstGeom prst="roundRect">
            <a:avLst>
              <a:gd name="adj" fmla="val 30000"/>
            </a:avLst>
          </a:prstGeom>
          <a:solidFill>
            <a:srgbClr val="85C3B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7" name="!!p27_08"/>
          <p:cNvSpPr/>
          <p:nvPr/>
        </p:nvSpPr>
        <p:spPr>
          <a:xfrm>
            <a:off x="1744251" y="2532634"/>
            <a:ext cx="99157" cy="99157"/>
          </a:xfrm>
          <a:prstGeom prst="roundRect">
            <a:avLst>
              <a:gd name="adj" fmla="val 30000"/>
            </a:avLst>
          </a:prstGeom>
          <a:solidFill>
            <a:srgbClr val="4FBA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8" name="!!p27_09"/>
          <p:cNvSpPr/>
          <p:nvPr/>
        </p:nvSpPr>
        <p:spPr>
          <a:xfrm>
            <a:off x="1902997" y="2532634"/>
            <a:ext cx="99157" cy="99157"/>
          </a:xfrm>
          <a:prstGeom prst="roundRect">
            <a:avLst>
              <a:gd name="adj" fmla="val 30000"/>
            </a:avLst>
          </a:prstGeom>
          <a:solidFill>
            <a:srgbClr val="19769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9" name="!!p27_10"/>
          <p:cNvSpPr/>
          <p:nvPr/>
        </p:nvSpPr>
        <p:spPr>
          <a:xfrm>
            <a:off x="2061743" y="2532634"/>
            <a:ext cx="99157" cy="99157"/>
          </a:xfrm>
          <a:prstGeom prst="roundRect">
            <a:avLst>
              <a:gd name="adj" fmla="val 30000"/>
            </a:avLst>
          </a:prstGeom>
          <a:solidFill>
            <a:srgbClr val="0E40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0" name="!!p27_11"/>
          <p:cNvSpPr/>
          <p:nvPr/>
        </p:nvSpPr>
        <p:spPr>
          <a:xfrm>
            <a:off x="2220489" y="2532634"/>
            <a:ext cx="99157" cy="99157"/>
          </a:xfrm>
          <a:prstGeom prst="roundRect">
            <a:avLst>
              <a:gd name="adj" fmla="val 30000"/>
            </a:avLst>
          </a:prstGeom>
          <a:solidFill>
            <a:srgbClr val="0F456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1" name="!!p27_12"/>
          <p:cNvSpPr/>
          <p:nvPr/>
        </p:nvSpPr>
        <p:spPr>
          <a:xfrm>
            <a:off x="2379235" y="2532634"/>
            <a:ext cx="99157" cy="99157"/>
          </a:xfrm>
          <a:prstGeom prst="roundRect">
            <a:avLst>
              <a:gd name="adj" fmla="val 30000"/>
            </a:avLst>
          </a:prstGeom>
          <a:solidFill>
            <a:srgbClr val="11507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2" name="!!p27_13"/>
          <p:cNvSpPr/>
          <p:nvPr/>
        </p:nvSpPr>
        <p:spPr>
          <a:xfrm>
            <a:off x="2537981" y="2532634"/>
            <a:ext cx="99157" cy="99157"/>
          </a:xfrm>
          <a:prstGeom prst="roundRect">
            <a:avLst>
              <a:gd name="adj" fmla="val 30000"/>
            </a:avLst>
          </a:prstGeom>
          <a:solidFill>
            <a:srgbClr val="0E3F6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3" name="!!p27_14"/>
          <p:cNvSpPr/>
          <p:nvPr/>
        </p:nvSpPr>
        <p:spPr>
          <a:xfrm>
            <a:off x="2696727" y="2532634"/>
            <a:ext cx="99157" cy="99157"/>
          </a:xfrm>
          <a:prstGeom prst="roundRect">
            <a:avLst>
              <a:gd name="adj" fmla="val 30000"/>
            </a:avLst>
          </a:prstGeom>
          <a:solidFill>
            <a:srgbClr val="0B32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4" name="!!p28_03"/>
          <p:cNvSpPr/>
          <p:nvPr/>
        </p:nvSpPr>
        <p:spPr>
          <a:xfrm>
            <a:off x="950521" y="2417334"/>
            <a:ext cx="99157" cy="99157"/>
          </a:xfrm>
          <a:prstGeom prst="roundRect">
            <a:avLst>
              <a:gd name="adj" fmla="val 30000"/>
            </a:avLst>
          </a:prstGeom>
          <a:solidFill>
            <a:srgbClr val="0C35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5" name="!!p28_04"/>
          <p:cNvSpPr/>
          <p:nvPr/>
        </p:nvSpPr>
        <p:spPr>
          <a:xfrm>
            <a:off x="1109267" y="2417334"/>
            <a:ext cx="99157" cy="99157"/>
          </a:xfrm>
          <a:prstGeom prst="roundRect">
            <a:avLst>
              <a:gd name="adj" fmla="val 30000"/>
            </a:avLst>
          </a:prstGeom>
          <a:solidFill>
            <a:srgbClr val="1460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6" name="!!p28_05"/>
          <p:cNvSpPr/>
          <p:nvPr/>
        </p:nvSpPr>
        <p:spPr>
          <a:xfrm>
            <a:off x="1268013" y="2417334"/>
            <a:ext cx="99157" cy="99157"/>
          </a:xfrm>
          <a:prstGeom prst="roundRect">
            <a:avLst>
              <a:gd name="adj" fmla="val 30000"/>
            </a:avLst>
          </a:prstGeom>
          <a:solidFill>
            <a:srgbClr val="1C89A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7" name="!!p28_06"/>
          <p:cNvSpPr/>
          <p:nvPr/>
        </p:nvSpPr>
        <p:spPr>
          <a:xfrm>
            <a:off x="1426759" y="2417334"/>
            <a:ext cx="99157" cy="99157"/>
          </a:xfrm>
          <a:prstGeom prst="roundRect">
            <a:avLst>
              <a:gd name="adj" fmla="val 30000"/>
            </a:avLst>
          </a:prstGeom>
          <a:solidFill>
            <a:srgbClr val="1E8EB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8" name="!!p28_07"/>
          <p:cNvSpPr/>
          <p:nvPr/>
        </p:nvSpPr>
        <p:spPr>
          <a:xfrm>
            <a:off x="1585505" y="2417334"/>
            <a:ext cx="99157" cy="99157"/>
          </a:xfrm>
          <a:prstGeom prst="roundRect">
            <a:avLst>
              <a:gd name="adj" fmla="val 30000"/>
            </a:avLst>
          </a:prstGeom>
          <a:solidFill>
            <a:srgbClr val="2A99B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9" name="!!p28_08"/>
          <p:cNvSpPr/>
          <p:nvPr/>
        </p:nvSpPr>
        <p:spPr>
          <a:xfrm>
            <a:off x="1744251" y="2417334"/>
            <a:ext cx="99157" cy="99157"/>
          </a:xfrm>
          <a:prstGeom prst="roundRect">
            <a:avLst>
              <a:gd name="adj" fmla="val 30000"/>
            </a:avLst>
          </a:prstGeom>
          <a:solidFill>
            <a:srgbClr val="1F8FB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0" name="!!p28_09"/>
          <p:cNvSpPr/>
          <p:nvPr/>
        </p:nvSpPr>
        <p:spPr>
          <a:xfrm>
            <a:off x="1902997" y="2417334"/>
            <a:ext cx="99157" cy="99157"/>
          </a:xfrm>
          <a:prstGeom prst="roundRect">
            <a:avLst>
              <a:gd name="adj" fmla="val 30000"/>
            </a:avLst>
          </a:prstGeom>
          <a:solidFill>
            <a:srgbClr val="12557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1" name="!!p28_10"/>
          <p:cNvSpPr/>
          <p:nvPr/>
        </p:nvSpPr>
        <p:spPr>
          <a:xfrm>
            <a:off x="2061743" y="2417334"/>
            <a:ext cx="99157" cy="99157"/>
          </a:xfrm>
          <a:prstGeom prst="roundRect">
            <a:avLst>
              <a:gd name="adj" fmla="val 30000"/>
            </a:avLst>
          </a:prstGeom>
          <a:solidFill>
            <a:srgbClr val="0C38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2" name="!!p28_11"/>
          <p:cNvSpPr/>
          <p:nvPr/>
        </p:nvSpPr>
        <p:spPr>
          <a:xfrm>
            <a:off x="2220489" y="2417334"/>
            <a:ext cx="99157" cy="99157"/>
          </a:xfrm>
          <a:prstGeom prst="roundRect">
            <a:avLst>
              <a:gd name="adj" fmla="val 30000"/>
            </a:avLst>
          </a:prstGeom>
          <a:solidFill>
            <a:srgbClr val="0C37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3" name="!!p28_12"/>
          <p:cNvSpPr/>
          <p:nvPr/>
        </p:nvSpPr>
        <p:spPr>
          <a:xfrm>
            <a:off x="2379235" y="2417334"/>
            <a:ext cx="99157" cy="99157"/>
          </a:xfrm>
          <a:prstGeom prst="roundRect">
            <a:avLst>
              <a:gd name="adj" fmla="val 30000"/>
            </a:avLst>
          </a:prstGeom>
          <a:solidFill>
            <a:srgbClr val="0D39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4" name="!!p28_13"/>
          <p:cNvSpPr/>
          <p:nvPr/>
        </p:nvSpPr>
        <p:spPr>
          <a:xfrm>
            <a:off x="2537981" y="2417334"/>
            <a:ext cx="99157" cy="99157"/>
          </a:xfrm>
          <a:prstGeom prst="roundRect">
            <a:avLst>
              <a:gd name="adj" fmla="val 30000"/>
            </a:avLst>
          </a:prstGeom>
          <a:solidFill>
            <a:srgbClr val="0C35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5" name="!!p28_14"/>
          <p:cNvSpPr/>
          <p:nvPr/>
        </p:nvSpPr>
        <p:spPr>
          <a:xfrm>
            <a:off x="2696727" y="2417334"/>
            <a:ext cx="99157" cy="99157"/>
          </a:xfrm>
          <a:prstGeom prst="roundRect">
            <a:avLst>
              <a:gd name="adj" fmla="val 30000"/>
            </a:avLst>
          </a:prstGeom>
          <a:solidFill>
            <a:srgbClr val="0A305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6" name="!!p29_03"/>
          <p:cNvSpPr/>
          <p:nvPr/>
        </p:nvSpPr>
        <p:spPr>
          <a:xfrm>
            <a:off x="950521" y="2302034"/>
            <a:ext cx="99157" cy="99157"/>
          </a:xfrm>
          <a:prstGeom prst="roundRect">
            <a:avLst>
              <a:gd name="adj" fmla="val 30000"/>
            </a:avLst>
          </a:prstGeom>
          <a:solidFill>
            <a:srgbClr val="0B32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7" name="!!p29_04"/>
          <p:cNvSpPr/>
          <p:nvPr/>
        </p:nvSpPr>
        <p:spPr>
          <a:xfrm>
            <a:off x="1109267" y="2302034"/>
            <a:ext cx="99157" cy="99157"/>
          </a:xfrm>
          <a:prstGeom prst="roundRect">
            <a:avLst>
              <a:gd name="adj" fmla="val 30000"/>
            </a:avLst>
          </a:prstGeom>
          <a:solidFill>
            <a:srgbClr val="0F446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8" name="!!p29_05"/>
          <p:cNvSpPr/>
          <p:nvPr/>
        </p:nvSpPr>
        <p:spPr>
          <a:xfrm>
            <a:off x="1268013" y="2302034"/>
            <a:ext cx="99157" cy="99157"/>
          </a:xfrm>
          <a:prstGeom prst="roundRect">
            <a:avLst>
              <a:gd name="adj" fmla="val 30000"/>
            </a:avLst>
          </a:prstGeom>
          <a:solidFill>
            <a:srgbClr val="135B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9" name="!!p29_06"/>
          <p:cNvSpPr/>
          <p:nvPr/>
        </p:nvSpPr>
        <p:spPr>
          <a:xfrm>
            <a:off x="1426759" y="2302034"/>
            <a:ext cx="99157" cy="99157"/>
          </a:xfrm>
          <a:prstGeom prst="roundRect">
            <a:avLst>
              <a:gd name="adj" fmla="val 30000"/>
            </a:avLst>
          </a:prstGeom>
          <a:solidFill>
            <a:srgbClr val="135A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0" name="!!p29_07"/>
          <p:cNvSpPr/>
          <p:nvPr/>
        </p:nvSpPr>
        <p:spPr>
          <a:xfrm>
            <a:off x="1585505" y="2302034"/>
            <a:ext cx="99157" cy="99157"/>
          </a:xfrm>
          <a:prstGeom prst="roundRect">
            <a:avLst>
              <a:gd name="adj" fmla="val 30000"/>
            </a:avLst>
          </a:prstGeom>
          <a:solidFill>
            <a:srgbClr val="1562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1" name="!!p29_08"/>
          <p:cNvSpPr/>
          <p:nvPr/>
        </p:nvSpPr>
        <p:spPr>
          <a:xfrm>
            <a:off x="1744251" y="2302034"/>
            <a:ext cx="99157" cy="99157"/>
          </a:xfrm>
          <a:prstGeom prst="roundRect">
            <a:avLst>
              <a:gd name="adj" fmla="val 30000"/>
            </a:avLst>
          </a:prstGeom>
          <a:solidFill>
            <a:srgbClr val="1359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2" name="!!p29_09"/>
          <p:cNvSpPr/>
          <p:nvPr/>
        </p:nvSpPr>
        <p:spPr>
          <a:xfrm>
            <a:off x="1902997" y="2302034"/>
            <a:ext cx="99157" cy="99157"/>
          </a:xfrm>
          <a:prstGeom prst="roundRect">
            <a:avLst>
              <a:gd name="adj" fmla="val 30000"/>
            </a:avLst>
          </a:prstGeom>
          <a:solidFill>
            <a:srgbClr val="0D3B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3" name="!!p29_10"/>
          <p:cNvSpPr/>
          <p:nvPr/>
        </p:nvSpPr>
        <p:spPr>
          <a:xfrm>
            <a:off x="2061743" y="2302034"/>
            <a:ext cx="99157" cy="99157"/>
          </a:xfrm>
          <a:prstGeom prst="roundRect">
            <a:avLst>
              <a:gd name="adj" fmla="val 30000"/>
            </a:avLst>
          </a:prstGeom>
          <a:solidFill>
            <a:srgbClr val="0B345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4" name="!!p29_11"/>
          <p:cNvSpPr/>
          <p:nvPr/>
        </p:nvSpPr>
        <p:spPr>
          <a:xfrm>
            <a:off x="2220489" y="2302034"/>
            <a:ext cx="99157" cy="99157"/>
          </a:xfrm>
          <a:prstGeom prst="roundRect">
            <a:avLst>
              <a:gd name="adj" fmla="val 30000"/>
            </a:avLst>
          </a:prstGeom>
          <a:solidFill>
            <a:srgbClr val="0B335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5" name="!!p29_12"/>
          <p:cNvSpPr/>
          <p:nvPr/>
        </p:nvSpPr>
        <p:spPr>
          <a:xfrm>
            <a:off x="2379235" y="2302034"/>
            <a:ext cx="99157" cy="99157"/>
          </a:xfrm>
          <a:prstGeom prst="roundRect">
            <a:avLst>
              <a:gd name="adj" fmla="val 30000"/>
            </a:avLst>
          </a:prstGeom>
          <a:solidFill>
            <a:srgbClr val="0B335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6" name="!!p29_13"/>
          <p:cNvSpPr/>
          <p:nvPr/>
        </p:nvSpPr>
        <p:spPr>
          <a:xfrm>
            <a:off x="2537981" y="2302034"/>
            <a:ext cx="99157" cy="99157"/>
          </a:xfrm>
          <a:prstGeom prst="roundRect">
            <a:avLst>
              <a:gd name="adj" fmla="val 30000"/>
            </a:avLst>
          </a:prstGeom>
          <a:solidFill>
            <a:srgbClr val="0A315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7" name="!!p30_03"/>
          <p:cNvSpPr/>
          <p:nvPr/>
        </p:nvSpPr>
        <p:spPr>
          <a:xfrm>
            <a:off x="950521" y="2186734"/>
            <a:ext cx="99157" cy="99157"/>
          </a:xfrm>
          <a:prstGeom prst="roundRect">
            <a:avLst>
              <a:gd name="adj" fmla="val 30000"/>
            </a:avLst>
          </a:prstGeom>
          <a:solidFill>
            <a:srgbClr val="0B315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8" name="!!p30_04"/>
          <p:cNvSpPr/>
          <p:nvPr/>
        </p:nvSpPr>
        <p:spPr>
          <a:xfrm>
            <a:off x="1109267" y="2186734"/>
            <a:ext cx="99157" cy="99157"/>
          </a:xfrm>
          <a:prstGeom prst="roundRect">
            <a:avLst>
              <a:gd name="adj" fmla="val 30000"/>
            </a:avLst>
          </a:prstGeom>
          <a:solidFill>
            <a:srgbClr val="0D3B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9" name="!!p30_05"/>
          <p:cNvSpPr/>
          <p:nvPr/>
        </p:nvSpPr>
        <p:spPr>
          <a:xfrm>
            <a:off x="1268013" y="2186734"/>
            <a:ext cx="99157" cy="99157"/>
          </a:xfrm>
          <a:prstGeom prst="roundRect">
            <a:avLst>
              <a:gd name="adj" fmla="val 30000"/>
            </a:avLst>
          </a:prstGeom>
          <a:solidFill>
            <a:srgbClr val="10487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0" name="!!p30_06"/>
          <p:cNvSpPr/>
          <p:nvPr/>
        </p:nvSpPr>
        <p:spPr>
          <a:xfrm>
            <a:off x="1426759" y="2186734"/>
            <a:ext cx="99157" cy="99157"/>
          </a:xfrm>
          <a:prstGeom prst="roundRect">
            <a:avLst>
              <a:gd name="adj" fmla="val 30000"/>
            </a:avLst>
          </a:prstGeom>
          <a:solidFill>
            <a:srgbClr val="0E3E6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1" name="!!p30_07"/>
          <p:cNvSpPr/>
          <p:nvPr/>
        </p:nvSpPr>
        <p:spPr>
          <a:xfrm>
            <a:off x="1585505" y="2186734"/>
            <a:ext cx="99157" cy="99157"/>
          </a:xfrm>
          <a:prstGeom prst="roundRect">
            <a:avLst>
              <a:gd name="adj" fmla="val 30000"/>
            </a:avLst>
          </a:prstGeom>
          <a:solidFill>
            <a:srgbClr val="0D3C6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2" name="!!p30_08"/>
          <p:cNvSpPr/>
          <p:nvPr/>
        </p:nvSpPr>
        <p:spPr>
          <a:xfrm>
            <a:off x="1744251" y="2186734"/>
            <a:ext cx="99157" cy="99157"/>
          </a:xfrm>
          <a:prstGeom prst="roundRect">
            <a:avLst>
              <a:gd name="adj" fmla="val 30000"/>
            </a:avLst>
          </a:prstGeom>
          <a:solidFill>
            <a:srgbClr val="0D39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3" name="!!p30_09"/>
          <p:cNvSpPr/>
          <p:nvPr/>
        </p:nvSpPr>
        <p:spPr>
          <a:xfrm>
            <a:off x="1902997" y="2186734"/>
            <a:ext cx="99157" cy="99157"/>
          </a:xfrm>
          <a:prstGeom prst="roundRect">
            <a:avLst>
              <a:gd name="adj" fmla="val 30000"/>
            </a:avLst>
          </a:prstGeom>
          <a:solidFill>
            <a:srgbClr val="0C35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4" name="!!p30_10"/>
          <p:cNvSpPr/>
          <p:nvPr/>
        </p:nvSpPr>
        <p:spPr>
          <a:xfrm>
            <a:off x="2061743" y="2186734"/>
            <a:ext cx="99157" cy="99157"/>
          </a:xfrm>
          <a:prstGeom prst="roundRect">
            <a:avLst>
              <a:gd name="adj" fmla="val 30000"/>
            </a:avLst>
          </a:prstGeom>
          <a:solidFill>
            <a:srgbClr val="0B32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5" name="!!p30_11"/>
          <p:cNvSpPr/>
          <p:nvPr/>
        </p:nvSpPr>
        <p:spPr>
          <a:xfrm>
            <a:off x="2220489" y="2186734"/>
            <a:ext cx="99157" cy="99157"/>
          </a:xfrm>
          <a:prstGeom prst="roundRect">
            <a:avLst>
              <a:gd name="adj" fmla="val 30000"/>
            </a:avLst>
          </a:prstGeom>
          <a:solidFill>
            <a:srgbClr val="0B315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6" name="!!p30_12"/>
          <p:cNvSpPr/>
          <p:nvPr/>
        </p:nvSpPr>
        <p:spPr>
          <a:xfrm>
            <a:off x="2379235" y="2186734"/>
            <a:ext cx="99157" cy="99157"/>
          </a:xfrm>
          <a:prstGeom prst="roundRect">
            <a:avLst>
              <a:gd name="adj" fmla="val 30000"/>
            </a:avLst>
          </a:prstGeom>
          <a:solidFill>
            <a:srgbClr val="0A305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7" name="!!p30_13"/>
          <p:cNvSpPr/>
          <p:nvPr/>
        </p:nvSpPr>
        <p:spPr>
          <a:xfrm>
            <a:off x="2537981" y="2186734"/>
            <a:ext cx="99157" cy="99157"/>
          </a:xfrm>
          <a:prstGeom prst="roundRect">
            <a:avLst>
              <a:gd name="adj" fmla="val 30000"/>
            </a:avLst>
          </a:prstGeom>
          <a:solidFill>
            <a:srgbClr val="0A2E5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8" name="!!p31_03"/>
          <p:cNvSpPr/>
          <p:nvPr/>
        </p:nvSpPr>
        <p:spPr>
          <a:xfrm>
            <a:off x="950521" y="2071435"/>
            <a:ext cx="99157" cy="99157"/>
          </a:xfrm>
          <a:prstGeom prst="roundRect">
            <a:avLst>
              <a:gd name="adj" fmla="val 30000"/>
            </a:avLst>
          </a:prstGeom>
          <a:solidFill>
            <a:srgbClr val="0B32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9" name="!!p31_04"/>
          <p:cNvSpPr/>
          <p:nvPr/>
        </p:nvSpPr>
        <p:spPr>
          <a:xfrm>
            <a:off x="1109267" y="2071435"/>
            <a:ext cx="99157" cy="99157"/>
          </a:xfrm>
          <a:prstGeom prst="roundRect">
            <a:avLst>
              <a:gd name="adj" fmla="val 30000"/>
            </a:avLst>
          </a:prstGeom>
          <a:solidFill>
            <a:srgbClr val="10487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0" name="!!p31_05"/>
          <p:cNvSpPr/>
          <p:nvPr/>
        </p:nvSpPr>
        <p:spPr>
          <a:xfrm>
            <a:off x="1268013" y="2071435"/>
            <a:ext cx="99157" cy="99157"/>
          </a:xfrm>
          <a:prstGeom prst="roundRect">
            <a:avLst>
              <a:gd name="adj" fmla="val 30000"/>
            </a:avLst>
          </a:prstGeom>
          <a:solidFill>
            <a:srgbClr val="11517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1" name="!!p31_06"/>
          <p:cNvSpPr/>
          <p:nvPr/>
        </p:nvSpPr>
        <p:spPr>
          <a:xfrm>
            <a:off x="1426759" y="2071435"/>
            <a:ext cx="99157" cy="99157"/>
          </a:xfrm>
          <a:prstGeom prst="roundRect">
            <a:avLst>
              <a:gd name="adj" fmla="val 30000"/>
            </a:avLst>
          </a:prstGeom>
          <a:solidFill>
            <a:srgbClr val="0D39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2" name="!!p31_07"/>
          <p:cNvSpPr/>
          <p:nvPr/>
        </p:nvSpPr>
        <p:spPr>
          <a:xfrm>
            <a:off x="1585505" y="2071435"/>
            <a:ext cx="99157" cy="99157"/>
          </a:xfrm>
          <a:prstGeom prst="roundRect">
            <a:avLst>
              <a:gd name="adj" fmla="val 30000"/>
            </a:avLst>
          </a:prstGeom>
          <a:solidFill>
            <a:srgbClr val="0B345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3" name="!!p31_08"/>
          <p:cNvSpPr/>
          <p:nvPr/>
        </p:nvSpPr>
        <p:spPr>
          <a:xfrm>
            <a:off x="1744251" y="2071435"/>
            <a:ext cx="99157" cy="99157"/>
          </a:xfrm>
          <a:prstGeom prst="roundRect">
            <a:avLst>
              <a:gd name="adj" fmla="val 30000"/>
            </a:avLst>
          </a:prstGeom>
          <a:solidFill>
            <a:srgbClr val="0B335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4" name="!!p31_09"/>
          <p:cNvSpPr/>
          <p:nvPr/>
        </p:nvSpPr>
        <p:spPr>
          <a:xfrm>
            <a:off x="1902997" y="2071435"/>
            <a:ext cx="99157" cy="99157"/>
          </a:xfrm>
          <a:prstGeom prst="roundRect">
            <a:avLst>
              <a:gd name="adj" fmla="val 30000"/>
            </a:avLst>
          </a:prstGeom>
          <a:solidFill>
            <a:srgbClr val="0B325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5" name="!!p31_10"/>
          <p:cNvSpPr/>
          <p:nvPr/>
        </p:nvSpPr>
        <p:spPr>
          <a:xfrm>
            <a:off x="2061743" y="2071435"/>
            <a:ext cx="99157" cy="99157"/>
          </a:xfrm>
          <a:prstGeom prst="roundRect">
            <a:avLst>
              <a:gd name="adj" fmla="val 30000"/>
            </a:avLst>
          </a:prstGeom>
          <a:solidFill>
            <a:srgbClr val="0A305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6" name="!!p31_11"/>
          <p:cNvSpPr/>
          <p:nvPr/>
        </p:nvSpPr>
        <p:spPr>
          <a:xfrm>
            <a:off x="2220489" y="2071435"/>
            <a:ext cx="99157" cy="99157"/>
          </a:xfrm>
          <a:prstGeom prst="roundRect">
            <a:avLst>
              <a:gd name="adj" fmla="val 30000"/>
            </a:avLst>
          </a:prstGeom>
          <a:solidFill>
            <a:srgbClr val="0A2F5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7" name="!!p31_12"/>
          <p:cNvSpPr/>
          <p:nvPr/>
        </p:nvSpPr>
        <p:spPr>
          <a:xfrm>
            <a:off x="2379235" y="2071435"/>
            <a:ext cx="99157" cy="99157"/>
          </a:xfrm>
          <a:prstGeom prst="roundRect">
            <a:avLst>
              <a:gd name="adj" fmla="val 30000"/>
            </a:avLst>
          </a:prstGeom>
          <a:solidFill>
            <a:srgbClr val="0A2E5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8" name="!!p31_13"/>
          <p:cNvSpPr/>
          <p:nvPr/>
        </p:nvSpPr>
        <p:spPr>
          <a:xfrm>
            <a:off x="2537981" y="2071435"/>
            <a:ext cx="99157" cy="99157"/>
          </a:xfrm>
          <a:prstGeom prst="roundRect">
            <a:avLst>
              <a:gd name="adj" fmla="val 30000"/>
            </a:avLst>
          </a:prstGeom>
          <a:solidFill>
            <a:srgbClr val="092D4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9" name="!!p32_03"/>
          <p:cNvSpPr/>
          <p:nvPr/>
        </p:nvSpPr>
        <p:spPr>
          <a:xfrm>
            <a:off x="950521" y="1956135"/>
            <a:ext cx="99157" cy="99157"/>
          </a:xfrm>
          <a:prstGeom prst="roundRect">
            <a:avLst>
              <a:gd name="adj" fmla="val 30000"/>
            </a:avLst>
          </a:prstGeom>
          <a:solidFill>
            <a:srgbClr val="0C35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0" name="!!p32_04"/>
          <p:cNvSpPr/>
          <p:nvPr/>
        </p:nvSpPr>
        <p:spPr>
          <a:xfrm>
            <a:off x="1109267" y="1956135"/>
            <a:ext cx="99157" cy="99157"/>
          </a:xfrm>
          <a:prstGeom prst="roundRect">
            <a:avLst>
              <a:gd name="adj" fmla="val 30000"/>
            </a:avLst>
          </a:prstGeom>
          <a:solidFill>
            <a:srgbClr val="1566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1" name="!!p32_05"/>
          <p:cNvSpPr/>
          <p:nvPr/>
        </p:nvSpPr>
        <p:spPr>
          <a:xfrm>
            <a:off x="1268013" y="1956135"/>
            <a:ext cx="99157" cy="99157"/>
          </a:xfrm>
          <a:prstGeom prst="roundRect">
            <a:avLst>
              <a:gd name="adj" fmla="val 30000"/>
            </a:avLst>
          </a:prstGeom>
          <a:solidFill>
            <a:srgbClr val="176D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2" name="!!p32_06"/>
          <p:cNvSpPr/>
          <p:nvPr/>
        </p:nvSpPr>
        <p:spPr>
          <a:xfrm>
            <a:off x="1426759" y="1956135"/>
            <a:ext cx="99157" cy="99157"/>
          </a:xfrm>
          <a:prstGeom prst="roundRect">
            <a:avLst>
              <a:gd name="adj" fmla="val 30000"/>
            </a:avLst>
          </a:prstGeom>
          <a:solidFill>
            <a:srgbClr val="0D3C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3" name="!!p32_07"/>
          <p:cNvSpPr/>
          <p:nvPr/>
        </p:nvSpPr>
        <p:spPr>
          <a:xfrm>
            <a:off x="1585505" y="1956135"/>
            <a:ext cx="99157" cy="99157"/>
          </a:xfrm>
          <a:prstGeom prst="roundRect">
            <a:avLst>
              <a:gd name="adj" fmla="val 30000"/>
            </a:avLst>
          </a:prstGeom>
          <a:solidFill>
            <a:srgbClr val="0B325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4" name="!!p32_08"/>
          <p:cNvSpPr/>
          <p:nvPr/>
        </p:nvSpPr>
        <p:spPr>
          <a:xfrm>
            <a:off x="1744251" y="1956135"/>
            <a:ext cx="99157" cy="99157"/>
          </a:xfrm>
          <a:prstGeom prst="roundRect">
            <a:avLst>
              <a:gd name="adj" fmla="val 30000"/>
            </a:avLst>
          </a:prstGeom>
          <a:solidFill>
            <a:srgbClr val="0A305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5" name="!!p32_09"/>
          <p:cNvSpPr/>
          <p:nvPr/>
        </p:nvSpPr>
        <p:spPr>
          <a:xfrm>
            <a:off x="1902997" y="1956135"/>
            <a:ext cx="99157" cy="99157"/>
          </a:xfrm>
          <a:prstGeom prst="roundRect">
            <a:avLst>
              <a:gd name="adj" fmla="val 30000"/>
            </a:avLst>
          </a:prstGeom>
          <a:solidFill>
            <a:srgbClr val="0A305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6" name="!!p32_10"/>
          <p:cNvSpPr/>
          <p:nvPr/>
        </p:nvSpPr>
        <p:spPr>
          <a:xfrm>
            <a:off x="2061743" y="1956135"/>
            <a:ext cx="99157" cy="99157"/>
          </a:xfrm>
          <a:prstGeom prst="roundRect">
            <a:avLst>
              <a:gd name="adj" fmla="val 30000"/>
            </a:avLst>
          </a:prstGeom>
          <a:solidFill>
            <a:srgbClr val="0A2F5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7" name="!!p32_11"/>
          <p:cNvSpPr/>
          <p:nvPr/>
        </p:nvSpPr>
        <p:spPr>
          <a:xfrm>
            <a:off x="2220489" y="1956135"/>
            <a:ext cx="99157" cy="99157"/>
          </a:xfrm>
          <a:prstGeom prst="roundRect">
            <a:avLst>
              <a:gd name="adj" fmla="val 30000"/>
            </a:avLst>
          </a:prstGeom>
          <a:solidFill>
            <a:srgbClr val="0A2E5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8" name="!!p32_12"/>
          <p:cNvSpPr/>
          <p:nvPr/>
        </p:nvSpPr>
        <p:spPr>
          <a:xfrm>
            <a:off x="2379235" y="1956135"/>
            <a:ext cx="99157" cy="99157"/>
          </a:xfrm>
          <a:prstGeom prst="roundRect">
            <a:avLst>
              <a:gd name="adj" fmla="val 30000"/>
            </a:avLst>
          </a:prstGeom>
          <a:solidFill>
            <a:srgbClr val="092D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9" name="!!p33_03"/>
          <p:cNvSpPr/>
          <p:nvPr/>
        </p:nvSpPr>
        <p:spPr>
          <a:xfrm>
            <a:off x="950521" y="1840835"/>
            <a:ext cx="99157" cy="99157"/>
          </a:xfrm>
          <a:prstGeom prst="roundRect">
            <a:avLst>
              <a:gd name="adj" fmla="val 30000"/>
            </a:avLst>
          </a:prstGeom>
          <a:solidFill>
            <a:srgbClr val="0D386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0" name="!!p33_04"/>
          <p:cNvSpPr/>
          <p:nvPr/>
        </p:nvSpPr>
        <p:spPr>
          <a:xfrm>
            <a:off x="1109267" y="1840835"/>
            <a:ext cx="99157" cy="99157"/>
          </a:xfrm>
          <a:prstGeom prst="roundRect">
            <a:avLst>
              <a:gd name="adj" fmla="val 30000"/>
            </a:avLst>
          </a:prstGeom>
          <a:solidFill>
            <a:srgbClr val="1B85A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1" name="!!p33_05"/>
          <p:cNvSpPr/>
          <p:nvPr/>
        </p:nvSpPr>
        <p:spPr>
          <a:xfrm>
            <a:off x="1268013" y="1840835"/>
            <a:ext cx="99157" cy="99157"/>
          </a:xfrm>
          <a:prstGeom prst="roundRect">
            <a:avLst>
              <a:gd name="adj" fmla="val 30000"/>
            </a:avLst>
          </a:prstGeom>
          <a:solidFill>
            <a:srgbClr val="1D8DB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2" name="!!p33_06"/>
          <p:cNvSpPr/>
          <p:nvPr/>
        </p:nvSpPr>
        <p:spPr>
          <a:xfrm>
            <a:off x="1426759" y="1840835"/>
            <a:ext cx="99157" cy="99157"/>
          </a:xfrm>
          <a:prstGeom prst="roundRect">
            <a:avLst>
              <a:gd name="adj" fmla="val 30000"/>
            </a:avLst>
          </a:prstGeom>
          <a:solidFill>
            <a:srgbClr val="0F446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3" name="!!p33_07"/>
          <p:cNvSpPr/>
          <p:nvPr/>
        </p:nvSpPr>
        <p:spPr>
          <a:xfrm>
            <a:off x="1585505" y="1840835"/>
            <a:ext cx="99157" cy="99157"/>
          </a:xfrm>
          <a:prstGeom prst="roundRect">
            <a:avLst>
              <a:gd name="adj" fmla="val 30000"/>
            </a:avLst>
          </a:prstGeom>
          <a:solidFill>
            <a:srgbClr val="0A315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4" name="!!p33_08"/>
          <p:cNvSpPr/>
          <p:nvPr/>
        </p:nvSpPr>
        <p:spPr>
          <a:xfrm>
            <a:off x="1744251" y="1840835"/>
            <a:ext cx="99157" cy="99157"/>
          </a:xfrm>
          <a:prstGeom prst="roundRect">
            <a:avLst>
              <a:gd name="adj" fmla="val 30000"/>
            </a:avLst>
          </a:prstGeom>
          <a:solidFill>
            <a:srgbClr val="0A2F5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5" name="!!p33_09"/>
          <p:cNvSpPr/>
          <p:nvPr/>
        </p:nvSpPr>
        <p:spPr>
          <a:xfrm>
            <a:off x="1902997" y="1840835"/>
            <a:ext cx="99157" cy="99157"/>
          </a:xfrm>
          <a:prstGeom prst="roundRect">
            <a:avLst>
              <a:gd name="adj" fmla="val 30000"/>
            </a:avLst>
          </a:prstGeom>
          <a:solidFill>
            <a:srgbClr val="0A2E5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6" name="!!p33_10"/>
          <p:cNvSpPr/>
          <p:nvPr/>
        </p:nvSpPr>
        <p:spPr>
          <a:xfrm>
            <a:off x="2061743" y="1840835"/>
            <a:ext cx="99157" cy="99157"/>
          </a:xfrm>
          <a:prstGeom prst="roundRect">
            <a:avLst>
              <a:gd name="adj" fmla="val 30000"/>
            </a:avLst>
          </a:prstGeom>
          <a:solidFill>
            <a:srgbClr val="0A2E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7" name="!!p33_11"/>
          <p:cNvSpPr/>
          <p:nvPr/>
        </p:nvSpPr>
        <p:spPr>
          <a:xfrm>
            <a:off x="2220489" y="1840835"/>
            <a:ext cx="99157" cy="99157"/>
          </a:xfrm>
          <a:prstGeom prst="roundRect">
            <a:avLst>
              <a:gd name="adj" fmla="val 30000"/>
            </a:avLst>
          </a:prstGeom>
          <a:solidFill>
            <a:srgbClr val="092D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8" name="!!p33_12"/>
          <p:cNvSpPr/>
          <p:nvPr/>
        </p:nvSpPr>
        <p:spPr>
          <a:xfrm>
            <a:off x="2379235" y="1840835"/>
            <a:ext cx="99157" cy="99157"/>
          </a:xfrm>
          <a:prstGeom prst="roundRect">
            <a:avLst>
              <a:gd name="adj" fmla="val 30000"/>
            </a:avLst>
          </a:prstGeom>
          <a:solidFill>
            <a:srgbClr val="092C4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9" name="!!p34_03"/>
          <p:cNvSpPr/>
          <p:nvPr/>
        </p:nvSpPr>
        <p:spPr>
          <a:xfrm>
            <a:off x="950521" y="1725535"/>
            <a:ext cx="99157" cy="99157"/>
          </a:xfrm>
          <a:prstGeom prst="roundRect">
            <a:avLst>
              <a:gd name="adj" fmla="val 30000"/>
            </a:avLst>
          </a:prstGeom>
          <a:solidFill>
            <a:srgbClr val="0D3A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0" name="!!p34_04"/>
          <p:cNvSpPr/>
          <p:nvPr/>
        </p:nvSpPr>
        <p:spPr>
          <a:xfrm>
            <a:off x="1109267" y="1725535"/>
            <a:ext cx="99157" cy="99157"/>
          </a:xfrm>
          <a:prstGeom prst="roundRect">
            <a:avLst>
              <a:gd name="adj" fmla="val 30000"/>
            </a:avLst>
          </a:prstGeom>
          <a:solidFill>
            <a:srgbClr val="2090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1" name="!!p34_05"/>
          <p:cNvSpPr/>
          <p:nvPr/>
        </p:nvSpPr>
        <p:spPr>
          <a:xfrm>
            <a:off x="1268013" y="1725535"/>
            <a:ext cx="99157" cy="99157"/>
          </a:xfrm>
          <a:prstGeom prst="roundRect">
            <a:avLst>
              <a:gd name="adj" fmla="val 30000"/>
            </a:avLst>
          </a:prstGeom>
          <a:solidFill>
            <a:srgbClr val="2695B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2" name="!!p34_06"/>
          <p:cNvSpPr/>
          <p:nvPr/>
        </p:nvSpPr>
        <p:spPr>
          <a:xfrm>
            <a:off x="1426759" y="1725535"/>
            <a:ext cx="99157" cy="99157"/>
          </a:xfrm>
          <a:prstGeom prst="roundRect">
            <a:avLst>
              <a:gd name="adj" fmla="val 30000"/>
            </a:avLst>
          </a:prstGeom>
          <a:solidFill>
            <a:srgbClr val="10476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3" name="!!p34_07"/>
          <p:cNvSpPr/>
          <p:nvPr/>
        </p:nvSpPr>
        <p:spPr>
          <a:xfrm>
            <a:off x="1585505" y="1725535"/>
            <a:ext cx="99157" cy="99157"/>
          </a:xfrm>
          <a:prstGeom prst="roundRect">
            <a:avLst>
              <a:gd name="adj" fmla="val 30000"/>
            </a:avLst>
          </a:prstGeom>
          <a:solidFill>
            <a:srgbClr val="0A2F5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4" name="!!p34_08"/>
          <p:cNvSpPr/>
          <p:nvPr/>
        </p:nvSpPr>
        <p:spPr>
          <a:xfrm>
            <a:off x="1744251" y="1725535"/>
            <a:ext cx="99157" cy="99157"/>
          </a:xfrm>
          <a:prstGeom prst="roundRect">
            <a:avLst>
              <a:gd name="adj" fmla="val 30000"/>
            </a:avLst>
          </a:prstGeom>
          <a:solidFill>
            <a:srgbClr val="0A2D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5" name="!!p34_09"/>
          <p:cNvSpPr/>
          <p:nvPr/>
        </p:nvSpPr>
        <p:spPr>
          <a:xfrm>
            <a:off x="1902997" y="1725535"/>
            <a:ext cx="99157" cy="99157"/>
          </a:xfrm>
          <a:prstGeom prst="roundRect">
            <a:avLst>
              <a:gd name="adj" fmla="val 30000"/>
            </a:avLst>
          </a:prstGeom>
          <a:solidFill>
            <a:srgbClr val="092D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6" name="!!p34_10"/>
          <p:cNvSpPr/>
          <p:nvPr/>
        </p:nvSpPr>
        <p:spPr>
          <a:xfrm>
            <a:off x="2061743" y="1725535"/>
            <a:ext cx="99157" cy="99157"/>
          </a:xfrm>
          <a:prstGeom prst="roundRect">
            <a:avLst>
              <a:gd name="adj" fmla="val 30000"/>
            </a:avLst>
          </a:prstGeom>
          <a:solidFill>
            <a:srgbClr val="092D4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7" name="!!p34_11"/>
          <p:cNvSpPr/>
          <p:nvPr/>
        </p:nvSpPr>
        <p:spPr>
          <a:xfrm>
            <a:off x="2220489" y="1725535"/>
            <a:ext cx="99157" cy="99157"/>
          </a:xfrm>
          <a:prstGeom prst="roundRect">
            <a:avLst>
              <a:gd name="adj" fmla="val 30000"/>
            </a:avLst>
          </a:prstGeom>
          <a:solidFill>
            <a:srgbClr val="092C4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8" name="!!p35_04"/>
          <p:cNvSpPr/>
          <p:nvPr/>
        </p:nvSpPr>
        <p:spPr>
          <a:xfrm>
            <a:off x="1109267" y="1610236"/>
            <a:ext cx="99157" cy="99157"/>
          </a:xfrm>
          <a:prstGeom prst="roundRect">
            <a:avLst>
              <a:gd name="adj" fmla="val 30000"/>
            </a:avLst>
          </a:prstGeom>
          <a:solidFill>
            <a:srgbClr val="1B83A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9" name="!!p35_05"/>
          <p:cNvSpPr/>
          <p:nvPr/>
        </p:nvSpPr>
        <p:spPr>
          <a:xfrm>
            <a:off x="1268013" y="1610236"/>
            <a:ext cx="99157" cy="99157"/>
          </a:xfrm>
          <a:prstGeom prst="roundRect">
            <a:avLst>
              <a:gd name="adj" fmla="val 30000"/>
            </a:avLst>
          </a:prstGeom>
          <a:solidFill>
            <a:srgbClr val="1D8B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0" name="!!p35_06"/>
          <p:cNvSpPr/>
          <p:nvPr/>
        </p:nvSpPr>
        <p:spPr>
          <a:xfrm>
            <a:off x="1426759" y="1610236"/>
            <a:ext cx="99157" cy="99157"/>
          </a:xfrm>
          <a:prstGeom prst="roundRect">
            <a:avLst>
              <a:gd name="adj" fmla="val 30000"/>
            </a:avLst>
          </a:prstGeom>
          <a:solidFill>
            <a:srgbClr val="0E3F6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1" name="!!p35_07"/>
          <p:cNvSpPr/>
          <p:nvPr/>
        </p:nvSpPr>
        <p:spPr>
          <a:xfrm>
            <a:off x="1585505" y="1610236"/>
            <a:ext cx="99157" cy="99157"/>
          </a:xfrm>
          <a:prstGeom prst="roundRect">
            <a:avLst>
              <a:gd name="adj" fmla="val 30000"/>
            </a:avLst>
          </a:prstGeom>
          <a:solidFill>
            <a:srgbClr val="0A2E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2" name="!!p35_08"/>
          <p:cNvSpPr/>
          <p:nvPr/>
        </p:nvSpPr>
        <p:spPr>
          <a:xfrm>
            <a:off x="1744251" y="1610236"/>
            <a:ext cx="99157" cy="99157"/>
          </a:xfrm>
          <a:prstGeom prst="roundRect">
            <a:avLst>
              <a:gd name="adj" fmla="val 30000"/>
            </a:avLst>
          </a:prstGeom>
          <a:solidFill>
            <a:srgbClr val="092C4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3" name="!!p35_09"/>
          <p:cNvSpPr/>
          <p:nvPr/>
        </p:nvSpPr>
        <p:spPr>
          <a:xfrm>
            <a:off x="1902997" y="1610236"/>
            <a:ext cx="99157" cy="99157"/>
          </a:xfrm>
          <a:prstGeom prst="roundRect">
            <a:avLst>
              <a:gd name="adj" fmla="val 30000"/>
            </a:avLst>
          </a:prstGeom>
          <a:solidFill>
            <a:srgbClr val="092C4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4" name="!!p35_10"/>
          <p:cNvSpPr/>
          <p:nvPr/>
        </p:nvSpPr>
        <p:spPr>
          <a:xfrm>
            <a:off x="2061743" y="1610236"/>
            <a:ext cx="99157" cy="99157"/>
          </a:xfrm>
          <a:prstGeom prst="roundRect">
            <a:avLst>
              <a:gd name="adj" fmla="val 30000"/>
            </a:avLst>
          </a:prstGeom>
          <a:solidFill>
            <a:srgbClr val="092C4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5" name="!!p35_11"/>
          <p:cNvSpPr/>
          <p:nvPr/>
        </p:nvSpPr>
        <p:spPr>
          <a:xfrm>
            <a:off x="2220489" y="1610236"/>
            <a:ext cx="99157" cy="99157"/>
          </a:xfrm>
          <a:prstGeom prst="roundRect">
            <a:avLst>
              <a:gd name="adj" fmla="val 30000"/>
            </a:avLst>
          </a:prstGeom>
          <a:solidFill>
            <a:srgbClr val="092B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6" name="!!p36_04"/>
          <p:cNvSpPr/>
          <p:nvPr/>
        </p:nvSpPr>
        <p:spPr>
          <a:xfrm>
            <a:off x="1109267" y="1494936"/>
            <a:ext cx="99157" cy="99157"/>
          </a:xfrm>
          <a:prstGeom prst="roundRect">
            <a:avLst>
              <a:gd name="adj" fmla="val 30000"/>
            </a:avLst>
          </a:prstGeom>
          <a:solidFill>
            <a:srgbClr val="145F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7" name="!!p36_05"/>
          <p:cNvSpPr/>
          <p:nvPr/>
        </p:nvSpPr>
        <p:spPr>
          <a:xfrm>
            <a:off x="1268013" y="1494936"/>
            <a:ext cx="99157" cy="99157"/>
          </a:xfrm>
          <a:prstGeom prst="roundRect">
            <a:avLst>
              <a:gd name="adj" fmla="val 30000"/>
            </a:avLst>
          </a:prstGeom>
          <a:solidFill>
            <a:srgbClr val="15658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8" name="!!p36_06"/>
          <p:cNvSpPr/>
          <p:nvPr/>
        </p:nvSpPr>
        <p:spPr>
          <a:xfrm>
            <a:off x="1426759" y="1494936"/>
            <a:ext cx="99157" cy="99157"/>
          </a:xfrm>
          <a:prstGeom prst="roundRect">
            <a:avLst>
              <a:gd name="adj" fmla="val 30000"/>
            </a:avLst>
          </a:prstGeom>
          <a:solidFill>
            <a:srgbClr val="0C365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9" name="!!p36_07"/>
          <p:cNvSpPr/>
          <p:nvPr/>
        </p:nvSpPr>
        <p:spPr>
          <a:xfrm>
            <a:off x="1585505" y="1494936"/>
            <a:ext cx="99157" cy="99157"/>
          </a:xfrm>
          <a:prstGeom prst="roundRect">
            <a:avLst>
              <a:gd name="adj" fmla="val 30000"/>
            </a:avLst>
          </a:prstGeom>
          <a:solidFill>
            <a:srgbClr val="092C4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0" name="!!p36_08"/>
          <p:cNvSpPr/>
          <p:nvPr/>
        </p:nvSpPr>
        <p:spPr>
          <a:xfrm>
            <a:off x="1744251" y="1494936"/>
            <a:ext cx="99157" cy="99157"/>
          </a:xfrm>
          <a:prstGeom prst="roundRect">
            <a:avLst>
              <a:gd name="adj" fmla="val 30000"/>
            </a:avLst>
          </a:prstGeom>
          <a:solidFill>
            <a:srgbClr val="092B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1" name="!!p36_09"/>
          <p:cNvSpPr/>
          <p:nvPr/>
        </p:nvSpPr>
        <p:spPr>
          <a:xfrm>
            <a:off x="1902997" y="1494936"/>
            <a:ext cx="99157" cy="99157"/>
          </a:xfrm>
          <a:prstGeom prst="roundRect">
            <a:avLst>
              <a:gd name="adj" fmla="val 30000"/>
            </a:avLst>
          </a:prstGeom>
          <a:solidFill>
            <a:srgbClr val="092B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2" name="!!p36_10"/>
          <p:cNvSpPr/>
          <p:nvPr/>
        </p:nvSpPr>
        <p:spPr>
          <a:xfrm>
            <a:off x="2061743" y="1494936"/>
            <a:ext cx="99157" cy="99157"/>
          </a:xfrm>
          <a:prstGeom prst="roundRect">
            <a:avLst>
              <a:gd name="adj" fmla="val 30000"/>
            </a:avLst>
          </a:prstGeom>
          <a:solidFill>
            <a:srgbClr val="092A4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3" name="!!p37_04"/>
          <p:cNvSpPr/>
          <p:nvPr/>
        </p:nvSpPr>
        <p:spPr>
          <a:xfrm>
            <a:off x="1109267" y="1379636"/>
            <a:ext cx="99157" cy="99157"/>
          </a:xfrm>
          <a:prstGeom prst="roundRect">
            <a:avLst>
              <a:gd name="adj" fmla="val 30000"/>
            </a:avLst>
          </a:prstGeom>
          <a:solidFill>
            <a:srgbClr val="0D39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4" name="!!p37_05"/>
          <p:cNvSpPr/>
          <p:nvPr/>
        </p:nvSpPr>
        <p:spPr>
          <a:xfrm>
            <a:off x="1268013" y="1379636"/>
            <a:ext cx="99157" cy="99157"/>
          </a:xfrm>
          <a:prstGeom prst="roundRect">
            <a:avLst>
              <a:gd name="adj" fmla="val 30000"/>
            </a:avLst>
          </a:prstGeom>
          <a:solidFill>
            <a:srgbClr val="0D3C6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5" name="!!p37_06"/>
          <p:cNvSpPr/>
          <p:nvPr/>
        </p:nvSpPr>
        <p:spPr>
          <a:xfrm>
            <a:off x="1426759" y="1379636"/>
            <a:ext cx="99157" cy="99157"/>
          </a:xfrm>
          <a:prstGeom prst="roundRect">
            <a:avLst>
              <a:gd name="adj" fmla="val 30000"/>
            </a:avLst>
          </a:prstGeom>
          <a:solidFill>
            <a:srgbClr val="0A305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6" name="!!p37_07"/>
          <p:cNvSpPr/>
          <p:nvPr/>
        </p:nvSpPr>
        <p:spPr>
          <a:xfrm>
            <a:off x="1585505" y="1379636"/>
            <a:ext cx="99157" cy="99157"/>
          </a:xfrm>
          <a:prstGeom prst="roundRect">
            <a:avLst>
              <a:gd name="adj" fmla="val 30000"/>
            </a:avLst>
          </a:prstGeom>
          <a:solidFill>
            <a:srgbClr val="092A4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7" name="!!p37_08"/>
          <p:cNvSpPr/>
          <p:nvPr/>
        </p:nvSpPr>
        <p:spPr>
          <a:xfrm>
            <a:off x="1744251" y="1379636"/>
            <a:ext cx="99157" cy="99157"/>
          </a:xfrm>
          <a:prstGeom prst="roundRect">
            <a:avLst>
              <a:gd name="adj" fmla="val 30000"/>
            </a:avLst>
          </a:prstGeom>
          <a:solidFill>
            <a:srgbClr val="092A4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8" name="!!p37_09"/>
          <p:cNvSpPr/>
          <p:nvPr/>
        </p:nvSpPr>
        <p:spPr>
          <a:xfrm>
            <a:off x="1902997" y="1379636"/>
            <a:ext cx="99157" cy="99157"/>
          </a:xfrm>
          <a:prstGeom prst="roundRect">
            <a:avLst>
              <a:gd name="adj" fmla="val 30000"/>
            </a:avLst>
          </a:prstGeom>
          <a:solidFill>
            <a:srgbClr val="082A4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9" name="Rectangle 328"/>
          <p:cNvSpPr/>
          <p:nvPr/>
        </p:nvSpPr>
        <p:spPr>
          <a:xfrm>
            <a:off x="920726" y="5905352"/>
            <a:ext cx="38099" cy="101597"/>
          </a:xfrm>
          <a:prstGeom prst="rect">
            <a:avLst/>
          </a:prstGeom>
          <a:solidFill>
            <a:srgbClr val="051D3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0" name="Rectangle 329"/>
          <p:cNvSpPr/>
          <p:nvPr/>
        </p:nvSpPr>
        <p:spPr>
          <a:xfrm>
            <a:off x="952476" y="5905352"/>
            <a:ext cx="38099" cy="101597"/>
          </a:xfrm>
          <a:prstGeom prst="rect">
            <a:avLst/>
          </a:prstGeom>
          <a:solidFill>
            <a:srgbClr val="0620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1" name="Rectangle 330"/>
          <p:cNvSpPr/>
          <p:nvPr/>
        </p:nvSpPr>
        <p:spPr>
          <a:xfrm>
            <a:off x="984225" y="5905352"/>
            <a:ext cx="38099" cy="101597"/>
          </a:xfrm>
          <a:prstGeom prst="rect">
            <a:avLst/>
          </a:prstGeom>
          <a:solidFill>
            <a:srgbClr val="0723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2" name="Rectangle 331"/>
          <p:cNvSpPr/>
          <p:nvPr/>
        </p:nvSpPr>
        <p:spPr>
          <a:xfrm>
            <a:off x="1015974" y="5905352"/>
            <a:ext cx="38099" cy="101597"/>
          </a:xfrm>
          <a:prstGeom prst="rect">
            <a:avLst/>
          </a:prstGeom>
          <a:solidFill>
            <a:srgbClr val="08264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3" name="Rectangle 332"/>
          <p:cNvSpPr/>
          <p:nvPr/>
        </p:nvSpPr>
        <p:spPr>
          <a:xfrm>
            <a:off x="1047723" y="5905352"/>
            <a:ext cx="38099" cy="101597"/>
          </a:xfrm>
          <a:prstGeom prst="rect">
            <a:avLst/>
          </a:prstGeom>
          <a:solidFill>
            <a:srgbClr val="08294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4" name="Rectangle 333"/>
          <p:cNvSpPr/>
          <p:nvPr/>
        </p:nvSpPr>
        <p:spPr>
          <a:xfrm>
            <a:off x="1079473" y="5905352"/>
            <a:ext cx="38099" cy="101597"/>
          </a:xfrm>
          <a:prstGeom prst="rect">
            <a:avLst/>
          </a:prstGeom>
          <a:solidFill>
            <a:srgbClr val="092C4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5" name="Rectangle 334"/>
          <p:cNvSpPr/>
          <p:nvPr/>
        </p:nvSpPr>
        <p:spPr>
          <a:xfrm>
            <a:off x="1111222" y="5905352"/>
            <a:ext cx="38099" cy="101597"/>
          </a:xfrm>
          <a:prstGeom prst="rect">
            <a:avLst/>
          </a:prstGeom>
          <a:solidFill>
            <a:srgbClr val="0A2F5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6" name="Rectangle 335"/>
          <p:cNvSpPr/>
          <p:nvPr/>
        </p:nvSpPr>
        <p:spPr>
          <a:xfrm>
            <a:off x="1142971" y="5905352"/>
            <a:ext cx="38099" cy="101597"/>
          </a:xfrm>
          <a:prstGeom prst="rect">
            <a:avLst/>
          </a:prstGeom>
          <a:solidFill>
            <a:srgbClr val="0B33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7" name="Rectangle 336"/>
          <p:cNvSpPr/>
          <p:nvPr/>
        </p:nvSpPr>
        <p:spPr>
          <a:xfrm>
            <a:off x="1174720" y="5905352"/>
            <a:ext cx="38099" cy="101597"/>
          </a:xfrm>
          <a:prstGeom prst="rect">
            <a:avLst/>
          </a:prstGeom>
          <a:solidFill>
            <a:srgbClr val="0C36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8" name="Rectangle 337"/>
          <p:cNvSpPr/>
          <p:nvPr/>
        </p:nvSpPr>
        <p:spPr>
          <a:xfrm>
            <a:off x="1206469" y="5905352"/>
            <a:ext cx="38099" cy="101597"/>
          </a:xfrm>
          <a:prstGeom prst="rect">
            <a:avLst/>
          </a:prstGeom>
          <a:solidFill>
            <a:srgbClr val="0D39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9" name="Rectangle 338"/>
          <p:cNvSpPr/>
          <p:nvPr/>
        </p:nvSpPr>
        <p:spPr>
          <a:xfrm>
            <a:off x="1238219" y="5905352"/>
            <a:ext cx="38099" cy="101597"/>
          </a:xfrm>
          <a:prstGeom prst="rect">
            <a:avLst/>
          </a:prstGeom>
          <a:solidFill>
            <a:srgbClr val="0E3F6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0" name="Rectangle 339"/>
          <p:cNvSpPr/>
          <p:nvPr/>
        </p:nvSpPr>
        <p:spPr>
          <a:xfrm>
            <a:off x="1269968" y="5905352"/>
            <a:ext cx="38099" cy="101597"/>
          </a:xfrm>
          <a:prstGeom prst="rect">
            <a:avLst/>
          </a:prstGeom>
          <a:solidFill>
            <a:srgbClr val="10487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1" name="Rectangle 340"/>
          <p:cNvSpPr/>
          <p:nvPr/>
        </p:nvSpPr>
        <p:spPr>
          <a:xfrm>
            <a:off x="1301717" y="5905352"/>
            <a:ext cx="38099" cy="101597"/>
          </a:xfrm>
          <a:prstGeom prst="rect">
            <a:avLst/>
          </a:prstGeom>
          <a:solidFill>
            <a:srgbClr val="11517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2" name="Rectangle 341"/>
          <p:cNvSpPr/>
          <p:nvPr/>
        </p:nvSpPr>
        <p:spPr>
          <a:xfrm>
            <a:off x="1333466" y="5905352"/>
            <a:ext cx="38099" cy="101597"/>
          </a:xfrm>
          <a:prstGeom prst="rect">
            <a:avLst/>
          </a:prstGeom>
          <a:solidFill>
            <a:srgbClr val="1359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3" name="Rectangle 342"/>
          <p:cNvSpPr/>
          <p:nvPr/>
        </p:nvSpPr>
        <p:spPr>
          <a:xfrm>
            <a:off x="1365215" y="5905352"/>
            <a:ext cx="38099" cy="101597"/>
          </a:xfrm>
          <a:prstGeom prst="rect">
            <a:avLst/>
          </a:prstGeom>
          <a:solidFill>
            <a:srgbClr val="1562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4" name="Rectangle 343"/>
          <p:cNvSpPr/>
          <p:nvPr/>
        </p:nvSpPr>
        <p:spPr>
          <a:xfrm>
            <a:off x="1396965" y="5905352"/>
            <a:ext cx="38099" cy="101597"/>
          </a:xfrm>
          <a:prstGeom prst="rect">
            <a:avLst/>
          </a:prstGeom>
          <a:solidFill>
            <a:srgbClr val="166B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5" name="Rectangle 344"/>
          <p:cNvSpPr/>
          <p:nvPr/>
        </p:nvSpPr>
        <p:spPr>
          <a:xfrm>
            <a:off x="1428714" y="5905352"/>
            <a:ext cx="38099" cy="101597"/>
          </a:xfrm>
          <a:prstGeom prst="rect">
            <a:avLst/>
          </a:prstGeom>
          <a:solidFill>
            <a:srgbClr val="18749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6" name="Rectangle 345"/>
          <p:cNvSpPr/>
          <p:nvPr/>
        </p:nvSpPr>
        <p:spPr>
          <a:xfrm>
            <a:off x="1460463" y="5905352"/>
            <a:ext cx="38099" cy="101597"/>
          </a:xfrm>
          <a:prstGeom prst="rect">
            <a:avLst/>
          </a:prstGeom>
          <a:solidFill>
            <a:srgbClr val="1A7CA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7" name="Rectangle 346"/>
          <p:cNvSpPr/>
          <p:nvPr/>
        </p:nvSpPr>
        <p:spPr>
          <a:xfrm>
            <a:off x="1492212" y="5905352"/>
            <a:ext cx="38099" cy="101597"/>
          </a:xfrm>
          <a:prstGeom prst="rect">
            <a:avLst/>
          </a:prstGeom>
          <a:solidFill>
            <a:srgbClr val="1C85A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8" name="Rectangle 347"/>
          <p:cNvSpPr/>
          <p:nvPr/>
        </p:nvSpPr>
        <p:spPr>
          <a:xfrm>
            <a:off x="1523961" y="5905352"/>
            <a:ext cx="38099" cy="101597"/>
          </a:xfrm>
          <a:prstGeom prst="rect">
            <a:avLst/>
          </a:prstGeom>
          <a:solidFill>
            <a:srgbClr val="1E8EB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9" name="Rectangle 348"/>
          <p:cNvSpPr/>
          <p:nvPr/>
        </p:nvSpPr>
        <p:spPr>
          <a:xfrm>
            <a:off x="1555711" y="5905352"/>
            <a:ext cx="38099" cy="101597"/>
          </a:xfrm>
          <a:prstGeom prst="rect">
            <a:avLst/>
          </a:prstGeom>
          <a:solidFill>
            <a:srgbClr val="2393B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0" name="Rectangle 349"/>
          <p:cNvSpPr/>
          <p:nvPr/>
        </p:nvSpPr>
        <p:spPr>
          <a:xfrm>
            <a:off x="1587460" y="5905352"/>
            <a:ext cx="38099" cy="101597"/>
          </a:xfrm>
          <a:prstGeom prst="rect">
            <a:avLst/>
          </a:prstGeom>
          <a:solidFill>
            <a:srgbClr val="2998B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1" name="Rectangle 350"/>
          <p:cNvSpPr/>
          <p:nvPr/>
        </p:nvSpPr>
        <p:spPr>
          <a:xfrm>
            <a:off x="1619209" y="5905352"/>
            <a:ext cx="38099" cy="101597"/>
          </a:xfrm>
          <a:prstGeom prst="rect">
            <a:avLst/>
          </a:prstGeom>
          <a:solidFill>
            <a:srgbClr val="2F9DC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2" name="Rectangle 351"/>
          <p:cNvSpPr/>
          <p:nvPr/>
        </p:nvSpPr>
        <p:spPr>
          <a:xfrm>
            <a:off x="1650958" y="5905352"/>
            <a:ext cx="38099" cy="101597"/>
          </a:xfrm>
          <a:prstGeom prst="rect">
            <a:avLst/>
          </a:prstGeom>
          <a:solidFill>
            <a:srgbClr val="34A2C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3" name="Rectangle 352"/>
          <p:cNvSpPr/>
          <p:nvPr/>
        </p:nvSpPr>
        <p:spPr>
          <a:xfrm>
            <a:off x="1682707" y="5905352"/>
            <a:ext cx="38099" cy="101597"/>
          </a:xfrm>
          <a:prstGeom prst="rect">
            <a:avLst/>
          </a:prstGeom>
          <a:solidFill>
            <a:srgbClr val="3AA7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4" name="Rectangle 353"/>
          <p:cNvSpPr/>
          <p:nvPr/>
        </p:nvSpPr>
        <p:spPr>
          <a:xfrm>
            <a:off x="1714457" y="5905352"/>
            <a:ext cx="38099" cy="101597"/>
          </a:xfrm>
          <a:prstGeom prst="rect">
            <a:avLst/>
          </a:prstGeom>
          <a:solidFill>
            <a:srgbClr val="3FAC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5" name="Rectangle 354"/>
          <p:cNvSpPr/>
          <p:nvPr/>
        </p:nvSpPr>
        <p:spPr>
          <a:xfrm>
            <a:off x="1746206" y="5905352"/>
            <a:ext cx="38099" cy="101597"/>
          </a:xfrm>
          <a:prstGeom prst="rect">
            <a:avLst/>
          </a:prstGeom>
          <a:solidFill>
            <a:srgbClr val="45B1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6" name="Rectangle 355"/>
          <p:cNvSpPr/>
          <p:nvPr/>
        </p:nvSpPr>
        <p:spPr>
          <a:xfrm>
            <a:off x="1777955" y="5905352"/>
            <a:ext cx="38099" cy="101597"/>
          </a:xfrm>
          <a:prstGeom prst="rect">
            <a:avLst/>
          </a:prstGeom>
          <a:solidFill>
            <a:srgbClr val="4BB6E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7" name="Rectangle 356"/>
          <p:cNvSpPr/>
          <p:nvPr/>
        </p:nvSpPr>
        <p:spPr>
          <a:xfrm>
            <a:off x="1809704" y="5905352"/>
            <a:ext cx="38099" cy="101597"/>
          </a:xfrm>
          <a:prstGeom prst="rect">
            <a:avLst/>
          </a:prstGeom>
          <a:solidFill>
            <a:srgbClr val="50BB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8" name="Rectangle 357"/>
          <p:cNvSpPr/>
          <p:nvPr/>
        </p:nvSpPr>
        <p:spPr>
          <a:xfrm>
            <a:off x="1841453" y="5905352"/>
            <a:ext cx="38099" cy="101597"/>
          </a:xfrm>
          <a:prstGeom prst="rect">
            <a:avLst/>
          </a:prstGeom>
          <a:solidFill>
            <a:srgbClr val="60BFD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9" name="Rectangle 358"/>
          <p:cNvSpPr/>
          <p:nvPr/>
        </p:nvSpPr>
        <p:spPr>
          <a:xfrm>
            <a:off x="1873203" y="5905352"/>
            <a:ext cx="38099" cy="101597"/>
          </a:xfrm>
          <a:prstGeom prst="rect">
            <a:avLst/>
          </a:prstGeom>
          <a:solidFill>
            <a:srgbClr val="75C1C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0" name="Rectangle 359"/>
          <p:cNvSpPr/>
          <p:nvPr/>
        </p:nvSpPr>
        <p:spPr>
          <a:xfrm>
            <a:off x="1904952" y="5905352"/>
            <a:ext cx="38099" cy="101597"/>
          </a:xfrm>
          <a:prstGeom prst="rect">
            <a:avLst/>
          </a:prstGeom>
          <a:solidFill>
            <a:srgbClr val="8AC4B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1" name="Rectangle 360"/>
          <p:cNvSpPr/>
          <p:nvPr/>
        </p:nvSpPr>
        <p:spPr>
          <a:xfrm>
            <a:off x="1936701" y="5905352"/>
            <a:ext cx="38099" cy="101597"/>
          </a:xfrm>
          <a:prstGeom prst="rect">
            <a:avLst/>
          </a:prstGeom>
          <a:solidFill>
            <a:srgbClr val="9FC6A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2" name="Rectangle 361"/>
          <p:cNvSpPr/>
          <p:nvPr/>
        </p:nvSpPr>
        <p:spPr>
          <a:xfrm>
            <a:off x="1968450" y="5905352"/>
            <a:ext cx="38099" cy="101597"/>
          </a:xfrm>
          <a:prstGeom prst="rect">
            <a:avLst/>
          </a:prstGeom>
          <a:solidFill>
            <a:srgbClr val="B4C9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3" name="Rectangle 362"/>
          <p:cNvSpPr/>
          <p:nvPr/>
        </p:nvSpPr>
        <p:spPr>
          <a:xfrm>
            <a:off x="2000199" y="5905352"/>
            <a:ext cx="38099" cy="101597"/>
          </a:xfrm>
          <a:prstGeom prst="rect">
            <a:avLst/>
          </a:prstGeom>
          <a:solidFill>
            <a:srgbClr val="C9CB7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4" name="Rectangle 363"/>
          <p:cNvSpPr/>
          <p:nvPr/>
        </p:nvSpPr>
        <p:spPr>
          <a:xfrm>
            <a:off x="2031949" y="5905352"/>
            <a:ext cx="38099" cy="101597"/>
          </a:xfrm>
          <a:prstGeom prst="rect">
            <a:avLst/>
          </a:prstGeom>
          <a:solidFill>
            <a:srgbClr val="DECE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5" name="Rectangle 364"/>
          <p:cNvSpPr/>
          <p:nvPr/>
        </p:nvSpPr>
        <p:spPr>
          <a:xfrm>
            <a:off x="2063698" y="5905352"/>
            <a:ext cx="38099" cy="101597"/>
          </a:xfrm>
          <a:prstGeom prst="rect">
            <a:avLst/>
          </a:prstGeom>
          <a:solidFill>
            <a:srgbClr val="F3D15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6" name="Rectangle 365"/>
          <p:cNvSpPr/>
          <p:nvPr/>
        </p:nvSpPr>
        <p:spPr>
          <a:xfrm>
            <a:off x="2095447" y="5905352"/>
            <a:ext cx="38099" cy="101597"/>
          </a:xfrm>
          <a:prstGeom prst="rect">
            <a:avLst/>
          </a:prstGeom>
          <a:solidFill>
            <a:srgbClr val="FFCF4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7" name="Rectangle 366"/>
          <p:cNvSpPr/>
          <p:nvPr/>
        </p:nvSpPr>
        <p:spPr>
          <a:xfrm>
            <a:off x="2127196" y="5905352"/>
            <a:ext cx="38099" cy="101597"/>
          </a:xfrm>
          <a:prstGeom prst="rect">
            <a:avLst/>
          </a:prstGeom>
          <a:solidFill>
            <a:srgbClr val="FFC6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8" name="Rectangle 367"/>
          <p:cNvSpPr/>
          <p:nvPr/>
        </p:nvSpPr>
        <p:spPr>
          <a:xfrm>
            <a:off x="2158946" y="5905352"/>
            <a:ext cx="38099" cy="101597"/>
          </a:xfrm>
          <a:prstGeom prst="rect">
            <a:avLst/>
          </a:prstGeom>
          <a:solidFill>
            <a:srgbClr val="FFBE3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9" name="Rectangle 368"/>
          <p:cNvSpPr/>
          <p:nvPr/>
        </p:nvSpPr>
        <p:spPr>
          <a:xfrm>
            <a:off x="2190695" y="5905352"/>
            <a:ext cx="38099" cy="101597"/>
          </a:xfrm>
          <a:prstGeom prst="rect">
            <a:avLst/>
          </a:prstGeom>
          <a:solidFill>
            <a:srgbClr val="FFB6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0" name="Rectangle 369"/>
          <p:cNvSpPr/>
          <p:nvPr/>
        </p:nvSpPr>
        <p:spPr>
          <a:xfrm>
            <a:off x="2222444" y="5905352"/>
            <a:ext cx="38099" cy="101597"/>
          </a:xfrm>
          <a:prstGeom prst="rect">
            <a:avLst/>
          </a:prstGeom>
          <a:solidFill>
            <a:srgbClr val="FFAD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1" name="Rectangle 370"/>
          <p:cNvSpPr/>
          <p:nvPr/>
        </p:nvSpPr>
        <p:spPr>
          <a:xfrm>
            <a:off x="2254193" y="5905352"/>
            <a:ext cx="38099" cy="101597"/>
          </a:xfrm>
          <a:prstGeom prst="rect">
            <a:avLst/>
          </a:prstGeom>
          <a:solidFill>
            <a:srgbClr val="FFA52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2" name="Rectangle 371"/>
          <p:cNvSpPr/>
          <p:nvPr/>
        </p:nvSpPr>
        <p:spPr>
          <a:xfrm>
            <a:off x="2285942" y="5905352"/>
            <a:ext cx="38099" cy="101597"/>
          </a:xfrm>
          <a:prstGeom prst="rect">
            <a:avLst/>
          </a:prstGeom>
          <a:solidFill>
            <a:srgbClr val="FF9D1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3" name="Rectangle 372"/>
          <p:cNvSpPr/>
          <p:nvPr/>
        </p:nvSpPr>
        <p:spPr>
          <a:xfrm>
            <a:off x="2317692" y="5905352"/>
            <a:ext cx="38099" cy="101597"/>
          </a:xfrm>
          <a:prstGeom prst="rect">
            <a:avLst/>
          </a:prstGeom>
          <a:solidFill>
            <a:srgbClr val="FF951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4" name="Rectangle 373"/>
          <p:cNvSpPr/>
          <p:nvPr/>
        </p:nvSpPr>
        <p:spPr>
          <a:xfrm>
            <a:off x="2349441" y="5905352"/>
            <a:ext cx="38099" cy="101597"/>
          </a:xfrm>
          <a:prstGeom prst="rect">
            <a:avLst/>
          </a:prstGeom>
          <a:solidFill>
            <a:srgbClr val="FF8C0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5" name="Rectangle 374"/>
          <p:cNvSpPr/>
          <p:nvPr/>
        </p:nvSpPr>
        <p:spPr>
          <a:xfrm>
            <a:off x="2381190" y="5905352"/>
            <a:ext cx="38099" cy="101597"/>
          </a:xfrm>
          <a:prstGeom prst="rect">
            <a:avLst/>
          </a:prstGeom>
          <a:solidFill>
            <a:srgbClr val="FF840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6" name="Rectangle 375"/>
          <p:cNvSpPr/>
          <p:nvPr/>
        </p:nvSpPr>
        <p:spPr>
          <a:xfrm>
            <a:off x="2412939" y="5905352"/>
            <a:ext cx="38099" cy="101597"/>
          </a:xfrm>
          <a:prstGeom prst="rect">
            <a:avLst/>
          </a:prstGeom>
          <a:solidFill>
            <a:srgbClr val="FF7C0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7" name="Rectangle 376"/>
          <p:cNvSpPr/>
          <p:nvPr/>
        </p:nvSpPr>
        <p:spPr>
          <a:xfrm>
            <a:off x="2444688" y="5905352"/>
            <a:ext cx="38099" cy="101597"/>
          </a:xfrm>
          <a:prstGeom prst="rect">
            <a:avLst/>
          </a:prstGeom>
          <a:solidFill>
            <a:srgbClr val="FD750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8" name="Rectangle 377"/>
          <p:cNvSpPr/>
          <p:nvPr/>
        </p:nvSpPr>
        <p:spPr>
          <a:xfrm>
            <a:off x="2476438" y="5905352"/>
            <a:ext cx="38099" cy="101597"/>
          </a:xfrm>
          <a:prstGeom prst="rect">
            <a:avLst/>
          </a:prstGeom>
          <a:solidFill>
            <a:srgbClr val="FB6F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9" name="Rectangle 378"/>
          <p:cNvSpPr/>
          <p:nvPr/>
        </p:nvSpPr>
        <p:spPr>
          <a:xfrm>
            <a:off x="2508187" y="5905352"/>
            <a:ext cx="38099" cy="101597"/>
          </a:xfrm>
          <a:prstGeom prst="rect">
            <a:avLst/>
          </a:prstGeom>
          <a:solidFill>
            <a:srgbClr val="FA690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0" name="Rectangle 379"/>
          <p:cNvSpPr/>
          <p:nvPr/>
        </p:nvSpPr>
        <p:spPr>
          <a:xfrm>
            <a:off x="2539936" y="5905352"/>
            <a:ext cx="38099" cy="101597"/>
          </a:xfrm>
          <a:prstGeom prst="rect">
            <a:avLst/>
          </a:prstGeom>
          <a:solidFill>
            <a:srgbClr val="F8630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1" name="Rectangle 380"/>
          <p:cNvSpPr/>
          <p:nvPr/>
        </p:nvSpPr>
        <p:spPr>
          <a:xfrm>
            <a:off x="2571685" y="5905352"/>
            <a:ext cx="38099" cy="101597"/>
          </a:xfrm>
          <a:prstGeom prst="rect">
            <a:avLst/>
          </a:prstGeom>
          <a:solidFill>
            <a:srgbClr val="F65D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2" name="Rectangle 381"/>
          <p:cNvSpPr/>
          <p:nvPr/>
        </p:nvSpPr>
        <p:spPr>
          <a:xfrm>
            <a:off x="2603434" y="5905352"/>
            <a:ext cx="38099" cy="101597"/>
          </a:xfrm>
          <a:prstGeom prst="rect">
            <a:avLst/>
          </a:prstGeom>
          <a:solidFill>
            <a:srgbClr val="F4570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3" name="Rectangle 382"/>
          <p:cNvSpPr/>
          <p:nvPr/>
        </p:nvSpPr>
        <p:spPr>
          <a:xfrm>
            <a:off x="2635184" y="5905352"/>
            <a:ext cx="38099" cy="101597"/>
          </a:xfrm>
          <a:prstGeom prst="rect">
            <a:avLst/>
          </a:prstGeom>
          <a:solidFill>
            <a:srgbClr val="F2511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4" name="Rectangle 383"/>
          <p:cNvSpPr/>
          <p:nvPr/>
        </p:nvSpPr>
        <p:spPr>
          <a:xfrm>
            <a:off x="2666933" y="5905352"/>
            <a:ext cx="38099" cy="101597"/>
          </a:xfrm>
          <a:prstGeom prst="rect">
            <a:avLst/>
          </a:prstGeom>
          <a:solidFill>
            <a:srgbClr val="F04B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5" name="Rectangle 384"/>
          <p:cNvSpPr/>
          <p:nvPr/>
        </p:nvSpPr>
        <p:spPr>
          <a:xfrm>
            <a:off x="2698682" y="5905352"/>
            <a:ext cx="38099" cy="101597"/>
          </a:xfrm>
          <a:prstGeom prst="rect">
            <a:avLst/>
          </a:prstGeom>
          <a:solidFill>
            <a:srgbClr val="EE451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6" name="Rectangle 385"/>
          <p:cNvSpPr/>
          <p:nvPr/>
        </p:nvSpPr>
        <p:spPr>
          <a:xfrm>
            <a:off x="2730431" y="5905352"/>
            <a:ext cx="38099" cy="101597"/>
          </a:xfrm>
          <a:prstGeom prst="rect">
            <a:avLst/>
          </a:prstGeom>
          <a:solidFill>
            <a:srgbClr val="EC3F1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7" name="Rectangle 386"/>
          <p:cNvSpPr/>
          <p:nvPr/>
        </p:nvSpPr>
        <p:spPr>
          <a:xfrm>
            <a:off x="2762180" y="5905352"/>
            <a:ext cx="38099" cy="101597"/>
          </a:xfrm>
          <a:prstGeom prst="rect">
            <a:avLst/>
          </a:prstGeom>
          <a:solidFill>
            <a:srgbClr val="EA391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8" name="Rectangle 387"/>
          <p:cNvSpPr/>
          <p:nvPr/>
        </p:nvSpPr>
        <p:spPr>
          <a:xfrm>
            <a:off x="2793930" y="5905352"/>
            <a:ext cx="38099" cy="101597"/>
          </a:xfrm>
          <a:prstGeom prst="rect">
            <a:avLst/>
          </a:prstGeom>
          <a:solidFill>
            <a:srgbClr val="E833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9" name="TextBox 388"/>
          <p:cNvSpPr txBox="1"/>
          <p:nvPr/>
        </p:nvSpPr>
        <p:spPr>
          <a:xfrm>
            <a:off x="539736" y="6070448"/>
            <a:ext cx="761980" cy="190495"/>
          </a:xfrm>
          <a:prstGeom prst="rect">
            <a:avLst/>
          </a:prstGeom>
          <a:noFill/>
        </p:spPr>
        <p:txBody>
          <a:bodyPr wrap="square" anchor="t" lIns="0" rIns="0" tIns="0" bIns="0">
            <a:spAutoFit/>
          </a:bodyPr>
          <a:lstStyle/>
          <a:p>
            <a:pPr algn="ctr">
              <a:lnSpc>
                <a:spcPct val="125000"/>
              </a:lnSpc>
            </a:pPr>
            <a:r>
              <a:rPr sz="1100" b="0">
                <a:solidFill>
                  <a:srgbClr val="8FB6D0"/>
                </a:solidFill>
                <a:latin typeface="Consolas"/>
              </a:rPr>
              <a:t>0</a:t>
            </a:r>
          </a:p>
        </p:txBody>
      </p:sp>
      <p:sp>
        <p:nvSpPr>
          <p:cNvPr id="390" name="TextBox 389"/>
          <p:cNvSpPr txBox="1"/>
          <p:nvPr/>
        </p:nvSpPr>
        <p:spPr>
          <a:xfrm>
            <a:off x="1492212" y="6070448"/>
            <a:ext cx="761980" cy="190495"/>
          </a:xfrm>
          <a:prstGeom prst="rect">
            <a:avLst/>
          </a:prstGeom>
          <a:noFill/>
        </p:spPr>
        <p:txBody>
          <a:bodyPr wrap="square" anchor="t" lIns="0" rIns="0" tIns="0" bIns="0">
            <a:spAutoFit/>
          </a:bodyPr>
          <a:lstStyle/>
          <a:p>
            <a:pPr algn="ctr">
              <a:lnSpc>
                <a:spcPct val="125000"/>
              </a:lnSpc>
            </a:pPr>
            <a:r>
              <a:rPr sz="1100" b="0">
                <a:solidFill>
                  <a:srgbClr val="8FB6D0"/>
                </a:solidFill>
                <a:latin typeface="Consolas"/>
              </a:rPr>
              <a:t>200</a:t>
            </a:r>
          </a:p>
        </p:txBody>
      </p:sp>
      <p:sp>
        <p:nvSpPr>
          <p:cNvPr id="391" name="TextBox 390"/>
          <p:cNvSpPr txBox="1"/>
          <p:nvPr/>
        </p:nvSpPr>
        <p:spPr>
          <a:xfrm>
            <a:off x="2444688" y="6070448"/>
            <a:ext cx="761980" cy="190495"/>
          </a:xfrm>
          <a:prstGeom prst="rect">
            <a:avLst/>
          </a:prstGeom>
          <a:noFill/>
        </p:spPr>
        <p:txBody>
          <a:bodyPr wrap="square" anchor="t" lIns="0" rIns="0" tIns="0" bIns="0">
            <a:spAutoFit/>
          </a:bodyPr>
          <a:lstStyle/>
          <a:p>
            <a:pPr algn="ctr">
              <a:lnSpc>
                <a:spcPct val="125000"/>
              </a:lnSpc>
            </a:pPr>
            <a:r>
              <a:rPr sz="1100" b="0">
                <a:solidFill>
                  <a:srgbClr val="8FB6D0"/>
                </a:solidFill>
                <a:latin typeface="Consolas"/>
              </a:rPr>
              <a:t>400</a:t>
            </a:r>
          </a:p>
        </p:txBody>
      </p:sp>
      <p:sp>
        <p:nvSpPr>
          <p:cNvPr id="392" name="TextBox 391"/>
          <p:cNvSpPr txBox="1"/>
          <p:nvPr/>
        </p:nvSpPr>
        <p:spPr>
          <a:xfrm>
            <a:off x="2978075" y="5892652"/>
            <a:ext cx="1269968" cy="190495"/>
          </a:xfrm>
          <a:prstGeom prst="rect">
            <a:avLst/>
          </a:prstGeom>
          <a:noFill/>
        </p:spPr>
        <p:txBody>
          <a:bodyPr wrap="square" anchor="t" lIns="0" rIns="0" tIns="0" bIns="0">
            <a:spAutoFit/>
          </a:bodyPr>
          <a:lstStyle/>
          <a:p>
            <a:pPr algn="l">
              <a:lnSpc>
                <a:spcPct val="125000"/>
              </a:lnSpc>
            </a:pPr>
            <a:r>
              <a:rPr sz="1100" b="0">
                <a:solidFill>
                  <a:srgbClr val="8FB6D0"/>
                </a:solidFill>
                <a:latin typeface="Consolas"/>
              </a:rPr>
              <a:t>kPa</a:t>
            </a:r>
          </a:p>
        </p:txBody>
      </p:sp>
      <p:sp>
        <p:nvSpPr>
          <p:cNvPr id="393" name="!!piek"/>
          <p:cNvSpPr txBox="1"/>
          <p:nvPr/>
        </p:nvSpPr>
        <p:spPr>
          <a:xfrm>
            <a:off x="3555911" y="1587460"/>
            <a:ext cx="4444888" cy="1904952"/>
          </a:xfrm>
          <a:prstGeom prst="rect">
            <a:avLst/>
          </a:prstGeom>
          <a:noFill/>
        </p:spPr>
        <p:txBody>
          <a:bodyPr wrap="none" anchor="t" lIns="0" rIns="0" tIns="0" bIns="0">
            <a:spAutoFit/>
          </a:bodyPr>
          <a:lstStyle/>
          <a:p>
            <a:pPr algn="l">
              <a:lnSpc>
                <a:spcPct val="90000"/>
              </a:lnSpc>
            </a:pPr>
            <a:r>
              <a:rPr sz="15000" b="1">
                <a:solidFill>
                  <a:srgbClr val="FF7A00"/>
                </a:solidFill>
                <a:latin typeface="Segoe UI"/>
              </a:rPr>
              <a:t>312</a:t>
            </a:r>
          </a:p>
        </p:txBody>
      </p:sp>
      <p:sp>
        <p:nvSpPr>
          <p:cNvPr id="394" name="!!eenheid"/>
          <p:cNvSpPr txBox="1"/>
          <p:nvPr/>
        </p:nvSpPr>
        <p:spPr>
          <a:xfrm>
            <a:off x="6857828" y="1904952"/>
            <a:ext cx="1269968" cy="507987"/>
          </a:xfrm>
          <a:prstGeom prst="rect">
            <a:avLst/>
          </a:prstGeom>
          <a:noFill/>
        </p:spPr>
        <p:txBody>
          <a:bodyPr wrap="square" anchor="t" lIns="0" rIns="0" tIns="0" bIns="0">
            <a:spAutoFit/>
          </a:bodyPr>
          <a:lstStyle/>
          <a:p>
            <a:pPr algn="l">
              <a:lnSpc>
                <a:spcPct val="125000"/>
              </a:lnSpc>
            </a:pPr>
            <a:r>
              <a:rPr sz="4400" b="1">
                <a:solidFill>
                  <a:srgbClr val="FF7A00"/>
                </a:solidFill>
                <a:latin typeface="Segoe UI Light"/>
              </a:rPr>
              <a:t>kPa</a:t>
            </a:r>
          </a:p>
        </p:txBody>
      </p:sp>
      <p:sp>
        <p:nvSpPr>
          <p:cNvPr id="395" name="!!plek"/>
          <p:cNvSpPr txBox="1"/>
          <p:nvPr/>
        </p:nvSpPr>
        <p:spPr>
          <a:xfrm>
            <a:off x="3581310" y="3352716"/>
            <a:ext cx="7619809" cy="380990"/>
          </a:xfrm>
          <a:prstGeom prst="rect">
            <a:avLst/>
          </a:prstGeom>
          <a:noFill/>
        </p:spPr>
        <p:txBody>
          <a:bodyPr wrap="square" anchor="t" lIns="0" rIns="0" tIns="0" bIns="0">
            <a:spAutoFit/>
          </a:bodyPr>
          <a:lstStyle/>
          <a:p>
            <a:pPr algn="l">
              <a:lnSpc>
                <a:spcPct val="125000"/>
              </a:lnSpc>
            </a:pPr>
            <a:r>
              <a:rPr sz="2200" b="1">
                <a:solidFill>
                  <a:srgbClr val="F2F8FC"/>
                </a:solidFill>
                <a:latin typeface="Segoe UI"/>
              </a:rPr>
              <a:t>piekdruk op metatarsaal 2-3</a:t>
            </a:r>
          </a:p>
        </p:txBody>
      </p:sp>
      <p:sp>
        <p:nvSpPr>
          <p:cNvPr id="396" name="!!norm"/>
          <p:cNvSpPr/>
          <p:nvPr/>
        </p:nvSpPr>
        <p:spPr>
          <a:xfrm>
            <a:off x="3555911" y="3924201"/>
            <a:ext cx="8000799" cy="609584"/>
          </a:xfrm>
          <a:prstGeom prst="roundRect">
            <a:avLst>
              <a:gd name="adj" fmla="val 4500"/>
            </a:avLst>
          </a:prstGeom>
          <a:solidFill>
            <a:srgbClr val="1748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7" name="!!normtekst"/>
          <p:cNvSpPr txBox="1"/>
          <p:nvPr/>
        </p:nvSpPr>
        <p:spPr>
          <a:xfrm>
            <a:off x="3555911" y="4101997"/>
            <a:ext cx="8000799" cy="292092"/>
          </a:xfrm>
          <a:prstGeom prst="rect">
            <a:avLst/>
          </a:prstGeom>
          <a:noFill/>
        </p:spPr>
        <p:txBody>
          <a:bodyPr wrap="square" anchor="t" lIns="0" rIns="0" tIns="0" bIns="0">
            <a:spAutoFit/>
          </a:bodyPr>
          <a:lstStyle/>
          <a:p>
            <a:pPr algn="ctr">
              <a:lnSpc>
                <a:spcPct val="125000"/>
              </a:lnSpc>
            </a:pPr>
            <a:r>
              <a:rPr sz="2200" b="1">
                <a:solidFill>
                  <a:srgbClr val="FF7A00"/>
                </a:solidFill>
                <a:latin typeface="Consolas"/>
              </a:rPr>
              <a:t>Norm:  &lt; 200 kPa   óf   ≥ 25% lager</a:t>
            </a:r>
          </a:p>
        </p:txBody>
      </p:sp>
      <p:sp>
        <p:nvSpPr>
          <p:cNvPr id="398" name="TextBox 397"/>
          <p:cNvSpPr txBox="1"/>
          <p:nvPr/>
        </p:nvSpPr>
        <p:spPr>
          <a:xfrm>
            <a:off x="3555911" y="4825879"/>
            <a:ext cx="8000799" cy="1269968"/>
          </a:xfrm>
          <a:prstGeom prst="rect">
            <a:avLst/>
          </a:prstGeom>
          <a:noFill/>
        </p:spPr>
        <p:txBody>
          <a:bodyPr wrap="square" anchor="t" lIns="0" rIns="0" tIns="0" bIns="0">
            <a:spAutoFit/>
          </a:bodyPr>
          <a:lstStyle/>
          <a:p>
            <a:pPr algn="l">
              <a:lnSpc>
                <a:spcPct val="135000"/>
              </a:lnSpc>
            </a:pPr>
            <a:r>
              <a:rPr sz="1700" b="0">
                <a:solidFill>
                  <a:srgbClr val="8FB6D0"/>
                </a:solidFill>
                <a:latin typeface="Segoe UI"/>
              </a:rPr>
              <a:t>Baseline meet u blootsvoets: de sensoren gaan met dubbelzijdige tape rechtstreeks op de voet, daarover een standaardkous.</a:t>
            </a:r>
          </a:p>
          <a:p>
            <a:pPr algn="l">
              <a:lnSpc>
                <a:spcPct val="135000"/>
              </a:lnSpc>
              <a:spcBef>
                <a:spcPts val="1200"/>
              </a:spcBef>
            </a:pPr>
            <a:r>
              <a:rPr sz="1700" b="0">
                <a:solidFill>
                  <a:srgbClr val="8FB6D0"/>
                </a:solidFill>
                <a:latin typeface="Segoe UI"/>
              </a:rPr>
              <a:t>Drie metingen per voet, links en rechts apart. Daaruit berekent de software één gemiddeld piekdrukbeeld.</a:t>
            </a:r>
          </a:p>
        </p:txBody>
      </p:sp>
      <p:sp>
        <p:nvSpPr>
          <p:cNvPr id="399" name="TextBox 398"/>
          <p:cNvSpPr txBox="1"/>
          <p:nvPr/>
        </p:nvSpPr>
        <p:spPr>
          <a:xfrm>
            <a:off x="634984" y="6387940"/>
            <a:ext cx="8889777" cy="190495"/>
          </a:xfrm>
          <a:prstGeom prst="rect">
            <a:avLst/>
          </a:prstGeom>
          <a:noFill/>
        </p:spPr>
        <p:txBody>
          <a:bodyPr wrap="square" anchor="t" lIns="0" rIns="0" tIns="0" bIns="0">
            <a:spAutoFit/>
          </a:bodyPr>
          <a:lstStyle/>
          <a:p>
            <a:pPr algn="l">
              <a:lnSpc>
                <a:spcPct val="125000"/>
              </a:lnSpc>
            </a:pPr>
            <a:r>
              <a:rPr sz="1150" b="0">
                <a:solidFill>
                  <a:srgbClr val="8FB6D0"/>
                </a:solidFill>
                <a:latin typeface="Consolas"/>
              </a:rPr>
              <a:t>eCRF-document 09 · Meting plantaire druk, baseline</a:t>
            </a:r>
          </a:p>
        </p:txBody>
      </p:sp>
      <p:sp>
        <p:nvSpPr>
          <p:cNvPr id="400" name="TextBox 399"/>
          <p:cNvSpPr txBox="1"/>
          <p:nvPr/>
        </p:nvSpPr>
        <p:spPr>
          <a:xfrm>
            <a:off x="10540736" y="6387940"/>
            <a:ext cx="1015974" cy="177795"/>
          </a:xfrm>
          <a:prstGeom prst="rect">
            <a:avLst/>
          </a:prstGeom>
          <a:noFill/>
        </p:spPr>
        <p:txBody>
          <a:bodyPr wrap="square" anchor="t" lIns="0" rIns="0" tIns="0" bIns="0">
            <a:spAutoFit/>
          </a:bodyPr>
          <a:lstStyle/>
          <a:p>
            <a:pPr algn="r">
              <a:lnSpc>
                <a:spcPct val="125000"/>
              </a:lnSpc>
            </a:pPr>
            <a:r>
              <a:rPr sz="1050" b="0">
                <a:solidFill>
                  <a:srgbClr val="8FB6D0"/>
                </a:solidFill>
                <a:latin typeface="Consolas"/>
              </a:rPr>
              <a:t>14 / 26</a:t>
            </a:r>
          </a:p>
        </p:txBody>
      </p:sp>
      <p:pic>
        <p:nvPicPr>
          <p:cNvPr id="401" name="merk" descr="merk.png"/>
          <p:cNvPicPr>
            <a:picLocks noChangeAspect="1"/>
          </p:cNvPicPr>
          <p:nvPr/>
        </p:nvPicPr>
        <p:blipFill>
          <a:blip r:embed="rId2"/>
          <a:stretch>
            <a:fillRect/>
          </a:stretch>
        </p:blipFill>
        <p:spPr>
          <a:xfrm>
            <a:off x="11094166" y="368290"/>
            <a:ext cx="417101" cy="482587"/>
          </a:xfrm>
          <a:prstGeom prst="rect">
            <a:avLst/>
          </a:prstGeom>
        </p:spPr>
      </p:pic>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200">
        <p159:morph option="byObject"/>
      </p:transition>
    </mc:Choice>
    <mc:Fallback>
      <p:transition xmlns:p14="http://schemas.microsoft.com/office/powerpoint/2010/main" spd="slow" p14:dur="900">
        <p:fade/>
      </p:transition>
    </mc:Fallback>
  </mc:AlternateContent>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7828"/>
          </a:xfrm>
          <a:prstGeom prst="rect">
            <a:avLst/>
          </a:prstGeom>
          <a:gradFill rotWithShape="1">
            <a:gsLst>
              <a:gs pos="0">
                <a:srgbClr val="072138"/>
              </a:gs>
              <a:gs pos="100000">
                <a:srgbClr val="04182A"/>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34984" y="571485"/>
            <a:ext cx="9524761" cy="215894"/>
          </a:xfrm>
          <a:prstGeom prst="rect">
            <a:avLst/>
          </a:prstGeom>
          <a:noFill/>
        </p:spPr>
        <p:txBody>
          <a:bodyPr wrap="square" anchor="t" lIns="0" rIns="0" tIns="0" bIns="0">
            <a:spAutoFit/>
          </a:bodyPr>
          <a:lstStyle/>
          <a:p>
            <a:pPr algn="l">
              <a:lnSpc>
                <a:spcPct val="125000"/>
              </a:lnSpc>
            </a:pPr>
            <a:r>
              <a:rPr sz="1250" b="1" spc="240">
                <a:solidFill>
                  <a:srgbClr val="52BDEC"/>
                </a:solidFill>
                <a:latin typeface="Consolas"/>
              </a:rPr>
              <a:t>NA OPTIMALISATIE</a:t>
            </a:r>
          </a:p>
        </p:txBody>
      </p:sp>
      <p:sp>
        <p:nvSpPr>
          <p:cNvPr id="4" name="!!sectietitel"/>
          <p:cNvSpPr txBox="1"/>
          <p:nvPr/>
        </p:nvSpPr>
        <p:spPr>
          <a:xfrm>
            <a:off x="634984" y="838179"/>
            <a:ext cx="9905752" cy="1269968"/>
          </a:xfrm>
          <a:prstGeom prst="rect">
            <a:avLst/>
          </a:prstGeom>
          <a:noFill/>
        </p:spPr>
        <p:txBody>
          <a:bodyPr wrap="square" anchor="t" lIns="0" rIns="0" tIns="0" bIns="0">
            <a:spAutoFit/>
          </a:bodyPr>
          <a:lstStyle/>
          <a:p>
            <a:pPr algn="l">
              <a:lnSpc>
                <a:spcPct val="110000"/>
              </a:lnSpc>
            </a:pPr>
            <a:r>
              <a:rPr sz="4000" b="1">
                <a:solidFill>
                  <a:srgbClr val="F2F8FC"/>
                </a:solidFill>
                <a:latin typeface="Segoe UI"/>
              </a:rPr>
              <a:t>Wanneer is het goed genoeg</a:t>
            </a:r>
          </a:p>
        </p:txBody>
      </p:sp>
      <p:sp>
        <p:nvSpPr>
          <p:cNvPr id="5" name="!!p00_07"/>
          <p:cNvSpPr/>
          <p:nvPr/>
        </p:nvSpPr>
        <p:spPr>
          <a:xfrm>
            <a:off x="1585505" y="5645727"/>
            <a:ext cx="99157" cy="99157"/>
          </a:xfrm>
          <a:prstGeom prst="roundRect">
            <a:avLst>
              <a:gd name="adj" fmla="val 30000"/>
            </a:avLst>
          </a:prstGeom>
          <a:solidFill>
            <a:srgbClr val="145C8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p00_08"/>
          <p:cNvSpPr/>
          <p:nvPr/>
        </p:nvSpPr>
        <p:spPr>
          <a:xfrm>
            <a:off x="1744251" y="5645727"/>
            <a:ext cx="99157" cy="99157"/>
          </a:xfrm>
          <a:prstGeom prst="roundRect">
            <a:avLst>
              <a:gd name="adj" fmla="val 30000"/>
            </a:avLst>
          </a:prstGeom>
          <a:solidFill>
            <a:srgbClr val="1871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p00_09"/>
          <p:cNvSpPr/>
          <p:nvPr/>
        </p:nvSpPr>
        <p:spPr>
          <a:xfrm>
            <a:off x="1902997" y="5645727"/>
            <a:ext cx="99157" cy="99157"/>
          </a:xfrm>
          <a:prstGeom prst="roundRect">
            <a:avLst>
              <a:gd name="adj" fmla="val 30000"/>
            </a:avLst>
          </a:prstGeom>
          <a:solidFill>
            <a:srgbClr val="1871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p00_10"/>
          <p:cNvSpPr/>
          <p:nvPr/>
        </p:nvSpPr>
        <p:spPr>
          <a:xfrm>
            <a:off x="2061743" y="5645727"/>
            <a:ext cx="99157" cy="99157"/>
          </a:xfrm>
          <a:prstGeom prst="roundRect">
            <a:avLst>
              <a:gd name="adj" fmla="val 30000"/>
            </a:avLst>
          </a:prstGeom>
          <a:solidFill>
            <a:srgbClr val="145C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p01_06"/>
          <p:cNvSpPr/>
          <p:nvPr/>
        </p:nvSpPr>
        <p:spPr>
          <a:xfrm>
            <a:off x="1426759" y="5530427"/>
            <a:ext cx="99157" cy="99157"/>
          </a:xfrm>
          <a:prstGeom prst="roundRect">
            <a:avLst>
              <a:gd name="adj" fmla="val 30000"/>
            </a:avLst>
          </a:prstGeom>
          <a:solidFill>
            <a:srgbClr val="104B7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p01_07"/>
          <p:cNvSpPr/>
          <p:nvPr/>
        </p:nvSpPr>
        <p:spPr>
          <a:xfrm>
            <a:off x="1585505" y="5530427"/>
            <a:ext cx="99157" cy="99157"/>
          </a:xfrm>
          <a:prstGeom prst="roundRect">
            <a:avLst>
              <a:gd name="adj" fmla="val 30000"/>
            </a:avLst>
          </a:prstGeom>
          <a:solidFill>
            <a:srgbClr val="176F9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p01_08"/>
          <p:cNvSpPr/>
          <p:nvPr/>
        </p:nvSpPr>
        <p:spPr>
          <a:xfrm>
            <a:off x="1744251" y="5530427"/>
            <a:ext cx="99157" cy="99157"/>
          </a:xfrm>
          <a:prstGeom prst="roundRect">
            <a:avLst>
              <a:gd name="adj" fmla="val 30000"/>
            </a:avLst>
          </a:prstGeom>
          <a:solidFill>
            <a:srgbClr val="1C89A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p01_09"/>
          <p:cNvSpPr/>
          <p:nvPr/>
        </p:nvSpPr>
        <p:spPr>
          <a:xfrm>
            <a:off x="1902997" y="5530427"/>
            <a:ext cx="99157" cy="99157"/>
          </a:xfrm>
          <a:prstGeom prst="roundRect">
            <a:avLst>
              <a:gd name="adj" fmla="val 30000"/>
            </a:avLst>
          </a:prstGeom>
          <a:solidFill>
            <a:srgbClr val="1C89A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p01_10"/>
          <p:cNvSpPr/>
          <p:nvPr/>
        </p:nvSpPr>
        <p:spPr>
          <a:xfrm>
            <a:off x="2061743" y="5530427"/>
            <a:ext cx="99157" cy="99157"/>
          </a:xfrm>
          <a:prstGeom prst="roundRect">
            <a:avLst>
              <a:gd name="adj" fmla="val 30000"/>
            </a:avLst>
          </a:prstGeom>
          <a:solidFill>
            <a:srgbClr val="176F9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p01_11"/>
          <p:cNvSpPr/>
          <p:nvPr/>
        </p:nvSpPr>
        <p:spPr>
          <a:xfrm>
            <a:off x="2220489" y="5530427"/>
            <a:ext cx="99157" cy="99157"/>
          </a:xfrm>
          <a:prstGeom prst="roundRect">
            <a:avLst>
              <a:gd name="adj" fmla="val 30000"/>
            </a:avLst>
          </a:prstGeom>
          <a:solidFill>
            <a:srgbClr val="104B7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p02_05"/>
          <p:cNvSpPr/>
          <p:nvPr/>
        </p:nvSpPr>
        <p:spPr>
          <a:xfrm>
            <a:off x="1268013" y="5415127"/>
            <a:ext cx="99157" cy="99157"/>
          </a:xfrm>
          <a:prstGeom prst="roundRect">
            <a:avLst>
              <a:gd name="adj" fmla="val 30000"/>
            </a:avLst>
          </a:prstGeom>
          <a:solidFill>
            <a:srgbClr val="0C37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p02_06"/>
          <p:cNvSpPr/>
          <p:nvPr/>
        </p:nvSpPr>
        <p:spPr>
          <a:xfrm>
            <a:off x="1426759" y="5415127"/>
            <a:ext cx="99157" cy="99157"/>
          </a:xfrm>
          <a:prstGeom prst="roundRect">
            <a:avLst>
              <a:gd name="adj" fmla="val 30000"/>
            </a:avLst>
          </a:prstGeom>
          <a:solidFill>
            <a:srgbClr val="12567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p02_07"/>
          <p:cNvSpPr/>
          <p:nvPr/>
        </p:nvSpPr>
        <p:spPr>
          <a:xfrm>
            <a:off x="1585505" y="5415127"/>
            <a:ext cx="99157" cy="99157"/>
          </a:xfrm>
          <a:prstGeom prst="roundRect">
            <a:avLst>
              <a:gd name="adj" fmla="val 30000"/>
            </a:avLst>
          </a:prstGeom>
          <a:solidFill>
            <a:srgbClr val="1B80A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p02_08"/>
          <p:cNvSpPr/>
          <p:nvPr/>
        </p:nvSpPr>
        <p:spPr>
          <a:xfrm>
            <a:off x="1744251" y="5415127"/>
            <a:ext cx="99157" cy="99157"/>
          </a:xfrm>
          <a:prstGeom prst="roundRect">
            <a:avLst>
              <a:gd name="adj" fmla="val 30000"/>
            </a:avLst>
          </a:prstGeom>
          <a:solidFill>
            <a:srgbClr val="2897B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p02_09"/>
          <p:cNvSpPr/>
          <p:nvPr/>
        </p:nvSpPr>
        <p:spPr>
          <a:xfrm>
            <a:off x="1902997" y="5415127"/>
            <a:ext cx="99157" cy="99157"/>
          </a:xfrm>
          <a:prstGeom prst="roundRect">
            <a:avLst>
              <a:gd name="adj" fmla="val 30000"/>
            </a:avLst>
          </a:prstGeom>
          <a:solidFill>
            <a:srgbClr val="2897B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p02_10"/>
          <p:cNvSpPr/>
          <p:nvPr/>
        </p:nvSpPr>
        <p:spPr>
          <a:xfrm>
            <a:off x="2061743" y="5415127"/>
            <a:ext cx="99157" cy="99157"/>
          </a:xfrm>
          <a:prstGeom prst="roundRect">
            <a:avLst>
              <a:gd name="adj" fmla="val 30000"/>
            </a:avLst>
          </a:prstGeom>
          <a:solidFill>
            <a:srgbClr val="1B81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p02_11"/>
          <p:cNvSpPr/>
          <p:nvPr/>
        </p:nvSpPr>
        <p:spPr>
          <a:xfrm>
            <a:off x="2220489" y="5415127"/>
            <a:ext cx="99157" cy="99157"/>
          </a:xfrm>
          <a:prstGeom prst="roundRect">
            <a:avLst>
              <a:gd name="adj" fmla="val 30000"/>
            </a:avLst>
          </a:prstGeom>
          <a:solidFill>
            <a:srgbClr val="13577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p02_12"/>
          <p:cNvSpPr/>
          <p:nvPr/>
        </p:nvSpPr>
        <p:spPr>
          <a:xfrm>
            <a:off x="2379235" y="5415127"/>
            <a:ext cx="99157" cy="99157"/>
          </a:xfrm>
          <a:prstGeom prst="roundRect">
            <a:avLst>
              <a:gd name="adj" fmla="val 30000"/>
            </a:avLst>
          </a:prstGeom>
          <a:solidFill>
            <a:srgbClr val="0C37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p03_05"/>
          <p:cNvSpPr/>
          <p:nvPr/>
        </p:nvSpPr>
        <p:spPr>
          <a:xfrm>
            <a:off x="1268013" y="5299828"/>
            <a:ext cx="99157" cy="99157"/>
          </a:xfrm>
          <a:prstGeom prst="roundRect">
            <a:avLst>
              <a:gd name="adj" fmla="val 30000"/>
            </a:avLst>
          </a:prstGeom>
          <a:solidFill>
            <a:srgbClr val="0D39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p03_06"/>
          <p:cNvSpPr/>
          <p:nvPr/>
        </p:nvSpPr>
        <p:spPr>
          <a:xfrm>
            <a:off x="1426759" y="5299828"/>
            <a:ext cx="99157" cy="99157"/>
          </a:xfrm>
          <a:prstGeom prst="roundRect">
            <a:avLst>
              <a:gd name="adj" fmla="val 30000"/>
            </a:avLst>
          </a:prstGeom>
          <a:solidFill>
            <a:srgbClr val="145F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p03_07"/>
          <p:cNvSpPr/>
          <p:nvPr/>
        </p:nvSpPr>
        <p:spPr>
          <a:xfrm>
            <a:off x="1585505" y="5299828"/>
            <a:ext cx="99157" cy="99157"/>
          </a:xfrm>
          <a:prstGeom prst="roundRect">
            <a:avLst>
              <a:gd name="adj" fmla="val 30000"/>
            </a:avLst>
          </a:prstGeom>
          <a:solidFill>
            <a:srgbClr val="1D8DB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p03_08"/>
          <p:cNvSpPr/>
          <p:nvPr/>
        </p:nvSpPr>
        <p:spPr>
          <a:xfrm>
            <a:off x="1744251" y="5299828"/>
            <a:ext cx="99157" cy="99157"/>
          </a:xfrm>
          <a:prstGeom prst="roundRect">
            <a:avLst>
              <a:gd name="adj" fmla="val 30000"/>
            </a:avLst>
          </a:prstGeom>
          <a:solidFill>
            <a:srgbClr val="32A0C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p03_09"/>
          <p:cNvSpPr/>
          <p:nvPr/>
        </p:nvSpPr>
        <p:spPr>
          <a:xfrm>
            <a:off x="1902997" y="5299828"/>
            <a:ext cx="99157" cy="99157"/>
          </a:xfrm>
          <a:prstGeom prst="roundRect">
            <a:avLst>
              <a:gd name="adj" fmla="val 30000"/>
            </a:avLst>
          </a:prstGeom>
          <a:solidFill>
            <a:srgbClr val="32A0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p03_10"/>
          <p:cNvSpPr/>
          <p:nvPr/>
        </p:nvSpPr>
        <p:spPr>
          <a:xfrm>
            <a:off x="2061743" y="5299828"/>
            <a:ext cx="99157" cy="99157"/>
          </a:xfrm>
          <a:prstGeom prst="roundRect">
            <a:avLst>
              <a:gd name="adj" fmla="val 30000"/>
            </a:avLst>
          </a:prstGeom>
          <a:solidFill>
            <a:srgbClr val="1E8EB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p03_11"/>
          <p:cNvSpPr/>
          <p:nvPr/>
        </p:nvSpPr>
        <p:spPr>
          <a:xfrm>
            <a:off x="2220489" y="5299828"/>
            <a:ext cx="99157" cy="99157"/>
          </a:xfrm>
          <a:prstGeom prst="roundRect">
            <a:avLst>
              <a:gd name="adj" fmla="val 30000"/>
            </a:avLst>
          </a:prstGeom>
          <a:solidFill>
            <a:srgbClr val="15618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p03_12"/>
          <p:cNvSpPr/>
          <p:nvPr/>
        </p:nvSpPr>
        <p:spPr>
          <a:xfrm>
            <a:off x="2379235" y="5299828"/>
            <a:ext cx="99157" cy="99157"/>
          </a:xfrm>
          <a:prstGeom prst="roundRect">
            <a:avLst>
              <a:gd name="adj" fmla="val 30000"/>
            </a:avLst>
          </a:prstGeom>
          <a:solidFill>
            <a:srgbClr val="0D3A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p04_05"/>
          <p:cNvSpPr/>
          <p:nvPr/>
        </p:nvSpPr>
        <p:spPr>
          <a:xfrm>
            <a:off x="1268013" y="5184528"/>
            <a:ext cx="99157" cy="99157"/>
          </a:xfrm>
          <a:prstGeom prst="roundRect">
            <a:avLst>
              <a:gd name="adj" fmla="val 30000"/>
            </a:avLst>
          </a:prstGeom>
          <a:solidFill>
            <a:srgbClr val="0D3C6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p04_06"/>
          <p:cNvSpPr/>
          <p:nvPr/>
        </p:nvSpPr>
        <p:spPr>
          <a:xfrm>
            <a:off x="1426759" y="5184528"/>
            <a:ext cx="99157" cy="99157"/>
          </a:xfrm>
          <a:prstGeom prst="roundRect">
            <a:avLst>
              <a:gd name="adj" fmla="val 30000"/>
            </a:avLst>
          </a:prstGeom>
          <a:solidFill>
            <a:srgbClr val="15658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p04_07"/>
          <p:cNvSpPr/>
          <p:nvPr/>
        </p:nvSpPr>
        <p:spPr>
          <a:xfrm>
            <a:off x="1585505" y="5184528"/>
            <a:ext cx="99157" cy="99157"/>
          </a:xfrm>
          <a:prstGeom prst="roundRect">
            <a:avLst>
              <a:gd name="adj" fmla="val 30000"/>
            </a:avLst>
          </a:prstGeom>
          <a:solidFill>
            <a:srgbClr val="2292B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p04_08"/>
          <p:cNvSpPr/>
          <p:nvPr/>
        </p:nvSpPr>
        <p:spPr>
          <a:xfrm>
            <a:off x="1744251" y="5184528"/>
            <a:ext cx="99157" cy="99157"/>
          </a:xfrm>
          <a:prstGeom prst="roundRect">
            <a:avLst>
              <a:gd name="adj" fmla="val 30000"/>
            </a:avLst>
          </a:prstGeom>
          <a:solidFill>
            <a:srgbClr val="38A5C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p04_09"/>
          <p:cNvSpPr/>
          <p:nvPr/>
        </p:nvSpPr>
        <p:spPr>
          <a:xfrm>
            <a:off x="1902997" y="5184528"/>
            <a:ext cx="99157" cy="99157"/>
          </a:xfrm>
          <a:prstGeom prst="roundRect">
            <a:avLst>
              <a:gd name="adj" fmla="val 30000"/>
            </a:avLst>
          </a:prstGeom>
          <a:solidFill>
            <a:srgbClr val="39A6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p04_10"/>
          <p:cNvSpPr/>
          <p:nvPr/>
        </p:nvSpPr>
        <p:spPr>
          <a:xfrm>
            <a:off x="2061743" y="5184528"/>
            <a:ext cx="99157" cy="99157"/>
          </a:xfrm>
          <a:prstGeom prst="roundRect">
            <a:avLst>
              <a:gd name="adj" fmla="val 30000"/>
            </a:avLst>
          </a:prstGeom>
          <a:solidFill>
            <a:srgbClr val="2494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p04_11"/>
          <p:cNvSpPr/>
          <p:nvPr/>
        </p:nvSpPr>
        <p:spPr>
          <a:xfrm>
            <a:off x="2220489" y="5184528"/>
            <a:ext cx="99157" cy="99157"/>
          </a:xfrm>
          <a:prstGeom prst="roundRect">
            <a:avLst>
              <a:gd name="adj" fmla="val 30000"/>
            </a:avLst>
          </a:prstGeom>
          <a:solidFill>
            <a:srgbClr val="1669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p04_12"/>
          <p:cNvSpPr/>
          <p:nvPr/>
        </p:nvSpPr>
        <p:spPr>
          <a:xfrm>
            <a:off x="2379235" y="5184528"/>
            <a:ext cx="99157" cy="99157"/>
          </a:xfrm>
          <a:prstGeom prst="roundRect">
            <a:avLst>
              <a:gd name="adj" fmla="val 30000"/>
            </a:avLst>
          </a:prstGeom>
          <a:solidFill>
            <a:srgbClr val="0E3E6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p05_05"/>
          <p:cNvSpPr/>
          <p:nvPr/>
        </p:nvSpPr>
        <p:spPr>
          <a:xfrm>
            <a:off x="1268013" y="5069228"/>
            <a:ext cx="99157" cy="99157"/>
          </a:xfrm>
          <a:prstGeom prst="roundRect">
            <a:avLst>
              <a:gd name="adj" fmla="val 30000"/>
            </a:avLst>
          </a:prstGeom>
          <a:solidFill>
            <a:srgbClr val="0E3E6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p05_06"/>
          <p:cNvSpPr/>
          <p:nvPr/>
        </p:nvSpPr>
        <p:spPr>
          <a:xfrm>
            <a:off x="1426759" y="5069228"/>
            <a:ext cx="99157" cy="99157"/>
          </a:xfrm>
          <a:prstGeom prst="roundRect">
            <a:avLst>
              <a:gd name="adj" fmla="val 30000"/>
            </a:avLst>
          </a:prstGeom>
          <a:solidFill>
            <a:srgbClr val="1667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p05_07"/>
          <p:cNvSpPr/>
          <p:nvPr/>
        </p:nvSpPr>
        <p:spPr>
          <a:xfrm>
            <a:off x="1585505" y="5069228"/>
            <a:ext cx="99157" cy="99157"/>
          </a:xfrm>
          <a:prstGeom prst="roundRect">
            <a:avLst>
              <a:gd name="adj" fmla="val 30000"/>
            </a:avLst>
          </a:prstGeom>
          <a:solidFill>
            <a:srgbClr val="2393B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p05_08"/>
          <p:cNvSpPr/>
          <p:nvPr/>
        </p:nvSpPr>
        <p:spPr>
          <a:xfrm>
            <a:off x="1744251" y="5069228"/>
            <a:ext cx="99157" cy="99157"/>
          </a:xfrm>
          <a:prstGeom prst="roundRect">
            <a:avLst>
              <a:gd name="adj" fmla="val 30000"/>
            </a:avLst>
          </a:prstGeom>
          <a:solidFill>
            <a:srgbClr val="3AA7D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p05_09"/>
          <p:cNvSpPr/>
          <p:nvPr/>
        </p:nvSpPr>
        <p:spPr>
          <a:xfrm>
            <a:off x="1902997" y="5069228"/>
            <a:ext cx="99157" cy="99157"/>
          </a:xfrm>
          <a:prstGeom prst="roundRect">
            <a:avLst>
              <a:gd name="adj" fmla="val 30000"/>
            </a:avLst>
          </a:prstGeom>
          <a:solidFill>
            <a:srgbClr val="3BA8D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p05_10"/>
          <p:cNvSpPr/>
          <p:nvPr/>
        </p:nvSpPr>
        <p:spPr>
          <a:xfrm>
            <a:off x="2061743" y="5069228"/>
            <a:ext cx="99157" cy="99157"/>
          </a:xfrm>
          <a:prstGeom prst="roundRect">
            <a:avLst>
              <a:gd name="adj" fmla="val 30000"/>
            </a:avLst>
          </a:prstGeom>
          <a:solidFill>
            <a:srgbClr val="2796B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p05_11"/>
          <p:cNvSpPr/>
          <p:nvPr/>
        </p:nvSpPr>
        <p:spPr>
          <a:xfrm>
            <a:off x="2220489" y="5069228"/>
            <a:ext cx="99157" cy="99157"/>
          </a:xfrm>
          <a:prstGeom prst="roundRect">
            <a:avLst>
              <a:gd name="adj" fmla="val 30000"/>
            </a:avLst>
          </a:prstGeom>
          <a:solidFill>
            <a:srgbClr val="176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p05_12"/>
          <p:cNvSpPr/>
          <p:nvPr/>
        </p:nvSpPr>
        <p:spPr>
          <a:xfrm>
            <a:off x="2379235" y="5069228"/>
            <a:ext cx="99157" cy="99157"/>
          </a:xfrm>
          <a:prstGeom prst="roundRect">
            <a:avLst>
              <a:gd name="adj" fmla="val 30000"/>
            </a:avLst>
          </a:prstGeom>
          <a:solidFill>
            <a:srgbClr val="0F436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p06_05"/>
          <p:cNvSpPr/>
          <p:nvPr/>
        </p:nvSpPr>
        <p:spPr>
          <a:xfrm>
            <a:off x="1268013" y="4953928"/>
            <a:ext cx="99157" cy="99157"/>
          </a:xfrm>
          <a:prstGeom prst="roundRect">
            <a:avLst>
              <a:gd name="adj" fmla="val 30000"/>
            </a:avLst>
          </a:prstGeom>
          <a:solidFill>
            <a:srgbClr val="0E3F6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p06_06"/>
          <p:cNvSpPr/>
          <p:nvPr/>
        </p:nvSpPr>
        <p:spPr>
          <a:xfrm>
            <a:off x="1426759" y="4953928"/>
            <a:ext cx="99157" cy="99157"/>
          </a:xfrm>
          <a:prstGeom prst="roundRect">
            <a:avLst>
              <a:gd name="adj" fmla="val 30000"/>
            </a:avLst>
          </a:prstGeom>
          <a:solidFill>
            <a:srgbClr val="1666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p06_07"/>
          <p:cNvSpPr/>
          <p:nvPr/>
        </p:nvSpPr>
        <p:spPr>
          <a:xfrm>
            <a:off x="1585505" y="4953928"/>
            <a:ext cx="99157" cy="99157"/>
          </a:xfrm>
          <a:prstGeom prst="roundRect">
            <a:avLst>
              <a:gd name="adj" fmla="val 30000"/>
            </a:avLst>
          </a:prstGeom>
          <a:solidFill>
            <a:srgbClr val="2291B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p06_08"/>
          <p:cNvSpPr/>
          <p:nvPr/>
        </p:nvSpPr>
        <p:spPr>
          <a:xfrm>
            <a:off x="1744251" y="4953928"/>
            <a:ext cx="99157" cy="99157"/>
          </a:xfrm>
          <a:prstGeom prst="roundRect">
            <a:avLst>
              <a:gd name="adj" fmla="val 30000"/>
            </a:avLst>
          </a:prstGeom>
          <a:solidFill>
            <a:srgbClr val="37A5C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p06_09"/>
          <p:cNvSpPr/>
          <p:nvPr/>
        </p:nvSpPr>
        <p:spPr>
          <a:xfrm>
            <a:off x="1902997" y="4953928"/>
            <a:ext cx="99157" cy="99157"/>
          </a:xfrm>
          <a:prstGeom prst="roundRect">
            <a:avLst>
              <a:gd name="adj" fmla="val 30000"/>
            </a:avLst>
          </a:prstGeom>
          <a:solidFill>
            <a:srgbClr val="3AA7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p06_10"/>
          <p:cNvSpPr/>
          <p:nvPr/>
        </p:nvSpPr>
        <p:spPr>
          <a:xfrm>
            <a:off x="2061743" y="4953928"/>
            <a:ext cx="99157" cy="99157"/>
          </a:xfrm>
          <a:prstGeom prst="roundRect">
            <a:avLst>
              <a:gd name="adj" fmla="val 30000"/>
            </a:avLst>
          </a:prstGeom>
          <a:solidFill>
            <a:srgbClr val="2897B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p06_11"/>
          <p:cNvSpPr/>
          <p:nvPr/>
        </p:nvSpPr>
        <p:spPr>
          <a:xfrm>
            <a:off x="2220489" y="4953928"/>
            <a:ext cx="99157" cy="99157"/>
          </a:xfrm>
          <a:prstGeom prst="roundRect">
            <a:avLst>
              <a:gd name="adj" fmla="val 30000"/>
            </a:avLst>
          </a:prstGeom>
          <a:solidFill>
            <a:srgbClr val="1871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 name="!!p06_12"/>
          <p:cNvSpPr/>
          <p:nvPr/>
        </p:nvSpPr>
        <p:spPr>
          <a:xfrm>
            <a:off x="2379235" y="4953928"/>
            <a:ext cx="99157" cy="99157"/>
          </a:xfrm>
          <a:prstGeom prst="roundRect">
            <a:avLst>
              <a:gd name="adj" fmla="val 30000"/>
            </a:avLst>
          </a:prstGeom>
          <a:solidFill>
            <a:srgbClr val="10476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 name="!!p07_05"/>
          <p:cNvSpPr/>
          <p:nvPr/>
        </p:nvSpPr>
        <p:spPr>
          <a:xfrm>
            <a:off x="1268013" y="4838629"/>
            <a:ext cx="99157" cy="99157"/>
          </a:xfrm>
          <a:prstGeom prst="roundRect">
            <a:avLst>
              <a:gd name="adj" fmla="val 30000"/>
            </a:avLst>
          </a:prstGeom>
          <a:solidFill>
            <a:srgbClr val="0E3E6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 name="!!p07_06"/>
          <p:cNvSpPr/>
          <p:nvPr/>
        </p:nvSpPr>
        <p:spPr>
          <a:xfrm>
            <a:off x="1426759" y="4838629"/>
            <a:ext cx="99157" cy="99157"/>
          </a:xfrm>
          <a:prstGeom prst="roundRect">
            <a:avLst>
              <a:gd name="adj" fmla="val 30000"/>
            </a:avLst>
          </a:prstGeom>
          <a:solidFill>
            <a:srgbClr val="15638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 name="!!p07_07"/>
          <p:cNvSpPr/>
          <p:nvPr/>
        </p:nvSpPr>
        <p:spPr>
          <a:xfrm>
            <a:off x="1585505" y="4838629"/>
            <a:ext cx="99157" cy="99157"/>
          </a:xfrm>
          <a:prstGeom prst="roundRect">
            <a:avLst>
              <a:gd name="adj" fmla="val 30000"/>
            </a:avLst>
          </a:prstGeom>
          <a:solidFill>
            <a:srgbClr val="1E8EB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8" name="!!p07_08"/>
          <p:cNvSpPr/>
          <p:nvPr/>
        </p:nvSpPr>
        <p:spPr>
          <a:xfrm>
            <a:off x="1744251" y="4838629"/>
            <a:ext cx="99157" cy="99157"/>
          </a:xfrm>
          <a:prstGeom prst="roundRect">
            <a:avLst>
              <a:gd name="adj" fmla="val 30000"/>
            </a:avLst>
          </a:prstGeom>
          <a:solidFill>
            <a:srgbClr val="33A1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9" name="!!p07_09"/>
          <p:cNvSpPr/>
          <p:nvPr/>
        </p:nvSpPr>
        <p:spPr>
          <a:xfrm>
            <a:off x="1902997" y="4838629"/>
            <a:ext cx="99157" cy="99157"/>
          </a:xfrm>
          <a:prstGeom prst="roundRect">
            <a:avLst>
              <a:gd name="adj" fmla="val 30000"/>
            </a:avLst>
          </a:prstGeom>
          <a:solidFill>
            <a:srgbClr val="36A4C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0" name="!!p07_10"/>
          <p:cNvSpPr/>
          <p:nvPr/>
        </p:nvSpPr>
        <p:spPr>
          <a:xfrm>
            <a:off x="2061743" y="4838629"/>
            <a:ext cx="99157" cy="99157"/>
          </a:xfrm>
          <a:prstGeom prst="roundRect">
            <a:avLst>
              <a:gd name="adj" fmla="val 30000"/>
            </a:avLst>
          </a:prstGeom>
          <a:solidFill>
            <a:srgbClr val="2796B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1" name="!!p07_11"/>
          <p:cNvSpPr/>
          <p:nvPr/>
        </p:nvSpPr>
        <p:spPr>
          <a:xfrm>
            <a:off x="2220489" y="4838629"/>
            <a:ext cx="99157" cy="99157"/>
          </a:xfrm>
          <a:prstGeom prst="roundRect">
            <a:avLst>
              <a:gd name="adj" fmla="val 30000"/>
            </a:avLst>
          </a:prstGeom>
          <a:solidFill>
            <a:srgbClr val="18739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2" name="!!p07_12"/>
          <p:cNvSpPr/>
          <p:nvPr/>
        </p:nvSpPr>
        <p:spPr>
          <a:xfrm>
            <a:off x="2379235" y="4838629"/>
            <a:ext cx="99157" cy="99157"/>
          </a:xfrm>
          <a:prstGeom prst="roundRect">
            <a:avLst>
              <a:gd name="adj" fmla="val 30000"/>
            </a:avLst>
          </a:prstGeom>
          <a:solidFill>
            <a:srgbClr val="104B7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3" name="!!p08_05"/>
          <p:cNvSpPr/>
          <p:nvPr/>
        </p:nvSpPr>
        <p:spPr>
          <a:xfrm>
            <a:off x="1268013" y="4723329"/>
            <a:ext cx="99157" cy="99157"/>
          </a:xfrm>
          <a:prstGeom prst="roundRect">
            <a:avLst>
              <a:gd name="adj" fmla="val 30000"/>
            </a:avLst>
          </a:prstGeom>
          <a:solidFill>
            <a:srgbClr val="0E3D6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4" name="!!p08_06"/>
          <p:cNvSpPr/>
          <p:nvPr/>
        </p:nvSpPr>
        <p:spPr>
          <a:xfrm>
            <a:off x="1426759" y="4723329"/>
            <a:ext cx="99157" cy="99157"/>
          </a:xfrm>
          <a:prstGeom prst="roundRect">
            <a:avLst>
              <a:gd name="adj" fmla="val 30000"/>
            </a:avLst>
          </a:prstGeom>
          <a:solidFill>
            <a:srgbClr val="145E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5" name="!!p08_07"/>
          <p:cNvSpPr/>
          <p:nvPr/>
        </p:nvSpPr>
        <p:spPr>
          <a:xfrm>
            <a:off x="1585505" y="4723329"/>
            <a:ext cx="99157" cy="99157"/>
          </a:xfrm>
          <a:prstGeom prst="roundRect">
            <a:avLst>
              <a:gd name="adj" fmla="val 30000"/>
            </a:avLst>
          </a:prstGeom>
          <a:solidFill>
            <a:srgbClr val="1C86A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6" name="!!p08_08"/>
          <p:cNvSpPr/>
          <p:nvPr/>
        </p:nvSpPr>
        <p:spPr>
          <a:xfrm>
            <a:off x="1744251" y="4723329"/>
            <a:ext cx="99157" cy="99157"/>
          </a:xfrm>
          <a:prstGeom prst="roundRect">
            <a:avLst>
              <a:gd name="adj" fmla="val 30000"/>
            </a:avLst>
          </a:prstGeom>
          <a:solidFill>
            <a:srgbClr val="2C9B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7" name="!!p08_09"/>
          <p:cNvSpPr/>
          <p:nvPr/>
        </p:nvSpPr>
        <p:spPr>
          <a:xfrm>
            <a:off x="1902997" y="4723329"/>
            <a:ext cx="99157" cy="99157"/>
          </a:xfrm>
          <a:prstGeom prst="roundRect">
            <a:avLst>
              <a:gd name="adj" fmla="val 30000"/>
            </a:avLst>
          </a:prstGeom>
          <a:solidFill>
            <a:srgbClr val="319FC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8" name="!!p08_10"/>
          <p:cNvSpPr/>
          <p:nvPr/>
        </p:nvSpPr>
        <p:spPr>
          <a:xfrm>
            <a:off x="2061743" y="4723329"/>
            <a:ext cx="99157" cy="99157"/>
          </a:xfrm>
          <a:prstGeom prst="roundRect">
            <a:avLst>
              <a:gd name="adj" fmla="val 30000"/>
            </a:avLst>
          </a:prstGeom>
          <a:solidFill>
            <a:srgbClr val="2594B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9" name="!!p08_11"/>
          <p:cNvSpPr/>
          <p:nvPr/>
        </p:nvSpPr>
        <p:spPr>
          <a:xfrm>
            <a:off x="2220489" y="4723329"/>
            <a:ext cx="99157" cy="99157"/>
          </a:xfrm>
          <a:prstGeom prst="roundRect">
            <a:avLst>
              <a:gd name="adj" fmla="val 30000"/>
            </a:avLst>
          </a:prstGeom>
          <a:solidFill>
            <a:srgbClr val="18759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0" name="!!p08_12"/>
          <p:cNvSpPr/>
          <p:nvPr/>
        </p:nvSpPr>
        <p:spPr>
          <a:xfrm>
            <a:off x="2379235" y="4723329"/>
            <a:ext cx="99157" cy="99157"/>
          </a:xfrm>
          <a:prstGeom prst="roundRect">
            <a:avLst>
              <a:gd name="adj" fmla="val 30000"/>
            </a:avLst>
          </a:prstGeom>
          <a:solidFill>
            <a:srgbClr val="11507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1" name="!!p09_05"/>
          <p:cNvSpPr/>
          <p:nvPr/>
        </p:nvSpPr>
        <p:spPr>
          <a:xfrm>
            <a:off x="1268013" y="4608029"/>
            <a:ext cx="99157" cy="99157"/>
          </a:xfrm>
          <a:prstGeom prst="roundRect">
            <a:avLst>
              <a:gd name="adj" fmla="val 30000"/>
            </a:avLst>
          </a:prstGeom>
          <a:solidFill>
            <a:srgbClr val="0D3B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2" name="!!p09_06"/>
          <p:cNvSpPr/>
          <p:nvPr/>
        </p:nvSpPr>
        <p:spPr>
          <a:xfrm>
            <a:off x="1426759" y="4608029"/>
            <a:ext cx="99157" cy="99157"/>
          </a:xfrm>
          <a:prstGeom prst="roundRect">
            <a:avLst>
              <a:gd name="adj" fmla="val 30000"/>
            </a:avLst>
          </a:prstGeom>
          <a:solidFill>
            <a:srgbClr val="1359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3" name="!!p09_07"/>
          <p:cNvSpPr/>
          <p:nvPr/>
        </p:nvSpPr>
        <p:spPr>
          <a:xfrm>
            <a:off x="1585505" y="4608029"/>
            <a:ext cx="99157" cy="99157"/>
          </a:xfrm>
          <a:prstGeom prst="roundRect">
            <a:avLst>
              <a:gd name="adj" fmla="val 30000"/>
            </a:avLst>
          </a:prstGeom>
          <a:solidFill>
            <a:srgbClr val="1A7DA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4" name="!!p09_08"/>
          <p:cNvSpPr/>
          <p:nvPr/>
        </p:nvSpPr>
        <p:spPr>
          <a:xfrm>
            <a:off x="1744251" y="4608029"/>
            <a:ext cx="99157" cy="99157"/>
          </a:xfrm>
          <a:prstGeom prst="roundRect">
            <a:avLst>
              <a:gd name="adj" fmla="val 30000"/>
            </a:avLst>
          </a:prstGeom>
          <a:solidFill>
            <a:srgbClr val="2695B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5" name="!!p09_09"/>
          <p:cNvSpPr/>
          <p:nvPr/>
        </p:nvSpPr>
        <p:spPr>
          <a:xfrm>
            <a:off x="1902997" y="4608029"/>
            <a:ext cx="99157" cy="99157"/>
          </a:xfrm>
          <a:prstGeom prst="roundRect">
            <a:avLst>
              <a:gd name="adj" fmla="val 30000"/>
            </a:avLst>
          </a:prstGeom>
          <a:solidFill>
            <a:srgbClr val="2D9C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6" name="!!p09_10"/>
          <p:cNvSpPr/>
          <p:nvPr/>
        </p:nvSpPr>
        <p:spPr>
          <a:xfrm>
            <a:off x="2061743" y="4608029"/>
            <a:ext cx="99157" cy="99157"/>
          </a:xfrm>
          <a:prstGeom prst="roundRect">
            <a:avLst>
              <a:gd name="adj" fmla="val 30000"/>
            </a:avLst>
          </a:prstGeom>
          <a:solidFill>
            <a:srgbClr val="2493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7" name="!!p09_11"/>
          <p:cNvSpPr/>
          <p:nvPr/>
        </p:nvSpPr>
        <p:spPr>
          <a:xfrm>
            <a:off x="2220489" y="4608029"/>
            <a:ext cx="99157" cy="99157"/>
          </a:xfrm>
          <a:prstGeom prst="roundRect">
            <a:avLst>
              <a:gd name="adj" fmla="val 30000"/>
            </a:avLst>
          </a:prstGeom>
          <a:solidFill>
            <a:srgbClr val="19799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8" name="!!p09_12"/>
          <p:cNvSpPr/>
          <p:nvPr/>
        </p:nvSpPr>
        <p:spPr>
          <a:xfrm>
            <a:off x="2379235" y="4608029"/>
            <a:ext cx="99157" cy="99157"/>
          </a:xfrm>
          <a:prstGeom prst="roundRect">
            <a:avLst>
              <a:gd name="adj" fmla="val 30000"/>
            </a:avLst>
          </a:prstGeom>
          <a:solidFill>
            <a:srgbClr val="12567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9" name="!!p10_06"/>
          <p:cNvSpPr/>
          <p:nvPr/>
        </p:nvSpPr>
        <p:spPr>
          <a:xfrm>
            <a:off x="1426759" y="4492729"/>
            <a:ext cx="99157" cy="99157"/>
          </a:xfrm>
          <a:prstGeom prst="roundRect">
            <a:avLst>
              <a:gd name="adj" fmla="val 30000"/>
            </a:avLst>
          </a:prstGeom>
          <a:solidFill>
            <a:srgbClr val="12557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0" name="!!p10_07"/>
          <p:cNvSpPr/>
          <p:nvPr/>
        </p:nvSpPr>
        <p:spPr>
          <a:xfrm>
            <a:off x="1585505" y="4492729"/>
            <a:ext cx="99157" cy="99157"/>
          </a:xfrm>
          <a:prstGeom prst="roundRect">
            <a:avLst>
              <a:gd name="adj" fmla="val 30000"/>
            </a:avLst>
          </a:prstGeom>
          <a:solidFill>
            <a:srgbClr val="19769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1" name="!!p10_08"/>
          <p:cNvSpPr/>
          <p:nvPr/>
        </p:nvSpPr>
        <p:spPr>
          <a:xfrm>
            <a:off x="1744251" y="4492729"/>
            <a:ext cx="99157" cy="99157"/>
          </a:xfrm>
          <a:prstGeom prst="roundRect">
            <a:avLst>
              <a:gd name="adj" fmla="val 30000"/>
            </a:avLst>
          </a:prstGeom>
          <a:solidFill>
            <a:srgbClr val="2291B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2" name="!!p10_09"/>
          <p:cNvSpPr/>
          <p:nvPr/>
        </p:nvSpPr>
        <p:spPr>
          <a:xfrm>
            <a:off x="1902997" y="4492729"/>
            <a:ext cx="99157" cy="99157"/>
          </a:xfrm>
          <a:prstGeom prst="roundRect">
            <a:avLst>
              <a:gd name="adj" fmla="val 30000"/>
            </a:avLst>
          </a:prstGeom>
          <a:solidFill>
            <a:srgbClr val="2A99B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3" name="!!p10_10"/>
          <p:cNvSpPr/>
          <p:nvPr/>
        </p:nvSpPr>
        <p:spPr>
          <a:xfrm>
            <a:off x="2061743" y="4492729"/>
            <a:ext cx="99157" cy="99157"/>
          </a:xfrm>
          <a:prstGeom prst="roundRect">
            <a:avLst>
              <a:gd name="adj" fmla="val 30000"/>
            </a:avLst>
          </a:prstGeom>
          <a:solidFill>
            <a:srgbClr val="2494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4" name="!!p10_11"/>
          <p:cNvSpPr/>
          <p:nvPr/>
        </p:nvSpPr>
        <p:spPr>
          <a:xfrm>
            <a:off x="2220489" y="4492729"/>
            <a:ext cx="99157" cy="99157"/>
          </a:xfrm>
          <a:prstGeom prst="roundRect">
            <a:avLst>
              <a:gd name="adj" fmla="val 30000"/>
            </a:avLst>
          </a:prstGeom>
          <a:solidFill>
            <a:srgbClr val="1A7EA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5" name="!!p10_12"/>
          <p:cNvSpPr/>
          <p:nvPr/>
        </p:nvSpPr>
        <p:spPr>
          <a:xfrm>
            <a:off x="2379235" y="4492729"/>
            <a:ext cx="99157" cy="99157"/>
          </a:xfrm>
          <a:prstGeom prst="roundRect">
            <a:avLst>
              <a:gd name="adj" fmla="val 30000"/>
            </a:avLst>
          </a:prstGeom>
          <a:solidFill>
            <a:srgbClr val="145C8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6" name="!!p11_06"/>
          <p:cNvSpPr/>
          <p:nvPr/>
        </p:nvSpPr>
        <p:spPr>
          <a:xfrm>
            <a:off x="1426759" y="4377430"/>
            <a:ext cx="99157" cy="99157"/>
          </a:xfrm>
          <a:prstGeom prst="roundRect">
            <a:avLst>
              <a:gd name="adj" fmla="val 30000"/>
            </a:avLst>
          </a:prstGeom>
          <a:solidFill>
            <a:srgbClr val="12527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7" name="!!p11_07"/>
          <p:cNvSpPr/>
          <p:nvPr/>
        </p:nvSpPr>
        <p:spPr>
          <a:xfrm>
            <a:off x="1585505" y="4377430"/>
            <a:ext cx="99157" cy="99157"/>
          </a:xfrm>
          <a:prstGeom prst="roundRect">
            <a:avLst>
              <a:gd name="adj" fmla="val 30000"/>
            </a:avLst>
          </a:prstGeom>
          <a:solidFill>
            <a:srgbClr val="1871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8" name="!!p11_08"/>
          <p:cNvSpPr/>
          <p:nvPr/>
        </p:nvSpPr>
        <p:spPr>
          <a:xfrm>
            <a:off x="1744251" y="4377430"/>
            <a:ext cx="99157" cy="99157"/>
          </a:xfrm>
          <a:prstGeom prst="roundRect">
            <a:avLst>
              <a:gd name="adj" fmla="val 30000"/>
            </a:avLst>
          </a:prstGeom>
          <a:solidFill>
            <a:srgbClr val="1F8EB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9" name="!!p11_09"/>
          <p:cNvSpPr/>
          <p:nvPr/>
        </p:nvSpPr>
        <p:spPr>
          <a:xfrm>
            <a:off x="1902997" y="4377430"/>
            <a:ext cx="99157" cy="99157"/>
          </a:xfrm>
          <a:prstGeom prst="roundRect">
            <a:avLst>
              <a:gd name="adj" fmla="val 30000"/>
            </a:avLst>
          </a:prstGeom>
          <a:solidFill>
            <a:srgbClr val="2998B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0" name="!!p11_10"/>
          <p:cNvSpPr/>
          <p:nvPr/>
        </p:nvSpPr>
        <p:spPr>
          <a:xfrm>
            <a:off x="2061743" y="4377430"/>
            <a:ext cx="99157" cy="99157"/>
          </a:xfrm>
          <a:prstGeom prst="roundRect">
            <a:avLst>
              <a:gd name="adj" fmla="val 30000"/>
            </a:avLst>
          </a:prstGeom>
          <a:solidFill>
            <a:srgbClr val="2695B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1" name="!!p11_11"/>
          <p:cNvSpPr/>
          <p:nvPr/>
        </p:nvSpPr>
        <p:spPr>
          <a:xfrm>
            <a:off x="2220489" y="4377430"/>
            <a:ext cx="99157" cy="99157"/>
          </a:xfrm>
          <a:prstGeom prst="roundRect">
            <a:avLst>
              <a:gd name="adj" fmla="val 30000"/>
            </a:avLst>
          </a:prstGeom>
          <a:solidFill>
            <a:srgbClr val="1B84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2" name="!!p11_12"/>
          <p:cNvSpPr/>
          <p:nvPr/>
        </p:nvSpPr>
        <p:spPr>
          <a:xfrm>
            <a:off x="2379235" y="4377430"/>
            <a:ext cx="99157" cy="99157"/>
          </a:xfrm>
          <a:prstGeom prst="roundRect">
            <a:avLst>
              <a:gd name="adj" fmla="val 30000"/>
            </a:avLst>
          </a:prstGeom>
          <a:solidFill>
            <a:srgbClr val="1564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3" name="!!p12_06"/>
          <p:cNvSpPr/>
          <p:nvPr/>
        </p:nvSpPr>
        <p:spPr>
          <a:xfrm>
            <a:off x="1426759" y="4262130"/>
            <a:ext cx="99157" cy="99157"/>
          </a:xfrm>
          <a:prstGeom prst="roundRect">
            <a:avLst>
              <a:gd name="adj" fmla="val 30000"/>
            </a:avLst>
          </a:prstGeom>
          <a:solidFill>
            <a:srgbClr val="11507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4" name="!!p12_07"/>
          <p:cNvSpPr/>
          <p:nvPr/>
        </p:nvSpPr>
        <p:spPr>
          <a:xfrm>
            <a:off x="1585505" y="4262130"/>
            <a:ext cx="99157" cy="99157"/>
          </a:xfrm>
          <a:prstGeom prst="roundRect">
            <a:avLst>
              <a:gd name="adj" fmla="val 30000"/>
            </a:avLst>
          </a:prstGeom>
          <a:solidFill>
            <a:srgbClr val="176E9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5" name="!!p12_08"/>
          <p:cNvSpPr/>
          <p:nvPr/>
        </p:nvSpPr>
        <p:spPr>
          <a:xfrm>
            <a:off x="1744251" y="4262130"/>
            <a:ext cx="99157" cy="99157"/>
          </a:xfrm>
          <a:prstGeom prst="roundRect">
            <a:avLst>
              <a:gd name="adj" fmla="val 30000"/>
            </a:avLst>
          </a:prstGeom>
          <a:solidFill>
            <a:srgbClr val="1D8DB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6" name="!!p12_09"/>
          <p:cNvSpPr/>
          <p:nvPr/>
        </p:nvSpPr>
        <p:spPr>
          <a:xfrm>
            <a:off x="1902997" y="4262130"/>
            <a:ext cx="99157" cy="99157"/>
          </a:xfrm>
          <a:prstGeom prst="roundRect">
            <a:avLst>
              <a:gd name="adj" fmla="val 30000"/>
            </a:avLst>
          </a:prstGeom>
          <a:solidFill>
            <a:srgbClr val="2A99B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7" name="!!p12_10"/>
          <p:cNvSpPr/>
          <p:nvPr/>
        </p:nvSpPr>
        <p:spPr>
          <a:xfrm>
            <a:off x="2061743" y="4262130"/>
            <a:ext cx="99157" cy="99157"/>
          </a:xfrm>
          <a:prstGeom prst="roundRect">
            <a:avLst>
              <a:gd name="adj" fmla="val 30000"/>
            </a:avLst>
          </a:prstGeom>
          <a:solidFill>
            <a:srgbClr val="2998B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8" name="!!p12_11"/>
          <p:cNvSpPr/>
          <p:nvPr/>
        </p:nvSpPr>
        <p:spPr>
          <a:xfrm>
            <a:off x="2220489" y="4262130"/>
            <a:ext cx="99157" cy="99157"/>
          </a:xfrm>
          <a:prstGeom prst="roundRect">
            <a:avLst>
              <a:gd name="adj" fmla="val 30000"/>
            </a:avLst>
          </a:prstGeom>
          <a:solidFill>
            <a:srgbClr val="1D8CA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9" name="!!p12_12"/>
          <p:cNvSpPr/>
          <p:nvPr/>
        </p:nvSpPr>
        <p:spPr>
          <a:xfrm>
            <a:off x="2379235" y="4262130"/>
            <a:ext cx="99157" cy="99157"/>
          </a:xfrm>
          <a:prstGeom prst="roundRect">
            <a:avLst>
              <a:gd name="adj" fmla="val 30000"/>
            </a:avLst>
          </a:prstGeom>
          <a:solidFill>
            <a:srgbClr val="176B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0" name="!!p13_06"/>
          <p:cNvSpPr/>
          <p:nvPr/>
        </p:nvSpPr>
        <p:spPr>
          <a:xfrm>
            <a:off x="1426759" y="4146830"/>
            <a:ext cx="99157" cy="99157"/>
          </a:xfrm>
          <a:prstGeom prst="roundRect">
            <a:avLst>
              <a:gd name="adj" fmla="val 30000"/>
            </a:avLst>
          </a:prstGeom>
          <a:solidFill>
            <a:srgbClr val="114F7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1" name="!!p13_07"/>
          <p:cNvSpPr/>
          <p:nvPr/>
        </p:nvSpPr>
        <p:spPr>
          <a:xfrm>
            <a:off x="1585505" y="4146830"/>
            <a:ext cx="99157" cy="99157"/>
          </a:xfrm>
          <a:prstGeom prst="roundRect">
            <a:avLst>
              <a:gd name="adj" fmla="val 30000"/>
            </a:avLst>
          </a:prstGeom>
          <a:solidFill>
            <a:srgbClr val="176D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2" name="!!p13_08"/>
          <p:cNvSpPr/>
          <p:nvPr/>
        </p:nvSpPr>
        <p:spPr>
          <a:xfrm>
            <a:off x="1744251" y="4146830"/>
            <a:ext cx="99157" cy="99157"/>
          </a:xfrm>
          <a:prstGeom prst="roundRect">
            <a:avLst>
              <a:gd name="adj" fmla="val 30000"/>
            </a:avLst>
          </a:prstGeom>
          <a:solidFill>
            <a:srgbClr val="1D8DB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3" name="!!p13_09"/>
          <p:cNvSpPr/>
          <p:nvPr/>
        </p:nvSpPr>
        <p:spPr>
          <a:xfrm>
            <a:off x="1902997" y="4146830"/>
            <a:ext cx="99157" cy="99157"/>
          </a:xfrm>
          <a:prstGeom prst="roundRect">
            <a:avLst>
              <a:gd name="adj" fmla="val 30000"/>
            </a:avLst>
          </a:prstGeom>
          <a:solidFill>
            <a:srgbClr val="2B9AC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4" name="!!p13_10"/>
          <p:cNvSpPr/>
          <p:nvPr/>
        </p:nvSpPr>
        <p:spPr>
          <a:xfrm>
            <a:off x="2061743" y="4146830"/>
            <a:ext cx="99157" cy="99157"/>
          </a:xfrm>
          <a:prstGeom prst="roundRect">
            <a:avLst>
              <a:gd name="adj" fmla="val 30000"/>
            </a:avLst>
          </a:prstGeom>
          <a:solidFill>
            <a:srgbClr val="2D9B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5" name="!!p13_11"/>
          <p:cNvSpPr/>
          <p:nvPr/>
        </p:nvSpPr>
        <p:spPr>
          <a:xfrm>
            <a:off x="2220489" y="4146830"/>
            <a:ext cx="99157" cy="99157"/>
          </a:xfrm>
          <a:prstGeom prst="roundRect">
            <a:avLst>
              <a:gd name="adj" fmla="val 30000"/>
            </a:avLst>
          </a:prstGeom>
          <a:solidFill>
            <a:srgbClr val="2190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6" name="!!p13_12"/>
          <p:cNvSpPr/>
          <p:nvPr/>
        </p:nvSpPr>
        <p:spPr>
          <a:xfrm>
            <a:off x="2379235" y="4146830"/>
            <a:ext cx="99157" cy="99157"/>
          </a:xfrm>
          <a:prstGeom prst="roundRect">
            <a:avLst>
              <a:gd name="adj" fmla="val 30000"/>
            </a:avLst>
          </a:prstGeom>
          <a:solidFill>
            <a:srgbClr val="18729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7" name="!!p14_06"/>
          <p:cNvSpPr/>
          <p:nvPr/>
        </p:nvSpPr>
        <p:spPr>
          <a:xfrm>
            <a:off x="1426759" y="4031530"/>
            <a:ext cx="99157" cy="99157"/>
          </a:xfrm>
          <a:prstGeom prst="roundRect">
            <a:avLst>
              <a:gd name="adj" fmla="val 30000"/>
            </a:avLst>
          </a:prstGeom>
          <a:solidFill>
            <a:srgbClr val="114F7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8" name="!!p14_07"/>
          <p:cNvSpPr/>
          <p:nvPr/>
        </p:nvSpPr>
        <p:spPr>
          <a:xfrm>
            <a:off x="1585505" y="4031530"/>
            <a:ext cx="99157" cy="99157"/>
          </a:xfrm>
          <a:prstGeom prst="roundRect">
            <a:avLst>
              <a:gd name="adj" fmla="val 30000"/>
            </a:avLst>
          </a:prstGeom>
          <a:solidFill>
            <a:srgbClr val="176D9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9" name="!!p14_08"/>
          <p:cNvSpPr/>
          <p:nvPr/>
        </p:nvSpPr>
        <p:spPr>
          <a:xfrm>
            <a:off x="1744251" y="4031530"/>
            <a:ext cx="99157" cy="99157"/>
          </a:xfrm>
          <a:prstGeom prst="roundRect">
            <a:avLst>
              <a:gd name="adj" fmla="val 30000"/>
            </a:avLst>
          </a:prstGeom>
          <a:solidFill>
            <a:srgbClr val="1D8DB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0" name="!!p14_09"/>
          <p:cNvSpPr/>
          <p:nvPr/>
        </p:nvSpPr>
        <p:spPr>
          <a:xfrm>
            <a:off x="1902997" y="4031530"/>
            <a:ext cx="99157" cy="99157"/>
          </a:xfrm>
          <a:prstGeom prst="roundRect">
            <a:avLst>
              <a:gd name="adj" fmla="val 30000"/>
            </a:avLst>
          </a:prstGeom>
          <a:solidFill>
            <a:srgbClr val="2D9B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1" name="!!p14_10"/>
          <p:cNvSpPr/>
          <p:nvPr/>
        </p:nvSpPr>
        <p:spPr>
          <a:xfrm>
            <a:off x="2061743" y="4031530"/>
            <a:ext cx="99157" cy="99157"/>
          </a:xfrm>
          <a:prstGeom prst="roundRect">
            <a:avLst>
              <a:gd name="adj" fmla="val 30000"/>
            </a:avLst>
          </a:prstGeom>
          <a:solidFill>
            <a:srgbClr val="309EC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2" name="!!p14_11"/>
          <p:cNvSpPr/>
          <p:nvPr/>
        </p:nvSpPr>
        <p:spPr>
          <a:xfrm>
            <a:off x="2220489" y="4031530"/>
            <a:ext cx="99157" cy="99157"/>
          </a:xfrm>
          <a:prstGeom prst="roundRect">
            <a:avLst>
              <a:gd name="adj" fmla="val 30000"/>
            </a:avLst>
          </a:prstGeom>
          <a:solidFill>
            <a:srgbClr val="2494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3" name="!!p14_12"/>
          <p:cNvSpPr/>
          <p:nvPr/>
        </p:nvSpPr>
        <p:spPr>
          <a:xfrm>
            <a:off x="2379235" y="4031530"/>
            <a:ext cx="99157" cy="99157"/>
          </a:xfrm>
          <a:prstGeom prst="roundRect">
            <a:avLst>
              <a:gd name="adj" fmla="val 30000"/>
            </a:avLst>
          </a:prstGeom>
          <a:solidFill>
            <a:srgbClr val="19789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4" name="!!p15_07"/>
          <p:cNvSpPr/>
          <p:nvPr/>
        </p:nvSpPr>
        <p:spPr>
          <a:xfrm>
            <a:off x="1585505" y="3916231"/>
            <a:ext cx="99157" cy="99157"/>
          </a:xfrm>
          <a:prstGeom prst="roundRect">
            <a:avLst>
              <a:gd name="adj" fmla="val 30000"/>
            </a:avLst>
          </a:prstGeom>
          <a:solidFill>
            <a:srgbClr val="176D9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5" name="!!p15_08"/>
          <p:cNvSpPr/>
          <p:nvPr/>
        </p:nvSpPr>
        <p:spPr>
          <a:xfrm>
            <a:off x="1744251" y="3916231"/>
            <a:ext cx="99157" cy="99157"/>
          </a:xfrm>
          <a:prstGeom prst="roundRect">
            <a:avLst>
              <a:gd name="adj" fmla="val 30000"/>
            </a:avLst>
          </a:prstGeom>
          <a:solidFill>
            <a:srgbClr val="1D8DB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6" name="!!p15_09"/>
          <p:cNvSpPr/>
          <p:nvPr/>
        </p:nvSpPr>
        <p:spPr>
          <a:xfrm>
            <a:off x="1902997" y="3916231"/>
            <a:ext cx="99157" cy="99157"/>
          </a:xfrm>
          <a:prstGeom prst="roundRect">
            <a:avLst>
              <a:gd name="adj" fmla="val 30000"/>
            </a:avLst>
          </a:prstGeom>
          <a:solidFill>
            <a:srgbClr val="2D9C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7" name="!!p15_10"/>
          <p:cNvSpPr/>
          <p:nvPr/>
        </p:nvSpPr>
        <p:spPr>
          <a:xfrm>
            <a:off x="2061743" y="3916231"/>
            <a:ext cx="99157" cy="99157"/>
          </a:xfrm>
          <a:prstGeom prst="roundRect">
            <a:avLst>
              <a:gd name="adj" fmla="val 30000"/>
            </a:avLst>
          </a:prstGeom>
          <a:solidFill>
            <a:srgbClr val="319FC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8" name="!!p15_11"/>
          <p:cNvSpPr/>
          <p:nvPr/>
        </p:nvSpPr>
        <p:spPr>
          <a:xfrm>
            <a:off x="2220489" y="3916231"/>
            <a:ext cx="99157" cy="99157"/>
          </a:xfrm>
          <a:prstGeom prst="roundRect">
            <a:avLst>
              <a:gd name="adj" fmla="val 30000"/>
            </a:avLst>
          </a:prstGeom>
          <a:solidFill>
            <a:srgbClr val="2796B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9" name="!!p15_12"/>
          <p:cNvSpPr/>
          <p:nvPr/>
        </p:nvSpPr>
        <p:spPr>
          <a:xfrm>
            <a:off x="2379235" y="3916231"/>
            <a:ext cx="99157" cy="99157"/>
          </a:xfrm>
          <a:prstGeom prst="roundRect">
            <a:avLst>
              <a:gd name="adj" fmla="val 30000"/>
            </a:avLst>
          </a:prstGeom>
          <a:solidFill>
            <a:srgbClr val="1A7B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0" name="!!p15_13"/>
          <p:cNvSpPr/>
          <p:nvPr/>
        </p:nvSpPr>
        <p:spPr>
          <a:xfrm>
            <a:off x="2537981" y="3916231"/>
            <a:ext cx="99157" cy="99157"/>
          </a:xfrm>
          <a:prstGeom prst="roundRect">
            <a:avLst>
              <a:gd name="adj" fmla="val 30000"/>
            </a:avLst>
          </a:prstGeom>
          <a:solidFill>
            <a:srgbClr val="13577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1" name="!!p16_07"/>
          <p:cNvSpPr/>
          <p:nvPr/>
        </p:nvSpPr>
        <p:spPr>
          <a:xfrm>
            <a:off x="1585505" y="3800931"/>
            <a:ext cx="99157" cy="99157"/>
          </a:xfrm>
          <a:prstGeom prst="roundRect">
            <a:avLst>
              <a:gd name="adj" fmla="val 30000"/>
            </a:avLst>
          </a:prstGeom>
          <a:solidFill>
            <a:srgbClr val="176C9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2" name="!!p16_08"/>
          <p:cNvSpPr/>
          <p:nvPr/>
        </p:nvSpPr>
        <p:spPr>
          <a:xfrm>
            <a:off x="1744251" y="3800931"/>
            <a:ext cx="99157" cy="99157"/>
          </a:xfrm>
          <a:prstGeom prst="roundRect">
            <a:avLst>
              <a:gd name="adj" fmla="val 30000"/>
            </a:avLst>
          </a:prstGeom>
          <a:solidFill>
            <a:srgbClr val="1D8CA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3" name="!!p16_09"/>
          <p:cNvSpPr/>
          <p:nvPr/>
        </p:nvSpPr>
        <p:spPr>
          <a:xfrm>
            <a:off x="1902997" y="3800931"/>
            <a:ext cx="99157" cy="99157"/>
          </a:xfrm>
          <a:prstGeom prst="roundRect">
            <a:avLst>
              <a:gd name="adj" fmla="val 30000"/>
            </a:avLst>
          </a:prstGeom>
          <a:solidFill>
            <a:srgbClr val="2C9B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4" name="!!p16_10"/>
          <p:cNvSpPr/>
          <p:nvPr/>
        </p:nvSpPr>
        <p:spPr>
          <a:xfrm>
            <a:off x="2061743" y="3800931"/>
            <a:ext cx="99157" cy="99157"/>
          </a:xfrm>
          <a:prstGeom prst="roundRect">
            <a:avLst>
              <a:gd name="adj" fmla="val 30000"/>
            </a:avLst>
          </a:prstGeom>
          <a:solidFill>
            <a:srgbClr val="309EC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5" name="!!p16_11"/>
          <p:cNvSpPr/>
          <p:nvPr/>
        </p:nvSpPr>
        <p:spPr>
          <a:xfrm>
            <a:off x="2220489" y="3800931"/>
            <a:ext cx="99157" cy="99157"/>
          </a:xfrm>
          <a:prstGeom prst="roundRect">
            <a:avLst>
              <a:gd name="adj" fmla="val 30000"/>
            </a:avLst>
          </a:prstGeom>
          <a:solidFill>
            <a:srgbClr val="2796B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6" name="!!p16_12"/>
          <p:cNvSpPr/>
          <p:nvPr/>
        </p:nvSpPr>
        <p:spPr>
          <a:xfrm>
            <a:off x="2379235" y="3800931"/>
            <a:ext cx="99157" cy="99157"/>
          </a:xfrm>
          <a:prstGeom prst="roundRect">
            <a:avLst>
              <a:gd name="adj" fmla="val 30000"/>
            </a:avLst>
          </a:prstGeom>
          <a:solidFill>
            <a:srgbClr val="1A7DA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7" name="!!p16_13"/>
          <p:cNvSpPr/>
          <p:nvPr/>
        </p:nvSpPr>
        <p:spPr>
          <a:xfrm>
            <a:off x="2537981" y="3800931"/>
            <a:ext cx="99157" cy="99157"/>
          </a:xfrm>
          <a:prstGeom prst="roundRect">
            <a:avLst>
              <a:gd name="adj" fmla="val 30000"/>
            </a:avLst>
          </a:prstGeom>
          <a:solidFill>
            <a:srgbClr val="13597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8" name="!!p17_07"/>
          <p:cNvSpPr/>
          <p:nvPr/>
        </p:nvSpPr>
        <p:spPr>
          <a:xfrm>
            <a:off x="1585505" y="3685631"/>
            <a:ext cx="99157" cy="99157"/>
          </a:xfrm>
          <a:prstGeom prst="roundRect">
            <a:avLst>
              <a:gd name="adj" fmla="val 30000"/>
            </a:avLst>
          </a:prstGeom>
          <a:solidFill>
            <a:srgbClr val="176D9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9" name="!!p17_08"/>
          <p:cNvSpPr/>
          <p:nvPr/>
        </p:nvSpPr>
        <p:spPr>
          <a:xfrm>
            <a:off x="1744251" y="3685631"/>
            <a:ext cx="99157" cy="99157"/>
          </a:xfrm>
          <a:prstGeom prst="roundRect">
            <a:avLst>
              <a:gd name="adj" fmla="val 30000"/>
            </a:avLst>
          </a:prstGeom>
          <a:solidFill>
            <a:srgbClr val="1D8B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0" name="!!p17_09"/>
          <p:cNvSpPr/>
          <p:nvPr/>
        </p:nvSpPr>
        <p:spPr>
          <a:xfrm>
            <a:off x="1902997" y="3685631"/>
            <a:ext cx="99157" cy="99157"/>
          </a:xfrm>
          <a:prstGeom prst="roundRect">
            <a:avLst>
              <a:gd name="adj" fmla="val 30000"/>
            </a:avLst>
          </a:prstGeom>
          <a:solidFill>
            <a:srgbClr val="2A99B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1" name="!!p17_10"/>
          <p:cNvSpPr/>
          <p:nvPr/>
        </p:nvSpPr>
        <p:spPr>
          <a:xfrm>
            <a:off x="2061743" y="3685631"/>
            <a:ext cx="99157" cy="99157"/>
          </a:xfrm>
          <a:prstGeom prst="roundRect">
            <a:avLst>
              <a:gd name="adj" fmla="val 30000"/>
            </a:avLst>
          </a:prstGeom>
          <a:solidFill>
            <a:srgbClr val="2E9CC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2" name="!!p17_11"/>
          <p:cNvSpPr/>
          <p:nvPr/>
        </p:nvSpPr>
        <p:spPr>
          <a:xfrm>
            <a:off x="2220489" y="3685631"/>
            <a:ext cx="99157" cy="99157"/>
          </a:xfrm>
          <a:prstGeom prst="roundRect">
            <a:avLst>
              <a:gd name="adj" fmla="val 30000"/>
            </a:avLst>
          </a:prstGeom>
          <a:solidFill>
            <a:srgbClr val="2695B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3" name="!!p17_12"/>
          <p:cNvSpPr/>
          <p:nvPr/>
        </p:nvSpPr>
        <p:spPr>
          <a:xfrm>
            <a:off x="2379235" y="3685631"/>
            <a:ext cx="99157" cy="99157"/>
          </a:xfrm>
          <a:prstGeom prst="roundRect">
            <a:avLst>
              <a:gd name="adj" fmla="val 30000"/>
            </a:avLst>
          </a:prstGeom>
          <a:solidFill>
            <a:srgbClr val="1A7FA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4" name="!!p17_13"/>
          <p:cNvSpPr/>
          <p:nvPr/>
        </p:nvSpPr>
        <p:spPr>
          <a:xfrm>
            <a:off x="2537981" y="3685631"/>
            <a:ext cx="99157" cy="99157"/>
          </a:xfrm>
          <a:prstGeom prst="roundRect">
            <a:avLst>
              <a:gd name="adj" fmla="val 30000"/>
            </a:avLst>
          </a:prstGeom>
          <a:solidFill>
            <a:srgbClr val="135B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5" name="!!p18_06"/>
          <p:cNvSpPr/>
          <p:nvPr/>
        </p:nvSpPr>
        <p:spPr>
          <a:xfrm>
            <a:off x="1426759" y="3570331"/>
            <a:ext cx="99157" cy="99157"/>
          </a:xfrm>
          <a:prstGeom prst="roundRect">
            <a:avLst>
              <a:gd name="adj" fmla="val 30000"/>
            </a:avLst>
          </a:prstGeom>
          <a:solidFill>
            <a:srgbClr val="1253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6" name="!!p18_07"/>
          <p:cNvSpPr/>
          <p:nvPr/>
        </p:nvSpPr>
        <p:spPr>
          <a:xfrm>
            <a:off x="1585505" y="3570331"/>
            <a:ext cx="99157" cy="99157"/>
          </a:xfrm>
          <a:prstGeom prst="roundRect">
            <a:avLst>
              <a:gd name="adj" fmla="val 30000"/>
            </a:avLst>
          </a:prstGeom>
          <a:solidFill>
            <a:srgbClr val="176F9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7" name="!!p18_08"/>
          <p:cNvSpPr/>
          <p:nvPr/>
        </p:nvSpPr>
        <p:spPr>
          <a:xfrm>
            <a:off x="1744251" y="3570331"/>
            <a:ext cx="99157" cy="99157"/>
          </a:xfrm>
          <a:prstGeom prst="roundRect">
            <a:avLst>
              <a:gd name="adj" fmla="val 30000"/>
            </a:avLst>
          </a:prstGeom>
          <a:solidFill>
            <a:srgbClr val="1C8AA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8" name="!!p18_09"/>
          <p:cNvSpPr/>
          <p:nvPr/>
        </p:nvSpPr>
        <p:spPr>
          <a:xfrm>
            <a:off x="1902997" y="3570331"/>
            <a:ext cx="99157" cy="99157"/>
          </a:xfrm>
          <a:prstGeom prst="roundRect">
            <a:avLst>
              <a:gd name="adj" fmla="val 30000"/>
            </a:avLst>
          </a:prstGeom>
          <a:solidFill>
            <a:srgbClr val="2796B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9" name="!!p18_10"/>
          <p:cNvSpPr/>
          <p:nvPr/>
        </p:nvSpPr>
        <p:spPr>
          <a:xfrm>
            <a:off x="2061743" y="3570331"/>
            <a:ext cx="99157" cy="99157"/>
          </a:xfrm>
          <a:prstGeom prst="roundRect">
            <a:avLst>
              <a:gd name="adj" fmla="val 30000"/>
            </a:avLst>
          </a:prstGeom>
          <a:solidFill>
            <a:srgbClr val="2A99B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0" name="!!p18_11"/>
          <p:cNvSpPr/>
          <p:nvPr/>
        </p:nvSpPr>
        <p:spPr>
          <a:xfrm>
            <a:off x="2220489" y="3570331"/>
            <a:ext cx="99157" cy="99157"/>
          </a:xfrm>
          <a:prstGeom prst="roundRect">
            <a:avLst>
              <a:gd name="adj" fmla="val 30000"/>
            </a:avLst>
          </a:prstGeom>
          <a:solidFill>
            <a:srgbClr val="2594B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1" name="!!p18_12"/>
          <p:cNvSpPr/>
          <p:nvPr/>
        </p:nvSpPr>
        <p:spPr>
          <a:xfrm>
            <a:off x="2379235" y="3570331"/>
            <a:ext cx="99157" cy="99157"/>
          </a:xfrm>
          <a:prstGeom prst="roundRect">
            <a:avLst>
              <a:gd name="adj" fmla="val 30000"/>
            </a:avLst>
          </a:prstGeom>
          <a:solidFill>
            <a:srgbClr val="1B82A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2" name="!!p18_13"/>
          <p:cNvSpPr/>
          <p:nvPr/>
        </p:nvSpPr>
        <p:spPr>
          <a:xfrm>
            <a:off x="2537981" y="3570331"/>
            <a:ext cx="99157" cy="99157"/>
          </a:xfrm>
          <a:prstGeom prst="roundRect">
            <a:avLst>
              <a:gd name="adj" fmla="val 30000"/>
            </a:avLst>
          </a:prstGeom>
          <a:solidFill>
            <a:srgbClr val="145E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3" name="!!p19_06"/>
          <p:cNvSpPr/>
          <p:nvPr/>
        </p:nvSpPr>
        <p:spPr>
          <a:xfrm>
            <a:off x="1426759" y="3455032"/>
            <a:ext cx="99157" cy="99157"/>
          </a:xfrm>
          <a:prstGeom prst="roundRect">
            <a:avLst>
              <a:gd name="adj" fmla="val 30000"/>
            </a:avLst>
          </a:prstGeom>
          <a:solidFill>
            <a:srgbClr val="135A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4" name="!!p19_07"/>
          <p:cNvSpPr/>
          <p:nvPr/>
        </p:nvSpPr>
        <p:spPr>
          <a:xfrm>
            <a:off x="1585505" y="3455032"/>
            <a:ext cx="99157" cy="99157"/>
          </a:xfrm>
          <a:prstGeom prst="roundRect">
            <a:avLst>
              <a:gd name="adj" fmla="val 30000"/>
            </a:avLst>
          </a:prstGeom>
          <a:solidFill>
            <a:srgbClr val="19769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5" name="!!p19_08"/>
          <p:cNvSpPr/>
          <p:nvPr/>
        </p:nvSpPr>
        <p:spPr>
          <a:xfrm>
            <a:off x="1744251" y="3455032"/>
            <a:ext cx="99157" cy="99157"/>
          </a:xfrm>
          <a:prstGeom prst="roundRect">
            <a:avLst>
              <a:gd name="adj" fmla="val 30000"/>
            </a:avLst>
          </a:prstGeom>
          <a:solidFill>
            <a:srgbClr val="1D8DB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6" name="!!p19_09"/>
          <p:cNvSpPr/>
          <p:nvPr/>
        </p:nvSpPr>
        <p:spPr>
          <a:xfrm>
            <a:off x="1902997" y="3455032"/>
            <a:ext cx="99157" cy="99157"/>
          </a:xfrm>
          <a:prstGeom prst="roundRect">
            <a:avLst>
              <a:gd name="adj" fmla="val 30000"/>
            </a:avLst>
          </a:prstGeom>
          <a:solidFill>
            <a:srgbClr val="2493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7" name="!!p19_10"/>
          <p:cNvSpPr/>
          <p:nvPr/>
        </p:nvSpPr>
        <p:spPr>
          <a:xfrm>
            <a:off x="2061743" y="3455032"/>
            <a:ext cx="99157" cy="99157"/>
          </a:xfrm>
          <a:prstGeom prst="roundRect">
            <a:avLst>
              <a:gd name="adj" fmla="val 30000"/>
            </a:avLst>
          </a:prstGeom>
          <a:solidFill>
            <a:srgbClr val="2695B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8" name="!!p19_11"/>
          <p:cNvSpPr/>
          <p:nvPr/>
        </p:nvSpPr>
        <p:spPr>
          <a:xfrm>
            <a:off x="2220489" y="3455032"/>
            <a:ext cx="99157" cy="99157"/>
          </a:xfrm>
          <a:prstGeom prst="roundRect">
            <a:avLst>
              <a:gd name="adj" fmla="val 30000"/>
            </a:avLst>
          </a:prstGeom>
          <a:solidFill>
            <a:srgbClr val="2594B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9" name="!!p19_12"/>
          <p:cNvSpPr/>
          <p:nvPr/>
        </p:nvSpPr>
        <p:spPr>
          <a:xfrm>
            <a:off x="2379235" y="3455032"/>
            <a:ext cx="99157" cy="99157"/>
          </a:xfrm>
          <a:prstGeom prst="roundRect">
            <a:avLst>
              <a:gd name="adj" fmla="val 30000"/>
            </a:avLst>
          </a:prstGeom>
          <a:solidFill>
            <a:srgbClr val="1C89A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0" name="!!p19_13"/>
          <p:cNvSpPr/>
          <p:nvPr/>
        </p:nvSpPr>
        <p:spPr>
          <a:xfrm>
            <a:off x="2537981" y="3455032"/>
            <a:ext cx="99157" cy="99157"/>
          </a:xfrm>
          <a:prstGeom prst="roundRect">
            <a:avLst>
              <a:gd name="adj" fmla="val 30000"/>
            </a:avLst>
          </a:prstGeom>
          <a:solidFill>
            <a:srgbClr val="15658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1" name="!!p20_06"/>
          <p:cNvSpPr/>
          <p:nvPr/>
        </p:nvSpPr>
        <p:spPr>
          <a:xfrm>
            <a:off x="1426759" y="3339732"/>
            <a:ext cx="99157" cy="99157"/>
          </a:xfrm>
          <a:prstGeom prst="roundRect">
            <a:avLst>
              <a:gd name="adj" fmla="val 30000"/>
            </a:avLst>
          </a:prstGeom>
          <a:solidFill>
            <a:srgbClr val="16688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2" name="!!p20_07"/>
          <p:cNvSpPr/>
          <p:nvPr/>
        </p:nvSpPr>
        <p:spPr>
          <a:xfrm>
            <a:off x="1585505" y="3339732"/>
            <a:ext cx="99157" cy="99157"/>
          </a:xfrm>
          <a:prstGeom prst="roundRect">
            <a:avLst>
              <a:gd name="adj" fmla="val 30000"/>
            </a:avLst>
          </a:prstGeom>
          <a:solidFill>
            <a:srgbClr val="1B84A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3" name="!!p20_08"/>
          <p:cNvSpPr/>
          <p:nvPr/>
        </p:nvSpPr>
        <p:spPr>
          <a:xfrm>
            <a:off x="1744251" y="3339732"/>
            <a:ext cx="99157" cy="99157"/>
          </a:xfrm>
          <a:prstGeom prst="roundRect">
            <a:avLst>
              <a:gd name="adj" fmla="val 30000"/>
            </a:avLst>
          </a:prstGeom>
          <a:solidFill>
            <a:srgbClr val="2291B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4" name="!!p20_09"/>
          <p:cNvSpPr/>
          <p:nvPr/>
        </p:nvSpPr>
        <p:spPr>
          <a:xfrm>
            <a:off x="1902997" y="3339732"/>
            <a:ext cx="99157" cy="99157"/>
          </a:xfrm>
          <a:prstGeom prst="roundRect">
            <a:avLst>
              <a:gd name="adj" fmla="val 30000"/>
            </a:avLst>
          </a:prstGeom>
          <a:solidFill>
            <a:srgbClr val="2392B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5" name="!!p20_10"/>
          <p:cNvSpPr/>
          <p:nvPr/>
        </p:nvSpPr>
        <p:spPr>
          <a:xfrm>
            <a:off x="2061743" y="3339732"/>
            <a:ext cx="99157" cy="99157"/>
          </a:xfrm>
          <a:prstGeom prst="roundRect">
            <a:avLst>
              <a:gd name="adj" fmla="val 30000"/>
            </a:avLst>
          </a:prstGeom>
          <a:solidFill>
            <a:srgbClr val="2393B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6" name="!!p20_11"/>
          <p:cNvSpPr/>
          <p:nvPr/>
        </p:nvSpPr>
        <p:spPr>
          <a:xfrm>
            <a:off x="2220489" y="3339732"/>
            <a:ext cx="99157" cy="99157"/>
          </a:xfrm>
          <a:prstGeom prst="roundRect">
            <a:avLst>
              <a:gd name="adj" fmla="val 30000"/>
            </a:avLst>
          </a:prstGeom>
          <a:solidFill>
            <a:srgbClr val="2696B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7" name="!!p20_12"/>
          <p:cNvSpPr/>
          <p:nvPr/>
        </p:nvSpPr>
        <p:spPr>
          <a:xfrm>
            <a:off x="2379235" y="3339732"/>
            <a:ext cx="99157" cy="99157"/>
          </a:xfrm>
          <a:prstGeom prst="roundRect">
            <a:avLst>
              <a:gd name="adj" fmla="val 30000"/>
            </a:avLst>
          </a:prstGeom>
          <a:solidFill>
            <a:srgbClr val="2191B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8" name="!!p20_13"/>
          <p:cNvSpPr/>
          <p:nvPr/>
        </p:nvSpPr>
        <p:spPr>
          <a:xfrm>
            <a:off x="2537981" y="3339732"/>
            <a:ext cx="99157" cy="99157"/>
          </a:xfrm>
          <a:prstGeom prst="roundRect">
            <a:avLst>
              <a:gd name="adj" fmla="val 30000"/>
            </a:avLst>
          </a:prstGeom>
          <a:solidFill>
            <a:srgbClr val="176F9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9" name="!!p21_05"/>
          <p:cNvSpPr/>
          <p:nvPr/>
        </p:nvSpPr>
        <p:spPr>
          <a:xfrm>
            <a:off x="1268013" y="3224432"/>
            <a:ext cx="99157" cy="99157"/>
          </a:xfrm>
          <a:prstGeom prst="roundRect">
            <a:avLst>
              <a:gd name="adj" fmla="val 30000"/>
            </a:avLst>
          </a:prstGeom>
          <a:solidFill>
            <a:srgbClr val="1562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0" name="!!p21_06"/>
          <p:cNvSpPr/>
          <p:nvPr/>
        </p:nvSpPr>
        <p:spPr>
          <a:xfrm>
            <a:off x="1426759" y="3224432"/>
            <a:ext cx="99157" cy="99157"/>
          </a:xfrm>
          <a:prstGeom prst="roundRect">
            <a:avLst>
              <a:gd name="adj" fmla="val 30000"/>
            </a:avLst>
          </a:prstGeom>
          <a:solidFill>
            <a:srgbClr val="1A7EA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1" name="!!p21_07"/>
          <p:cNvSpPr/>
          <p:nvPr/>
        </p:nvSpPr>
        <p:spPr>
          <a:xfrm>
            <a:off x="1585505" y="3224432"/>
            <a:ext cx="99157" cy="99157"/>
          </a:xfrm>
          <a:prstGeom prst="roundRect">
            <a:avLst>
              <a:gd name="adj" fmla="val 30000"/>
            </a:avLst>
          </a:prstGeom>
          <a:solidFill>
            <a:srgbClr val="2494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2" name="!!p21_08"/>
          <p:cNvSpPr/>
          <p:nvPr/>
        </p:nvSpPr>
        <p:spPr>
          <a:xfrm>
            <a:off x="1744251" y="3224432"/>
            <a:ext cx="99157" cy="99157"/>
          </a:xfrm>
          <a:prstGeom prst="roundRect">
            <a:avLst>
              <a:gd name="adj" fmla="val 30000"/>
            </a:avLst>
          </a:prstGeom>
          <a:solidFill>
            <a:srgbClr val="2A99B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3" name="!!p21_09"/>
          <p:cNvSpPr/>
          <p:nvPr/>
        </p:nvSpPr>
        <p:spPr>
          <a:xfrm>
            <a:off x="1902997" y="3224432"/>
            <a:ext cx="99157" cy="99157"/>
          </a:xfrm>
          <a:prstGeom prst="roundRect">
            <a:avLst>
              <a:gd name="adj" fmla="val 30000"/>
            </a:avLst>
          </a:prstGeom>
          <a:solidFill>
            <a:srgbClr val="2393B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4" name="!!p21_10"/>
          <p:cNvSpPr/>
          <p:nvPr/>
        </p:nvSpPr>
        <p:spPr>
          <a:xfrm>
            <a:off x="2061743" y="3224432"/>
            <a:ext cx="99157" cy="99157"/>
          </a:xfrm>
          <a:prstGeom prst="roundRect">
            <a:avLst>
              <a:gd name="adj" fmla="val 30000"/>
            </a:avLst>
          </a:prstGeom>
          <a:solidFill>
            <a:srgbClr val="2190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5" name="!!p21_11"/>
          <p:cNvSpPr/>
          <p:nvPr/>
        </p:nvSpPr>
        <p:spPr>
          <a:xfrm>
            <a:off x="2220489" y="3224432"/>
            <a:ext cx="99157" cy="99157"/>
          </a:xfrm>
          <a:prstGeom prst="roundRect">
            <a:avLst>
              <a:gd name="adj" fmla="val 30000"/>
            </a:avLst>
          </a:prstGeom>
          <a:solidFill>
            <a:srgbClr val="2998B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6" name="!!p21_12"/>
          <p:cNvSpPr/>
          <p:nvPr/>
        </p:nvSpPr>
        <p:spPr>
          <a:xfrm>
            <a:off x="2379235" y="3224432"/>
            <a:ext cx="99157" cy="99157"/>
          </a:xfrm>
          <a:prstGeom prst="roundRect">
            <a:avLst>
              <a:gd name="adj" fmla="val 30000"/>
            </a:avLst>
          </a:prstGeom>
          <a:solidFill>
            <a:srgbClr val="2A98B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7" name="!!p21_13"/>
          <p:cNvSpPr/>
          <p:nvPr/>
        </p:nvSpPr>
        <p:spPr>
          <a:xfrm>
            <a:off x="2537981" y="3224432"/>
            <a:ext cx="99157" cy="99157"/>
          </a:xfrm>
          <a:prstGeom prst="roundRect">
            <a:avLst>
              <a:gd name="adj" fmla="val 30000"/>
            </a:avLst>
          </a:prstGeom>
          <a:solidFill>
            <a:srgbClr val="1A7B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8" name="!!p22_05"/>
          <p:cNvSpPr/>
          <p:nvPr/>
        </p:nvSpPr>
        <p:spPr>
          <a:xfrm>
            <a:off x="1268013" y="3109132"/>
            <a:ext cx="99157" cy="99157"/>
          </a:xfrm>
          <a:prstGeom prst="roundRect">
            <a:avLst>
              <a:gd name="adj" fmla="val 30000"/>
            </a:avLst>
          </a:prstGeom>
          <a:solidFill>
            <a:srgbClr val="1A7EA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9" name="!!p22_06"/>
          <p:cNvSpPr/>
          <p:nvPr/>
        </p:nvSpPr>
        <p:spPr>
          <a:xfrm>
            <a:off x="1426759" y="3109132"/>
            <a:ext cx="99157" cy="99157"/>
          </a:xfrm>
          <a:prstGeom prst="roundRect">
            <a:avLst>
              <a:gd name="adj" fmla="val 30000"/>
            </a:avLst>
          </a:prstGeom>
          <a:solidFill>
            <a:srgbClr val="2695B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0" name="!!p22_07"/>
          <p:cNvSpPr/>
          <p:nvPr/>
        </p:nvSpPr>
        <p:spPr>
          <a:xfrm>
            <a:off x="1585505" y="3109132"/>
            <a:ext cx="99157" cy="99157"/>
          </a:xfrm>
          <a:prstGeom prst="roundRect">
            <a:avLst>
              <a:gd name="adj" fmla="val 30000"/>
            </a:avLst>
          </a:prstGeom>
          <a:solidFill>
            <a:srgbClr val="34A2C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1" name="!!p22_08"/>
          <p:cNvSpPr/>
          <p:nvPr/>
        </p:nvSpPr>
        <p:spPr>
          <a:xfrm>
            <a:off x="1744251" y="3109132"/>
            <a:ext cx="99157" cy="99157"/>
          </a:xfrm>
          <a:prstGeom prst="roundRect">
            <a:avLst>
              <a:gd name="adj" fmla="val 30000"/>
            </a:avLst>
          </a:prstGeom>
          <a:solidFill>
            <a:srgbClr val="34A2C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2" name="!!p22_09"/>
          <p:cNvSpPr/>
          <p:nvPr/>
        </p:nvSpPr>
        <p:spPr>
          <a:xfrm>
            <a:off x="1902997" y="3109132"/>
            <a:ext cx="99157" cy="99157"/>
          </a:xfrm>
          <a:prstGeom prst="roundRect">
            <a:avLst>
              <a:gd name="adj" fmla="val 30000"/>
            </a:avLst>
          </a:prstGeom>
          <a:solidFill>
            <a:srgbClr val="2594B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3" name="!!p22_10"/>
          <p:cNvSpPr/>
          <p:nvPr/>
        </p:nvSpPr>
        <p:spPr>
          <a:xfrm>
            <a:off x="2061743" y="3109132"/>
            <a:ext cx="99157" cy="99157"/>
          </a:xfrm>
          <a:prstGeom prst="roundRect">
            <a:avLst>
              <a:gd name="adj" fmla="val 30000"/>
            </a:avLst>
          </a:prstGeom>
          <a:solidFill>
            <a:srgbClr val="1F8FB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4" name="!!p22_11"/>
          <p:cNvSpPr/>
          <p:nvPr/>
        </p:nvSpPr>
        <p:spPr>
          <a:xfrm>
            <a:off x="2220489" y="3109132"/>
            <a:ext cx="99157" cy="99157"/>
          </a:xfrm>
          <a:prstGeom prst="roundRect">
            <a:avLst>
              <a:gd name="adj" fmla="val 30000"/>
            </a:avLst>
          </a:prstGeom>
          <a:solidFill>
            <a:srgbClr val="2B99C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5" name="!!p22_12"/>
          <p:cNvSpPr/>
          <p:nvPr/>
        </p:nvSpPr>
        <p:spPr>
          <a:xfrm>
            <a:off x="2379235" y="3109132"/>
            <a:ext cx="99157" cy="99157"/>
          </a:xfrm>
          <a:prstGeom prst="roundRect">
            <a:avLst>
              <a:gd name="adj" fmla="val 30000"/>
            </a:avLst>
          </a:prstGeom>
          <a:solidFill>
            <a:srgbClr val="309FC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6" name="!!p22_13"/>
          <p:cNvSpPr/>
          <p:nvPr/>
        </p:nvSpPr>
        <p:spPr>
          <a:xfrm>
            <a:off x="2537981" y="3109132"/>
            <a:ext cx="99157" cy="99157"/>
          </a:xfrm>
          <a:prstGeom prst="roundRect">
            <a:avLst>
              <a:gd name="adj" fmla="val 30000"/>
            </a:avLst>
          </a:prstGeom>
          <a:solidFill>
            <a:srgbClr val="1C85A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7" name="!!p23_04"/>
          <p:cNvSpPr/>
          <p:nvPr/>
        </p:nvSpPr>
        <p:spPr>
          <a:xfrm>
            <a:off x="1109267" y="2993833"/>
            <a:ext cx="99157" cy="99157"/>
          </a:xfrm>
          <a:prstGeom prst="roundRect">
            <a:avLst>
              <a:gd name="adj" fmla="val 30000"/>
            </a:avLst>
          </a:prstGeom>
          <a:solidFill>
            <a:srgbClr val="176D9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8" name="!!p23_05"/>
          <p:cNvSpPr/>
          <p:nvPr/>
        </p:nvSpPr>
        <p:spPr>
          <a:xfrm>
            <a:off x="1268013" y="2993833"/>
            <a:ext cx="99157" cy="99157"/>
          </a:xfrm>
          <a:prstGeom prst="roundRect">
            <a:avLst>
              <a:gd name="adj" fmla="val 30000"/>
            </a:avLst>
          </a:prstGeom>
          <a:solidFill>
            <a:srgbClr val="2897B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9" name="!!p23_06"/>
          <p:cNvSpPr/>
          <p:nvPr/>
        </p:nvSpPr>
        <p:spPr>
          <a:xfrm>
            <a:off x="1426759" y="2993833"/>
            <a:ext cx="99157" cy="99157"/>
          </a:xfrm>
          <a:prstGeom prst="roundRect">
            <a:avLst>
              <a:gd name="adj" fmla="val 30000"/>
            </a:avLst>
          </a:prstGeom>
          <a:solidFill>
            <a:srgbClr val="3AA7D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0" name="!!p23_07"/>
          <p:cNvSpPr/>
          <p:nvPr/>
        </p:nvSpPr>
        <p:spPr>
          <a:xfrm>
            <a:off x="1585505" y="2993833"/>
            <a:ext cx="99157" cy="99157"/>
          </a:xfrm>
          <a:prstGeom prst="roundRect">
            <a:avLst>
              <a:gd name="adj" fmla="val 30000"/>
            </a:avLst>
          </a:prstGeom>
          <a:solidFill>
            <a:srgbClr val="44B0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1" name="!!p23_08"/>
          <p:cNvSpPr/>
          <p:nvPr/>
        </p:nvSpPr>
        <p:spPr>
          <a:xfrm>
            <a:off x="1744251" y="2993833"/>
            <a:ext cx="99157" cy="99157"/>
          </a:xfrm>
          <a:prstGeom prst="roundRect">
            <a:avLst>
              <a:gd name="adj" fmla="val 30000"/>
            </a:avLst>
          </a:prstGeom>
          <a:solidFill>
            <a:srgbClr val="3DAA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2" name="!!p23_09"/>
          <p:cNvSpPr/>
          <p:nvPr/>
        </p:nvSpPr>
        <p:spPr>
          <a:xfrm>
            <a:off x="1902997" y="2993833"/>
            <a:ext cx="99157" cy="99157"/>
          </a:xfrm>
          <a:prstGeom prst="roundRect">
            <a:avLst>
              <a:gd name="adj" fmla="val 30000"/>
            </a:avLst>
          </a:prstGeom>
          <a:solidFill>
            <a:srgbClr val="2695B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3" name="!!p23_10"/>
          <p:cNvSpPr/>
          <p:nvPr/>
        </p:nvSpPr>
        <p:spPr>
          <a:xfrm>
            <a:off x="2061743" y="2993833"/>
            <a:ext cx="99157" cy="99157"/>
          </a:xfrm>
          <a:prstGeom prst="roundRect">
            <a:avLst>
              <a:gd name="adj" fmla="val 30000"/>
            </a:avLst>
          </a:prstGeom>
          <a:solidFill>
            <a:srgbClr val="1C8AA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4" name="!!p23_11"/>
          <p:cNvSpPr/>
          <p:nvPr/>
        </p:nvSpPr>
        <p:spPr>
          <a:xfrm>
            <a:off x="2220489" y="2993833"/>
            <a:ext cx="99157" cy="99157"/>
          </a:xfrm>
          <a:prstGeom prst="roundRect">
            <a:avLst>
              <a:gd name="adj" fmla="val 30000"/>
            </a:avLst>
          </a:prstGeom>
          <a:solidFill>
            <a:srgbClr val="2998B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5" name="!!p23_12"/>
          <p:cNvSpPr/>
          <p:nvPr/>
        </p:nvSpPr>
        <p:spPr>
          <a:xfrm>
            <a:off x="2379235" y="2993833"/>
            <a:ext cx="99157" cy="99157"/>
          </a:xfrm>
          <a:prstGeom prst="roundRect">
            <a:avLst>
              <a:gd name="adj" fmla="val 30000"/>
            </a:avLst>
          </a:prstGeom>
          <a:solidFill>
            <a:srgbClr val="32A0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6" name="!!p23_13"/>
          <p:cNvSpPr/>
          <p:nvPr/>
        </p:nvSpPr>
        <p:spPr>
          <a:xfrm>
            <a:off x="2537981" y="2993833"/>
            <a:ext cx="99157" cy="99157"/>
          </a:xfrm>
          <a:prstGeom prst="roundRect">
            <a:avLst>
              <a:gd name="adj" fmla="val 30000"/>
            </a:avLst>
          </a:prstGeom>
          <a:solidFill>
            <a:srgbClr val="1C89A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7" name="!!p23_14"/>
          <p:cNvSpPr/>
          <p:nvPr/>
        </p:nvSpPr>
        <p:spPr>
          <a:xfrm>
            <a:off x="2696727" y="2993833"/>
            <a:ext cx="99157" cy="99157"/>
          </a:xfrm>
          <a:prstGeom prst="roundRect">
            <a:avLst>
              <a:gd name="adj" fmla="val 30000"/>
            </a:avLst>
          </a:prstGeom>
          <a:solidFill>
            <a:srgbClr val="104B7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8" name="!!p24_04"/>
          <p:cNvSpPr/>
          <p:nvPr/>
        </p:nvSpPr>
        <p:spPr>
          <a:xfrm>
            <a:off x="1109267" y="2878533"/>
            <a:ext cx="99157" cy="99157"/>
          </a:xfrm>
          <a:prstGeom prst="roundRect">
            <a:avLst>
              <a:gd name="adj" fmla="val 30000"/>
            </a:avLst>
          </a:prstGeom>
          <a:solidFill>
            <a:srgbClr val="1A7FA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9" name="!!p24_05"/>
          <p:cNvSpPr/>
          <p:nvPr/>
        </p:nvSpPr>
        <p:spPr>
          <a:xfrm>
            <a:off x="1268013" y="2878533"/>
            <a:ext cx="99157" cy="99157"/>
          </a:xfrm>
          <a:prstGeom prst="roundRect">
            <a:avLst>
              <a:gd name="adj" fmla="val 30000"/>
            </a:avLst>
          </a:prstGeom>
          <a:solidFill>
            <a:srgbClr val="38A6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0" name="!!p24_06"/>
          <p:cNvSpPr/>
          <p:nvPr/>
        </p:nvSpPr>
        <p:spPr>
          <a:xfrm>
            <a:off x="1426759" y="2878533"/>
            <a:ext cx="99157" cy="99157"/>
          </a:xfrm>
          <a:prstGeom prst="roundRect">
            <a:avLst>
              <a:gd name="adj" fmla="val 30000"/>
            </a:avLst>
          </a:prstGeom>
          <a:solidFill>
            <a:srgbClr val="48B4E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1" name="!!p24_07"/>
          <p:cNvSpPr/>
          <p:nvPr/>
        </p:nvSpPr>
        <p:spPr>
          <a:xfrm>
            <a:off x="1585505" y="2878533"/>
            <a:ext cx="99157" cy="99157"/>
          </a:xfrm>
          <a:prstGeom prst="roundRect">
            <a:avLst>
              <a:gd name="adj" fmla="val 30000"/>
            </a:avLst>
          </a:prstGeom>
          <a:solidFill>
            <a:srgbClr val="4DB8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2" name="!!p24_08"/>
          <p:cNvSpPr/>
          <p:nvPr/>
        </p:nvSpPr>
        <p:spPr>
          <a:xfrm>
            <a:off x="1744251" y="2878533"/>
            <a:ext cx="99157" cy="99157"/>
          </a:xfrm>
          <a:prstGeom prst="roundRect">
            <a:avLst>
              <a:gd name="adj" fmla="val 30000"/>
            </a:avLst>
          </a:prstGeom>
          <a:solidFill>
            <a:srgbClr val="41AE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3" name="!!p24_09"/>
          <p:cNvSpPr/>
          <p:nvPr/>
        </p:nvSpPr>
        <p:spPr>
          <a:xfrm>
            <a:off x="1902997" y="2878533"/>
            <a:ext cx="99157" cy="99157"/>
          </a:xfrm>
          <a:prstGeom prst="roundRect">
            <a:avLst>
              <a:gd name="adj" fmla="val 30000"/>
            </a:avLst>
          </a:prstGeom>
          <a:solidFill>
            <a:srgbClr val="2493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4" name="!!p24_10"/>
          <p:cNvSpPr/>
          <p:nvPr/>
        </p:nvSpPr>
        <p:spPr>
          <a:xfrm>
            <a:off x="2061743" y="2878533"/>
            <a:ext cx="99157" cy="99157"/>
          </a:xfrm>
          <a:prstGeom prst="roundRect">
            <a:avLst>
              <a:gd name="adj" fmla="val 30000"/>
            </a:avLst>
          </a:prstGeom>
          <a:solidFill>
            <a:srgbClr val="1B81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5" name="!!p24_11"/>
          <p:cNvSpPr/>
          <p:nvPr/>
        </p:nvSpPr>
        <p:spPr>
          <a:xfrm>
            <a:off x="2220489" y="2878533"/>
            <a:ext cx="99157" cy="99157"/>
          </a:xfrm>
          <a:prstGeom prst="roundRect">
            <a:avLst>
              <a:gd name="adj" fmla="val 30000"/>
            </a:avLst>
          </a:prstGeom>
          <a:solidFill>
            <a:srgbClr val="2291B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6" name="!!p24_12"/>
          <p:cNvSpPr/>
          <p:nvPr/>
        </p:nvSpPr>
        <p:spPr>
          <a:xfrm>
            <a:off x="2379235" y="2878533"/>
            <a:ext cx="99157" cy="99157"/>
          </a:xfrm>
          <a:prstGeom prst="roundRect">
            <a:avLst>
              <a:gd name="adj" fmla="val 30000"/>
            </a:avLst>
          </a:prstGeom>
          <a:solidFill>
            <a:srgbClr val="2C9B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7" name="!!p24_13"/>
          <p:cNvSpPr/>
          <p:nvPr/>
        </p:nvSpPr>
        <p:spPr>
          <a:xfrm>
            <a:off x="2537981" y="2878533"/>
            <a:ext cx="99157" cy="99157"/>
          </a:xfrm>
          <a:prstGeom prst="roundRect">
            <a:avLst>
              <a:gd name="adj" fmla="val 30000"/>
            </a:avLst>
          </a:prstGeom>
          <a:solidFill>
            <a:srgbClr val="1B82A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8" name="!!p24_14"/>
          <p:cNvSpPr/>
          <p:nvPr/>
        </p:nvSpPr>
        <p:spPr>
          <a:xfrm>
            <a:off x="2696727" y="2878533"/>
            <a:ext cx="99157" cy="99157"/>
          </a:xfrm>
          <a:prstGeom prst="roundRect">
            <a:avLst>
              <a:gd name="adj" fmla="val 30000"/>
            </a:avLst>
          </a:prstGeom>
          <a:solidFill>
            <a:srgbClr val="0F476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9" name="!!p25_04"/>
          <p:cNvSpPr/>
          <p:nvPr/>
        </p:nvSpPr>
        <p:spPr>
          <a:xfrm>
            <a:off x="1109267" y="2763233"/>
            <a:ext cx="99157" cy="99157"/>
          </a:xfrm>
          <a:prstGeom prst="roundRect">
            <a:avLst>
              <a:gd name="adj" fmla="val 30000"/>
            </a:avLst>
          </a:prstGeom>
          <a:solidFill>
            <a:srgbClr val="1C88A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0" name="!!p25_05"/>
          <p:cNvSpPr/>
          <p:nvPr/>
        </p:nvSpPr>
        <p:spPr>
          <a:xfrm>
            <a:off x="1268013" y="2763233"/>
            <a:ext cx="99157" cy="99157"/>
          </a:xfrm>
          <a:prstGeom prst="roundRect">
            <a:avLst>
              <a:gd name="adj" fmla="val 30000"/>
            </a:avLst>
          </a:prstGeom>
          <a:solidFill>
            <a:srgbClr val="40AC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1" name="!!p25_06"/>
          <p:cNvSpPr/>
          <p:nvPr/>
        </p:nvSpPr>
        <p:spPr>
          <a:xfrm>
            <a:off x="1426759" y="2763233"/>
            <a:ext cx="99157" cy="99157"/>
          </a:xfrm>
          <a:prstGeom prst="roundRect">
            <a:avLst>
              <a:gd name="adj" fmla="val 30000"/>
            </a:avLst>
          </a:prstGeom>
          <a:solidFill>
            <a:srgbClr val="4CB7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2" name="!!p25_07"/>
          <p:cNvSpPr/>
          <p:nvPr/>
        </p:nvSpPr>
        <p:spPr>
          <a:xfrm>
            <a:off x="1585505" y="2763233"/>
            <a:ext cx="99157" cy="99157"/>
          </a:xfrm>
          <a:prstGeom prst="roundRect">
            <a:avLst>
              <a:gd name="adj" fmla="val 30000"/>
            </a:avLst>
          </a:prstGeom>
          <a:solidFill>
            <a:srgbClr val="4CB8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3" name="!!p25_08"/>
          <p:cNvSpPr/>
          <p:nvPr/>
        </p:nvSpPr>
        <p:spPr>
          <a:xfrm>
            <a:off x="1744251" y="2763233"/>
            <a:ext cx="99157" cy="99157"/>
          </a:xfrm>
          <a:prstGeom prst="roundRect">
            <a:avLst>
              <a:gd name="adj" fmla="val 30000"/>
            </a:avLst>
          </a:prstGeom>
          <a:solidFill>
            <a:srgbClr val="3DAA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4" name="!!p25_09"/>
          <p:cNvSpPr/>
          <p:nvPr/>
        </p:nvSpPr>
        <p:spPr>
          <a:xfrm>
            <a:off x="1902997" y="2763233"/>
            <a:ext cx="99157" cy="99157"/>
          </a:xfrm>
          <a:prstGeom prst="roundRect">
            <a:avLst>
              <a:gd name="adj" fmla="val 30000"/>
            </a:avLst>
          </a:prstGeom>
          <a:solidFill>
            <a:srgbClr val="1E8EB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5" name="!!p25_10"/>
          <p:cNvSpPr/>
          <p:nvPr/>
        </p:nvSpPr>
        <p:spPr>
          <a:xfrm>
            <a:off x="2061743" y="2763233"/>
            <a:ext cx="99157" cy="99157"/>
          </a:xfrm>
          <a:prstGeom prst="roundRect">
            <a:avLst>
              <a:gd name="adj" fmla="val 30000"/>
            </a:avLst>
          </a:prstGeom>
          <a:solidFill>
            <a:srgbClr val="18729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6" name="!!p25_11"/>
          <p:cNvSpPr/>
          <p:nvPr/>
        </p:nvSpPr>
        <p:spPr>
          <a:xfrm>
            <a:off x="2220489" y="2763233"/>
            <a:ext cx="99157" cy="99157"/>
          </a:xfrm>
          <a:prstGeom prst="roundRect">
            <a:avLst>
              <a:gd name="adj" fmla="val 30000"/>
            </a:avLst>
          </a:prstGeom>
          <a:solidFill>
            <a:srgbClr val="1B81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7" name="!!p25_12"/>
          <p:cNvSpPr/>
          <p:nvPr/>
        </p:nvSpPr>
        <p:spPr>
          <a:xfrm>
            <a:off x="2379235" y="2763233"/>
            <a:ext cx="99157" cy="99157"/>
          </a:xfrm>
          <a:prstGeom prst="roundRect">
            <a:avLst>
              <a:gd name="adj" fmla="val 30000"/>
            </a:avLst>
          </a:prstGeom>
          <a:solidFill>
            <a:srgbClr val="1E8EB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8" name="!!p25_13"/>
          <p:cNvSpPr/>
          <p:nvPr/>
        </p:nvSpPr>
        <p:spPr>
          <a:xfrm>
            <a:off x="2537981" y="2763233"/>
            <a:ext cx="99157" cy="99157"/>
          </a:xfrm>
          <a:prstGeom prst="roundRect">
            <a:avLst>
              <a:gd name="adj" fmla="val 30000"/>
            </a:avLst>
          </a:prstGeom>
          <a:solidFill>
            <a:srgbClr val="18729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9" name="!!p25_14"/>
          <p:cNvSpPr/>
          <p:nvPr/>
        </p:nvSpPr>
        <p:spPr>
          <a:xfrm>
            <a:off x="2696727" y="2763233"/>
            <a:ext cx="99157" cy="99157"/>
          </a:xfrm>
          <a:prstGeom prst="roundRect">
            <a:avLst>
              <a:gd name="adj" fmla="val 30000"/>
            </a:avLst>
          </a:prstGeom>
          <a:solidFill>
            <a:srgbClr val="0E3E6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0" name="!!p26_03"/>
          <p:cNvSpPr/>
          <p:nvPr/>
        </p:nvSpPr>
        <p:spPr>
          <a:xfrm>
            <a:off x="950521" y="2647933"/>
            <a:ext cx="99157" cy="99157"/>
          </a:xfrm>
          <a:prstGeom prst="roundRect">
            <a:avLst>
              <a:gd name="adj" fmla="val 30000"/>
            </a:avLst>
          </a:prstGeom>
          <a:solidFill>
            <a:srgbClr val="0E40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1" name="!!p26_04"/>
          <p:cNvSpPr/>
          <p:nvPr/>
        </p:nvSpPr>
        <p:spPr>
          <a:xfrm>
            <a:off x="1109267" y="2647933"/>
            <a:ext cx="99157" cy="99157"/>
          </a:xfrm>
          <a:prstGeom prst="roundRect">
            <a:avLst>
              <a:gd name="adj" fmla="val 30000"/>
            </a:avLst>
          </a:prstGeom>
          <a:solidFill>
            <a:srgbClr val="1B83A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2" name="!!p26_05"/>
          <p:cNvSpPr/>
          <p:nvPr/>
        </p:nvSpPr>
        <p:spPr>
          <a:xfrm>
            <a:off x="1268013" y="2647933"/>
            <a:ext cx="99157" cy="99157"/>
          </a:xfrm>
          <a:prstGeom prst="roundRect">
            <a:avLst>
              <a:gd name="adj" fmla="val 30000"/>
            </a:avLst>
          </a:prstGeom>
          <a:solidFill>
            <a:srgbClr val="3AA7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3" name="!!p26_06"/>
          <p:cNvSpPr/>
          <p:nvPr/>
        </p:nvSpPr>
        <p:spPr>
          <a:xfrm>
            <a:off x="1426759" y="2647933"/>
            <a:ext cx="99157" cy="99157"/>
          </a:xfrm>
          <a:prstGeom prst="roundRect">
            <a:avLst>
              <a:gd name="adj" fmla="val 30000"/>
            </a:avLst>
          </a:prstGeom>
          <a:solidFill>
            <a:srgbClr val="43AFD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4" name="!!p26_07"/>
          <p:cNvSpPr/>
          <p:nvPr/>
        </p:nvSpPr>
        <p:spPr>
          <a:xfrm>
            <a:off x="1585505" y="2647933"/>
            <a:ext cx="99157" cy="99157"/>
          </a:xfrm>
          <a:prstGeom prst="roundRect">
            <a:avLst>
              <a:gd name="adj" fmla="val 30000"/>
            </a:avLst>
          </a:prstGeom>
          <a:solidFill>
            <a:srgbClr val="40ADD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5" name="!!p26_08"/>
          <p:cNvSpPr/>
          <p:nvPr/>
        </p:nvSpPr>
        <p:spPr>
          <a:xfrm>
            <a:off x="1744251" y="2647933"/>
            <a:ext cx="99157" cy="99157"/>
          </a:xfrm>
          <a:prstGeom prst="roundRect">
            <a:avLst>
              <a:gd name="adj" fmla="val 30000"/>
            </a:avLst>
          </a:prstGeom>
          <a:solidFill>
            <a:srgbClr val="319FC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6" name="!!p26_09"/>
          <p:cNvSpPr/>
          <p:nvPr/>
        </p:nvSpPr>
        <p:spPr>
          <a:xfrm>
            <a:off x="1902997" y="2647933"/>
            <a:ext cx="99157" cy="99157"/>
          </a:xfrm>
          <a:prstGeom prst="roundRect">
            <a:avLst>
              <a:gd name="adj" fmla="val 30000"/>
            </a:avLst>
          </a:prstGeom>
          <a:solidFill>
            <a:srgbClr val="1A7DA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7" name="!!p26_10"/>
          <p:cNvSpPr/>
          <p:nvPr/>
        </p:nvSpPr>
        <p:spPr>
          <a:xfrm>
            <a:off x="2061743" y="2647933"/>
            <a:ext cx="99157" cy="99157"/>
          </a:xfrm>
          <a:prstGeom prst="roundRect">
            <a:avLst>
              <a:gd name="adj" fmla="val 30000"/>
            </a:avLst>
          </a:prstGeom>
          <a:solidFill>
            <a:srgbClr val="14618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8" name="!!p26_11"/>
          <p:cNvSpPr/>
          <p:nvPr/>
        </p:nvSpPr>
        <p:spPr>
          <a:xfrm>
            <a:off x="2220489" y="2647933"/>
            <a:ext cx="99157" cy="99157"/>
          </a:xfrm>
          <a:prstGeom prst="roundRect">
            <a:avLst>
              <a:gd name="adj" fmla="val 30000"/>
            </a:avLst>
          </a:prstGeom>
          <a:solidFill>
            <a:srgbClr val="16698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9" name="!!p26_12"/>
          <p:cNvSpPr/>
          <p:nvPr/>
        </p:nvSpPr>
        <p:spPr>
          <a:xfrm>
            <a:off x="2379235" y="2647933"/>
            <a:ext cx="99157" cy="99157"/>
          </a:xfrm>
          <a:prstGeom prst="roundRect">
            <a:avLst>
              <a:gd name="adj" fmla="val 30000"/>
            </a:avLst>
          </a:prstGeom>
          <a:solidFill>
            <a:srgbClr val="18739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0" name="!!p26_13"/>
          <p:cNvSpPr/>
          <p:nvPr/>
        </p:nvSpPr>
        <p:spPr>
          <a:xfrm>
            <a:off x="2537981" y="2647933"/>
            <a:ext cx="99157" cy="99157"/>
          </a:xfrm>
          <a:prstGeom prst="roundRect">
            <a:avLst>
              <a:gd name="adj" fmla="val 30000"/>
            </a:avLst>
          </a:prstGeom>
          <a:solidFill>
            <a:srgbClr val="135B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1" name="!!p26_14"/>
          <p:cNvSpPr/>
          <p:nvPr/>
        </p:nvSpPr>
        <p:spPr>
          <a:xfrm>
            <a:off x="2696727" y="2647933"/>
            <a:ext cx="99157" cy="99157"/>
          </a:xfrm>
          <a:prstGeom prst="roundRect">
            <a:avLst>
              <a:gd name="adj" fmla="val 30000"/>
            </a:avLst>
          </a:prstGeom>
          <a:solidFill>
            <a:srgbClr val="0C38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2" name="!!p27_03"/>
          <p:cNvSpPr/>
          <p:nvPr/>
        </p:nvSpPr>
        <p:spPr>
          <a:xfrm>
            <a:off x="950521" y="2532634"/>
            <a:ext cx="99157" cy="99157"/>
          </a:xfrm>
          <a:prstGeom prst="roundRect">
            <a:avLst>
              <a:gd name="adj" fmla="val 30000"/>
            </a:avLst>
          </a:prstGeom>
          <a:solidFill>
            <a:srgbClr val="0D39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3" name="!!p27_04"/>
          <p:cNvSpPr/>
          <p:nvPr/>
        </p:nvSpPr>
        <p:spPr>
          <a:xfrm>
            <a:off x="1109267" y="2532634"/>
            <a:ext cx="99157" cy="99157"/>
          </a:xfrm>
          <a:prstGeom prst="roundRect">
            <a:avLst>
              <a:gd name="adj" fmla="val 30000"/>
            </a:avLst>
          </a:prstGeom>
          <a:solidFill>
            <a:srgbClr val="18729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4" name="!!p27_05"/>
          <p:cNvSpPr/>
          <p:nvPr/>
        </p:nvSpPr>
        <p:spPr>
          <a:xfrm>
            <a:off x="1268013" y="2532634"/>
            <a:ext cx="99157" cy="99157"/>
          </a:xfrm>
          <a:prstGeom prst="roundRect">
            <a:avLst>
              <a:gd name="adj" fmla="val 30000"/>
            </a:avLst>
          </a:prstGeom>
          <a:solidFill>
            <a:srgbClr val="2998B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5" name="!!p27_06"/>
          <p:cNvSpPr/>
          <p:nvPr/>
        </p:nvSpPr>
        <p:spPr>
          <a:xfrm>
            <a:off x="1426759" y="2532634"/>
            <a:ext cx="99157" cy="99157"/>
          </a:xfrm>
          <a:prstGeom prst="roundRect">
            <a:avLst>
              <a:gd name="adj" fmla="val 30000"/>
            </a:avLst>
          </a:prstGeom>
          <a:solidFill>
            <a:srgbClr val="309EC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6" name="!!p27_07"/>
          <p:cNvSpPr/>
          <p:nvPr/>
        </p:nvSpPr>
        <p:spPr>
          <a:xfrm>
            <a:off x="1585505" y="2532634"/>
            <a:ext cx="99157" cy="99157"/>
          </a:xfrm>
          <a:prstGeom prst="roundRect">
            <a:avLst>
              <a:gd name="adj" fmla="val 30000"/>
            </a:avLst>
          </a:prstGeom>
          <a:solidFill>
            <a:srgbClr val="2C9A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7" name="!!p27_08"/>
          <p:cNvSpPr/>
          <p:nvPr/>
        </p:nvSpPr>
        <p:spPr>
          <a:xfrm>
            <a:off x="1744251" y="2532634"/>
            <a:ext cx="99157" cy="99157"/>
          </a:xfrm>
          <a:prstGeom prst="roundRect">
            <a:avLst>
              <a:gd name="adj" fmla="val 30000"/>
            </a:avLst>
          </a:prstGeom>
          <a:solidFill>
            <a:srgbClr val="1E8EB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8" name="!!p27_09"/>
          <p:cNvSpPr/>
          <p:nvPr/>
        </p:nvSpPr>
        <p:spPr>
          <a:xfrm>
            <a:off x="1902997" y="2532634"/>
            <a:ext cx="99157" cy="99157"/>
          </a:xfrm>
          <a:prstGeom prst="roundRect">
            <a:avLst>
              <a:gd name="adj" fmla="val 30000"/>
            </a:avLst>
          </a:prstGeom>
          <a:solidFill>
            <a:srgbClr val="1667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9" name="!!p27_10"/>
          <p:cNvSpPr/>
          <p:nvPr/>
        </p:nvSpPr>
        <p:spPr>
          <a:xfrm>
            <a:off x="2061743" y="2532634"/>
            <a:ext cx="99157" cy="99157"/>
          </a:xfrm>
          <a:prstGeom prst="roundRect">
            <a:avLst>
              <a:gd name="adj" fmla="val 30000"/>
            </a:avLst>
          </a:prstGeom>
          <a:solidFill>
            <a:srgbClr val="114E7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0" name="!!p27_11"/>
          <p:cNvSpPr/>
          <p:nvPr/>
        </p:nvSpPr>
        <p:spPr>
          <a:xfrm>
            <a:off x="2220489" y="2532634"/>
            <a:ext cx="99157" cy="99157"/>
          </a:xfrm>
          <a:prstGeom prst="roundRect">
            <a:avLst>
              <a:gd name="adj" fmla="val 30000"/>
            </a:avLst>
          </a:prstGeom>
          <a:solidFill>
            <a:srgbClr val="11507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1" name="!!p27_12"/>
          <p:cNvSpPr/>
          <p:nvPr/>
        </p:nvSpPr>
        <p:spPr>
          <a:xfrm>
            <a:off x="2379235" y="2532634"/>
            <a:ext cx="99157" cy="99157"/>
          </a:xfrm>
          <a:prstGeom prst="roundRect">
            <a:avLst>
              <a:gd name="adj" fmla="val 30000"/>
            </a:avLst>
          </a:prstGeom>
          <a:solidFill>
            <a:srgbClr val="12557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2" name="!!p27_13"/>
          <p:cNvSpPr/>
          <p:nvPr/>
        </p:nvSpPr>
        <p:spPr>
          <a:xfrm>
            <a:off x="2537981" y="2532634"/>
            <a:ext cx="99157" cy="99157"/>
          </a:xfrm>
          <a:prstGeom prst="roundRect">
            <a:avLst>
              <a:gd name="adj" fmla="val 30000"/>
            </a:avLst>
          </a:prstGeom>
          <a:solidFill>
            <a:srgbClr val="0F446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3" name="!!p27_14"/>
          <p:cNvSpPr/>
          <p:nvPr/>
        </p:nvSpPr>
        <p:spPr>
          <a:xfrm>
            <a:off x="2696727" y="2532634"/>
            <a:ext cx="99157" cy="99157"/>
          </a:xfrm>
          <a:prstGeom prst="roundRect">
            <a:avLst>
              <a:gd name="adj" fmla="val 30000"/>
            </a:avLst>
          </a:prstGeom>
          <a:solidFill>
            <a:srgbClr val="0B335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4" name="!!p28_03"/>
          <p:cNvSpPr/>
          <p:nvPr/>
        </p:nvSpPr>
        <p:spPr>
          <a:xfrm>
            <a:off x="950521" y="2417334"/>
            <a:ext cx="99157" cy="99157"/>
          </a:xfrm>
          <a:prstGeom prst="roundRect">
            <a:avLst>
              <a:gd name="adj" fmla="val 30000"/>
            </a:avLst>
          </a:prstGeom>
          <a:solidFill>
            <a:srgbClr val="0C36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5" name="!!p28_04"/>
          <p:cNvSpPr/>
          <p:nvPr/>
        </p:nvSpPr>
        <p:spPr>
          <a:xfrm>
            <a:off x="1109267" y="2417334"/>
            <a:ext cx="99157" cy="99157"/>
          </a:xfrm>
          <a:prstGeom prst="roundRect">
            <a:avLst>
              <a:gd name="adj" fmla="val 30000"/>
            </a:avLst>
          </a:prstGeom>
          <a:solidFill>
            <a:srgbClr val="135B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6" name="!!p28_05"/>
          <p:cNvSpPr/>
          <p:nvPr/>
        </p:nvSpPr>
        <p:spPr>
          <a:xfrm>
            <a:off x="1268013" y="2417334"/>
            <a:ext cx="99157" cy="99157"/>
          </a:xfrm>
          <a:prstGeom prst="roundRect">
            <a:avLst>
              <a:gd name="adj" fmla="val 30000"/>
            </a:avLst>
          </a:prstGeom>
          <a:solidFill>
            <a:srgbClr val="1A7EA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7" name="!!p28_06"/>
          <p:cNvSpPr/>
          <p:nvPr/>
        </p:nvSpPr>
        <p:spPr>
          <a:xfrm>
            <a:off x="1426759" y="2417334"/>
            <a:ext cx="99157" cy="99157"/>
          </a:xfrm>
          <a:prstGeom prst="roundRect">
            <a:avLst>
              <a:gd name="adj" fmla="val 30000"/>
            </a:avLst>
          </a:prstGeom>
          <a:solidFill>
            <a:srgbClr val="1B84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8" name="!!p28_07"/>
          <p:cNvSpPr/>
          <p:nvPr/>
        </p:nvSpPr>
        <p:spPr>
          <a:xfrm>
            <a:off x="1585505" y="2417334"/>
            <a:ext cx="99157" cy="99157"/>
          </a:xfrm>
          <a:prstGeom prst="roundRect">
            <a:avLst>
              <a:gd name="adj" fmla="val 30000"/>
            </a:avLst>
          </a:prstGeom>
          <a:solidFill>
            <a:srgbClr val="1A7EA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9" name="!!p28_08"/>
          <p:cNvSpPr/>
          <p:nvPr/>
        </p:nvSpPr>
        <p:spPr>
          <a:xfrm>
            <a:off x="1744251" y="2417334"/>
            <a:ext cx="99157" cy="99157"/>
          </a:xfrm>
          <a:prstGeom prst="roundRect">
            <a:avLst>
              <a:gd name="adj" fmla="val 30000"/>
            </a:avLst>
          </a:prstGeom>
          <a:solidFill>
            <a:srgbClr val="176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0" name="!!p28_09"/>
          <p:cNvSpPr/>
          <p:nvPr/>
        </p:nvSpPr>
        <p:spPr>
          <a:xfrm>
            <a:off x="1902997" y="2417334"/>
            <a:ext cx="99157" cy="99157"/>
          </a:xfrm>
          <a:prstGeom prst="roundRect">
            <a:avLst>
              <a:gd name="adj" fmla="val 30000"/>
            </a:avLst>
          </a:prstGeom>
          <a:solidFill>
            <a:srgbClr val="11517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1" name="!!p28_10"/>
          <p:cNvSpPr/>
          <p:nvPr/>
        </p:nvSpPr>
        <p:spPr>
          <a:xfrm>
            <a:off x="2061743" y="2417334"/>
            <a:ext cx="99157" cy="99157"/>
          </a:xfrm>
          <a:prstGeom prst="roundRect">
            <a:avLst>
              <a:gd name="adj" fmla="val 30000"/>
            </a:avLst>
          </a:prstGeom>
          <a:solidFill>
            <a:srgbClr val="0D3C6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2" name="!!p28_11"/>
          <p:cNvSpPr/>
          <p:nvPr/>
        </p:nvSpPr>
        <p:spPr>
          <a:xfrm>
            <a:off x="2220489" y="2417334"/>
            <a:ext cx="99157" cy="99157"/>
          </a:xfrm>
          <a:prstGeom prst="roundRect">
            <a:avLst>
              <a:gd name="adj" fmla="val 30000"/>
            </a:avLst>
          </a:prstGeom>
          <a:solidFill>
            <a:srgbClr val="0D3B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3" name="!!p28_12"/>
          <p:cNvSpPr/>
          <p:nvPr/>
        </p:nvSpPr>
        <p:spPr>
          <a:xfrm>
            <a:off x="2379235" y="2417334"/>
            <a:ext cx="99157" cy="99157"/>
          </a:xfrm>
          <a:prstGeom prst="roundRect">
            <a:avLst>
              <a:gd name="adj" fmla="val 30000"/>
            </a:avLst>
          </a:prstGeom>
          <a:solidFill>
            <a:srgbClr val="0D3C6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4" name="!!p28_13"/>
          <p:cNvSpPr/>
          <p:nvPr/>
        </p:nvSpPr>
        <p:spPr>
          <a:xfrm>
            <a:off x="2537981" y="2417334"/>
            <a:ext cx="99157" cy="99157"/>
          </a:xfrm>
          <a:prstGeom prst="roundRect">
            <a:avLst>
              <a:gd name="adj" fmla="val 30000"/>
            </a:avLst>
          </a:prstGeom>
          <a:solidFill>
            <a:srgbClr val="0C375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5" name="!!p28_14"/>
          <p:cNvSpPr/>
          <p:nvPr/>
        </p:nvSpPr>
        <p:spPr>
          <a:xfrm>
            <a:off x="2696727" y="2417334"/>
            <a:ext cx="99157" cy="99157"/>
          </a:xfrm>
          <a:prstGeom prst="roundRect">
            <a:avLst>
              <a:gd name="adj" fmla="val 30000"/>
            </a:avLst>
          </a:prstGeom>
          <a:solidFill>
            <a:srgbClr val="0A305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6" name="!!p29_03"/>
          <p:cNvSpPr/>
          <p:nvPr/>
        </p:nvSpPr>
        <p:spPr>
          <a:xfrm>
            <a:off x="950521" y="2302034"/>
            <a:ext cx="99157" cy="99157"/>
          </a:xfrm>
          <a:prstGeom prst="roundRect">
            <a:avLst>
              <a:gd name="adj" fmla="val 30000"/>
            </a:avLst>
          </a:prstGeom>
          <a:solidFill>
            <a:srgbClr val="0B33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7" name="!!p29_04"/>
          <p:cNvSpPr/>
          <p:nvPr/>
        </p:nvSpPr>
        <p:spPr>
          <a:xfrm>
            <a:off x="1109267" y="2302034"/>
            <a:ext cx="99157" cy="99157"/>
          </a:xfrm>
          <a:prstGeom prst="roundRect">
            <a:avLst>
              <a:gd name="adj" fmla="val 30000"/>
            </a:avLst>
          </a:prstGeom>
          <a:solidFill>
            <a:srgbClr val="10487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8" name="!!p29_05"/>
          <p:cNvSpPr/>
          <p:nvPr/>
        </p:nvSpPr>
        <p:spPr>
          <a:xfrm>
            <a:off x="1268013" y="2302034"/>
            <a:ext cx="99157" cy="99157"/>
          </a:xfrm>
          <a:prstGeom prst="roundRect">
            <a:avLst>
              <a:gd name="adj" fmla="val 30000"/>
            </a:avLst>
          </a:prstGeom>
          <a:solidFill>
            <a:srgbClr val="1460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9" name="!!p29_06"/>
          <p:cNvSpPr/>
          <p:nvPr/>
        </p:nvSpPr>
        <p:spPr>
          <a:xfrm>
            <a:off x="1426759" y="2302034"/>
            <a:ext cx="99157" cy="99157"/>
          </a:xfrm>
          <a:prstGeom prst="roundRect">
            <a:avLst>
              <a:gd name="adj" fmla="val 30000"/>
            </a:avLst>
          </a:prstGeom>
          <a:solidFill>
            <a:srgbClr val="14618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0" name="!!p29_07"/>
          <p:cNvSpPr/>
          <p:nvPr/>
        </p:nvSpPr>
        <p:spPr>
          <a:xfrm>
            <a:off x="1585505" y="2302034"/>
            <a:ext cx="99157" cy="99157"/>
          </a:xfrm>
          <a:prstGeom prst="roundRect">
            <a:avLst>
              <a:gd name="adj" fmla="val 30000"/>
            </a:avLst>
          </a:prstGeom>
          <a:solidFill>
            <a:srgbClr val="135B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1" name="!!p29_08"/>
          <p:cNvSpPr/>
          <p:nvPr/>
        </p:nvSpPr>
        <p:spPr>
          <a:xfrm>
            <a:off x="1744251" y="2302034"/>
            <a:ext cx="99157" cy="99157"/>
          </a:xfrm>
          <a:prstGeom prst="roundRect">
            <a:avLst>
              <a:gd name="adj" fmla="val 30000"/>
            </a:avLst>
          </a:prstGeom>
          <a:solidFill>
            <a:srgbClr val="11507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2" name="!!p29_09"/>
          <p:cNvSpPr/>
          <p:nvPr/>
        </p:nvSpPr>
        <p:spPr>
          <a:xfrm>
            <a:off x="1902997" y="2302034"/>
            <a:ext cx="99157" cy="99157"/>
          </a:xfrm>
          <a:prstGeom prst="roundRect">
            <a:avLst>
              <a:gd name="adj" fmla="val 30000"/>
            </a:avLst>
          </a:prstGeom>
          <a:solidFill>
            <a:srgbClr val="0D3D6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3" name="!!p29_10"/>
          <p:cNvSpPr/>
          <p:nvPr/>
        </p:nvSpPr>
        <p:spPr>
          <a:xfrm>
            <a:off x="2061743" y="2302034"/>
            <a:ext cx="99157" cy="99157"/>
          </a:xfrm>
          <a:prstGeom prst="roundRect">
            <a:avLst>
              <a:gd name="adj" fmla="val 30000"/>
            </a:avLst>
          </a:prstGeom>
          <a:solidFill>
            <a:srgbClr val="0C36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4" name="!!p29_11"/>
          <p:cNvSpPr/>
          <p:nvPr/>
        </p:nvSpPr>
        <p:spPr>
          <a:xfrm>
            <a:off x="2220489" y="2302034"/>
            <a:ext cx="99157" cy="99157"/>
          </a:xfrm>
          <a:prstGeom prst="roundRect">
            <a:avLst>
              <a:gd name="adj" fmla="val 30000"/>
            </a:avLst>
          </a:prstGeom>
          <a:solidFill>
            <a:srgbClr val="0C355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5" name="!!p29_12"/>
          <p:cNvSpPr/>
          <p:nvPr/>
        </p:nvSpPr>
        <p:spPr>
          <a:xfrm>
            <a:off x="2379235" y="2302034"/>
            <a:ext cx="99157" cy="99157"/>
          </a:xfrm>
          <a:prstGeom prst="roundRect">
            <a:avLst>
              <a:gd name="adj" fmla="val 30000"/>
            </a:avLst>
          </a:prstGeom>
          <a:solidFill>
            <a:srgbClr val="0B345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6" name="!!p29_13"/>
          <p:cNvSpPr/>
          <p:nvPr/>
        </p:nvSpPr>
        <p:spPr>
          <a:xfrm>
            <a:off x="2537981" y="2302034"/>
            <a:ext cx="99157" cy="99157"/>
          </a:xfrm>
          <a:prstGeom prst="roundRect">
            <a:avLst>
              <a:gd name="adj" fmla="val 30000"/>
            </a:avLst>
          </a:prstGeom>
          <a:solidFill>
            <a:srgbClr val="0B315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7" name="!!p30_03"/>
          <p:cNvSpPr/>
          <p:nvPr/>
        </p:nvSpPr>
        <p:spPr>
          <a:xfrm>
            <a:off x="950521" y="2186734"/>
            <a:ext cx="99157" cy="99157"/>
          </a:xfrm>
          <a:prstGeom prst="roundRect">
            <a:avLst>
              <a:gd name="adj" fmla="val 30000"/>
            </a:avLst>
          </a:prstGeom>
          <a:solidFill>
            <a:srgbClr val="0B325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8" name="!!p30_04"/>
          <p:cNvSpPr/>
          <p:nvPr/>
        </p:nvSpPr>
        <p:spPr>
          <a:xfrm>
            <a:off x="1109267" y="2186734"/>
            <a:ext cx="99157" cy="99157"/>
          </a:xfrm>
          <a:prstGeom prst="roundRect">
            <a:avLst>
              <a:gd name="adj" fmla="val 30000"/>
            </a:avLst>
          </a:prstGeom>
          <a:solidFill>
            <a:srgbClr val="0E40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9" name="!!p30_05"/>
          <p:cNvSpPr/>
          <p:nvPr/>
        </p:nvSpPr>
        <p:spPr>
          <a:xfrm>
            <a:off x="1268013" y="2186734"/>
            <a:ext cx="99157" cy="99157"/>
          </a:xfrm>
          <a:prstGeom prst="roundRect">
            <a:avLst>
              <a:gd name="adj" fmla="val 30000"/>
            </a:avLst>
          </a:prstGeom>
          <a:solidFill>
            <a:srgbClr val="11507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0" name="!!p30_06"/>
          <p:cNvSpPr/>
          <p:nvPr/>
        </p:nvSpPr>
        <p:spPr>
          <a:xfrm>
            <a:off x="1426759" y="2186734"/>
            <a:ext cx="99157" cy="99157"/>
          </a:xfrm>
          <a:prstGeom prst="roundRect">
            <a:avLst>
              <a:gd name="adj" fmla="val 30000"/>
            </a:avLst>
          </a:prstGeom>
          <a:solidFill>
            <a:srgbClr val="10487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1" name="!!p30_07"/>
          <p:cNvSpPr/>
          <p:nvPr/>
        </p:nvSpPr>
        <p:spPr>
          <a:xfrm>
            <a:off x="1585505" y="2186734"/>
            <a:ext cx="99157" cy="99157"/>
          </a:xfrm>
          <a:prstGeom prst="roundRect">
            <a:avLst>
              <a:gd name="adj" fmla="val 30000"/>
            </a:avLst>
          </a:prstGeom>
          <a:solidFill>
            <a:srgbClr val="0E406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2" name="!!p30_08"/>
          <p:cNvSpPr/>
          <p:nvPr/>
        </p:nvSpPr>
        <p:spPr>
          <a:xfrm>
            <a:off x="1744251" y="2186734"/>
            <a:ext cx="99157" cy="99157"/>
          </a:xfrm>
          <a:prstGeom prst="roundRect">
            <a:avLst>
              <a:gd name="adj" fmla="val 30000"/>
            </a:avLst>
          </a:prstGeom>
          <a:solidFill>
            <a:srgbClr val="0D39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3" name="!!p30_09"/>
          <p:cNvSpPr/>
          <p:nvPr/>
        </p:nvSpPr>
        <p:spPr>
          <a:xfrm>
            <a:off x="1902997" y="2186734"/>
            <a:ext cx="99157" cy="99157"/>
          </a:xfrm>
          <a:prstGeom prst="roundRect">
            <a:avLst>
              <a:gd name="adj" fmla="val 30000"/>
            </a:avLst>
          </a:prstGeom>
          <a:solidFill>
            <a:srgbClr val="0C35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4" name="!!p30_10"/>
          <p:cNvSpPr/>
          <p:nvPr/>
        </p:nvSpPr>
        <p:spPr>
          <a:xfrm>
            <a:off x="2061743" y="2186734"/>
            <a:ext cx="99157" cy="99157"/>
          </a:xfrm>
          <a:prstGeom prst="roundRect">
            <a:avLst>
              <a:gd name="adj" fmla="val 30000"/>
            </a:avLst>
          </a:prstGeom>
          <a:solidFill>
            <a:srgbClr val="0B32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5" name="!!p30_11"/>
          <p:cNvSpPr/>
          <p:nvPr/>
        </p:nvSpPr>
        <p:spPr>
          <a:xfrm>
            <a:off x="2220489" y="2186734"/>
            <a:ext cx="99157" cy="99157"/>
          </a:xfrm>
          <a:prstGeom prst="roundRect">
            <a:avLst>
              <a:gd name="adj" fmla="val 30000"/>
            </a:avLst>
          </a:prstGeom>
          <a:solidFill>
            <a:srgbClr val="0A315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6" name="!!p30_12"/>
          <p:cNvSpPr/>
          <p:nvPr/>
        </p:nvSpPr>
        <p:spPr>
          <a:xfrm>
            <a:off x="2379235" y="2186734"/>
            <a:ext cx="99157" cy="99157"/>
          </a:xfrm>
          <a:prstGeom prst="roundRect">
            <a:avLst>
              <a:gd name="adj" fmla="val 30000"/>
            </a:avLst>
          </a:prstGeom>
          <a:solidFill>
            <a:srgbClr val="0A305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7" name="!!p30_13"/>
          <p:cNvSpPr/>
          <p:nvPr/>
        </p:nvSpPr>
        <p:spPr>
          <a:xfrm>
            <a:off x="2537981" y="2186734"/>
            <a:ext cx="99157" cy="99157"/>
          </a:xfrm>
          <a:prstGeom prst="roundRect">
            <a:avLst>
              <a:gd name="adj" fmla="val 30000"/>
            </a:avLst>
          </a:prstGeom>
          <a:solidFill>
            <a:srgbClr val="0A2E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8" name="!!p31_03"/>
          <p:cNvSpPr/>
          <p:nvPr/>
        </p:nvSpPr>
        <p:spPr>
          <a:xfrm>
            <a:off x="950521" y="2071435"/>
            <a:ext cx="99157" cy="99157"/>
          </a:xfrm>
          <a:prstGeom prst="roundRect">
            <a:avLst>
              <a:gd name="adj" fmla="val 30000"/>
            </a:avLst>
          </a:prstGeom>
          <a:solidFill>
            <a:srgbClr val="0B32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9" name="!!p31_04"/>
          <p:cNvSpPr/>
          <p:nvPr/>
        </p:nvSpPr>
        <p:spPr>
          <a:xfrm>
            <a:off x="1109267" y="2071435"/>
            <a:ext cx="99157" cy="99157"/>
          </a:xfrm>
          <a:prstGeom prst="roundRect">
            <a:avLst>
              <a:gd name="adj" fmla="val 30000"/>
            </a:avLst>
          </a:prstGeom>
          <a:solidFill>
            <a:srgbClr val="0F476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0" name="!!p31_05"/>
          <p:cNvSpPr/>
          <p:nvPr/>
        </p:nvSpPr>
        <p:spPr>
          <a:xfrm>
            <a:off x="1268013" y="2071435"/>
            <a:ext cx="99157" cy="99157"/>
          </a:xfrm>
          <a:prstGeom prst="roundRect">
            <a:avLst>
              <a:gd name="adj" fmla="val 30000"/>
            </a:avLst>
          </a:prstGeom>
          <a:solidFill>
            <a:srgbClr val="11517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1" name="!!p31_06"/>
          <p:cNvSpPr/>
          <p:nvPr/>
        </p:nvSpPr>
        <p:spPr>
          <a:xfrm>
            <a:off x="1426759" y="2071435"/>
            <a:ext cx="99157" cy="99157"/>
          </a:xfrm>
          <a:prstGeom prst="roundRect">
            <a:avLst>
              <a:gd name="adj" fmla="val 30000"/>
            </a:avLst>
          </a:prstGeom>
          <a:solidFill>
            <a:srgbClr val="0E3D6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2" name="!!p31_07"/>
          <p:cNvSpPr/>
          <p:nvPr/>
        </p:nvSpPr>
        <p:spPr>
          <a:xfrm>
            <a:off x="1585505" y="2071435"/>
            <a:ext cx="99157" cy="99157"/>
          </a:xfrm>
          <a:prstGeom prst="roundRect">
            <a:avLst>
              <a:gd name="adj" fmla="val 30000"/>
            </a:avLst>
          </a:prstGeom>
          <a:solidFill>
            <a:srgbClr val="0C36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3" name="!!p31_08"/>
          <p:cNvSpPr/>
          <p:nvPr/>
        </p:nvSpPr>
        <p:spPr>
          <a:xfrm>
            <a:off x="1744251" y="2071435"/>
            <a:ext cx="99157" cy="99157"/>
          </a:xfrm>
          <a:prstGeom prst="roundRect">
            <a:avLst>
              <a:gd name="adj" fmla="val 30000"/>
            </a:avLst>
          </a:prstGeom>
          <a:solidFill>
            <a:srgbClr val="0B345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4" name="!!p31_09"/>
          <p:cNvSpPr/>
          <p:nvPr/>
        </p:nvSpPr>
        <p:spPr>
          <a:xfrm>
            <a:off x="1902997" y="2071435"/>
            <a:ext cx="99157" cy="99157"/>
          </a:xfrm>
          <a:prstGeom prst="roundRect">
            <a:avLst>
              <a:gd name="adj" fmla="val 30000"/>
            </a:avLst>
          </a:prstGeom>
          <a:solidFill>
            <a:srgbClr val="0B315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5" name="!!p31_10"/>
          <p:cNvSpPr/>
          <p:nvPr/>
        </p:nvSpPr>
        <p:spPr>
          <a:xfrm>
            <a:off x="2061743" y="2071435"/>
            <a:ext cx="99157" cy="99157"/>
          </a:xfrm>
          <a:prstGeom prst="roundRect">
            <a:avLst>
              <a:gd name="adj" fmla="val 30000"/>
            </a:avLst>
          </a:prstGeom>
          <a:solidFill>
            <a:srgbClr val="0A2F5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6" name="!!p31_11"/>
          <p:cNvSpPr/>
          <p:nvPr/>
        </p:nvSpPr>
        <p:spPr>
          <a:xfrm>
            <a:off x="2220489" y="2071435"/>
            <a:ext cx="99157" cy="99157"/>
          </a:xfrm>
          <a:prstGeom prst="roundRect">
            <a:avLst>
              <a:gd name="adj" fmla="val 30000"/>
            </a:avLst>
          </a:prstGeom>
          <a:solidFill>
            <a:srgbClr val="0A2E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7" name="!!p31_12"/>
          <p:cNvSpPr/>
          <p:nvPr/>
        </p:nvSpPr>
        <p:spPr>
          <a:xfrm>
            <a:off x="2379235" y="2071435"/>
            <a:ext cx="99157" cy="99157"/>
          </a:xfrm>
          <a:prstGeom prst="roundRect">
            <a:avLst>
              <a:gd name="adj" fmla="val 30000"/>
            </a:avLst>
          </a:prstGeom>
          <a:solidFill>
            <a:srgbClr val="092D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8" name="!!p31_13"/>
          <p:cNvSpPr/>
          <p:nvPr/>
        </p:nvSpPr>
        <p:spPr>
          <a:xfrm>
            <a:off x="2537981" y="2071435"/>
            <a:ext cx="99157" cy="99157"/>
          </a:xfrm>
          <a:prstGeom prst="roundRect">
            <a:avLst>
              <a:gd name="adj" fmla="val 30000"/>
            </a:avLst>
          </a:prstGeom>
          <a:solidFill>
            <a:srgbClr val="092C4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9" name="!!p32_03"/>
          <p:cNvSpPr/>
          <p:nvPr/>
        </p:nvSpPr>
        <p:spPr>
          <a:xfrm>
            <a:off x="950521" y="1956135"/>
            <a:ext cx="99157" cy="99157"/>
          </a:xfrm>
          <a:prstGeom prst="roundRect">
            <a:avLst>
              <a:gd name="adj" fmla="val 30000"/>
            </a:avLst>
          </a:prstGeom>
          <a:solidFill>
            <a:srgbClr val="0B355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0" name="!!p32_04"/>
          <p:cNvSpPr/>
          <p:nvPr/>
        </p:nvSpPr>
        <p:spPr>
          <a:xfrm>
            <a:off x="1109267" y="1956135"/>
            <a:ext cx="99157" cy="99157"/>
          </a:xfrm>
          <a:prstGeom prst="roundRect">
            <a:avLst>
              <a:gd name="adj" fmla="val 30000"/>
            </a:avLst>
          </a:prstGeom>
          <a:solidFill>
            <a:srgbClr val="13587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1" name="!!p32_05"/>
          <p:cNvSpPr/>
          <p:nvPr/>
        </p:nvSpPr>
        <p:spPr>
          <a:xfrm>
            <a:off x="1268013" y="1956135"/>
            <a:ext cx="99157" cy="99157"/>
          </a:xfrm>
          <a:prstGeom prst="roundRect">
            <a:avLst>
              <a:gd name="adj" fmla="val 30000"/>
            </a:avLst>
          </a:prstGeom>
          <a:solidFill>
            <a:srgbClr val="145F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2" name="!!p32_06"/>
          <p:cNvSpPr/>
          <p:nvPr/>
        </p:nvSpPr>
        <p:spPr>
          <a:xfrm>
            <a:off x="1426759" y="1956135"/>
            <a:ext cx="99157" cy="99157"/>
          </a:xfrm>
          <a:prstGeom prst="roundRect">
            <a:avLst>
              <a:gd name="adj" fmla="val 30000"/>
            </a:avLst>
          </a:prstGeom>
          <a:solidFill>
            <a:srgbClr val="0D3C6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3" name="!!p32_07"/>
          <p:cNvSpPr/>
          <p:nvPr/>
        </p:nvSpPr>
        <p:spPr>
          <a:xfrm>
            <a:off x="1585505" y="1956135"/>
            <a:ext cx="99157" cy="99157"/>
          </a:xfrm>
          <a:prstGeom prst="roundRect">
            <a:avLst>
              <a:gd name="adj" fmla="val 30000"/>
            </a:avLst>
          </a:prstGeom>
          <a:solidFill>
            <a:srgbClr val="0B32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4" name="!!p32_08"/>
          <p:cNvSpPr/>
          <p:nvPr/>
        </p:nvSpPr>
        <p:spPr>
          <a:xfrm>
            <a:off x="1744251" y="1956135"/>
            <a:ext cx="99157" cy="99157"/>
          </a:xfrm>
          <a:prstGeom prst="roundRect">
            <a:avLst>
              <a:gd name="adj" fmla="val 30000"/>
            </a:avLst>
          </a:prstGeom>
          <a:solidFill>
            <a:srgbClr val="0A305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5" name="!!p32_09"/>
          <p:cNvSpPr/>
          <p:nvPr/>
        </p:nvSpPr>
        <p:spPr>
          <a:xfrm>
            <a:off x="1902997" y="1956135"/>
            <a:ext cx="99157" cy="99157"/>
          </a:xfrm>
          <a:prstGeom prst="roundRect">
            <a:avLst>
              <a:gd name="adj" fmla="val 30000"/>
            </a:avLst>
          </a:prstGeom>
          <a:solidFill>
            <a:srgbClr val="0A2E5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6" name="!!p32_10"/>
          <p:cNvSpPr/>
          <p:nvPr/>
        </p:nvSpPr>
        <p:spPr>
          <a:xfrm>
            <a:off x="2061743" y="1956135"/>
            <a:ext cx="99157" cy="99157"/>
          </a:xfrm>
          <a:prstGeom prst="roundRect">
            <a:avLst>
              <a:gd name="adj" fmla="val 30000"/>
            </a:avLst>
          </a:prstGeom>
          <a:solidFill>
            <a:srgbClr val="092D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7" name="!!p32_11"/>
          <p:cNvSpPr/>
          <p:nvPr/>
        </p:nvSpPr>
        <p:spPr>
          <a:xfrm>
            <a:off x="2220489" y="1956135"/>
            <a:ext cx="99157" cy="99157"/>
          </a:xfrm>
          <a:prstGeom prst="roundRect">
            <a:avLst>
              <a:gd name="adj" fmla="val 30000"/>
            </a:avLst>
          </a:prstGeom>
          <a:solidFill>
            <a:srgbClr val="092C4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8" name="!!p32_12"/>
          <p:cNvSpPr/>
          <p:nvPr/>
        </p:nvSpPr>
        <p:spPr>
          <a:xfrm>
            <a:off x="2379235" y="1956135"/>
            <a:ext cx="99157" cy="99157"/>
          </a:xfrm>
          <a:prstGeom prst="roundRect">
            <a:avLst>
              <a:gd name="adj" fmla="val 30000"/>
            </a:avLst>
          </a:prstGeom>
          <a:solidFill>
            <a:srgbClr val="092B4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9" name="!!p33_03"/>
          <p:cNvSpPr/>
          <p:nvPr/>
        </p:nvSpPr>
        <p:spPr>
          <a:xfrm>
            <a:off x="950521" y="1840835"/>
            <a:ext cx="99157" cy="99157"/>
          </a:xfrm>
          <a:prstGeom prst="roundRect">
            <a:avLst>
              <a:gd name="adj" fmla="val 30000"/>
            </a:avLst>
          </a:prstGeom>
          <a:solidFill>
            <a:srgbClr val="0C37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0" name="!!p33_04"/>
          <p:cNvSpPr/>
          <p:nvPr/>
        </p:nvSpPr>
        <p:spPr>
          <a:xfrm>
            <a:off x="1109267" y="1840835"/>
            <a:ext cx="99157" cy="99157"/>
          </a:xfrm>
          <a:prstGeom prst="roundRect">
            <a:avLst>
              <a:gd name="adj" fmla="val 30000"/>
            </a:avLst>
          </a:prstGeom>
          <a:solidFill>
            <a:srgbClr val="16698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1" name="!!p33_05"/>
          <p:cNvSpPr/>
          <p:nvPr/>
        </p:nvSpPr>
        <p:spPr>
          <a:xfrm>
            <a:off x="1268013" y="1840835"/>
            <a:ext cx="99157" cy="99157"/>
          </a:xfrm>
          <a:prstGeom prst="roundRect">
            <a:avLst>
              <a:gd name="adj" fmla="val 30000"/>
            </a:avLst>
          </a:prstGeom>
          <a:solidFill>
            <a:srgbClr val="17709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2" name="!!p33_06"/>
          <p:cNvSpPr/>
          <p:nvPr/>
        </p:nvSpPr>
        <p:spPr>
          <a:xfrm>
            <a:off x="1426759" y="1840835"/>
            <a:ext cx="99157" cy="99157"/>
          </a:xfrm>
          <a:prstGeom prst="roundRect">
            <a:avLst>
              <a:gd name="adj" fmla="val 30000"/>
            </a:avLst>
          </a:prstGeom>
          <a:solidFill>
            <a:srgbClr val="0E3F6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3" name="!!p33_07"/>
          <p:cNvSpPr/>
          <p:nvPr/>
        </p:nvSpPr>
        <p:spPr>
          <a:xfrm>
            <a:off x="1585505" y="1840835"/>
            <a:ext cx="99157" cy="99157"/>
          </a:xfrm>
          <a:prstGeom prst="roundRect">
            <a:avLst>
              <a:gd name="adj" fmla="val 30000"/>
            </a:avLst>
          </a:prstGeom>
          <a:solidFill>
            <a:srgbClr val="0A305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4" name="!!p33_08"/>
          <p:cNvSpPr/>
          <p:nvPr/>
        </p:nvSpPr>
        <p:spPr>
          <a:xfrm>
            <a:off x="1744251" y="1840835"/>
            <a:ext cx="99157" cy="99157"/>
          </a:xfrm>
          <a:prstGeom prst="roundRect">
            <a:avLst>
              <a:gd name="adj" fmla="val 30000"/>
            </a:avLst>
          </a:prstGeom>
          <a:solidFill>
            <a:srgbClr val="0A2D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5" name="!!p33_09"/>
          <p:cNvSpPr/>
          <p:nvPr/>
        </p:nvSpPr>
        <p:spPr>
          <a:xfrm>
            <a:off x="1902997" y="1840835"/>
            <a:ext cx="99157" cy="99157"/>
          </a:xfrm>
          <a:prstGeom prst="roundRect">
            <a:avLst>
              <a:gd name="adj" fmla="val 30000"/>
            </a:avLst>
          </a:prstGeom>
          <a:solidFill>
            <a:srgbClr val="092D4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6" name="!!p33_10"/>
          <p:cNvSpPr/>
          <p:nvPr/>
        </p:nvSpPr>
        <p:spPr>
          <a:xfrm>
            <a:off x="2061743" y="1840835"/>
            <a:ext cx="99157" cy="99157"/>
          </a:xfrm>
          <a:prstGeom prst="roundRect">
            <a:avLst>
              <a:gd name="adj" fmla="val 30000"/>
            </a:avLst>
          </a:prstGeom>
          <a:solidFill>
            <a:srgbClr val="092C4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7" name="!!p33_11"/>
          <p:cNvSpPr/>
          <p:nvPr/>
        </p:nvSpPr>
        <p:spPr>
          <a:xfrm>
            <a:off x="2220489" y="1840835"/>
            <a:ext cx="99157" cy="99157"/>
          </a:xfrm>
          <a:prstGeom prst="roundRect">
            <a:avLst>
              <a:gd name="adj" fmla="val 30000"/>
            </a:avLst>
          </a:prstGeom>
          <a:solidFill>
            <a:srgbClr val="092B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8" name="!!p33_12"/>
          <p:cNvSpPr/>
          <p:nvPr/>
        </p:nvSpPr>
        <p:spPr>
          <a:xfrm>
            <a:off x="2379235" y="1840835"/>
            <a:ext cx="99157" cy="99157"/>
          </a:xfrm>
          <a:prstGeom prst="roundRect">
            <a:avLst>
              <a:gd name="adj" fmla="val 30000"/>
            </a:avLst>
          </a:prstGeom>
          <a:solidFill>
            <a:srgbClr val="092A4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9" name="!!p34_03"/>
          <p:cNvSpPr/>
          <p:nvPr/>
        </p:nvSpPr>
        <p:spPr>
          <a:xfrm>
            <a:off x="950521" y="1725535"/>
            <a:ext cx="99157" cy="99157"/>
          </a:xfrm>
          <a:prstGeom prst="roundRect">
            <a:avLst>
              <a:gd name="adj" fmla="val 30000"/>
            </a:avLst>
          </a:prstGeom>
          <a:solidFill>
            <a:srgbClr val="0C37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0" name="!!p34_04"/>
          <p:cNvSpPr/>
          <p:nvPr/>
        </p:nvSpPr>
        <p:spPr>
          <a:xfrm>
            <a:off x="1109267" y="1725535"/>
            <a:ext cx="99157" cy="99157"/>
          </a:xfrm>
          <a:prstGeom prst="roundRect">
            <a:avLst>
              <a:gd name="adj" fmla="val 30000"/>
            </a:avLst>
          </a:prstGeom>
          <a:solidFill>
            <a:srgbClr val="176F9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1" name="!!p34_05"/>
          <p:cNvSpPr/>
          <p:nvPr/>
        </p:nvSpPr>
        <p:spPr>
          <a:xfrm>
            <a:off x="1268013" y="1725535"/>
            <a:ext cx="99157" cy="99157"/>
          </a:xfrm>
          <a:prstGeom prst="roundRect">
            <a:avLst>
              <a:gd name="adj" fmla="val 30000"/>
            </a:avLst>
          </a:prstGeom>
          <a:solidFill>
            <a:srgbClr val="18759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2" name="!!p34_06"/>
          <p:cNvSpPr/>
          <p:nvPr/>
        </p:nvSpPr>
        <p:spPr>
          <a:xfrm>
            <a:off x="1426759" y="1725535"/>
            <a:ext cx="99157" cy="99157"/>
          </a:xfrm>
          <a:prstGeom prst="roundRect">
            <a:avLst>
              <a:gd name="adj" fmla="val 30000"/>
            </a:avLst>
          </a:prstGeom>
          <a:solidFill>
            <a:srgbClr val="0E3F6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3" name="!!p34_07"/>
          <p:cNvSpPr/>
          <p:nvPr/>
        </p:nvSpPr>
        <p:spPr>
          <a:xfrm>
            <a:off x="1585505" y="1725535"/>
            <a:ext cx="99157" cy="99157"/>
          </a:xfrm>
          <a:prstGeom prst="roundRect">
            <a:avLst>
              <a:gd name="adj" fmla="val 30000"/>
            </a:avLst>
          </a:prstGeom>
          <a:solidFill>
            <a:srgbClr val="0A2F5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4" name="!!p34_08"/>
          <p:cNvSpPr/>
          <p:nvPr/>
        </p:nvSpPr>
        <p:spPr>
          <a:xfrm>
            <a:off x="1744251" y="1725535"/>
            <a:ext cx="99157" cy="99157"/>
          </a:xfrm>
          <a:prstGeom prst="roundRect">
            <a:avLst>
              <a:gd name="adj" fmla="val 30000"/>
            </a:avLst>
          </a:prstGeom>
          <a:solidFill>
            <a:srgbClr val="092C4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5" name="!!p34_09"/>
          <p:cNvSpPr/>
          <p:nvPr/>
        </p:nvSpPr>
        <p:spPr>
          <a:xfrm>
            <a:off x="1902997" y="1725535"/>
            <a:ext cx="99157" cy="99157"/>
          </a:xfrm>
          <a:prstGeom prst="roundRect">
            <a:avLst>
              <a:gd name="adj" fmla="val 30000"/>
            </a:avLst>
          </a:prstGeom>
          <a:solidFill>
            <a:srgbClr val="092B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6" name="!!p34_10"/>
          <p:cNvSpPr/>
          <p:nvPr/>
        </p:nvSpPr>
        <p:spPr>
          <a:xfrm>
            <a:off x="2061743" y="1725535"/>
            <a:ext cx="99157" cy="99157"/>
          </a:xfrm>
          <a:prstGeom prst="roundRect">
            <a:avLst>
              <a:gd name="adj" fmla="val 30000"/>
            </a:avLst>
          </a:prstGeom>
          <a:solidFill>
            <a:srgbClr val="092B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7" name="!!p34_11"/>
          <p:cNvSpPr/>
          <p:nvPr/>
        </p:nvSpPr>
        <p:spPr>
          <a:xfrm>
            <a:off x="2220489" y="1725535"/>
            <a:ext cx="99157" cy="99157"/>
          </a:xfrm>
          <a:prstGeom prst="roundRect">
            <a:avLst>
              <a:gd name="adj" fmla="val 30000"/>
            </a:avLst>
          </a:prstGeom>
          <a:solidFill>
            <a:srgbClr val="092A4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8" name="!!p35_04"/>
          <p:cNvSpPr/>
          <p:nvPr/>
        </p:nvSpPr>
        <p:spPr>
          <a:xfrm>
            <a:off x="1109267" y="1610236"/>
            <a:ext cx="99157" cy="99157"/>
          </a:xfrm>
          <a:prstGeom prst="roundRect">
            <a:avLst>
              <a:gd name="adj" fmla="val 30000"/>
            </a:avLst>
          </a:prstGeom>
          <a:solidFill>
            <a:srgbClr val="15658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9" name="!!p35_05"/>
          <p:cNvSpPr/>
          <p:nvPr/>
        </p:nvSpPr>
        <p:spPr>
          <a:xfrm>
            <a:off x="1268013" y="1610236"/>
            <a:ext cx="99157" cy="99157"/>
          </a:xfrm>
          <a:prstGeom prst="roundRect">
            <a:avLst>
              <a:gd name="adj" fmla="val 30000"/>
            </a:avLst>
          </a:prstGeom>
          <a:solidFill>
            <a:srgbClr val="166A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0" name="!!p35_06"/>
          <p:cNvSpPr/>
          <p:nvPr/>
        </p:nvSpPr>
        <p:spPr>
          <a:xfrm>
            <a:off x="1426759" y="1610236"/>
            <a:ext cx="99157" cy="99157"/>
          </a:xfrm>
          <a:prstGeom prst="roundRect">
            <a:avLst>
              <a:gd name="adj" fmla="val 30000"/>
            </a:avLst>
          </a:prstGeom>
          <a:solidFill>
            <a:srgbClr val="0D39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1" name="!!p35_07"/>
          <p:cNvSpPr/>
          <p:nvPr/>
        </p:nvSpPr>
        <p:spPr>
          <a:xfrm>
            <a:off x="1585505" y="1610236"/>
            <a:ext cx="99157" cy="99157"/>
          </a:xfrm>
          <a:prstGeom prst="roundRect">
            <a:avLst>
              <a:gd name="adj" fmla="val 30000"/>
            </a:avLst>
          </a:prstGeom>
          <a:solidFill>
            <a:srgbClr val="092D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2" name="!!p35_08"/>
          <p:cNvSpPr/>
          <p:nvPr/>
        </p:nvSpPr>
        <p:spPr>
          <a:xfrm>
            <a:off x="1744251" y="1610236"/>
            <a:ext cx="99157" cy="99157"/>
          </a:xfrm>
          <a:prstGeom prst="roundRect">
            <a:avLst>
              <a:gd name="adj" fmla="val 30000"/>
            </a:avLst>
          </a:prstGeom>
          <a:solidFill>
            <a:srgbClr val="092A4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3" name="!!p35_09"/>
          <p:cNvSpPr/>
          <p:nvPr/>
        </p:nvSpPr>
        <p:spPr>
          <a:xfrm>
            <a:off x="1902997" y="1610236"/>
            <a:ext cx="99157" cy="99157"/>
          </a:xfrm>
          <a:prstGeom prst="roundRect">
            <a:avLst>
              <a:gd name="adj" fmla="val 30000"/>
            </a:avLst>
          </a:prstGeom>
          <a:solidFill>
            <a:srgbClr val="092A4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4" name="!!p35_10"/>
          <p:cNvSpPr/>
          <p:nvPr/>
        </p:nvSpPr>
        <p:spPr>
          <a:xfrm>
            <a:off x="2061743" y="1610236"/>
            <a:ext cx="99157" cy="99157"/>
          </a:xfrm>
          <a:prstGeom prst="roundRect">
            <a:avLst>
              <a:gd name="adj" fmla="val 30000"/>
            </a:avLst>
          </a:prstGeom>
          <a:solidFill>
            <a:srgbClr val="082A4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5" name="!!p35_11"/>
          <p:cNvSpPr/>
          <p:nvPr/>
        </p:nvSpPr>
        <p:spPr>
          <a:xfrm>
            <a:off x="2220489" y="1610236"/>
            <a:ext cx="99157" cy="99157"/>
          </a:xfrm>
          <a:prstGeom prst="roundRect">
            <a:avLst>
              <a:gd name="adj" fmla="val 30000"/>
            </a:avLst>
          </a:prstGeom>
          <a:solidFill>
            <a:srgbClr val="08294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6" name="!!p36_04"/>
          <p:cNvSpPr/>
          <p:nvPr/>
        </p:nvSpPr>
        <p:spPr>
          <a:xfrm>
            <a:off x="1109267" y="1494936"/>
            <a:ext cx="99157" cy="99157"/>
          </a:xfrm>
          <a:prstGeom prst="roundRect">
            <a:avLst>
              <a:gd name="adj" fmla="val 30000"/>
            </a:avLst>
          </a:prstGeom>
          <a:solidFill>
            <a:srgbClr val="114D7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7" name="!!p36_05"/>
          <p:cNvSpPr/>
          <p:nvPr/>
        </p:nvSpPr>
        <p:spPr>
          <a:xfrm>
            <a:off x="1268013" y="1494936"/>
            <a:ext cx="99157" cy="99157"/>
          </a:xfrm>
          <a:prstGeom prst="roundRect">
            <a:avLst>
              <a:gd name="adj" fmla="val 30000"/>
            </a:avLst>
          </a:prstGeom>
          <a:solidFill>
            <a:srgbClr val="12527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8" name="!!p36_06"/>
          <p:cNvSpPr/>
          <p:nvPr/>
        </p:nvSpPr>
        <p:spPr>
          <a:xfrm>
            <a:off x="1426759" y="1494936"/>
            <a:ext cx="99157" cy="99157"/>
          </a:xfrm>
          <a:prstGeom prst="roundRect">
            <a:avLst>
              <a:gd name="adj" fmla="val 30000"/>
            </a:avLst>
          </a:prstGeom>
          <a:solidFill>
            <a:srgbClr val="0C355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9" name="!!p36_07"/>
          <p:cNvSpPr/>
          <p:nvPr/>
        </p:nvSpPr>
        <p:spPr>
          <a:xfrm>
            <a:off x="1585505" y="1494936"/>
            <a:ext cx="99157" cy="99157"/>
          </a:xfrm>
          <a:prstGeom prst="roundRect">
            <a:avLst>
              <a:gd name="adj" fmla="val 30000"/>
            </a:avLst>
          </a:prstGeom>
          <a:solidFill>
            <a:srgbClr val="092B4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0" name="!!p36_08"/>
          <p:cNvSpPr/>
          <p:nvPr/>
        </p:nvSpPr>
        <p:spPr>
          <a:xfrm>
            <a:off x="1744251" y="1494936"/>
            <a:ext cx="99157" cy="99157"/>
          </a:xfrm>
          <a:prstGeom prst="roundRect">
            <a:avLst>
              <a:gd name="adj" fmla="val 30000"/>
            </a:avLst>
          </a:prstGeom>
          <a:solidFill>
            <a:srgbClr val="08294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1" name="!!p36_09"/>
          <p:cNvSpPr/>
          <p:nvPr/>
        </p:nvSpPr>
        <p:spPr>
          <a:xfrm>
            <a:off x="1902997" y="1494936"/>
            <a:ext cx="99157" cy="99157"/>
          </a:xfrm>
          <a:prstGeom prst="roundRect">
            <a:avLst>
              <a:gd name="adj" fmla="val 30000"/>
            </a:avLst>
          </a:prstGeom>
          <a:solidFill>
            <a:srgbClr val="08294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2" name="!!p36_10"/>
          <p:cNvSpPr/>
          <p:nvPr/>
        </p:nvSpPr>
        <p:spPr>
          <a:xfrm>
            <a:off x="2061743" y="1494936"/>
            <a:ext cx="99157" cy="99157"/>
          </a:xfrm>
          <a:prstGeom prst="roundRect">
            <a:avLst>
              <a:gd name="adj" fmla="val 30000"/>
            </a:avLst>
          </a:prstGeom>
          <a:solidFill>
            <a:srgbClr val="08294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3" name="!!p37_04"/>
          <p:cNvSpPr/>
          <p:nvPr/>
        </p:nvSpPr>
        <p:spPr>
          <a:xfrm>
            <a:off x="1109267" y="1379636"/>
            <a:ext cx="99157" cy="99157"/>
          </a:xfrm>
          <a:prstGeom prst="roundRect">
            <a:avLst>
              <a:gd name="adj" fmla="val 30000"/>
            </a:avLst>
          </a:prstGeom>
          <a:solidFill>
            <a:srgbClr val="0C37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4" name="!!p37_05"/>
          <p:cNvSpPr/>
          <p:nvPr/>
        </p:nvSpPr>
        <p:spPr>
          <a:xfrm>
            <a:off x="1268013" y="1379636"/>
            <a:ext cx="99157" cy="99157"/>
          </a:xfrm>
          <a:prstGeom prst="roundRect">
            <a:avLst>
              <a:gd name="adj" fmla="val 30000"/>
            </a:avLst>
          </a:prstGeom>
          <a:solidFill>
            <a:srgbClr val="0C386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5" name="!!p37_06"/>
          <p:cNvSpPr/>
          <p:nvPr/>
        </p:nvSpPr>
        <p:spPr>
          <a:xfrm>
            <a:off x="1426759" y="1379636"/>
            <a:ext cx="99157" cy="99157"/>
          </a:xfrm>
          <a:prstGeom prst="roundRect">
            <a:avLst>
              <a:gd name="adj" fmla="val 30000"/>
            </a:avLst>
          </a:prstGeom>
          <a:solidFill>
            <a:srgbClr val="0A2F5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6" name="!!p37_07"/>
          <p:cNvSpPr/>
          <p:nvPr/>
        </p:nvSpPr>
        <p:spPr>
          <a:xfrm>
            <a:off x="1585505" y="1379636"/>
            <a:ext cx="99157" cy="99157"/>
          </a:xfrm>
          <a:prstGeom prst="roundRect">
            <a:avLst>
              <a:gd name="adj" fmla="val 30000"/>
            </a:avLst>
          </a:prstGeom>
          <a:solidFill>
            <a:srgbClr val="08294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7" name="!!p37_08"/>
          <p:cNvSpPr/>
          <p:nvPr/>
        </p:nvSpPr>
        <p:spPr>
          <a:xfrm>
            <a:off x="1744251" y="1379636"/>
            <a:ext cx="99157" cy="99157"/>
          </a:xfrm>
          <a:prstGeom prst="roundRect">
            <a:avLst>
              <a:gd name="adj" fmla="val 30000"/>
            </a:avLst>
          </a:prstGeom>
          <a:solidFill>
            <a:srgbClr val="0828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8" name="!!p37_09"/>
          <p:cNvSpPr/>
          <p:nvPr/>
        </p:nvSpPr>
        <p:spPr>
          <a:xfrm>
            <a:off x="1902997" y="1379636"/>
            <a:ext cx="99157" cy="99157"/>
          </a:xfrm>
          <a:prstGeom prst="roundRect">
            <a:avLst>
              <a:gd name="adj" fmla="val 30000"/>
            </a:avLst>
          </a:prstGeom>
          <a:solidFill>
            <a:srgbClr val="0828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9" name="Rectangle 328"/>
          <p:cNvSpPr/>
          <p:nvPr/>
        </p:nvSpPr>
        <p:spPr>
          <a:xfrm>
            <a:off x="920726" y="5905352"/>
            <a:ext cx="38099" cy="101597"/>
          </a:xfrm>
          <a:prstGeom prst="rect">
            <a:avLst/>
          </a:prstGeom>
          <a:solidFill>
            <a:srgbClr val="051D3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0" name="Rectangle 329"/>
          <p:cNvSpPr/>
          <p:nvPr/>
        </p:nvSpPr>
        <p:spPr>
          <a:xfrm>
            <a:off x="952476" y="5905352"/>
            <a:ext cx="38099" cy="101597"/>
          </a:xfrm>
          <a:prstGeom prst="rect">
            <a:avLst/>
          </a:prstGeom>
          <a:solidFill>
            <a:srgbClr val="0620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1" name="Rectangle 330"/>
          <p:cNvSpPr/>
          <p:nvPr/>
        </p:nvSpPr>
        <p:spPr>
          <a:xfrm>
            <a:off x="984225" y="5905352"/>
            <a:ext cx="38099" cy="101597"/>
          </a:xfrm>
          <a:prstGeom prst="rect">
            <a:avLst/>
          </a:prstGeom>
          <a:solidFill>
            <a:srgbClr val="0723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2" name="Rectangle 331"/>
          <p:cNvSpPr/>
          <p:nvPr/>
        </p:nvSpPr>
        <p:spPr>
          <a:xfrm>
            <a:off x="1015974" y="5905352"/>
            <a:ext cx="38099" cy="101597"/>
          </a:xfrm>
          <a:prstGeom prst="rect">
            <a:avLst/>
          </a:prstGeom>
          <a:solidFill>
            <a:srgbClr val="08264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3" name="Rectangle 332"/>
          <p:cNvSpPr/>
          <p:nvPr/>
        </p:nvSpPr>
        <p:spPr>
          <a:xfrm>
            <a:off x="1047723" y="5905352"/>
            <a:ext cx="38099" cy="101597"/>
          </a:xfrm>
          <a:prstGeom prst="rect">
            <a:avLst/>
          </a:prstGeom>
          <a:solidFill>
            <a:srgbClr val="08294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4" name="Rectangle 333"/>
          <p:cNvSpPr/>
          <p:nvPr/>
        </p:nvSpPr>
        <p:spPr>
          <a:xfrm>
            <a:off x="1079473" y="5905352"/>
            <a:ext cx="38099" cy="101597"/>
          </a:xfrm>
          <a:prstGeom prst="rect">
            <a:avLst/>
          </a:prstGeom>
          <a:solidFill>
            <a:srgbClr val="092C4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5" name="Rectangle 334"/>
          <p:cNvSpPr/>
          <p:nvPr/>
        </p:nvSpPr>
        <p:spPr>
          <a:xfrm>
            <a:off x="1111222" y="5905352"/>
            <a:ext cx="38099" cy="101597"/>
          </a:xfrm>
          <a:prstGeom prst="rect">
            <a:avLst/>
          </a:prstGeom>
          <a:solidFill>
            <a:srgbClr val="0A2F5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6" name="Rectangle 335"/>
          <p:cNvSpPr/>
          <p:nvPr/>
        </p:nvSpPr>
        <p:spPr>
          <a:xfrm>
            <a:off x="1142971" y="5905352"/>
            <a:ext cx="38099" cy="101597"/>
          </a:xfrm>
          <a:prstGeom prst="rect">
            <a:avLst/>
          </a:prstGeom>
          <a:solidFill>
            <a:srgbClr val="0B33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7" name="Rectangle 336"/>
          <p:cNvSpPr/>
          <p:nvPr/>
        </p:nvSpPr>
        <p:spPr>
          <a:xfrm>
            <a:off x="1174720" y="5905352"/>
            <a:ext cx="38099" cy="101597"/>
          </a:xfrm>
          <a:prstGeom prst="rect">
            <a:avLst/>
          </a:prstGeom>
          <a:solidFill>
            <a:srgbClr val="0C36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8" name="Rectangle 337"/>
          <p:cNvSpPr/>
          <p:nvPr/>
        </p:nvSpPr>
        <p:spPr>
          <a:xfrm>
            <a:off x="1206469" y="5905352"/>
            <a:ext cx="38099" cy="101597"/>
          </a:xfrm>
          <a:prstGeom prst="rect">
            <a:avLst/>
          </a:prstGeom>
          <a:solidFill>
            <a:srgbClr val="0D39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9" name="Rectangle 338"/>
          <p:cNvSpPr/>
          <p:nvPr/>
        </p:nvSpPr>
        <p:spPr>
          <a:xfrm>
            <a:off x="1238219" y="5905352"/>
            <a:ext cx="38099" cy="101597"/>
          </a:xfrm>
          <a:prstGeom prst="rect">
            <a:avLst/>
          </a:prstGeom>
          <a:solidFill>
            <a:srgbClr val="0E3F6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0" name="Rectangle 339"/>
          <p:cNvSpPr/>
          <p:nvPr/>
        </p:nvSpPr>
        <p:spPr>
          <a:xfrm>
            <a:off x="1269968" y="5905352"/>
            <a:ext cx="38099" cy="101597"/>
          </a:xfrm>
          <a:prstGeom prst="rect">
            <a:avLst/>
          </a:prstGeom>
          <a:solidFill>
            <a:srgbClr val="10487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1" name="Rectangle 340"/>
          <p:cNvSpPr/>
          <p:nvPr/>
        </p:nvSpPr>
        <p:spPr>
          <a:xfrm>
            <a:off x="1301717" y="5905352"/>
            <a:ext cx="38099" cy="101597"/>
          </a:xfrm>
          <a:prstGeom prst="rect">
            <a:avLst/>
          </a:prstGeom>
          <a:solidFill>
            <a:srgbClr val="11517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2" name="Rectangle 341"/>
          <p:cNvSpPr/>
          <p:nvPr/>
        </p:nvSpPr>
        <p:spPr>
          <a:xfrm>
            <a:off x="1333466" y="5905352"/>
            <a:ext cx="38099" cy="101597"/>
          </a:xfrm>
          <a:prstGeom prst="rect">
            <a:avLst/>
          </a:prstGeom>
          <a:solidFill>
            <a:srgbClr val="1359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3" name="Rectangle 342"/>
          <p:cNvSpPr/>
          <p:nvPr/>
        </p:nvSpPr>
        <p:spPr>
          <a:xfrm>
            <a:off x="1365215" y="5905352"/>
            <a:ext cx="38099" cy="101597"/>
          </a:xfrm>
          <a:prstGeom prst="rect">
            <a:avLst/>
          </a:prstGeom>
          <a:solidFill>
            <a:srgbClr val="1562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4" name="Rectangle 343"/>
          <p:cNvSpPr/>
          <p:nvPr/>
        </p:nvSpPr>
        <p:spPr>
          <a:xfrm>
            <a:off x="1396965" y="5905352"/>
            <a:ext cx="38099" cy="101597"/>
          </a:xfrm>
          <a:prstGeom prst="rect">
            <a:avLst/>
          </a:prstGeom>
          <a:solidFill>
            <a:srgbClr val="166B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5" name="Rectangle 344"/>
          <p:cNvSpPr/>
          <p:nvPr/>
        </p:nvSpPr>
        <p:spPr>
          <a:xfrm>
            <a:off x="1428714" y="5905352"/>
            <a:ext cx="38099" cy="101597"/>
          </a:xfrm>
          <a:prstGeom prst="rect">
            <a:avLst/>
          </a:prstGeom>
          <a:solidFill>
            <a:srgbClr val="18749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6" name="Rectangle 345"/>
          <p:cNvSpPr/>
          <p:nvPr/>
        </p:nvSpPr>
        <p:spPr>
          <a:xfrm>
            <a:off x="1460463" y="5905352"/>
            <a:ext cx="38099" cy="101597"/>
          </a:xfrm>
          <a:prstGeom prst="rect">
            <a:avLst/>
          </a:prstGeom>
          <a:solidFill>
            <a:srgbClr val="1A7CA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7" name="Rectangle 346"/>
          <p:cNvSpPr/>
          <p:nvPr/>
        </p:nvSpPr>
        <p:spPr>
          <a:xfrm>
            <a:off x="1492212" y="5905352"/>
            <a:ext cx="38099" cy="101597"/>
          </a:xfrm>
          <a:prstGeom prst="rect">
            <a:avLst/>
          </a:prstGeom>
          <a:solidFill>
            <a:srgbClr val="1C85A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8" name="Rectangle 347"/>
          <p:cNvSpPr/>
          <p:nvPr/>
        </p:nvSpPr>
        <p:spPr>
          <a:xfrm>
            <a:off x="1523961" y="5905352"/>
            <a:ext cx="38099" cy="101597"/>
          </a:xfrm>
          <a:prstGeom prst="rect">
            <a:avLst/>
          </a:prstGeom>
          <a:solidFill>
            <a:srgbClr val="1E8EB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9" name="Rectangle 348"/>
          <p:cNvSpPr/>
          <p:nvPr/>
        </p:nvSpPr>
        <p:spPr>
          <a:xfrm>
            <a:off x="1555711" y="5905352"/>
            <a:ext cx="38099" cy="101597"/>
          </a:xfrm>
          <a:prstGeom prst="rect">
            <a:avLst/>
          </a:prstGeom>
          <a:solidFill>
            <a:srgbClr val="2393B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0" name="Rectangle 349"/>
          <p:cNvSpPr/>
          <p:nvPr/>
        </p:nvSpPr>
        <p:spPr>
          <a:xfrm>
            <a:off x="1587460" y="5905352"/>
            <a:ext cx="38099" cy="101597"/>
          </a:xfrm>
          <a:prstGeom prst="rect">
            <a:avLst/>
          </a:prstGeom>
          <a:solidFill>
            <a:srgbClr val="2998B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1" name="Rectangle 350"/>
          <p:cNvSpPr/>
          <p:nvPr/>
        </p:nvSpPr>
        <p:spPr>
          <a:xfrm>
            <a:off x="1619209" y="5905352"/>
            <a:ext cx="38099" cy="101597"/>
          </a:xfrm>
          <a:prstGeom prst="rect">
            <a:avLst/>
          </a:prstGeom>
          <a:solidFill>
            <a:srgbClr val="2F9DC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2" name="Rectangle 351"/>
          <p:cNvSpPr/>
          <p:nvPr/>
        </p:nvSpPr>
        <p:spPr>
          <a:xfrm>
            <a:off x="1650958" y="5905352"/>
            <a:ext cx="38099" cy="101597"/>
          </a:xfrm>
          <a:prstGeom prst="rect">
            <a:avLst/>
          </a:prstGeom>
          <a:solidFill>
            <a:srgbClr val="34A2C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3" name="Rectangle 352"/>
          <p:cNvSpPr/>
          <p:nvPr/>
        </p:nvSpPr>
        <p:spPr>
          <a:xfrm>
            <a:off x="1682707" y="5905352"/>
            <a:ext cx="38099" cy="101597"/>
          </a:xfrm>
          <a:prstGeom prst="rect">
            <a:avLst/>
          </a:prstGeom>
          <a:solidFill>
            <a:srgbClr val="3AA7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4" name="Rectangle 353"/>
          <p:cNvSpPr/>
          <p:nvPr/>
        </p:nvSpPr>
        <p:spPr>
          <a:xfrm>
            <a:off x="1714457" y="5905352"/>
            <a:ext cx="38099" cy="101597"/>
          </a:xfrm>
          <a:prstGeom prst="rect">
            <a:avLst/>
          </a:prstGeom>
          <a:solidFill>
            <a:srgbClr val="3FAC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5" name="Rectangle 354"/>
          <p:cNvSpPr/>
          <p:nvPr/>
        </p:nvSpPr>
        <p:spPr>
          <a:xfrm>
            <a:off x="1746206" y="5905352"/>
            <a:ext cx="38099" cy="101597"/>
          </a:xfrm>
          <a:prstGeom prst="rect">
            <a:avLst/>
          </a:prstGeom>
          <a:solidFill>
            <a:srgbClr val="45B1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6" name="Rectangle 355"/>
          <p:cNvSpPr/>
          <p:nvPr/>
        </p:nvSpPr>
        <p:spPr>
          <a:xfrm>
            <a:off x="1777955" y="5905352"/>
            <a:ext cx="38099" cy="101597"/>
          </a:xfrm>
          <a:prstGeom prst="rect">
            <a:avLst/>
          </a:prstGeom>
          <a:solidFill>
            <a:srgbClr val="4BB6E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7" name="Rectangle 356"/>
          <p:cNvSpPr/>
          <p:nvPr/>
        </p:nvSpPr>
        <p:spPr>
          <a:xfrm>
            <a:off x="1809704" y="5905352"/>
            <a:ext cx="38099" cy="101597"/>
          </a:xfrm>
          <a:prstGeom prst="rect">
            <a:avLst/>
          </a:prstGeom>
          <a:solidFill>
            <a:srgbClr val="50BB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8" name="Rectangle 357"/>
          <p:cNvSpPr/>
          <p:nvPr/>
        </p:nvSpPr>
        <p:spPr>
          <a:xfrm>
            <a:off x="1841453" y="5905352"/>
            <a:ext cx="38099" cy="101597"/>
          </a:xfrm>
          <a:prstGeom prst="rect">
            <a:avLst/>
          </a:prstGeom>
          <a:solidFill>
            <a:srgbClr val="60BFD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9" name="Rectangle 358"/>
          <p:cNvSpPr/>
          <p:nvPr/>
        </p:nvSpPr>
        <p:spPr>
          <a:xfrm>
            <a:off x="1873203" y="5905352"/>
            <a:ext cx="38099" cy="101597"/>
          </a:xfrm>
          <a:prstGeom prst="rect">
            <a:avLst/>
          </a:prstGeom>
          <a:solidFill>
            <a:srgbClr val="75C1C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0" name="Rectangle 359"/>
          <p:cNvSpPr/>
          <p:nvPr/>
        </p:nvSpPr>
        <p:spPr>
          <a:xfrm>
            <a:off x="1904952" y="5905352"/>
            <a:ext cx="38099" cy="101597"/>
          </a:xfrm>
          <a:prstGeom prst="rect">
            <a:avLst/>
          </a:prstGeom>
          <a:solidFill>
            <a:srgbClr val="8AC4B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1" name="Rectangle 360"/>
          <p:cNvSpPr/>
          <p:nvPr/>
        </p:nvSpPr>
        <p:spPr>
          <a:xfrm>
            <a:off x="1936701" y="5905352"/>
            <a:ext cx="38099" cy="101597"/>
          </a:xfrm>
          <a:prstGeom prst="rect">
            <a:avLst/>
          </a:prstGeom>
          <a:solidFill>
            <a:srgbClr val="9FC6A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2" name="Rectangle 361"/>
          <p:cNvSpPr/>
          <p:nvPr/>
        </p:nvSpPr>
        <p:spPr>
          <a:xfrm>
            <a:off x="1968450" y="5905352"/>
            <a:ext cx="38099" cy="101597"/>
          </a:xfrm>
          <a:prstGeom prst="rect">
            <a:avLst/>
          </a:prstGeom>
          <a:solidFill>
            <a:srgbClr val="B4C9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3" name="Rectangle 362"/>
          <p:cNvSpPr/>
          <p:nvPr/>
        </p:nvSpPr>
        <p:spPr>
          <a:xfrm>
            <a:off x="2000199" y="5905352"/>
            <a:ext cx="38099" cy="101597"/>
          </a:xfrm>
          <a:prstGeom prst="rect">
            <a:avLst/>
          </a:prstGeom>
          <a:solidFill>
            <a:srgbClr val="C9CB7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4" name="Rectangle 363"/>
          <p:cNvSpPr/>
          <p:nvPr/>
        </p:nvSpPr>
        <p:spPr>
          <a:xfrm>
            <a:off x="2031949" y="5905352"/>
            <a:ext cx="38099" cy="101597"/>
          </a:xfrm>
          <a:prstGeom prst="rect">
            <a:avLst/>
          </a:prstGeom>
          <a:solidFill>
            <a:srgbClr val="DECE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5" name="Rectangle 364"/>
          <p:cNvSpPr/>
          <p:nvPr/>
        </p:nvSpPr>
        <p:spPr>
          <a:xfrm>
            <a:off x="2063698" y="5905352"/>
            <a:ext cx="38099" cy="101597"/>
          </a:xfrm>
          <a:prstGeom prst="rect">
            <a:avLst/>
          </a:prstGeom>
          <a:solidFill>
            <a:srgbClr val="F3D15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6" name="Rectangle 365"/>
          <p:cNvSpPr/>
          <p:nvPr/>
        </p:nvSpPr>
        <p:spPr>
          <a:xfrm>
            <a:off x="2095447" y="5905352"/>
            <a:ext cx="38099" cy="101597"/>
          </a:xfrm>
          <a:prstGeom prst="rect">
            <a:avLst/>
          </a:prstGeom>
          <a:solidFill>
            <a:srgbClr val="FFCF4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7" name="Rectangle 366"/>
          <p:cNvSpPr/>
          <p:nvPr/>
        </p:nvSpPr>
        <p:spPr>
          <a:xfrm>
            <a:off x="2127196" y="5905352"/>
            <a:ext cx="38099" cy="101597"/>
          </a:xfrm>
          <a:prstGeom prst="rect">
            <a:avLst/>
          </a:prstGeom>
          <a:solidFill>
            <a:srgbClr val="FFC6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8" name="Rectangle 367"/>
          <p:cNvSpPr/>
          <p:nvPr/>
        </p:nvSpPr>
        <p:spPr>
          <a:xfrm>
            <a:off x="2158946" y="5905352"/>
            <a:ext cx="38099" cy="101597"/>
          </a:xfrm>
          <a:prstGeom prst="rect">
            <a:avLst/>
          </a:prstGeom>
          <a:solidFill>
            <a:srgbClr val="FFBE3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9" name="Rectangle 368"/>
          <p:cNvSpPr/>
          <p:nvPr/>
        </p:nvSpPr>
        <p:spPr>
          <a:xfrm>
            <a:off x="2190695" y="5905352"/>
            <a:ext cx="38099" cy="101597"/>
          </a:xfrm>
          <a:prstGeom prst="rect">
            <a:avLst/>
          </a:prstGeom>
          <a:solidFill>
            <a:srgbClr val="FFB6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0" name="Rectangle 369"/>
          <p:cNvSpPr/>
          <p:nvPr/>
        </p:nvSpPr>
        <p:spPr>
          <a:xfrm>
            <a:off x="2222444" y="5905352"/>
            <a:ext cx="38099" cy="101597"/>
          </a:xfrm>
          <a:prstGeom prst="rect">
            <a:avLst/>
          </a:prstGeom>
          <a:solidFill>
            <a:srgbClr val="FFAD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1" name="Rectangle 370"/>
          <p:cNvSpPr/>
          <p:nvPr/>
        </p:nvSpPr>
        <p:spPr>
          <a:xfrm>
            <a:off x="2254193" y="5905352"/>
            <a:ext cx="38099" cy="101597"/>
          </a:xfrm>
          <a:prstGeom prst="rect">
            <a:avLst/>
          </a:prstGeom>
          <a:solidFill>
            <a:srgbClr val="FFA52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2" name="Rectangle 371"/>
          <p:cNvSpPr/>
          <p:nvPr/>
        </p:nvSpPr>
        <p:spPr>
          <a:xfrm>
            <a:off x="2285942" y="5905352"/>
            <a:ext cx="38099" cy="101597"/>
          </a:xfrm>
          <a:prstGeom prst="rect">
            <a:avLst/>
          </a:prstGeom>
          <a:solidFill>
            <a:srgbClr val="FF9D1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3" name="Rectangle 372"/>
          <p:cNvSpPr/>
          <p:nvPr/>
        </p:nvSpPr>
        <p:spPr>
          <a:xfrm>
            <a:off x="2317692" y="5905352"/>
            <a:ext cx="38099" cy="101597"/>
          </a:xfrm>
          <a:prstGeom prst="rect">
            <a:avLst/>
          </a:prstGeom>
          <a:solidFill>
            <a:srgbClr val="FF951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4" name="Rectangle 373"/>
          <p:cNvSpPr/>
          <p:nvPr/>
        </p:nvSpPr>
        <p:spPr>
          <a:xfrm>
            <a:off x="2349441" y="5905352"/>
            <a:ext cx="38099" cy="101597"/>
          </a:xfrm>
          <a:prstGeom prst="rect">
            <a:avLst/>
          </a:prstGeom>
          <a:solidFill>
            <a:srgbClr val="FF8C0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5" name="Rectangle 374"/>
          <p:cNvSpPr/>
          <p:nvPr/>
        </p:nvSpPr>
        <p:spPr>
          <a:xfrm>
            <a:off x="2381190" y="5905352"/>
            <a:ext cx="38099" cy="101597"/>
          </a:xfrm>
          <a:prstGeom prst="rect">
            <a:avLst/>
          </a:prstGeom>
          <a:solidFill>
            <a:srgbClr val="FF840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6" name="Rectangle 375"/>
          <p:cNvSpPr/>
          <p:nvPr/>
        </p:nvSpPr>
        <p:spPr>
          <a:xfrm>
            <a:off x="2412939" y="5905352"/>
            <a:ext cx="38099" cy="101597"/>
          </a:xfrm>
          <a:prstGeom prst="rect">
            <a:avLst/>
          </a:prstGeom>
          <a:solidFill>
            <a:srgbClr val="FF7C0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7" name="Rectangle 376"/>
          <p:cNvSpPr/>
          <p:nvPr/>
        </p:nvSpPr>
        <p:spPr>
          <a:xfrm>
            <a:off x="2444688" y="5905352"/>
            <a:ext cx="38099" cy="101597"/>
          </a:xfrm>
          <a:prstGeom prst="rect">
            <a:avLst/>
          </a:prstGeom>
          <a:solidFill>
            <a:srgbClr val="FD750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8" name="Rectangle 377"/>
          <p:cNvSpPr/>
          <p:nvPr/>
        </p:nvSpPr>
        <p:spPr>
          <a:xfrm>
            <a:off x="2476438" y="5905352"/>
            <a:ext cx="38099" cy="101597"/>
          </a:xfrm>
          <a:prstGeom prst="rect">
            <a:avLst/>
          </a:prstGeom>
          <a:solidFill>
            <a:srgbClr val="FB6F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9" name="Rectangle 378"/>
          <p:cNvSpPr/>
          <p:nvPr/>
        </p:nvSpPr>
        <p:spPr>
          <a:xfrm>
            <a:off x="2508187" y="5905352"/>
            <a:ext cx="38099" cy="101597"/>
          </a:xfrm>
          <a:prstGeom prst="rect">
            <a:avLst/>
          </a:prstGeom>
          <a:solidFill>
            <a:srgbClr val="FA690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0" name="Rectangle 379"/>
          <p:cNvSpPr/>
          <p:nvPr/>
        </p:nvSpPr>
        <p:spPr>
          <a:xfrm>
            <a:off x="2539936" y="5905352"/>
            <a:ext cx="38099" cy="101597"/>
          </a:xfrm>
          <a:prstGeom prst="rect">
            <a:avLst/>
          </a:prstGeom>
          <a:solidFill>
            <a:srgbClr val="F8630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1" name="Rectangle 380"/>
          <p:cNvSpPr/>
          <p:nvPr/>
        </p:nvSpPr>
        <p:spPr>
          <a:xfrm>
            <a:off x="2571685" y="5905352"/>
            <a:ext cx="38099" cy="101597"/>
          </a:xfrm>
          <a:prstGeom prst="rect">
            <a:avLst/>
          </a:prstGeom>
          <a:solidFill>
            <a:srgbClr val="F65D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2" name="Rectangle 381"/>
          <p:cNvSpPr/>
          <p:nvPr/>
        </p:nvSpPr>
        <p:spPr>
          <a:xfrm>
            <a:off x="2603434" y="5905352"/>
            <a:ext cx="38099" cy="101597"/>
          </a:xfrm>
          <a:prstGeom prst="rect">
            <a:avLst/>
          </a:prstGeom>
          <a:solidFill>
            <a:srgbClr val="F4570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3" name="Rectangle 382"/>
          <p:cNvSpPr/>
          <p:nvPr/>
        </p:nvSpPr>
        <p:spPr>
          <a:xfrm>
            <a:off x="2635184" y="5905352"/>
            <a:ext cx="38099" cy="101597"/>
          </a:xfrm>
          <a:prstGeom prst="rect">
            <a:avLst/>
          </a:prstGeom>
          <a:solidFill>
            <a:srgbClr val="F2511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4" name="Rectangle 383"/>
          <p:cNvSpPr/>
          <p:nvPr/>
        </p:nvSpPr>
        <p:spPr>
          <a:xfrm>
            <a:off x="2666933" y="5905352"/>
            <a:ext cx="38099" cy="101597"/>
          </a:xfrm>
          <a:prstGeom prst="rect">
            <a:avLst/>
          </a:prstGeom>
          <a:solidFill>
            <a:srgbClr val="F04B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5" name="Rectangle 384"/>
          <p:cNvSpPr/>
          <p:nvPr/>
        </p:nvSpPr>
        <p:spPr>
          <a:xfrm>
            <a:off x="2698682" y="5905352"/>
            <a:ext cx="38099" cy="101597"/>
          </a:xfrm>
          <a:prstGeom prst="rect">
            <a:avLst/>
          </a:prstGeom>
          <a:solidFill>
            <a:srgbClr val="EE451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6" name="Rectangle 385"/>
          <p:cNvSpPr/>
          <p:nvPr/>
        </p:nvSpPr>
        <p:spPr>
          <a:xfrm>
            <a:off x="2730431" y="5905352"/>
            <a:ext cx="38099" cy="101597"/>
          </a:xfrm>
          <a:prstGeom prst="rect">
            <a:avLst/>
          </a:prstGeom>
          <a:solidFill>
            <a:srgbClr val="EC3F1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7" name="Rectangle 386"/>
          <p:cNvSpPr/>
          <p:nvPr/>
        </p:nvSpPr>
        <p:spPr>
          <a:xfrm>
            <a:off x="2762180" y="5905352"/>
            <a:ext cx="38099" cy="101597"/>
          </a:xfrm>
          <a:prstGeom prst="rect">
            <a:avLst/>
          </a:prstGeom>
          <a:solidFill>
            <a:srgbClr val="EA391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8" name="Rectangle 387"/>
          <p:cNvSpPr/>
          <p:nvPr/>
        </p:nvSpPr>
        <p:spPr>
          <a:xfrm>
            <a:off x="2793930" y="5905352"/>
            <a:ext cx="38099" cy="101597"/>
          </a:xfrm>
          <a:prstGeom prst="rect">
            <a:avLst/>
          </a:prstGeom>
          <a:solidFill>
            <a:srgbClr val="E833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9" name="TextBox 388"/>
          <p:cNvSpPr txBox="1"/>
          <p:nvPr/>
        </p:nvSpPr>
        <p:spPr>
          <a:xfrm>
            <a:off x="539736" y="6070448"/>
            <a:ext cx="761980" cy="190495"/>
          </a:xfrm>
          <a:prstGeom prst="rect">
            <a:avLst/>
          </a:prstGeom>
          <a:noFill/>
        </p:spPr>
        <p:txBody>
          <a:bodyPr wrap="square" anchor="t" lIns="0" rIns="0" tIns="0" bIns="0">
            <a:spAutoFit/>
          </a:bodyPr>
          <a:lstStyle/>
          <a:p>
            <a:pPr algn="ctr">
              <a:lnSpc>
                <a:spcPct val="125000"/>
              </a:lnSpc>
            </a:pPr>
            <a:r>
              <a:rPr sz="1100" b="0">
                <a:solidFill>
                  <a:srgbClr val="8FB6D0"/>
                </a:solidFill>
                <a:latin typeface="Consolas"/>
              </a:rPr>
              <a:t>0</a:t>
            </a:r>
          </a:p>
        </p:txBody>
      </p:sp>
      <p:sp>
        <p:nvSpPr>
          <p:cNvPr id="390" name="TextBox 389"/>
          <p:cNvSpPr txBox="1"/>
          <p:nvPr/>
        </p:nvSpPr>
        <p:spPr>
          <a:xfrm>
            <a:off x="1492212" y="6070448"/>
            <a:ext cx="761980" cy="190495"/>
          </a:xfrm>
          <a:prstGeom prst="rect">
            <a:avLst/>
          </a:prstGeom>
          <a:noFill/>
        </p:spPr>
        <p:txBody>
          <a:bodyPr wrap="square" anchor="t" lIns="0" rIns="0" tIns="0" bIns="0">
            <a:spAutoFit/>
          </a:bodyPr>
          <a:lstStyle/>
          <a:p>
            <a:pPr algn="ctr">
              <a:lnSpc>
                <a:spcPct val="125000"/>
              </a:lnSpc>
            </a:pPr>
            <a:r>
              <a:rPr sz="1100" b="0">
                <a:solidFill>
                  <a:srgbClr val="8FB6D0"/>
                </a:solidFill>
                <a:latin typeface="Consolas"/>
              </a:rPr>
              <a:t>200</a:t>
            </a:r>
          </a:p>
        </p:txBody>
      </p:sp>
      <p:sp>
        <p:nvSpPr>
          <p:cNvPr id="391" name="TextBox 390"/>
          <p:cNvSpPr txBox="1"/>
          <p:nvPr/>
        </p:nvSpPr>
        <p:spPr>
          <a:xfrm>
            <a:off x="2444688" y="6070448"/>
            <a:ext cx="761980" cy="190495"/>
          </a:xfrm>
          <a:prstGeom prst="rect">
            <a:avLst/>
          </a:prstGeom>
          <a:noFill/>
        </p:spPr>
        <p:txBody>
          <a:bodyPr wrap="square" anchor="t" lIns="0" rIns="0" tIns="0" bIns="0">
            <a:spAutoFit/>
          </a:bodyPr>
          <a:lstStyle/>
          <a:p>
            <a:pPr algn="ctr">
              <a:lnSpc>
                <a:spcPct val="125000"/>
              </a:lnSpc>
            </a:pPr>
            <a:r>
              <a:rPr sz="1100" b="0">
                <a:solidFill>
                  <a:srgbClr val="8FB6D0"/>
                </a:solidFill>
                <a:latin typeface="Consolas"/>
              </a:rPr>
              <a:t>400</a:t>
            </a:r>
          </a:p>
        </p:txBody>
      </p:sp>
      <p:sp>
        <p:nvSpPr>
          <p:cNvPr id="392" name="TextBox 391"/>
          <p:cNvSpPr txBox="1"/>
          <p:nvPr/>
        </p:nvSpPr>
        <p:spPr>
          <a:xfrm>
            <a:off x="2978075" y="5892652"/>
            <a:ext cx="1269968" cy="190495"/>
          </a:xfrm>
          <a:prstGeom prst="rect">
            <a:avLst/>
          </a:prstGeom>
          <a:noFill/>
        </p:spPr>
        <p:txBody>
          <a:bodyPr wrap="square" anchor="t" lIns="0" rIns="0" tIns="0" bIns="0">
            <a:spAutoFit/>
          </a:bodyPr>
          <a:lstStyle/>
          <a:p>
            <a:pPr algn="l">
              <a:lnSpc>
                <a:spcPct val="125000"/>
              </a:lnSpc>
            </a:pPr>
            <a:r>
              <a:rPr sz="1100" b="0">
                <a:solidFill>
                  <a:srgbClr val="8FB6D0"/>
                </a:solidFill>
                <a:latin typeface="Consolas"/>
              </a:rPr>
              <a:t>kPa</a:t>
            </a:r>
          </a:p>
        </p:txBody>
      </p:sp>
      <p:sp>
        <p:nvSpPr>
          <p:cNvPr id="393" name="!!piek"/>
          <p:cNvSpPr txBox="1"/>
          <p:nvPr/>
        </p:nvSpPr>
        <p:spPr>
          <a:xfrm>
            <a:off x="3555911" y="1587460"/>
            <a:ext cx="4444888" cy="1904952"/>
          </a:xfrm>
          <a:prstGeom prst="rect">
            <a:avLst/>
          </a:prstGeom>
          <a:noFill/>
        </p:spPr>
        <p:txBody>
          <a:bodyPr wrap="none" anchor="t" lIns="0" rIns="0" tIns="0" bIns="0">
            <a:spAutoFit/>
          </a:bodyPr>
          <a:lstStyle/>
          <a:p>
            <a:pPr algn="l">
              <a:lnSpc>
                <a:spcPct val="90000"/>
              </a:lnSpc>
            </a:pPr>
            <a:r>
              <a:rPr sz="15000" b="1">
                <a:solidFill>
                  <a:srgbClr val="52BDEC"/>
                </a:solidFill>
                <a:latin typeface="Segoe UI"/>
              </a:rPr>
              <a:t>186</a:t>
            </a:r>
          </a:p>
        </p:txBody>
      </p:sp>
      <p:sp>
        <p:nvSpPr>
          <p:cNvPr id="394" name="!!eenheid"/>
          <p:cNvSpPr txBox="1"/>
          <p:nvPr/>
        </p:nvSpPr>
        <p:spPr>
          <a:xfrm>
            <a:off x="6857828" y="1904952"/>
            <a:ext cx="1269968" cy="507987"/>
          </a:xfrm>
          <a:prstGeom prst="rect">
            <a:avLst/>
          </a:prstGeom>
          <a:noFill/>
        </p:spPr>
        <p:txBody>
          <a:bodyPr wrap="square" anchor="t" lIns="0" rIns="0" tIns="0" bIns="0">
            <a:spAutoFit/>
          </a:bodyPr>
          <a:lstStyle/>
          <a:p>
            <a:pPr algn="l">
              <a:lnSpc>
                <a:spcPct val="125000"/>
              </a:lnSpc>
            </a:pPr>
            <a:r>
              <a:rPr sz="4400" b="1">
                <a:solidFill>
                  <a:srgbClr val="52BDEC"/>
                </a:solidFill>
                <a:latin typeface="Segoe UI Light"/>
              </a:rPr>
              <a:t>kPa</a:t>
            </a:r>
          </a:p>
        </p:txBody>
      </p:sp>
      <p:sp>
        <p:nvSpPr>
          <p:cNvPr id="395" name="!!plek"/>
          <p:cNvSpPr txBox="1"/>
          <p:nvPr/>
        </p:nvSpPr>
        <p:spPr>
          <a:xfrm>
            <a:off x="3581310" y="3352716"/>
            <a:ext cx="7619809" cy="380990"/>
          </a:xfrm>
          <a:prstGeom prst="rect">
            <a:avLst/>
          </a:prstGeom>
          <a:noFill/>
        </p:spPr>
        <p:txBody>
          <a:bodyPr wrap="square" anchor="t" lIns="0" rIns="0" tIns="0" bIns="0">
            <a:spAutoFit/>
          </a:bodyPr>
          <a:lstStyle/>
          <a:p>
            <a:pPr algn="l">
              <a:lnSpc>
                <a:spcPct val="125000"/>
              </a:lnSpc>
            </a:pPr>
            <a:r>
              <a:rPr sz="2200" b="1">
                <a:solidFill>
                  <a:srgbClr val="F2F8FC"/>
                </a:solidFill>
                <a:latin typeface="Segoe UI"/>
              </a:rPr>
              <a:t>piekdruk in de doelregio na aanpassing</a:t>
            </a:r>
          </a:p>
        </p:txBody>
      </p:sp>
      <p:sp>
        <p:nvSpPr>
          <p:cNvPr id="396" name="!!norm"/>
          <p:cNvSpPr/>
          <p:nvPr/>
        </p:nvSpPr>
        <p:spPr>
          <a:xfrm>
            <a:off x="3555911" y="3924201"/>
            <a:ext cx="8000799" cy="609584"/>
          </a:xfrm>
          <a:prstGeom prst="roundRect">
            <a:avLst>
              <a:gd name="adj" fmla="val 4500"/>
            </a:avLst>
          </a:prstGeom>
          <a:solidFill>
            <a:srgbClr val="1748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7" name="!!normtekst"/>
          <p:cNvSpPr txBox="1"/>
          <p:nvPr/>
        </p:nvSpPr>
        <p:spPr>
          <a:xfrm>
            <a:off x="3555911" y="4101997"/>
            <a:ext cx="8000799" cy="292092"/>
          </a:xfrm>
          <a:prstGeom prst="rect">
            <a:avLst/>
          </a:prstGeom>
          <a:noFill/>
        </p:spPr>
        <p:txBody>
          <a:bodyPr wrap="square" anchor="t" lIns="0" rIns="0" tIns="0" bIns="0">
            <a:spAutoFit/>
          </a:bodyPr>
          <a:lstStyle/>
          <a:p>
            <a:pPr algn="ctr">
              <a:lnSpc>
                <a:spcPct val="125000"/>
              </a:lnSpc>
            </a:pPr>
            <a:r>
              <a:rPr sz="2200" b="1">
                <a:solidFill>
                  <a:srgbClr val="FF7A00"/>
                </a:solidFill>
                <a:latin typeface="Consolas"/>
              </a:rPr>
              <a:t>40% lager  ·  onder 200 kPa  ·  beide criteria gehaald</a:t>
            </a:r>
          </a:p>
        </p:txBody>
      </p:sp>
      <p:sp>
        <p:nvSpPr>
          <p:cNvPr id="398" name="TextBox 397"/>
          <p:cNvSpPr txBox="1"/>
          <p:nvPr/>
        </p:nvSpPr>
        <p:spPr>
          <a:xfrm>
            <a:off x="3555911" y="4825879"/>
            <a:ext cx="8000799" cy="1269968"/>
          </a:xfrm>
          <a:prstGeom prst="rect">
            <a:avLst/>
          </a:prstGeom>
          <a:noFill/>
        </p:spPr>
        <p:txBody>
          <a:bodyPr wrap="square" anchor="t" lIns="0" rIns="0" tIns="0" bIns="0">
            <a:spAutoFit/>
          </a:bodyPr>
          <a:lstStyle/>
          <a:p>
            <a:pPr algn="l">
              <a:lnSpc>
                <a:spcPct val="135000"/>
              </a:lnSpc>
            </a:pPr>
            <a:r>
              <a:rPr sz="1700" b="0">
                <a:solidFill>
                  <a:srgbClr val="8FB6D0"/>
                </a:solidFill>
                <a:latin typeface="Segoe UI"/>
              </a:rPr>
              <a:t>De norm geldt per doelregio: piekdruk onder 200 kPa óf minstens 25% lager dan de baselinemeting van diezelfde regio.</a:t>
            </a:r>
          </a:p>
          <a:p>
            <a:pPr algn="l">
              <a:lnSpc>
                <a:spcPct val="135000"/>
              </a:lnSpc>
              <a:spcBef>
                <a:spcPts val="1200"/>
              </a:spcBef>
            </a:pPr>
            <a:r>
              <a:rPr sz="1700" b="0">
                <a:solidFill>
                  <a:srgbClr val="8FB6D0"/>
                </a:solidFill>
                <a:latin typeface="Segoe UI"/>
              </a:rPr>
              <a:t>Haalt u de norm niet, dan past u aan en meet u opnieuw. Het formulier voorziet twee extra ontlastingstests.</a:t>
            </a:r>
          </a:p>
        </p:txBody>
      </p:sp>
      <p:sp>
        <p:nvSpPr>
          <p:cNvPr id="399" name="TextBox 398"/>
          <p:cNvSpPr txBox="1"/>
          <p:nvPr/>
        </p:nvSpPr>
        <p:spPr>
          <a:xfrm>
            <a:off x="634984" y="6387940"/>
            <a:ext cx="8889777" cy="190495"/>
          </a:xfrm>
          <a:prstGeom prst="rect">
            <a:avLst/>
          </a:prstGeom>
          <a:noFill/>
        </p:spPr>
        <p:txBody>
          <a:bodyPr wrap="square" anchor="t" lIns="0" rIns="0" tIns="0" bIns="0">
            <a:spAutoFit/>
          </a:bodyPr>
          <a:lstStyle/>
          <a:p>
            <a:pPr algn="l">
              <a:lnSpc>
                <a:spcPct val="125000"/>
              </a:lnSpc>
            </a:pPr>
            <a:r>
              <a:rPr sz="1150" b="0">
                <a:solidFill>
                  <a:srgbClr val="8FB6D0"/>
                </a:solidFill>
                <a:latin typeface="Consolas"/>
              </a:rPr>
              <a:t>eCRF-document 24 · Meting drukherverdeling voetorthese</a:t>
            </a:r>
          </a:p>
        </p:txBody>
      </p:sp>
      <p:sp>
        <p:nvSpPr>
          <p:cNvPr id="400" name="TextBox 399"/>
          <p:cNvSpPr txBox="1"/>
          <p:nvPr/>
        </p:nvSpPr>
        <p:spPr>
          <a:xfrm>
            <a:off x="10540736" y="6387940"/>
            <a:ext cx="1015974" cy="177795"/>
          </a:xfrm>
          <a:prstGeom prst="rect">
            <a:avLst/>
          </a:prstGeom>
          <a:noFill/>
        </p:spPr>
        <p:txBody>
          <a:bodyPr wrap="square" anchor="t" lIns="0" rIns="0" tIns="0" bIns="0">
            <a:spAutoFit/>
          </a:bodyPr>
          <a:lstStyle/>
          <a:p>
            <a:pPr algn="r">
              <a:lnSpc>
                <a:spcPct val="125000"/>
              </a:lnSpc>
            </a:pPr>
            <a:r>
              <a:rPr sz="1050" b="0">
                <a:solidFill>
                  <a:srgbClr val="8FB6D0"/>
                </a:solidFill>
                <a:latin typeface="Consolas"/>
              </a:rPr>
              <a:t>15 / 26</a:t>
            </a:r>
          </a:p>
        </p:txBody>
      </p:sp>
      <p:pic>
        <p:nvPicPr>
          <p:cNvPr id="401" name="merk" descr="merk.png"/>
          <p:cNvPicPr>
            <a:picLocks noChangeAspect="1"/>
          </p:cNvPicPr>
          <p:nvPr/>
        </p:nvPicPr>
        <p:blipFill>
          <a:blip r:embed="rId2"/>
          <a:stretch>
            <a:fillRect/>
          </a:stretch>
        </p:blipFill>
        <p:spPr>
          <a:xfrm>
            <a:off x="11094166" y="368290"/>
            <a:ext cx="417101" cy="482587"/>
          </a:xfrm>
          <a:prstGeom prst="rect">
            <a:avLst/>
          </a:prstGeom>
        </p:spPr>
      </p:pic>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200">
        <p159:morph option="byObject"/>
      </p:transition>
    </mc:Choice>
    <mc:Fallback>
      <p:transition xmlns:p14="http://schemas.microsoft.com/office/powerpoint/2010/main" spd="slow" p14:dur="900">
        <p:fade/>
      </p:transition>
    </mc:Fallback>
  </mc:AlternateContent>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7828"/>
          </a:xfrm>
          <a:prstGeom prst="rect">
            <a:avLst/>
          </a:prstGeom>
          <a:gradFill rotWithShape="1">
            <a:gsLst>
              <a:gs pos="0">
                <a:srgbClr val="072138"/>
              </a:gs>
              <a:gs pos="100000">
                <a:srgbClr val="04182A"/>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6857828"/>
          </a:xfrm>
          <a:prstGeom prst="rect">
            <a:avLst/>
          </a:prstGeom>
          <a:gradFill rotWithShape="1">
            <a:gsLst>
              <a:gs pos="0">
                <a:srgbClr val="FF7A00"/>
              </a:gs>
              <a:gs pos="100000">
                <a:srgbClr val="FF7A00"/>
              </a:gs>
            </a:gsLst>
            <a:lin ang="27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knal"/>
          <p:cNvSpPr txBox="1"/>
          <p:nvPr/>
        </p:nvSpPr>
        <p:spPr>
          <a:xfrm>
            <a:off x="952476" y="1523961"/>
            <a:ext cx="10286742" cy="4190895"/>
          </a:xfrm>
          <a:prstGeom prst="rect">
            <a:avLst/>
          </a:prstGeom>
          <a:noFill/>
        </p:spPr>
        <p:txBody>
          <a:bodyPr wrap="square" anchor="t" lIns="0" rIns="0" tIns="0" bIns="0">
            <a:spAutoFit/>
          </a:bodyPr>
          <a:lstStyle/>
          <a:p>
            <a:pPr algn="l">
              <a:lnSpc>
                <a:spcPct val="106000"/>
              </a:lnSpc>
            </a:pPr>
            <a:r>
              <a:rPr sz="7200" b="1">
                <a:solidFill>
                  <a:srgbClr val="04182A"/>
                </a:solidFill>
                <a:latin typeface="Segoe UI"/>
              </a:rPr>
              <a:t>Niet minder belasting.</a:t>
            </a:r>
          </a:p>
          <a:p>
            <a:pPr algn="l">
              <a:lnSpc>
                <a:spcPct val="106000"/>
              </a:lnSpc>
              <a:spcBef>
                <a:spcPts val="500"/>
              </a:spcBef>
            </a:pPr>
            <a:r>
              <a:rPr sz="7200" b="1">
                <a:solidFill>
                  <a:srgbClr val="04182A"/>
                </a:solidFill>
                <a:latin typeface="Segoe UI"/>
              </a:rPr>
              <a:t>Belasting op een plek die het aankan.</a:t>
            </a:r>
          </a:p>
        </p:txBody>
      </p:sp>
      <p:sp>
        <p:nvSpPr>
          <p:cNvPr id="5" name="TextBox 4"/>
          <p:cNvSpPr txBox="1"/>
          <p:nvPr/>
        </p:nvSpPr>
        <p:spPr>
          <a:xfrm>
            <a:off x="977875" y="6006949"/>
            <a:ext cx="9524761" cy="279393"/>
          </a:xfrm>
          <a:prstGeom prst="rect">
            <a:avLst/>
          </a:prstGeom>
          <a:noFill/>
        </p:spPr>
        <p:txBody>
          <a:bodyPr wrap="square" anchor="t" lIns="0" rIns="0" tIns="0" bIns="0">
            <a:spAutoFit/>
          </a:bodyPr>
          <a:lstStyle/>
          <a:p>
            <a:pPr algn="l">
              <a:lnSpc>
                <a:spcPct val="125000"/>
              </a:lnSpc>
            </a:pPr>
            <a:r>
              <a:rPr sz="1700" b="0">
                <a:solidFill>
                  <a:srgbClr val="04182A"/>
                </a:solidFill>
                <a:latin typeface="Consolas"/>
              </a:rPr>
              <a:t>Dat is de hele interventie.</a:t>
            </a:r>
          </a:p>
        </p:txBody>
      </p:sp>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200">
        <p159:morph option="byObject"/>
      </p:transition>
    </mc:Choice>
    <mc:Fallback>
      <p:transition xmlns:p14="http://schemas.microsoft.com/office/powerpoint/2010/main" spd="slow" p14:dur="900">
        <p:fade/>
      </p:transition>
    </mc:Fallback>
  </mc:AlternateContent>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7828"/>
          </a:xfrm>
          <a:prstGeom prst="rect">
            <a:avLst/>
          </a:prstGeom>
          <a:gradFill rotWithShape="1">
            <a:gsLst>
              <a:gs pos="0">
                <a:srgbClr val="072138"/>
              </a:gs>
              <a:gs pos="100000">
                <a:srgbClr val="04182A"/>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merkgroot" descr="merk.png"/>
          <p:cNvPicPr>
            <a:picLocks noChangeAspect="1"/>
          </p:cNvPicPr>
          <p:nvPr/>
        </p:nvPicPr>
        <p:blipFill>
          <a:blip r:embed="rId2">
            <a:alphaModFix amt="14000"/>
          </a:blip>
          <a:stretch>
            <a:fillRect/>
          </a:stretch>
        </p:blipFill>
        <p:spPr>
          <a:xfrm>
            <a:off x="6603834" y="-1126099"/>
            <a:ext cx="7873803" cy="9110028"/>
          </a:xfrm>
          <a:prstGeom prst="rect">
            <a:avLst/>
          </a:prstGeom>
        </p:spPr>
      </p:pic>
      <p:sp>
        <p:nvSpPr>
          <p:cNvPr id="4" name="hero"/>
          <p:cNvSpPr txBox="1"/>
          <p:nvPr/>
        </p:nvSpPr>
        <p:spPr>
          <a:xfrm>
            <a:off x="571485" y="-444488"/>
            <a:ext cx="5714857" cy="2920926"/>
          </a:xfrm>
          <a:prstGeom prst="rect">
            <a:avLst/>
          </a:prstGeom>
          <a:noFill/>
        </p:spPr>
        <p:txBody>
          <a:bodyPr wrap="none" anchor="t" lIns="0" rIns="0" tIns="0" bIns="0">
            <a:spAutoFit/>
          </a:bodyPr>
          <a:lstStyle/>
          <a:p>
            <a:pPr algn="l">
              <a:lnSpc>
                <a:spcPct val="82000"/>
              </a:lnSpc>
            </a:pPr>
            <a:r>
              <a:rPr sz="26000" b="1">
                <a:gradFill>
                  <a:gsLst>
                    <a:gs pos="0">
                      <a:srgbClr val="52BDEC"/>
                    </a:gs>
                    <a:gs pos="100000">
                      <a:srgbClr val="FF7A00"/>
                    </a:gs>
                  </a:gsLst>
                  <a:lin ang="2700000" scaled="0"/>
                </a:gradFill>
                <a:latin typeface="Segoe UI"/>
              </a:rPr>
              <a:t>03</a:t>
            </a:r>
          </a:p>
        </p:txBody>
      </p:sp>
      <p:sp>
        <p:nvSpPr>
          <p:cNvPr id="5" name="sectietitel"/>
          <p:cNvSpPr txBox="1"/>
          <p:nvPr/>
        </p:nvSpPr>
        <p:spPr>
          <a:xfrm>
            <a:off x="634984" y="3555911"/>
            <a:ext cx="8889777" cy="1015974"/>
          </a:xfrm>
          <a:prstGeom prst="rect">
            <a:avLst/>
          </a:prstGeom>
          <a:noFill/>
        </p:spPr>
        <p:txBody>
          <a:bodyPr wrap="square" anchor="t" lIns="0" rIns="0" tIns="0" bIns="0">
            <a:spAutoFit/>
          </a:bodyPr>
          <a:lstStyle/>
          <a:p>
            <a:pPr algn="l">
              <a:lnSpc>
                <a:spcPct val="125000"/>
              </a:lnSpc>
            </a:pPr>
            <a:r>
              <a:rPr sz="7600" b="1">
                <a:solidFill>
                  <a:srgbClr val="F2F8FC"/>
                </a:solidFill>
                <a:latin typeface="Segoe UI"/>
              </a:rPr>
              <a:t>Het traject</a:t>
            </a:r>
          </a:p>
        </p:txBody>
      </p:sp>
      <p:sp>
        <p:nvSpPr>
          <p:cNvPr id="6" name="TextBox 5"/>
          <p:cNvSpPr txBox="1"/>
          <p:nvPr/>
        </p:nvSpPr>
        <p:spPr>
          <a:xfrm>
            <a:off x="660383" y="4825879"/>
            <a:ext cx="8254793" cy="507987"/>
          </a:xfrm>
          <a:prstGeom prst="rect">
            <a:avLst/>
          </a:prstGeom>
          <a:noFill/>
        </p:spPr>
        <p:txBody>
          <a:bodyPr wrap="square" anchor="t" lIns="0" rIns="0" tIns="0" bIns="0">
            <a:spAutoFit/>
          </a:bodyPr>
          <a:lstStyle/>
          <a:p>
            <a:pPr algn="l">
              <a:lnSpc>
                <a:spcPct val="125000"/>
              </a:lnSpc>
            </a:pPr>
            <a:r>
              <a:rPr sz="2300" b="0">
                <a:solidFill>
                  <a:srgbClr val="8FB6D0"/>
                </a:solidFill>
                <a:latin typeface="Segoe UI Light"/>
              </a:rPr>
              <a:t>Negen contactmomenten. Per moment: wat u doet en wat u invult.</a:t>
            </a:r>
          </a:p>
        </p:txBody>
      </p:sp>
      <p:sp>
        <p:nvSpPr>
          <p:cNvPr id="7" name="TextBox 6"/>
          <p:cNvSpPr txBox="1"/>
          <p:nvPr/>
        </p:nvSpPr>
        <p:spPr>
          <a:xfrm>
            <a:off x="10540736" y="6387940"/>
            <a:ext cx="1015974" cy="177795"/>
          </a:xfrm>
          <a:prstGeom prst="rect">
            <a:avLst/>
          </a:prstGeom>
          <a:noFill/>
        </p:spPr>
        <p:txBody>
          <a:bodyPr wrap="square" anchor="t" lIns="0" rIns="0" tIns="0" bIns="0">
            <a:spAutoFit/>
          </a:bodyPr>
          <a:lstStyle/>
          <a:p>
            <a:pPr algn="r">
              <a:lnSpc>
                <a:spcPct val="125000"/>
              </a:lnSpc>
            </a:pPr>
            <a:r>
              <a:rPr sz="1050" b="0">
                <a:solidFill>
                  <a:srgbClr val="8FB6D0"/>
                </a:solidFill>
                <a:latin typeface="Consolas"/>
              </a:rPr>
              <a:t>17 / 26</a:t>
            </a:r>
          </a:p>
        </p:txBody>
      </p:sp>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200">
        <p159:morph option="byObject"/>
      </p:transition>
    </mc:Choice>
    <mc:Fallback>
      <p:transition xmlns:p14="http://schemas.microsoft.com/office/powerpoint/2010/main" spd="slow" p14:dur="900">
        <p:fade/>
      </p:transition>
    </mc:Fallback>
  </mc:AlternateContent>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7828"/>
          </a:xfrm>
          <a:prstGeom prst="rect">
            <a:avLst/>
          </a:prstGeom>
          <a:gradFill rotWithShape="1">
            <a:gsLst>
              <a:gs pos="0">
                <a:srgbClr val="072138"/>
              </a:gs>
              <a:gs pos="100000">
                <a:srgbClr val="04182A"/>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34984" y="355591"/>
            <a:ext cx="9524761" cy="215894"/>
          </a:xfrm>
          <a:prstGeom prst="rect">
            <a:avLst/>
          </a:prstGeom>
          <a:noFill/>
        </p:spPr>
        <p:txBody>
          <a:bodyPr wrap="square" anchor="t" lIns="0" rIns="0" tIns="0" bIns="0">
            <a:spAutoFit/>
          </a:bodyPr>
          <a:lstStyle/>
          <a:p>
            <a:pPr algn="l">
              <a:lnSpc>
                <a:spcPct val="125000"/>
              </a:lnSpc>
            </a:pPr>
            <a:r>
              <a:rPr sz="1250" b="1" spc="240">
                <a:solidFill>
                  <a:srgbClr val="52BDEC"/>
                </a:solidFill>
                <a:latin typeface="Consolas"/>
              </a:rPr>
              <a:t>HET TRAJECT</a:t>
            </a:r>
          </a:p>
        </p:txBody>
      </p:sp>
      <p:sp>
        <p:nvSpPr>
          <p:cNvPr id="4" name="!!sectietitel"/>
          <p:cNvSpPr txBox="1"/>
          <p:nvPr/>
        </p:nvSpPr>
        <p:spPr>
          <a:xfrm>
            <a:off x="634984" y="609584"/>
            <a:ext cx="9905752" cy="1269968"/>
          </a:xfrm>
          <a:prstGeom prst="rect">
            <a:avLst/>
          </a:prstGeom>
          <a:noFill/>
        </p:spPr>
        <p:txBody>
          <a:bodyPr wrap="square" anchor="t" lIns="0" rIns="0" tIns="0" bIns="0">
            <a:spAutoFit/>
          </a:bodyPr>
          <a:lstStyle/>
          <a:p>
            <a:pPr algn="l">
              <a:lnSpc>
                <a:spcPct val="110000"/>
              </a:lnSpc>
            </a:pPr>
            <a:r>
              <a:rPr sz="4000" b="1">
                <a:solidFill>
                  <a:srgbClr val="F2F8FC"/>
                </a:solidFill>
                <a:latin typeface="Segoe UI"/>
              </a:rPr>
              <a:t>Screening plus negen visites</a:t>
            </a:r>
          </a:p>
        </p:txBody>
      </p:sp>
      <p:sp>
        <p:nvSpPr>
          <p:cNvPr id="5" name="!!band"/>
          <p:cNvSpPr/>
          <p:nvPr/>
        </p:nvSpPr>
        <p:spPr>
          <a:xfrm>
            <a:off x="0" y="1206469"/>
            <a:ext cx="12191695" cy="3301917"/>
          </a:xfrm>
          <a:prstGeom prst="rect">
            <a:avLst/>
          </a:prstGeom>
          <a:solidFill>
            <a:srgbClr val="0A2A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as"/>
          <p:cNvSpPr/>
          <p:nvPr/>
        </p:nvSpPr>
        <p:spPr>
          <a:xfrm>
            <a:off x="634984" y="2920926"/>
            <a:ext cx="10921726" cy="19049"/>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stip0"/>
          <p:cNvSpPr/>
          <p:nvPr/>
        </p:nvSpPr>
        <p:spPr>
          <a:xfrm>
            <a:off x="1085822" y="2838379"/>
            <a:ext cx="190495" cy="190495"/>
          </a:xfrm>
          <a:prstGeom prst="ellipse">
            <a:avLst/>
          </a:prstGeom>
          <a:solidFill>
            <a:srgbClr val="FF7A00"/>
          </a:solidFill>
          <a:ln w="38100">
            <a:solidFill>
              <a:srgbClr val="0A2A4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maand0"/>
          <p:cNvSpPr txBox="1"/>
          <p:nvPr/>
        </p:nvSpPr>
        <p:spPr>
          <a:xfrm>
            <a:off x="634984" y="2133546"/>
            <a:ext cx="1092172" cy="279393"/>
          </a:xfrm>
          <a:prstGeom prst="rect">
            <a:avLst/>
          </a:prstGeom>
          <a:noFill/>
        </p:spPr>
        <p:txBody>
          <a:bodyPr wrap="square" anchor="t" lIns="0" rIns="0" tIns="0" bIns="0">
            <a:spAutoFit/>
          </a:bodyPr>
          <a:lstStyle/>
          <a:p>
            <a:pPr algn="ctr">
              <a:lnSpc>
                <a:spcPct val="125000"/>
              </a:lnSpc>
            </a:pPr>
            <a:r>
              <a:rPr sz="1500" b="1">
                <a:solidFill>
                  <a:srgbClr val="F2F8FC"/>
                </a:solidFill>
                <a:latin typeface="Consolas"/>
              </a:rPr>
              <a:t>Screen</a:t>
            </a:r>
          </a:p>
        </p:txBody>
      </p:sp>
      <p:sp>
        <p:nvSpPr>
          <p:cNvPr id="9" name="!!taak0"/>
          <p:cNvSpPr txBox="1"/>
          <p:nvPr/>
        </p:nvSpPr>
        <p:spPr>
          <a:xfrm>
            <a:off x="698482" y="3251118"/>
            <a:ext cx="965175" cy="571485"/>
          </a:xfrm>
          <a:prstGeom prst="rect">
            <a:avLst/>
          </a:prstGeom>
          <a:noFill/>
        </p:spPr>
        <p:txBody>
          <a:bodyPr wrap="square" anchor="t" lIns="0" rIns="0" tIns="0" bIns="0">
            <a:spAutoFit/>
          </a:bodyPr>
          <a:lstStyle/>
          <a:p>
            <a:pPr algn="ctr">
              <a:lnSpc>
                <a:spcPct val="130000"/>
              </a:lnSpc>
            </a:pPr>
            <a:r>
              <a:rPr sz="1350" b="0">
                <a:solidFill>
                  <a:srgbClr val="8FB6D0"/>
                </a:solidFill>
                <a:latin typeface="Segoe UI"/>
              </a:rPr>
              <a:t>geschiktheid</a:t>
            </a:r>
          </a:p>
        </p:txBody>
      </p:sp>
      <p:sp>
        <p:nvSpPr>
          <p:cNvPr id="10" name="!!stip1"/>
          <p:cNvSpPr/>
          <p:nvPr/>
        </p:nvSpPr>
        <p:spPr>
          <a:xfrm>
            <a:off x="2177995" y="2838379"/>
            <a:ext cx="190495" cy="190495"/>
          </a:xfrm>
          <a:prstGeom prst="ellipse">
            <a:avLst/>
          </a:prstGeom>
          <a:solidFill>
            <a:srgbClr val="FF7A00"/>
          </a:solidFill>
          <a:ln w="38100">
            <a:solidFill>
              <a:srgbClr val="0A2A4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maand1"/>
          <p:cNvSpPr txBox="1"/>
          <p:nvPr/>
        </p:nvSpPr>
        <p:spPr>
          <a:xfrm>
            <a:off x="1727156" y="2133546"/>
            <a:ext cx="1092172" cy="279393"/>
          </a:xfrm>
          <a:prstGeom prst="rect">
            <a:avLst/>
          </a:prstGeom>
          <a:noFill/>
        </p:spPr>
        <p:txBody>
          <a:bodyPr wrap="square" anchor="t" lIns="0" rIns="0" tIns="0" bIns="0">
            <a:spAutoFit/>
          </a:bodyPr>
          <a:lstStyle/>
          <a:p>
            <a:pPr algn="ctr">
              <a:lnSpc>
                <a:spcPct val="125000"/>
              </a:lnSpc>
            </a:pPr>
            <a:r>
              <a:rPr sz="1700" b="1">
                <a:solidFill>
                  <a:srgbClr val="F2F8FC"/>
                </a:solidFill>
                <a:latin typeface="Consolas"/>
              </a:rPr>
              <a:t>V0</a:t>
            </a:r>
          </a:p>
        </p:txBody>
      </p:sp>
      <p:sp>
        <p:nvSpPr>
          <p:cNvPr id="12" name="!!taak1"/>
          <p:cNvSpPr txBox="1"/>
          <p:nvPr/>
        </p:nvSpPr>
        <p:spPr>
          <a:xfrm>
            <a:off x="1790655" y="3251118"/>
            <a:ext cx="965175" cy="571485"/>
          </a:xfrm>
          <a:prstGeom prst="rect">
            <a:avLst/>
          </a:prstGeom>
          <a:noFill/>
        </p:spPr>
        <p:txBody>
          <a:bodyPr wrap="square" anchor="t" lIns="0" rIns="0" tIns="0" bIns="0">
            <a:spAutoFit/>
          </a:bodyPr>
          <a:lstStyle/>
          <a:p>
            <a:pPr algn="ctr">
              <a:lnSpc>
                <a:spcPct val="130000"/>
              </a:lnSpc>
            </a:pPr>
            <a:r>
              <a:rPr sz="1350" b="0">
                <a:solidFill>
                  <a:srgbClr val="8FB6D0"/>
                </a:solidFill>
                <a:latin typeface="Segoe UI"/>
              </a:rPr>
              <a:t>loting</a:t>
            </a:r>
          </a:p>
        </p:txBody>
      </p:sp>
      <p:sp>
        <p:nvSpPr>
          <p:cNvPr id="13" name="!!stip2"/>
          <p:cNvSpPr/>
          <p:nvPr/>
        </p:nvSpPr>
        <p:spPr>
          <a:xfrm>
            <a:off x="3289217" y="2857428"/>
            <a:ext cx="152396" cy="152396"/>
          </a:xfrm>
          <a:prstGeom prst="ellipse">
            <a:avLst/>
          </a:prstGeom>
          <a:solidFill>
            <a:srgbClr val="52BDEC"/>
          </a:solidFill>
          <a:ln w="38100">
            <a:solidFill>
              <a:srgbClr val="0A2A4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maand2"/>
          <p:cNvSpPr txBox="1"/>
          <p:nvPr/>
        </p:nvSpPr>
        <p:spPr>
          <a:xfrm>
            <a:off x="2819329" y="2133546"/>
            <a:ext cx="1092172" cy="279393"/>
          </a:xfrm>
          <a:prstGeom prst="rect">
            <a:avLst/>
          </a:prstGeom>
          <a:noFill/>
        </p:spPr>
        <p:txBody>
          <a:bodyPr wrap="square" anchor="t" lIns="0" rIns="0" tIns="0" bIns="0">
            <a:spAutoFit/>
          </a:bodyPr>
          <a:lstStyle/>
          <a:p>
            <a:pPr algn="ctr">
              <a:lnSpc>
                <a:spcPct val="125000"/>
              </a:lnSpc>
            </a:pPr>
            <a:r>
              <a:rPr sz="1700" b="1">
                <a:solidFill>
                  <a:srgbClr val="F2F8FC"/>
                </a:solidFill>
                <a:latin typeface="Consolas"/>
              </a:rPr>
              <a:t>V1</a:t>
            </a:r>
          </a:p>
        </p:txBody>
      </p:sp>
      <p:sp>
        <p:nvSpPr>
          <p:cNvPr id="15" name="!!taak2"/>
          <p:cNvSpPr txBox="1"/>
          <p:nvPr/>
        </p:nvSpPr>
        <p:spPr>
          <a:xfrm>
            <a:off x="2882827" y="3251118"/>
            <a:ext cx="965175" cy="571485"/>
          </a:xfrm>
          <a:prstGeom prst="rect">
            <a:avLst/>
          </a:prstGeom>
          <a:noFill/>
        </p:spPr>
        <p:txBody>
          <a:bodyPr wrap="square" anchor="t" lIns="0" rIns="0" tIns="0" bIns="0">
            <a:spAutoFit/>
          </a:bodyPr>
          <a:lstStyle/>
          <a:p>
            <a:pPr algn="ctr">
              <a:lnSpc>
                <a:spcPct val="130000"/>
              </a:lnSpc>
            </a:pPr>
            <a:r>
              <a:rPr sz="1350" b="0">
                <a:solidFill>
                  <a:srgbClr val="8FB6D0"/>
                </a:solidFill>
                <a:latin typeface="Segoe UI"/>
              </a:rPr>
              <a:t>baseline</a:t>
            </a:r>
          </a:p>
        </p:txBody>
      </p:sp>
      <p:sp>
        <p:nvSpPr>
          <p:cNvPr id="16" name="!!stip3"/>
          <p:cNvSpPr/>
          <p:nvPr/>
        </p:nvSpPr>
        <p:spPr>
          <a:xfrm>
            <a:off x="4381390" y="2857428"/>
            <a:ext cx="152396" cy="152396"/>
          </a:xfrm>
          <a:prstGeom prst="ellipse">
            <a:avLst/>
          </a:prstGeom>
          <a:solidFill>
            <a:srgbClr val="52BDEC"/>
          </a:solidFill>
          <a:ln w="38100">
            <a:solidFill>
              <a:srgbClr val="0A2A4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maand3"/>
          <p:cNvSpPr txBox="1"/>
          <p:nvPr/>
        </p:nvSpPr>
        <p:spPr>
          <a:xfrm>
            <a:off x="3911502" y="2133546"/>
            <a:ext cx="1092172" cy="279393"/>
          </a:xfrm>
          <a:prstGeom prst="rect">
            <a:avLst/>
          </a:prstGeom>
          <a:noFill/>
        </p:spPr>
        <p:txBody>
          <a:bodyPr wrap="square" anchor="t" lIns="0" rIns="0" tIns="0" bIns="0">
            <a:spAutoFit/>
          </a:bodyPr>
          <a:lstStyle/>
          <a:p>
            <a:pPr algn="ctr">
              <a:lnSpc>
                <a:spcPct val="125000"/>
              </a:lnSpc>
            </a:pPr>
            <a:r>
              <a:rPr sz="1700" b="1">
                <a:solidFill>
                  <a:srgbClr val="F2F8FC"/>
                </a:solidFill>
                <a:latin typeface="Consolas"/>
              </a:rPr>
              <a:t>V2</a:t>
            </a:r>
          </a:p>
        </p:txBody>
      </p:sp>
      <p:sp>
        <p:nvSpPr>
          <p:cNvPr id="18" name="!!taak3"/>
          <p:cNvSpPr txBox="1"/>
          <p:nvPr/>
        </p:nvSpPr>
        <p:spPr>
          <a:xfrm>
            <a:off x="3975000" y="3251118"/>
            <a:ext cx="965175" cy="571485"/>
          </a:xfrm>
          <a:prstGeom prst="rect">
            <a:avLst/>
          </a:prstGeom>
          <a:noFill/>
        </p:spPr>
        <p:txBody>
          <a:bodyPr wrap="square" anchor="t" lIns="0" rIns="0" tIns="0" bIns="0">
            <a:spAutoFit/>
          </a:bodyPr>
          <a:lstStyle/>
          <a:p>
            <a:pPr algn="ctr">
              <a:lnSpc>
                <a:spcPct val="130000"/>
              </a:lnSpc>
            </a:pPr>
            <a:r>
              <a:rPr sz="1350" b="0">
                <a:solidFill>
                  <a:srgbClr val="8FB6D0"/>
                </a:solidFill>
                <a:latin typeface="Segoe UI"/>
              </a:rPr>
              <a:t>zool + sensor</a:t>
            </a:r>
          </a:p>
        </p:txBody>
      </p:sp>
      <p:sp>
        <p:nvSpPr>
          <p:cNvPr id="19" name="!!stip4"/>
          <p:cNvSpPr/>
          <p:nvPr/>
        </p:nvSpPr>
        <p:spPr>
          <a:xfrm>
            <a:off x="5473563" y="2857428"/>
            <a:ext cx="152396" cy="152396"/>
          </a:xfrm>
          <a:prstGeom prst="ellipse">
            <a:avLst/>
          </a:prstGeom>
          <a:solidFill>
            <a:srgbClr val="1D8DB0"/>
          </a:solidFill>
          <a:ln w="38100">
            <a:solidFill>
              <a:srgbClr val="0A2A4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maand4"/>
          <p:cNvSpPr txBox="1"/>
          <p:nvPr/>
        </p:nvSpPr>
        <p:spPr>
          <a:xfrm>
            <a:off x="5003674" y="2133546"/>
            <a:ext cx="1092172" cy="279393"/>
          </a:xfrm>
          <a:prstGeom prst="rect">
            <a:avLst/>
          </a:prstGeom>
          <a:noFill/>
        </p:spPr>
        <p:txBody>
          <a:bodyPr wrap="square" anchor="t" lIns="0" rIns="0" tIns="0" bIns="0">
            <a:spAutoFit/>
          </a:bodyPr>
          <a:lstStyle/>
          <a:p>
            <a:pPr algn="ctr">
              <a:lnSpc>
                <a:spcPct val="125000"/>
              </a:lnSpc>
            </a:pPr>
            <a:r>
              <a:rPr sz="1700" b="1">
                <a:solidFill>
                  <a:srgbClr val="F2F8FC"/>
                </a:solidFill>
                <a:latin typeface="Consolas"/>
              </a:rPr>
              <a:t>M3</a:t>
            </a:r>
          </a:p>
        </p:txBody>
      </p:sp>
      <p:sp>
        <p:nvSpPr>
          <p:cNvPr id="21" name="!!taak4"/>
          <p:cNvSpPr txBox="1"/>
          <p:nvPr/>
        </p:nvSpPr>
        <p:spPr>
          <a:xfrm>
            <a:off x="5067173" y="3251118"/>
            <a:ext cx="965175" cy="571485"/>
          </a:xfrm>
          <a:prstGeom prst="rect">
            <a:avLst/>
          </a:prstGeom>
          <a:noFill/>
        </p:spPr>
        <p:txBody>
          <a:bodyPr wrap="square" anchor="t" lIns="0" rIns="0" tIns="0" bIns="0">
            <a:spAutoFit/>
          </a:bodyPr>
          <a:lstStyle/>
          <a:p>
            <a:pPr algn="ctr">
              <a:lnSpc>
                <a:spcPct val="130000"/>
              </a:lnSpc>
            </a:pPr>
            <a:r>
              <a:rPr sz="1350" b="0">
                <a:solidFill>
                  <a:srgbClr val="8FB6D0"/>
                </a:solidFill>
                <a:latin typeface="Segoe UI"/>
              </a:rPr>
              <a:t>opvolging</a:t>
            </a:r>
          </a:p>
        </p:txBody>
      </p:sp>
      <p:sp>
        <p:nvSpPr>
          <p:cNvPr id="22" name="!!stip5"/>
          <p:cNvSpPr/>
          <p:nvPr/>
        </p:nvSpPr>
        <p:spPr>
          <a:xfrm>
            <a:off x="6565735" y="2857428"/>
            <a:ext cx="152396" cy="152396"/>
          </a:xfrm>
          <a:prstGeom prst="ellipse">
            <a:avLst/>
          </a:prstGeom>
          <a:solidFill>
            <a:srgbClr val="52BDEC"/>
          </a:solidFill>
          <a:ln w="38100">
            <a:solidFill>
              <a:srgbClr val="0A2A4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maand5"/>
          <p:cNvSpPr txBox="1"/>
          <p:nvPr/>
        </p:nvSpPr>
        <p:spPr>
          <a:xfrm>
            <a:off x="6095847" y="2133546"/>
            <a:ext cx="1092172" cy="279393"/>
          </a:xfrm>
          <a:prstGeom prst="rect">
            <a:avLst/>
          </a:prstGeom>
          <a:noFill/>
        </p:spPr>
        <p:txBody>
          <a:bodyPr wrap="square" anchor="t" lIns="0" rIns="0" tIns="0" bIns="0">
            <a:spAutoFit/>
          </a:bodyPr>
          <a:lstStyle/>
          <a:p>
            <a:pPr algn="ctr">
              <a:lnSpc>
                <a:spcPct val="125000"/>
              </a:lnSpc>
            </a:pPr>
            <a:r>
              <a:rPr sz="1700" b="1">
                <a:solidFill>
                  <a:srgbClr val="F2F8FC"/>
                </a:solidFill>
                <a:latin typeface="Consolas"/>
              </a:rPr>
              <a:t>M6</a:t>
            </a:r>
          </a:p>
        </p:txBody>
      </p:sp>
      <p:sp>
        <p:nvSpPr>
          <p:cNvPr id="24" name="!!taak5"/>
          <p:cNvSpPr txBox="1"/>
          <p:nvPr/>
        </p:nvSpPr>
        <p:spPr>
          <a:xfrm>
            <a:off x="6159346" y="3251118"/>
            <a:ext cx="965175" cy="571485"/>
          </a:xfrm>
          <a:prstGeom prst="rect">
            <a:avLst/>
          </a:prstGeom>
          <a:noFill/>
        </p:spPr>
        <p:txBody>
          <a:bodyPr wrap="square" anchor="t" lIns="0" rIns="0" tIns="0" bIns="0">
            <a:spAutoFit/>
          </a:bodyPr>
          <a:lstStyle/>
          <a:p>
            <a:pPr algn="ctr">
              <a:lnSpc>
                <a:spcPct val="130000"/>
              </a:lnSpc>
            </a:pPr>
            <a:r>
              <a:rPr sz="1350" b="0">
                <a:solidFill>
                  <a:srgbClr val="8FB6D0"/>
                </a:solidFill>
                <a:latin typeface="Segoe UI"/>
              </a:rPr>
              <a:t>meting</a:t>
            </a:r>
          </a:p>
        </p:txBody>
      </p:sp>
      <p:sp>
        <p:nvSpPr>
          <p:cNvPr id="25" name="!!stip6"/>
          <p:cNvSpPr/>
          <p:nvPr/>
        </p:nvSpPr>
        <p:spPr>
          <a:xfrm>
            <a:off x="7657908" y="2857428"/>
            <a:ext cx="152396" cy="152396"/>
          </a:xfrm>
          <a:prstGeom prst="ellipse">
            <a:avLst/>
          </a:prstGeom>
          <a:solidFill>
            <a:srgbClr val="1D8DB0"/>
          </a:solidFill>
          <a:ln w="38100">
            <a:solidFill>
              <a:srgbClr val="0A2A4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maand6"/>
          <p:cNvSpPr txBox="1"/>
          <p:nvPr/>
        </p:nvSpPr>
        <p:spPr>
          <a:xfrm>
            <a:off x="7188020" y="2133546"/>
            <a:ext cx="1092172" cy="279393"/>
          </a:xfrm>
          <a:prstGeom prst="rect">
            <a:avLst/>
          </a:prstGeom>
          <a:noFill/>
        </p:spPr>
        <p:txBody>
          <a:bodyPr wrap="square" anchor="t" lIns="0" rIns="0" tIns="0" bIns="0">
            <a:spAutoFit/>
          </a:bodyPr>
          <a:lstStyle/>
          <a:p>
            <a:pPr algn="ctr">
              <a:lnSpc>
                <a:spcPct val="125000"/>
              </a:lnSpc>
            </a:pPr>
            <a:r>
              <a:rPr sz="1700" b="1">
                <a:solidFill>
                  <a:srgbClr val="F2F8FC"/>
                </a:solidFill>
                <a:latin typeface="Consolas"/>
              </a:rPr>
              <a:t>M9</a:t>
            </a:r>
          </a:p>
        </p:txBody>
      </p:sp>
      <p:sp>
        <p:nvSpPr>
          <p:cNvPr id="27" name="!!taak6"/>
          <p:cNvSpPr txBox="1"/>
          <p:nvPr/>
        </p:nvSpPr>
        <p:spPr>
          <a:xfrm>
            <a:off x="7251518" y="3251118"/>
            <a:ext cx="965175" cy="571485"/>
          </a:xfrm>
          <a:prstGeom prst="rect">
            <a:avLst/>
          </a:prstGeom>
          <a:noFill/>
        </p:spPr>
        <p:txBody>
          <a:bodyPr wrap="square" anchor="t" lIns="0" rIns="0" tIns="0" bIns="0">
            <a:spAutoFit/>
          </a:bodyPr>
          <a:lstStyle/>
          <a:p>
            <a:pPr algn="ctr">
              <a:lnSpc>
                <a:spcPct val="130000"/>
              </a:lnSpc>
            </a:pPr>
            <a:r>
              <a:rPr sz="1350" b="0">
                <a:solidFill>
                  <a:srgbClr val="8FB6D0"/>
                </a:solidFill>
                <a:latin typeface="Segoe UI"/>
              </a:rPr>
              <a:t>opvolging</a:t>
            </a:r>
          </a:p>
        </p:txBody>
      </p:sp>
      <p:sp>
        <p:nvSpPr>
          <p:cNvPr id="28" name="!!stip7"/>
          <p:cNvSpPr/>
          <p:nvPr/>
        </p:nvSpPr>
        <p:spPr>
          <a:xfrm>
            <a:off x="8750081" y="2857428"/>
            <a:ext cx="152396" cy="152396"/>
          </a:xfrm>
          <a:prstGeom prst="ellipse">
            <a:avLst/>
          </a:prstGeom>
          <a:solidFill>
            <a:srgbClr val="52BDEC"/>
          </a:solidFill>
          <a:ln w="38100">
            <a:solidFill>
              <a:srgbClr val="0A2A4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maand7"/>
          <p:cNvSpPr txBox="1"/>
          <p:nvPr/>
        </p:nvSpPr>
        <p:spPr>
          <a:xfrm>
            <a:off x="8280192" y="2133546"/>
            <a:ext cx="1092172" cy="279393"/>
          </a:xfrm>
          <a:prstGeom prst="rect">
            <a:avLst/>
          </a:prstGeom>
          <a:noFill/>
        </p:spPr>
        <p:txBody>
          <a:bodyPr wrap="square" anchor="t" lIns="0" rIns="0" tIns="0" bIns="0">
            <a:spAutoFit/>
          </a:bodyPr>
          <a:lstStyle/>
          <a:p>
            <a:pPr algn="ctr">
              <a:lnSpc>
                <a:spcPct val="125000"/>
              </a:lnSpc>
            </a:pPr>
            <a:r>
              <a:rPr sz="1700" b="1">
                <a:solidFill>
                  <a:srgbClr val="F2F8FC"/>
                </a:solidFill>
                <a:latin typeface="Consolas"/>
              </a:rPr>
              <a:t>M12</a:t>
            </a:r>
          </a:p>
        </p:txBody>
      </p:sp>
      <p:sp>
        <p:nvSpPr>
          <p:cNvPr id="30" name="!!taak7"/>
          <p:cNvSpPr txBox="1"/>
          <p:nvPr/>
        </p:nvSpPr>
        <p:spPr>
          <a:xfrm>
            <a:off x="8343691" y="3251118"/>
            <a:ext cx="965175" cy="571485"/>
          </a:xfrm>
          <a:prstGeom prst="rect">
            <a:avLst/>
          </a:prstGeom>
          <a:noFill/>
        </p:spPr>
        <p:txBody>
          <a:bodyPr wrap="square" anchor="t" lIns="0" rIns="0" tIns="0" bIns="0">
            <a:spAutoFit/>
          </a:bodyPr>
          <a:lstStyle/>
          <a:p>
            <a:pPr algn="ctr">
              <a:lnSpc>
                <a:spcPct val="130000"/>
              </a:lnSpc>
            </a:pPr>
            <a:r>
              <a:rPr sz="1350" b="0">
                <a:solidFill>
                  <a:srgbClr val="8FB6D0"/>
                </a:solidFill>
                <a:latin typeface="Segoe UI"/>
              </a:rPr>
              <a:t>meting</a:t>
            </a:r>
          </a:p>
        </p:txBody>
      </p:sp>
      <p:sp>
        <p:nvSpPr>
          <p:cNvPr id="31" name="!!stip8"/>
          <p:cNvSpPr/>
          <p:nvPr/>
        </p:nvSpPr>
        <p:spPr>
          <a:xfrm>
            <a:off x="9842253" y="2857428"/>
            <a:ext cx="152396" cy="152396"/>
          </a:xfrm>
          <a:prstGeom prst="ellipse">
            <a:avLst/>
          </a:prstGeom>
          <a:solidFill>
            <a:srgbClr val="1D8DB0"/>
          </a:solidFill>
          <a:ln w="38100">
            <a:solidFill>
              <a:srgbClr val="0A2A4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maand8"/>
          <p:cNvSpPr txBox="1"/>
          <p:nvPr/>
        </p:nvSpPr>
        <p:spPr>
          <a:xfrm>
            <a:off x="9372365" y="2133546"/>
            <a:ext cx="1092172" cy="279393"/>
          </a:xfrm>
          <a:prstGeom prst="rect">
            <a:avLst/>
          </a:prstGeom>
          <a:noFill/>
        </p:spPr>
        <p:txBody>
          <a:bodyPr wrap="square" anchor="t" lIns="0" rIns="0" tIns="0" bIns="0">
            <a:spAutoFit/>
          </a:bodyPr>
          <a:lstStyle/>
          <a:p>
            <a:pPr algn="ctr">
              <a:lnSpc>
                <a:spcPct val="125000"/>
              </a:lnSpc>
            </a:pPr>
            <a:r>
              <a:rPr sz="1700" b="1">
                <a:solidFill>
                  <a:srgbClr val="F2F8FC"/>
                </a:solidFill>
                <a:latin typeface="Consolas"/>
              </a:rPr>
              <a:t>M15</a:t>
            </a:r>
          </a:p>
        </p:txBody>
      </p:sp>
      <p:sp>
        <p:nvSpPr>
          <p:cNvPr id="33" name="!!taak8"/>
          <p:cNvSpPr txBox="1"/>
          <p:nvPr/>
        </p:nvSpPr>
        <p:spPr>
          <a:xfrm>
            <a:off x="9435864" y="3251118"/>
            <a:ext cx="965175" cy="571485"/>
          </a:xfrm>
          <a:prstGeom prst="rect">
            <a:avLst/>
          </a:prstGeom>
          <a:noFill/>
        </p:spPr>
        <p:txBody>
          <a:bodyPr wrap="square" anchor="t" lIns="0" rIns="0" tIns="0" bIns="0">
            <a:spAutoFit/>
          </a:bodyPr>
          <a:lstStyle/>
          <a:p>
            <a:pPr algn="ctr">
              <a:lnSpc>
                <a:spcPct val="130000"/>
              </a:lnSpc>
            </a:pPr>
            <a:r>
              <a:rPr sz="1350" b="0">
                <a:solidFill>
                  <a:srgbClr val="8FB6D0"/>
                </a:solidFill>
                <a:latin typeface="Segoe UI"/>
              </a:rPr>
              <a:t>opvolging</a:t>
            </a:r>
          </a:p>
        </p:txBody>
      </p:sp>
      <p:sp>
        <p:nvSpPr>
          <p:cNvPr id="34" name="!!stip9"/>
          <p:cNvSpPr/>
          <p:nvPr/>
        </p:nvSpPr>
        <p:spPr>
          <a:xfrm>
            <a:off x="10915377" y="2838379"/>
            <a:ext cx="190495" cy="190495"/>
          </a:xfrm>
          <a:prstGeom prst="ellipse">
            <a:avLst/>
          </a:prstGeom>
          <a:solidFill>
            <a:srgbClr val="FF7A00"/>
          </a:solidFill>
          <a:ln w="38100">
            <a:solidFill>
              <a:srgbClr val="0A2A4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maand9"/>
          <p:cNvSpPr txBox="1"/>
          <p:nvPr/>
        </p:nvSpPr>
        <p:spPr>
          <a:xfrm>
            <a:off x="10464538" y="2133546"/>
            <a:ext cx="1092172" cy="279393"/>
          </a:xfrm>
          <a:prstGeom prst="rect">
            <a:avLst/>
          </a:prstGeom>
          <a:noFill/>
        </p:spPr>
        <p:txBody>
          <a:bodyPr wrap="square" anchor="t" lIns="0" rIns="0" tIns="0" bIns="0">
            <a:spAutoFit/>
          </a:bodyPr>
          <a:lstStyle/>
          <a:p>
            <a:pPr algn="ctr">
              <a:lnSpc>
                <a:spcPct val="125000"/>
              </a:lnSpc>
            </a:pPr>
            <a:r>
              <a:rPr sz="1700" b="1">
                <a:solidFill>
                  <a:srgbClr val="F2F8FC"/>
                </a:solidFill>
                <a:latin typeface="Consolas"/>
              </a:rPr>
              <a:t>M18</a:t>
            </a:r>
          </a:p>
        </p:txBody>
      </p:sp>
      <p:sp>
        <p:nvSpPr>
          <p:cNvPr id="36" name="!!taak9"/>
          <p:cNvSpPr txBox="1"/>
          <p:nvPr/>
        </p:nvSpPr>
        <p:spPr>
          <a:xfrm>
            <a:off x="10528036" y="3251118"/>
            <a:ext cx="965175" cy="571485"/>
          </a:xfrm>
          <a:prstGeom prst="rect">
            <a:avLst/>
          </a:prstGeom>
          <a:noFill/>
        </p:spPr>
        <p:txBody>
          <a:bodyPr wrap="square" anchor="t" lIns="0" rIns="0" tIns="0" bIns="0">
            <a:spAutoFit/>
          </a:bodyPr>
          <a:lstStyle/>
          <a:p>
            <a:pPr algn="ctr">
              <a:lnSpc>
                <a:spcPct val="130000"/>
              </a:lnSpc>
            </a:pPr>
            <a:r>
              <a:rPr sz="1350" b="0">
                <a:solidFill>
                  <a:srgbClr val="8FB6D0"/>
                </a:solidFill>
                <a:latin typeface="Segoe UI"/>
              </a:rPr>
              <a:t>meting + einde</a:t>
            </a:r>
          </a:p>
        </p:txBody>
      </p:sp>
      <p:sp>
        <p:nvSpPr>
          <p:cNvPr id="37" name="Oval 36"/>
          <p:cNvSpPr/>
          <p:nvPr/>
        </p:nvSpPr>
        <p:spPr>
          <a:xfrm>
            <a:off x="660383" y="4013099"/>
            <a:ext cx="114297" cy="114297"/>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850878" y="3975000"/>
            <a:ext cx="2285942" cy="215894"/>
          </a:xfrm>
          <a:prstGeom prst="rect">
            <a:avLst/>
          </a:prstGeom>
          <a:noFill/>
        </p:spPr>
        <p:txBody>
          <a:bodyPr wrap="square" anchor="t" lIns="0" rIns="0" tIns="0" bIns="0">
            <a:spAutoFit/>
          </a:bodyPr>
          <a:lstStyle/>
          <a:p>
            <a:pPr algn="l">
              <a:lnSpc>
                <a:spcPct val="125000"/>
              </a:lnSpc>
            </a:pPr>
            <a:r>
              <a:rPr sz="1300" b="0">
                <a:solidFill>
                  <a:srgbClr val="8FB6D0"/>
                </a:solidFill>
                <a:latin typeface="Consolas"/>
              </a:rPr>
              <a:t>meetmoment</a:t>
            </a:r>
          </a:p>
        </p:txBody>
      </p:sp>
      <p:sp>
        <p:nvSpPr>
          <p:cNvPr id="39" name="Oval 38"/>
          <p:cNvSpPr/>
          <p:nvPr/>
        </p:nvSpPr>
        <p:spPr>
          <a:xfrm>
            <a:off x="3200319" y="4013099"/>
            <a:ext cx="114297" cy="114297"/>
          </a:xfrm>
          <a:prstGeom prst="ellipse">
            <a:avLst/>
          </a:prstGeom>
          <a:solidFill>
            <a:srgbClr val="1D8DB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3390815" y="3975000"/>
            <a:ext cx="2285942" cy="215894"/>
          </a:xfrm>
          <a:prstGeom prst="rect">
            <a:avLst/>
          </a:prstGeom>
          <a:noFill/>
        </p:spPr>
        <p:txBody>
          <a:bodyPr wrap="square" anchor="t" lIns="0" rIns="0" tIns="0" bIns="0">
            <a:spAutoFit/>
          </a:bodyPr>
          <a:lstStyle/>
          <a:p>
            <a:pPr algn="l">
              <a:lnSpc>
                <a:spcPct val="125000"/>
              </a:lnSpc>
            </a:pPr>
            <a:r>
              <a:rPr sz="1300" b="0">
                <a:solidFill>
                  <a:srgbClr val="8FB6D0"/>
                </a:solidFill>
                <a:latin typeface="Consolas"/>
              </a:rPr>
              <a:t>begeleiding</a:t>
            </a:r>
          </a:p>
        </p:txBody>
      </p:sp>
      <p:sp>
        <p:nvSpPr>
          <p:cNvPr id="41" name="Oval 40"/>
          <p:cNvSpPr/>
          <p:nvPr/>
        </p:nvSpPr>
        <p:spPr>
          <a:xfrm>
            <a:off x="5740256" y="4013099"/>
            <a:ext cx="114297" cy="114297"/>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5930751" y="3975000"/>
            <a:ext cx="2285942" cy="215894"/>
          </a:xfrm>
          <a:prstGeom prst="rect">
            <a:avLst/>
          </a:prstGeom>
          <a:noFill/>
        </p:spPr>
        <p:txBody>
          <a:bodyPr wrap="square" anchor="t" lIns="0" rIns="0" tIns="0" bIns="0">
            <a:spAutoFit/>
          </a:bodyPr>
          <a:lstStyle/>
          <a:p>
            <a:pPr algn="l">
              <a:lnSpc>
                <a:spcPct val="125000"/>
              </a:lnSpc>
            </a:pPr>
            <a:r>
              <a:rPr sz="1300" b="0">
                <a:solidFill>
                  <a:srgbClr val="8FB6D0"/>
                </a:solidFill>
                <a:latin typeface="Consolas"/>
              </a:rPr>
              <a:t>start en afronding</a:t>
            </a:r>
          </a:p>
        </p:txBody>
      </p:sp>
      <p:sp>
        <p:nvSpPr>
          <p:cNvPr id="43" name="!!camera"/>
          <p:cNvSpPr txBox="1"/>
          <p:nvPr/>
        </p:nvSpPr>
        <p:spPr>
          <a:xfrm>
            <a:off x="634984" y="4711582"/>
            <a:ext cx="2031949" cy="1460463"/>
          </a:xfrm>
          <a:prstGeom prst="rect">
            <a:avLst/>
          </a:prstGeom>
          <a:noFill/>
        </p:spPr>
        <p:txBody>
          <a:bodyPr wrap="none" anchor="t" lIns="0" rIns="0" tIns="0" bIns="0">
            <a:spAutoFit/>
          </a:bodyPr>
          <a:lstStyle/>
          <a:p>
            <a:pPr algn="l">
              <a:lnSpc>
                <a:spcPct val="100000"/>
              </a:lnSpc>
            </a:pPr>
            <a:r>
              <a:rPr sz="9600" b="1">
                <a:solidFill>
                  <a:srgbClr val="52BDEC"/>
                </a:solidFill>
                <a:latin typeface="Segoe UI"/>
              </a:rPr>
              <a:t>18</a:t>
            </a:r>
          </a:p>
        </p:txBody>
      </p:sp>
      <p:sp>
        <p:nvSpPr>
          <p:cNvPr id="44" name="TextBox 43"/>
          <p:cNvSpPr txBox="1"/>
          <p:nvPr/>
        </p:nvSpPr>
        <p:spPr>
          <a:xfrm>
            <a:off x="2539936" y="4813179"/>
            <a:ext cx="8889777" cy="419089"/>
          </a:xfrm>
          <a:prstGeom prst="rect">
            <a:avLst/>
          </a:prstGeom>
          <a:noFill/>
        </p:spPr>
        <p:txBody>
          <a:bodyPr wrap="square" anchor="t" lIns="0" rIns="0" tIns="0" bIns="0">
            <a:spAutoFit/>
          </a:bodyPr>
          <a:lstStyle/>
          <a:p>
            <a:pPr algn="l">
              <a:lnSpc>
                <a:spcPct val="125000"/>
              </a:lnSpc>
            </a:pPr>
            <a:r>
              <a:rPr sz="3000" b="1">
                <a:solidFill>
                  <a:srgbClr val="F2F8FC"/>
                </a:solidFill>
                <a:latin typeface="Segoe UI"/>
              </a:rPr>
              <a:t>maanden, van screening tot afronding</a:t>
            </a:r>
          </a:p>
        </p:txBody>
      </p:sp>
      <p:sp>
        <p:nvSpPr>
          <p:cNvPr id="45" name="TextBox 44"/>
          <p:cNvSpPr txBox="1"/>
          <p:nvPr/>
        </p:nvSpPr>
        <p:spPr>
          <a:xfrm>
            <a:off x="2552636" y="5283067"/>
            <a:ext cx="8889777" cy="952476"/>
          </a:xfrm>
          <a:prstGeom prst="rect">
            <a:avLst/>
          </a:prstGeom>
          <a:noFill/>
        </p:spPr>
        <p:txBody>
          <a:bodyPr wrap="square" anchor="t" lIns="0" rIns="0" tIns="0" bIns="0">
            <a:spAutoFit/>
          </a:bodyPr>
          <a:lstStyle/>
          <a:p>
            <a:pPr algn="l">
              <a:lnSpc>
                <a:spcPct val="140000"/>
              </a:lnSpc>
            </a:pPr>
            <a:r>
              <a:rPr sz="1800" b="0">
                <a:solidFill>
                  <a:srgbClr val="8FB6D0"/>
                </a:solidFill>
                <a:latin typeface="Segoe UI"/>
              </a:rPr>
              <a:t>Visite 0 tot 2 liggen dicht op elkaar: toestemming, baseline, en de zool binnen de maand. Daarna is het ritme elke drie maanden, hetzelfde ritme als de controle die deze patiënten al krijgen.</a:t>
            </a:r>
          </a:p>
        </p:txBody>
      </p:sp>
      <p:sp>
        <p:nvSpPr>
          <p:cNvPr id="46" name="TextBox 45"/>
          <p:cNvSpPr txBox="1"/>
          <p:nvPr/>
        </p:nvSpPr>
        <p:spPr>
          <a:xfrm>
            <a:off x="10540736" y="6387940"/>
            <a:ext cx="1015974" cy="177795"/>
          </a:xfrm>
          <a:prstGeom prst="rect">
            <a:avLst/>
          </a:prstGeom>
          <a:noFill/>
        </p:spPr>
        <p:txBody>
          <a:bodyPr wrap="square" anchor="t" lIns="0" rIns="0" tIns="0" bIns="0">
            <a:spAutoFit/>
          </a:bodyPr>
          <a:lstStyle/>
          <a:p>
            <a:pPr algn="r">
              <a:lnSpc>
                <a:spcPct val="125000"/>
              </a:lnSpc>
            </a:pPr>
            <a:r>
              <a:rPr sz="1050" b="0">
                <a:solidFill>
                  <a:srgbClr val="8FB6D0"/>
                </a:solidFill>
                <a:latin typeface="Consolas"/>
              </a:rPr>
              <a:t>18 / 26</a:t>
            </a:r>
          </a:p>
        </p:txBody>
      </p:sp>
      <p:pic>
        <p:nvPicPr>
          <p:cNvPr id="47" name="merk" descr="merk.png"/>
          <p:cNvPicPr>
            <a:picLocks noChangeAspect="1"/>
          </p:cNvPicPr>
          <p:nvPr/>
        </p:nvPicPr>
        <p:blipFill>
          <a:blip r:embed="rId2"/>
          <a:stretch>
            <a:fillRect/>
          </a:stretch>
        </p:blipFill>
        <p:spPr>
          <a:xfrm>
            <a:off x="11094166" y="368290"/>
            <a:ext cx="417101" cy="482587"/>
          </a:xfrm>
          <a:prstGeom prst="rect">
            <a:avLst/>
          </a:prstGeom>
        </p:spPr>
      </p:pic>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200">
        <p159:morph option="byObject"/>
      </p:transition>
    </mc:Choice>
    <mc:Fallback>
      <p:transition xmlns:p14="http://schemas.microsoft.com/office/powerpoint/2010/main" spd="slow" p14:dur="900">
        <p:fade/>
      </p:transition>
    </mc:Fallback>
  </mc:AlternateContent>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7828"/>
          </a:xfrm>
          <a:prstGeom prst="rect">
            <a:avLst/>
          </a:prstGeom>
          <a:gradFill rotWithShape="1">
            <a:gsLst>
              <a:gs pos="0">
                <a:srgbClr val="072138"/>
              </a:gs>
              <a:gs pos="100000">
                <a:srgbClr val="04182A"/>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34984" y="355591"/>
            <a:ext cx="9524761" cy="215894"/>
          </a:xfrm>
          <a:prstGeom prst="rect">
            <a:avLst/>
          </a:prstGeom>
          <a:noFill/>
        </p:spPr>
        <p:txBody>
          <a:bodyPr wrap="square" anchor="t" lIns="0" rIns="0" tIns="0" bIns="0">
            <a:spAutoFit/>
          </a:bodyPr>
          <a:lstStyle/>
          <a:p>
            <a:pPr algn="l">
              <a:lnSpc>
                <a:spcPct val="125000"/>
              </a:lnSpc>
            </a:pPr>
            <a:r>
              <a:rPr sz="1250" b="1" spc="240">
                <a:solidFill>
                  <a:srgbClr val="52BDEC"/>
                </a:solidFill>
                <a:latin typeface="Consolas"/>
              </a:rPr>
              <a:t>HET TRAJECT</a:t>
            </a:r>
          </a:p>
        </p:txBody>
      </p:sp>
      <p:sp>
        <p:nvSpPr>
          <p:cNvPr id="4" name="!!sectietitel"/>
          <p:cNvSpPr txBox="1"/>
          <p:nvPr/>
        </p:nvSpPr>
        <p:spPr>
          <a:xfrm>
            <a:off x="634984" y="609584"/>
            <a:ext cx="9905752" cy="1269968"/>
          </a:xfrm>
          <a:prstGeom prst="rect">
            <a:avLst/>
          </a:prstGeom>
          <a:noFill/>
        </p:spPr>
        <p:txBody>
          <a:bodyPr wrap="square" anchor="t" lIns="0" rIns="0" tIns="0" bIns="0">
            <a:spAutoFit/>
          </a:bodyPr>
          <a:lstStyle/>
          <a:p>
            <a:pPr algn="l">
              <a:lnSpc>
                <a:spcPct val="110000"/>
              </a:lnSpc>
            </a:pPr>
            <a:r>
              <a:rPr sz="4000" b="1">
                <a:solidFill>
                  <a:srgbClr val="F2F8FC"/>
                </a:solidFill>
                <a:latin typeface="Segoe UI"/>
              </a:rPr>
              <a:t>Terug naar het geheel</a:t>
            </a:r>
          </a:p>
        </p:txBody>
      </p:sp>
      <p:sp>
        <p:nvSpPr>
          <p:cNvPr id="5" name="!!band"/>
          <p:cNvSpPr/>
          <p:nvPr/>
        </p:nvSpPr>
        <p:spPr>
          <a:xfrm>
            <a:off x="0" y="1206469"/>
            <a:ext cx="12191695" cy="3301917"/>
          </a:xfrm>
          <a:prstGeom prst="rect">
            <a:avLst/>
          </a:prstGeom>
          <a:solidFill>
            <a:srgbClr val="0A2A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as"/>
          <p:cNvSpPr/>
          <p:nvPr/>
        </p:nvSpPr>
        <p:spPr>
          <a:xfrm>
            <a:off x="634984" y="2920926"/>
            <a:ext cx="10921726" cy="19049"/>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stip0"/>
          <p:cNvSpPr/>
          <p:nvPr/>
        </p:nvSpPr>
        <p:spPr>
          <a:xfrm>
            <a:off x="1085822" y="2838379"/>
            <a:ext cx="190495" cy="190495"/>
          </a:xfrm>
          <a:prstGeom prst="ellipse">
            <a:avLst/>
          </a:prstGeom>
          <a:solidFill>
            <a:srgbClr val="FF7A00"/>
          </a:solidFill>
          <a:ln w="38100">
            <a:solidFill>
              <a:srgbClr val="0A2A4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maand0"/>
          <p:cNvSpPr txBox="1"/>
          <p:nvPr/>
        </p:nvSpPr>
        <p:spPr>
          <a:xfrm>
            <a:off x="634984" y="2133546"/>
            <a:ext cx="1092172" cy="279393"/>
          </a:xfrm>
          <a:prstGeom prst="rect">
            <a:avLst/>
          </a:prstGeom>
          <a:noFill/>
        </p:spPr>
        <p:txBody>
          <a:bodyPr wrap="square" anchor="t" lIns="0" rIns="0" tIns="0" bIns="0">
            <a:spAutoFit/>
          </a:bodyPr>
          <a:lstStyle/>
          <a:p>
            <a:pPr algn="ctr">
              <a:lnSpc>
                <a:spcPct val="125000"/>
              </a:lnSpc>
            </a:pPr>
            <a:r>
              <a:rPr sz="1500" b="1">
                <a:solidFill>
                  <a:srgbClr val="F2F8FC"/>
                </a:solidFill>
                <a:latin typeface="Consolas"/>
              </a:rPr>
              <a:t>Screen</a:t>
            </a:r>
          </a:p>
        </p:txBody>
      </p:sp>
      <p:sp>
        <p:nvSpPr>
          <p:cNvPr id="9" name="!!taak0"/>
          <p:cNvSpPr txBox="1"/>
          <p:nvPr/>
        </p:nvSpPr>
        <p:spPr>
          <a:xfrm>
            <a:off x="698482" y="3251118"/>
            <a:ext cx="965175" cy="571485"/>
          </a:xfrm>
          <a:prstGeom prst="rect">
            <a:avLst/>
          </a:prstGeom>
          <a:noFill/>
        </p:spPr>
        <p:txBody>
          <a:bodyPr wrap="square" anchor="t" lIns="0" rIns="0" tIns="0" bIns="0">
            <a:spAutoFit/>
          </a:bodyPr>
          <a:lstStyle/>
          <a:p>
            <a:pPr algn="ctr">
              <a:lnSpc>
                <a:spcPct val="130000"/>
              </a:lnSpc>
            </a:pPr>
            <a:r>
              <a:rPr sz="1350" b="0">
                <a:solidFill>
                  <a:srgbClr val="8FB6D0"/>
                </a:solidFill>
                <a:latin typeface="Segoe UI"/>
              </a:rPr>
              <a:t>geschiktheid</a:t>
            </a:r>
          </a:p>
        </p:txBody>
      </p:sp>
      <p:sp>
        <p:nvSpPr>
          <p:cNvPr id="10" name="!!stip1"/>
          <p:cNvSpPr/>
          <p:nvPr/>
        </p:nvSpPr>
        <p:spPr>
          <a:xfrm>
            <a:off x="2177995" y="2838379"/>
            <a:ext cx="190495" cy="190495"/>
          </a:xfrm>
          <a:prstGeom prst="ellipse">
            <a:avLst/>
          </a:prstGeom>
          <a:solidFill>
            <a:srgbClr val="FF7A00"/>
          </a:solidFill>
          <a:ln w="38100">
            <a:solidFill>
              <a:srgbClr val="0A2A4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maand1"/>
          <p:cNvSpPr txBox="1"/>
          <p:nvPr/>
        </p:nvSpPr>
        <p:spPr>
          <a:xfrm>
            <a:off x="1727156" y="2133546"/>
            <a:ext cx="1092172" cy="279393"/>
          </a:xfrm>
          <a:prstGeom prst="rect">
            <a:avLst/>
          </a:prstGeom>
          <a:noFill/>
        </p:spPr>
        <p:txBody>
          <a:bodyPr wrap="square" anchor="t" lIns="0" rIns="0" tIns="0" bIns="0">
            <a:spAutoFit/>
          </a:bodyPr>
          <a:lstStyle/>
          <a:p>
            <a:pPr algn="ctr">
              <a:lnSpc>
                <a:spcPct val="125000"/>
              </a:lnSpc>
            </a:pPr>
            <a:r>
              <a:rPr sz="1700" b="1">
                <a:solidFill>
                  <a:srgbClr val="F2F8FC"/>
                </a:solidFill>
                <a:latin typeface="Consolas"/>
              </a:rPr>
              <a:t>V0</a:t>
            </a:r>
          </a:p>
        </p:txBody>
      </p:sp>
      <p:sp>
        <p:nvSpPr>
          <p:cNvPr id="12" name="!!taak1"/>
          <p:cNvSpPr txBox="1"/>
          <p:nvPr/>
        </p:nvSpPr>
        <p:spPr>
          <a:xfrm>
            <a:off x="1790655" y="3251118"/>
            <a:ext cx="965175" cy="571485"/>
          </a:xfrm>
          <a:prstGeom prst="rect">
            <a:avLst/>
          </a:prstGeom>
          <a:noFill/>
        </p:spPr>
        <p:txBody>
          <a:bodyPr wrap="square" anchor="t" lIns="0" rIns="0" tIns="0" bIns="0">
            <a:spAutoFit/>
          </a:bodyPr>
          <a:lstStyle/>
          <a:p>
            <a:pPr algn="ctr">
              <a:lnSpc>
                <a:spcPct val="130000"/>
              </a:lnSpc>
            </a:pPr>
            <a:r>
              <a:rPr sz="1350" b="0">
                <a:solidFill>
                  <a:srgbClr val="8FB6D0"/>
                </a:solidFill>
                <a:latin typeface="Segoe UI"/>
              </a:rPr>
              <a:t>loting</a:t>
            </a:r>
          </a:p>
        </p:txBody>
      </p:sp>
      <p:sp>
        <p:nvSpPr>
          <p:cNvPr id="13" name="!!stip2"/>
          <p:cNvSpPr/>
          <p:nvPr/>
        </p:nvSpPr>
        <p:spPr>
          <a:xfrm>
            <a:off x="3289217" y="2857428"/>
            <a:ext cx="152396" cy="152396"/>
          </a:xfrm>
          <a:prstGeom prst="ellipse">
            <a:avLst/>
          </a:prstGeom>
          <a:solidFill>
            <a:srgbClr val="52BDEC"/>
          </a:solidFill>
          <a:ln w="38100">
            <a:solidFill>
              <a:srgbClr val="0A2A4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maand2"/>
          <p:cNvSpPr txBox="1"/>
          <p:nvPr/>
        </p:nvSpPr>
        <p:spPr>
          <a:xfrm>
            <a:off x="2819329" y="2133546"/>
            <a:ext cx="1092172" cy="279393"/>
          </a:xfrm>
          <a:prstGeom prst="rect">
            <a:avLst/>
          </a:prstGeom>
          <a:noFill/>
        </p:spPr>
        <p:txBody>
          <a:bodyPr wrap="square" anchor="t" lIns="0" rIns="0" tIns="0" bIns="0">
            <a:spAutoFit/>
          </a:bodyPr>
          <a:lstStyle/>
          <a:p>
            <a:pPr algn="ctr">
              <a:lnSpc>
                <a:spcPct val="125000"/>
              </a:lnSpc>
            </a:pPr>
            <a:r>
              <a:rPr sz="1700" b="1">
                <a:solidFill>
                  <a:srgbClr val="F2F8FC"/>
                </a:solidFill>
                <a:latin typeface="Consolas"/>
              </a:rPr>
              <a:t>V1</a:t>
            </a:r>
          </a:p>
        </p:txBody>
      </p:sp>
      <p:sp>
        <p:nvSpPr>
          <p:cNvPr id="15" name="!!taak2"/>
          <p:cNvSpPr txBox="1"/>
          <p:nvPr/>
        </p:nvSpPr>
        <p:spPr>
          <a:xfrm>
            <a:off x="2882827" y="3251118"/>
            <a:ext cx="965175" cy="571485"/>
          </a:xfrm>
          <a:prstGeom prst="rect">
            <a:avLst/>
          </a:prstGeom>
          <a:noFill/>
        </p:spPr>
        <p:txBody>
          <a:bodyPr wrap="square" anchor="t" lIns="0" rIns="0" tIns="0" bIns="0">
            <a:spAutoFit/>
          </a:bodyPr>
          <a:lstStyle/>
          <a:p>
            <a:pPr algn="ctr">
              <a:lnSpc>
                <a:spcPct val="130000"/>
              </a:lnSpc>
            </a:pPr>
            <a:r>
              <a:rPr sz="1350" b="0">
                <a:solidFill>
                  <a:srgbClr val="8FB6D0"/>
                </a:solidFill>
                <a:latin typeface="Segoe UI"/>
              </a:rPr>
              <a:t>baseline</a:t>
            </a:r>
          </a:p>
        </p:txBody>
      </p:sp>
      <p:sp>
        <p:nvSpPr>
          <p:cNvPr id="16" name="!!stip3"/>
          <p:cNvSpPr/>
          <p:nvPr/>
        </p:nvSpPr>
        <p:spPr>
          <a:xfrm>
            <a:off x="4381390" y="2857428"/>
            <a:ext cx="152396" cy="152396"/>
          </a:xfrm>
          <a:prstGeom prst="ellipse">
            <a:avLst/>
          </a:prstGeom>
          <a:solidFill>
            <a:srgbClr val="52BDEC"/>
          </a:solidFill>
          <a:ln w="38100">
            <a:solidFill>
              <a:srgbClr val="0A2A4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maand3"/>
          <p:cNvSpPr txBox="1"/>
          <p:nvPr/>
        </p:nvSpPr>
        <p:spPr>
          <a:xfrm>
            <a:off x="3911502" y="2133546"/>
            <a:ext cx="1092172" cy="279393"/>
          </a:xfrm>
          <a:prstGeom prst="rect">
            <a:avLst/>
          </a:prstGeom>
          <a:noFill/>
        </p:spPr>
        <p:txBody>
          <a:bodyPr wrap="square" anchor="t" lIns="0" rIns="0" tIns="0" bIns="0">
            <a:spAutoFit/>
          </a:bodyPr>
          <a:lstStyle/>
          <a:p>
            <a:pPr algn="ctr">
              <a:lnSpc>
                <a:spcPct val="125000"/>
              </a:lnSpc>
            </a:pPr>
            <a:r>
              <a:rPr sz="1700" b="1">
                <a:solidFill>
                  <a:srgbClr val="F2F8FC"/>
                </a:solidFill>
                <a:latin typeface="Consolas"/>
              </a:rPr>
              <a:t>V2</a:t>
            </a:r>
          </a:p>
        </p:txBody>
      </p:sp>
      <p:sp>
        <p:nvSpPr>
          <p:cNvPr id="18" name="!!taak3"/>
          <p:cNvSpPr txBox="1"/>
          <p:nvPr/>
        </p:nvSpPr>
        <p:spPr>
          <a:xfrm>
            <a:off x="3975000" y="3251118"/>
            <a:ext cx="965175" cy="571485"/>
          </a:xfrm>
          <a:prstGeom prst="rect">
            <a:avLst/>
          </a:prstGeom>
          <a:noFill/>
        </p:spPr>
        <p:txBody>
          <a:bodyPr wrap="square" anchor="t" lIns="0" rIns="0" tIns="0" bIns="0">
            <a:spAutoFit/>
          </a:bodyPr>
          <a:lstStyle/>
          <a:p>
            <a:pPr algn="ctr">
              <a:lnSpc>
                <a:spcPct val="130000"/>
              </a:lnSpc>
            </a:pPr>
            <a:r>
              <a:rPr sz="1350" b="0">
                <a:solidFill>
                  <a:srgbClr val="8FB6D0"/>
                </a:solidFill>
                <a:latin typeface="Segoe UI"/>
              </a:rPr>
              <a:t>zool + sensor</a:t>
            </a:r>
          </a:p>
        </p:txBody>
      </p:sp>
      <p:sp>
        <p:nvSpPr>
          <p:cNvPr id="19" name="!!stip4"/>
          <p:cNvSpPr/>
          <p:nvPr/>
        </p:nvSpPr>
        <p:spPr>
          <a:xfrm>
            <a:off x="5473563" y="2857428"/>
            <a:ext cx="152396" cy="152396"/>
          </a:xfrm>
          <a:prstGeom prst="ellipse">
            <a:avLst/>
          </a:prstGeom>
          <a:solidFill>
            <a:srgbClr val="1D8DB0"/>
          </a:solidFill>
          <a:ln w="38100">
            <a:solidFill>
              <a:srgbClr val="0A2A4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maand4"/>
          <p:cNvSpPr txBox="1"/>
          <p:nvPr/>
        </p:nvSpPr>
        <p:spPr>
          <a:xfrm>
            <a:off x="5003674" y="2133546"/>
            <a:ext cx="1092172" cy="279393"/>
          </a:xfrm>
          <a:prstGeom prst="rect">
            <a:avLst/>
          </a:prstGeom>
          <a:noFill/>
        </p:spPr>
        <p:txBody>
          <a:bodyPr wrap="square" anchor="t" lIns="0" rIns="0" tIns="0" bIns="0">
            <a:spAutoFit/>
          </a:bodyPr>
          <a:lstStyle/>
          <a:p>
            <a:pPr algn="ctr">
              <a:lnSpc>
                <a:spcPct val="125000"/>
              </a:lnSpc>
            </a:pPr>
            <a:r>
              <a:rPr sz="1700" b="1">
                <a:solidFill>
                  <a:srgbClr val="F2F8FC"/>
                </a:solidFill>
                <a:latin typeface="Consolas"/>
              </a:rPr>
              <a:t>M3</a:t>
            </a:r>
          </a:p>
        </p:txBody>
      </p:sp>
      <p:sp>
        <p:nvSpPr>
          <p:cNvPr id="21" name="!!taak4"/>
          <p:cNvSpPr txBox="1"/>
          <p:nvPr/>
        </p:nvSpPr>
        <p:spPr>
          <a:xfrm>
            <a:off x="5067173" y="3251118"/>
            <a:ext cx="965175" cy="571485"/>
          </a:xfrm>
          <a:prstGeom prst="rect">
            <a:avLst/>
          </a:prstGeom>
          <a:noFill/>
        </p:spPr>
        <p:txBody>
          <a:bodyPr wrap="square" anchor="t" lIns="0" rIns="0" tIns="0" bIns="0">
            <a:spAutoFit/>
          </a:bodyPr>
          <a:lstStyle/>
          <a:p>
            <a:pPr algn="ctr">
              <a:lnSpc>
                <a:spcPct val="130000"/>
              </a:lnSpc>
            </a:pPr>
            <a:r>
              <a:rPr sz="1350" b="0">
                <a:solidFill>
                  <a:srgbClr val="8FB6D0"/>
                </a:solidFill>
                <a:latin typeface="Segoe UI"/>
              </a:rPr>
              <a:t>opvolging</a:t>
            </a:r>
          </a:p>
        </p:txBody>
      </p:sp>
      <p:sp>
        <p:nvSpPr>
          <p:cNvPr id="22" name="!!stip5"/>
          <p:cNvSpPr/>
          <p:nvPr/>
        </p:nvSpPr>
        <p:spPr>
          <a:xfrm>
            <a:off x="6565735" y="2857428"/>
            <a:ext cx="152396" cy="152396"/>
          </a:xfrm>
          <a:prstGeom prst="ellipse">
            <a:avLst/>
          </a:prstGeom>
          <a:solidFill>
            <a:srgbClr val="52BDEC"/>
          </a:solidFill>
          <a:ln w="38100">
            <a:solidFill>
              <a:srgbClr val="0A2A4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maand5"/>
          <p:cNvSpPr txBox="1"/>
          <p:nvPr/>
        </p:nvSpPr>
        <p:spPr>
          <a:xfrm>
            <a:off x="6095847" y="2133546"/>
            <a:ext cx="1092172" cy="279393"/>
          </a:xfrm>
          <a:prstGeom prst="rect">
            <a:avLst/>
          </a:prstGeom>
          <a:noFill/>
        </p:spPr>
        <p:txBody>
          <a:bodyPr wrap="square" anchor="t" lIns="0" rIns="0" tIns="0" bIns="0">
            <a:spAutoFit/>
          </a:bodyPr>
          <a:lstStyle/>
          <a:p>
            <a:pPr algn="ctr">
              <a:lnSpc>
                <a:spcPct val="125000"/>
              </a:lnSpc>
            </a:pPr>
            <a:r>
              <a:rPr sz="1700" b="1">
                <a:solidFill>
                  <a:srgbClr val="F2F8FC"/>
                </a:solidFill>
                <a:latin typeface="Consolas"/>
              </a:rPr>
              <a:t>M6</a:t>
            </a:r>
          </a:p>
        </p:txBody>
      </p:sp>
      <p:sp>
        <p:nvSpPr>
          <p:cNvPr id="24" name="!!taak5"/>
          <p:cNvSpPr txBox="1"/>
          <p:nvPr/>
        </p:nvSpPr>
        <p:spPr>
          <a:xfrm>
            <a:off x="6159346" y="3251118"/>
            <a:ext cx="965175" cy="571485"/>
          </a:xfrm>
          <a:prstGeom prst="rect">
            <a:avLst/>
          </a:prstGeom>
          <a:noFill/>
        </p:spPr>
        <p:txBody>
          <a:bodyPr wrap="square" anchor="t" lIns="0" rIns="0" tIns="0" bIns="0">
            <a:spAutoFit/>
          </a:bodyPr>
          <a:lstStyle/>
          <a:p>
            <a:pPr algn="ctr">
              <a:lnSpc>
                <a:spcPct val="130000"/>
              </a:lnSpc>
            </a:pPr>
            <a:r>
              <a:rPr sz="1350" b="0">
                <a:solidFill>
                  <a:srgbClr val="8FB6D0"/>
                </a:solidFill>
                <a:latin typeface="Segoe UI"/>
              </a:rPr>
              <a:t>meting</a:t>
            </a:r>
          </a:p>
        </p:txBody>
      </p:sp>
      <p:sp>
        <p:nvSpPr>
          <p:cNvPr id="25" name="!!stip6"/>
          <p:cNvSpPr/>
          <p:nvPr/>
        </p:nvSpPr>
        <p:spPr>
          <a:xfrm>
            <a:off x="7657908" y="2857428"/>
            <a:ext cx="152396" cy="152396"/>
          </a:xfrm>
          <a:prstGeom prst="ellipse">
            <a:avLst/>
          </a:prstGeom>
          <a:solidFill>
            <a:srgbClr val="1D8DB0"/>
          </a:solidFill>
          <a:ln w="38100">
            <a:solidFill>
              <a:srgbClr val="0A2A4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maand6"/>
          <p:cNvSpPr txBox="1"/>
          <p:nvPr/>
        </p:nvSpPr>
        <p:spPr>
          <a:xfrm>
            <a:off x="7188020" y="2133546"/>
            <a:ext cx="1092172" cy="279393"/>
          </a:xfrm>
          <a:prstGeom prst="rect">
            <a:avLst/>
          </a:prstGeom>
          <a:noFill/>
        </p:spPr>
        <p:txBody>
          <a:bodyPr wrap="square" anchor="t" lIns="0" rIns="0" tIns="0" bIns="0">
            <a:spAutoFit/>
          </a:bodyPr>
          <a:lstStyle/>
          <a:p>
            <a:pPr algn="ctr">
              <a:lnSpc>
                <a:spcPct val="125000"/>
              </a:lnSpc>
            </a:pPr>
            <a:r>
              <a:rPr sz="1700" b="1">
                <a:solidFill>
                  <a:srgbClr val="F2F8FC"/>
                </a:solidFill>
                <a:latin typeface="Consolas"/>
              </a:rPr>
              <a:t>M9</a:t>
            </a:r>
          </a:p>
        </p:txBody>
      </p:sp>
      <p:sp>
        <p:nvSpPr>
          <p:cNvPr id="27" name="!!taak6"/>
          <p:cNvSpPr txBox="1"/>
          <p:nvPr/>
        </p:nvSpPr>
        <p:spPr>
          <a:xfrm>
            <a:off x="7251518" y="3251118"/>
            <a:ext cx="965175" cy="571485"/>
          </a:xfrm>
          <a:prstGeom prst="rect">
            <a:avLst/>
          </a:prstGeom>
          <a:noFill/>
        </p:spPr>
        <p:txBody>
          <a:bodyPr wrap="square" anchor="t" lIns="0" rIns="0" tIns="0" bIns="0">
            <a:spAutoFit/>
          </a:bodyPr>
          <a:lstStyle/>
          <a:p>
            <a:pPr algn="ctr">
              <a:lnSpc>
                <a:spcPct val="130000"/>
              </a:lnSpc>
            </a:pPr>
            <a:r>
              <a:rPr sz="1350" b="0">
                <a:solidFill>
                  <a:srgbClr val="8FB6D0"/>
                </a:solidFill>
                <a:latin typeface="Segoe UI"/>
              </a:rPr>
              <a:t>opvolging</a:t>
            </a:r>
          </a:p>
        </p:txBody>
      </p:sp>
      <p:sp>
        <p:nvSpPr>
          <p:cNvPr id="28" name="!!stip7"/>
          <p:cNvSpPr/>
          <p:nvPr/>
        </p:nvSpPr>
        <p:spPr>
          <a:xfrm>
            <a:off x="8750081" y="2857428"/>
            <a:ext cx="152396" cy="152396"/>
          </a:xfrm>
          <a:prstGeom prst="ellipse">
            <a:avLst/>
          </a:prstGeom>
          <a:solidFill>
            <a:srgbClr val="52BDEC"/>
          </a:solidFill>
          <a:ln w="38100">
            <a:solidFill>
              <a:srgbClr val="0A2A4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maand7"/>
          <p:cNvSpPr txBox="1"/>
          <p:nvPr/>
        </p:nvSpPr>
        <p:spPr>
          <a:xfrm>
            <a:off x="8280192" y="2133546"/>
            <a:ext cx="1092172" cy="279393"/>
          </a:xfrm>
          <a:prstGeom prst="rect">
            <a:avLst/>
          </a:prstGeom>
          <a:noFill/>
        </p:spPr>
        <p:txBody>
          <a:bodyPr wrap="square" anchor="t" lIns="0" rIns="0" tIns="0" bIns="0">
            <a:spAutoFit/>
          </a:bodyPr>
          <a:lstStyle/>
          <a:p>
            <a:pPr algn="ctr">
              <a:lnSpc>
                <a:spcPct val="125000"/>
              </a:lnSpc>
            </a:pPr>
            <a:r>
              <a:rPr sz="1700" b="1">
                <a:solidFill>
                  <a:srgbClr val="F2F8FC"/>
                </a:solidFill>
                <a:latin typeface="Consolas"/>
              </a:rPr>
              <a:t>M12</a:t>
            </a:r>
          </a:p>
        </p:txBody>
      </p:sp>
      <p:sp>
        <p:nvSpPr>
          <p:cNvPr id="30" name="!!taak7"/>
          <p:cNvSpPr txBox="1"/>
          <p:nvPr/>
        </p:nvSpPr>
        <p:spPr>
          <a:xfrm>
            <a:off x="8343691" y="3251118"/>
            <a:ext cx="965175" cy="571485"/>
          </a:xfrm>
          <a:prstGeom prst="rect">
            <a:avLst/>
          </a:prstGeom>
          <a:noFill/>
        </p:spPr>
        <p:txBody>
          <a:bodyPr wrap="square" anchor="t" lIns="0" rIns="0" tIns="0" bIns="0">
            <a:spAutoFit/>
          </a:bodyPr>
          <a:lstStyle/>
          <a:p>
            <a:pPr algn="ctr">
              <a:lnSpc>
                <a:spcPct val="130000"/>
              </a:lnSpc>
            </a:pPr>
            <a:r>
              <a:rPr sz="1350" b="0">
                <a:solidFill>
                  <a:srgbClr val="8FB6D0"/>
                </a:solidFill>
                <a:latin typeface="Segoe UI"/>
              </a:rPr>
              <a:t>meting</a:t>
            </a:r>
          </a:p>
        </p:txBody>
      </p:sp>
      <p:sp>
        <p:nvSpPr>
          <p:cNvPr id="31" name="!!stip8"/>
          <p:cNvSpPr/>
          <p:nvPr/>
        </p:nvSpPr>
        <p:spPr>
          <a:xfrm>
            <a:off x="9842253" y="2857428"/>
            <a:ext cx="152396" cy="152396"/>
          </a:xfrm>
          <a:prstGeom prst="ellipse">
            <a:avLst/>
          </a:prstGeom>
          <a:solidFill>
            <a:srgbClr val="1D8DB0"/>
          </a:solidFill>
          <a:ln w="38100">
            <a:solidFill>
              <a:srgbClr val="0A2A4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maand8"/>
          <p:cNvSpPr txBox="1"/>
          <p:nvPr/>
        </p:nvSpPr>
        <p:spPr>
          <a:xfrm>
            <a:off x="9372365" y="2133546"/>
            <a:ext cx="1092172" cy="279393"/>
          </a:xfrm>
          <a:prstGeom prst="rect">
            <a:avLst/>
          </a:prstGeom>
          <a:noFill/>
        </p:spPr>
        <p:txBody>
          <a:bodyPr wrap="square" anchor="t" lIns="0" rIns="0" tIns="0" bIns="0">
            <a:spAutoFit/>
          </a:bodyPr>
          <a:lstStyle/>
          <a:p>
            <a:pPr algn="ctr">
              <a:lnSpc>
                <a:spcPct val="125000"/>
              </a:lnSpc>
            </a:pPr>
            <a:r>
              <a:rPr sz="1700" b="1">
                <a:solidFill>
                  <a:srgbClr val="F2F8FC"/>
                </a:solidFill>
                <a:latin typeface="Consolas"/>
              </a:rPr>
              <a:t>M15</a:t>
            </a:r>
          </a:p>
        </p:txBody>
      </p:sp>
      <p:sp>
        <p:nvSpPr>
          <p:cNvPr id="33" name="!!taak8"/>
          <p:cNvSpPr txBox="1"/>
          <p:nvPr/>
        </p:nvSpPr>
        <p:spPr>
          <a:xfrm>
            <a:off x="9435864" y="3251118"/>
            <a:ext cx="965175" cy="571485"/>
          </a:xfrm>
          <a:prstGeom prst="rect">
            <a:avLst/>
          </a:prstGeom>
          <a:noFill/>
        </p:spPr>
        <p:txBody>
          <a:bodyPr wrap="square" anchor="t" lIns="0" rIns="0" tIns="0" bIns="0">
            <a:spAutoFit/>
          </a:bodyPr>
          <a:lstStyle/>
          <a:p>
            <a:pPr algn="ctr">
              <a:lnSpc>
                <a:spcPct val="130000"/>
              </a:lnSpc>
            </a:pPr>
            <a:r>
              <a:rPr sz="1350" b="0">
                <a:solidFill>
                  <a:srgbClr val="8FB6D0"/>
                </a:solidFill>
                <a:latin typeface="Segoe UI"/>
              </a:rPr>
              <a:t>opvolging</a:t>
            </a:r>
          </a:p>
        </p:txBody>
      </p:sp>
      <p:sp>
        <p:nvSpPr>
          <p:cNvPr id="34" name="!!stip9"/>
          <p:cNvSpPr/>
          <p:nvPr/>
        </p:nvSpPr>
        <p:spPr>
          <a:xfrm>
            <a:off x="10915377" y="2838379"/>
            <a:ext cx="190495" cy="190495"/>
          </a:xfrm>
          <a:prstGeom prst="ellipse">
            <a:avLst/>
          </a:prstGeom>
          <a:solidFill>
            <a:srgbClr val="FF7A00"/>
          </a:solidFill>
          <a:ln w="38100">
            <a:solidFill>
              <a:srgbClr val="0A2A4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maand9"/>
          <p:cNvSpPr txBox="1"/>
          <p:nvPr/>
        </p:nvSpPr>
        <p:spPr>
          <a:xfrm>
            <a:off x="10464538" y="2133546"/>
            <a:ext cx="1092172" cy="279393"/>
          </a:xfrm>
          <a:prstGeom prst="rect">
            <a:avLst/>
          </a:prstGeom>
          <a:noFill/>
        </p:spPr>
        <p:txBody>
          <a:bodyPr wrap="square" anchor="t" lIns="0" rIns="0" tIns="0" bIns="0">
            <a:spAutoFit/>
          </a:bodyPr>
          <a:lstStyle/>
          <a:p>
            <a:pPr algn="ctr">
              <a:lnSpc>
                <a:spcPct val="125000"/>
              </a:lnSpc>
            </a:pPr>
            <a:r>
              <a:rPr sz="1700" b="1">
                <a:solidFill>
                  <a:srgbClr val="F2F8FC"/>
                </a:solidFill>
                <a:latin typeface="Consolas"/>
              </a:rPr>
              <a:t>M18</a:t>
            </a:r>
          </a:p>
        </p:txBody>
      </p:sp>
      <p:sp>
        <p:nvSpPr>
          <p:cNvPr id="36" name="!!taak9"/>
          <p:cNvSpPr txBox="1"/>
          <p:nvPr/>
        </p:nvSpPr>
        <p:spPr>
          <a:xfrm>
            <a:off x="10528036" y="3251118"/>
            <a:ext cx="965175" cy="571485"/>
          </a:xfrm>
          <a:prstGeom prst="rect">
            <a:avLst/>
          </a:prstGeom>
          <a:noFill/>
        </p:spPr>
        <p:txBody>
          <a:bodyPr wrap="square" anchor="t" lIns="0" rIns="0" tIns="0" bIns="0">
            <a:spAutoFit/>
          </a:bodyPr>
          <a:lstStyle/>
          <a:p>
            <a:pPr algn="ctr">
              <a:lnSpc>
                <a:spcPct val="130000"/>
              </a:lnSpc>
            </a:pPr>
            <a:r>
              <a:rPr sz="1350" b="0">
                <a:solidFill>
                  <a:srgbClr val="8FB6D0"/>
                </a:solidFill>
                <a:latin typeface="Segoe UI"/>
              </a:rPr>
              <a:t>meting + einde</a:t>
            </a:r>
          </a:p>
        </p:txBody>
      </p:sp>
      <p:sp>
        <p:nvSpPr>
          <p:cNvPr id="37" name="Oval 36"/>
          <p:cNvSpPr/>
          <p:nvPr/>
        </p:nvSpPr>
        <p:spPr>
          <a:xfrm>
            <a:off x="660383" y="4013099"/>
            <a:ext cx="114297" cy="114297"/>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850878" y="3975000"/>
            <a:ext cx="2285942" cy="215894"/>
          </a:xfrm>
          <a:prstGeom prst="rect">
            <a:avLst/>
          </a:prstGeom>
          <a:noFill/>
        </p:spPr>
        <p:txBody>
          <a:bodyPr wrap="square" anchor="t" lIns="0" rIns="0" tIns="0" bIns="0">
            <a:spAutoFit/>
          </a:bodyPr>
          <a:lstStyle/>
          <a:p>
            <a:pPr algn="l">
              <a:lnSpc>
                <a:spcPct val="125000"/>
              </a:lnSpc>
            </a:pPr>
            <a:r>
              <a:rPr sz="1300" b="0">
                <a:solidFill>
                  <a:srgbClr val="8FB6D0"/>
                </a:solidFill>
                <a:latin typeface="Consolas"/>
              </a:rPr>
              <a:t>meetmoment</a:t>
            </a:r>
          </a:p>
        </p:txBody>
      </p:sp>
      <p:sp>
        <p:nvSpPr>
          <p:cNvPr id="39" name="Oval 38"/>
          <p:cNvSpPr/>
          <p:nvPr/>
        </p:nvSpPr>
        <p:spPr>
          <a:xfrm>
            <a:off x="3200319" y="4013099"/>
            <a:ext cx="114297" cy="114297"/>
          </a:xfrm>
          <a:prstGeom prst="ellipse">
            <a:avLst/>
          </a:prstGeom>
          <a:solidFill>
            <a:srgbClr val="1D8DB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3390815" y="3975000"/>
            <a:ext cx="2285942" cy="215894"/>
          </a:xfrm>
          <a:prstGeom prst="rect">
            <a:avLst/>
          </a:prstGeom>
          <a:noFill/>
        </p:spPr>
        <p:txBody>
          <a:bodyPr wrap="square" anchor="t" lIns="0" rIns="0" tIns="0" bIns="0">
            <a:spAutoFit/>
          </a:bodyPr>
          <a:lstStyle/>
          <a:p>
            <a:pPr algn="l">
              <a:lnSpc>
                <a:spcPct val="125000"/>
              </a:lnSpc>
            </a:pPr>
            <a:r>
              <a:rPr sz="1300" b="0">
                <a:solidFill>
                  <a:srgbClr val="8FB6D0"/>
                </a:solidFill>
                <a:latin typeface="Consolas"/>
              </a:rPr>
              <a:t>begeleiding</a:t>
            </a:r>
          </a:p>
        </p:txBody>
      </p:sp>
      <p:sp>
        <p:nvSpPr>
          <p:cNvPr id="41" name="Oval 40"/>
          <p:cNvSpPr/>
          <p:nvPr/>
        </p:nvSpPr>
        <p:spPr>
          <a:xfrm>
            <a:off x="5740256" y="4013099"/>
            <a:ext cx="114297" cy="114297"/>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5930751" y="3975000"/>
            <a:ext cx="2285942" cy="215894"/>
          </a:xfrm>
          <a:prstGeom prst="rect">
            <a:avLst/>
          </a:prstGeom>
          <a:noFill/>
        </p:spPr>
        <p:txBody>
          <a:bodyPr wrap="square" anchor="t" lIns="0" rIns="0" tIns="0" bIns="0">
            <a:spAutoFit/>
          </a:bodyPr>
          <a:lstStyle/>
          <a:p>
            <a:pPr algn="l">
              <a:lnSpc>
                <a:spcPct val="125000"/>
              </a:lnSpc>
            </a:pPr>
            <a:r>
              <a:rPr sz="1300" b="0">
                <a:solidFill>
                  <a:srgbClr val="8FB6D0"/>
                </a:solidFill>
                <a:latin typeface="Consolas"/>
              </a:rPr>
              <a:t>start en afronding</a:t>
            </a:r>
          </a:p>
        </p:txBody>
      </p:sp>
      <p:sp>
        <p:nvSpPr>
          <p:cNvPr id="43" name="!!camera"/>
          <p:cNvSpPr txBox="1"/>
          <p:nvPr/>
        </p:nvSpPr>
        <p:spPr>
          <a:xfrm>
            <a:off x="634984" y="4711582"/>
            <a:ext cx="2031949" cy="1460463"/>
          </a:xfrm>
          <a:prstGeom prst="rect">
            <a:avLst/>
          </a:prstGeom>
          <a:noFill/>
        </p:spPr>
        <p:txBody>
          <a:bodyPr wrap="none" anchor="t" lIns="0" rIns="0" tIns="0" bIns="0">
            <a:spAutoFit/>
          </a:bodyPr>
          <a:lstStyle/>
          <a:p>
            <a:pPr algn="l">
              <a:lnSpc>
                <a:spcPct val="100000"/>
              </a:lnSpc>
            </a:pPr>
            <a:r>
              <a:rPr sz="9600" b="1">
                <a:solidFill>
                  <a:srgbClr val="52BDEC"/>
                </a:solidFill>
                <a:latin typeface="Segoe UI"/>
              </a:rPr>
              <a:t>10</a:t>
            </a:r>
          </a:p>
        </p:txBody>
      </p:sp>
      <p:sp>
        <p:nvSpPr>
          <p:cNvPr id="44" name="TextBox 43"/>
          <p:cNvSpPr txBox="1"/>
          <p:nvPr/>
        </p:nvSpPr>
        <p:spPr>
          <a:xfrm>
            <a:off x="2539936" y="4813179"/>
            <a:ext cx="8889777" cy="419089"/>
          </a:xfrm>
          <a:prstGeom prst="rect">
            <a:avLst/>
          </a:prstGeom>
          <a:noFill/>
        </p:spPr>
        <p:txBody>
          <a:bodyPr wrap="square" anchor="t" lIns="0" rIns="0" tIns="0" bIns="0">
            <a:spAutoFit/>
          </a:bodyPr>
          <a:lstStyle/>
          <a:p>
            <a:pPr algn="l">
              <a:lnSpc>
                <a:spcPct val="125000"/>
              </a:lnSpc>
            </a:pPr>
            <a:r>
              <a:rPr sz="3000" b="1">
                <a:solidFill>
                  <a:srgbClr val="F2F8FC"/>
                </a:solidFill>
                <a:latin typeface="Segoe UI"/>
              </a:rPr>
              <a:t>contactmomenten, één zorgpad</a:t>
            </a:r>
          </a:p>
        </p:txBody>
      </p:sp>
      <p:sp>
        <p:nvSpPr>
          <p:cNvPr id="45" name="TextBox 44"/>
          <p:cNvSpPr txBox="1"/>
          <p:nvPr/>
        </p:nvSpPr>
        <p:spPr>
          <a:xfrm>
            <a:off x="2552636" y="5283067"/>
            <a:ext cx="8889777" cy="952476"/>
          </a:xfrm>
          <a:prstGeom prst="rect">
            <a:avLst/>
          </a:prstGeom>
          <a:noFill/>
        </p:spPr>
        <p:txBody>
          <a:bodyPr wrap="square" anchor="t" lIns="0" rIns="0" tIns="0" bIns="0">
            <a:spAutoFit/>
          </a:bodyPr>
          <a:lstStyle/>
          <a:p>
            <a:pPr algn="l">
              <a:lnSpc>
                <a:spcPct val="140000"/>
              </a:lnSpc>
            </a:pPr>
            <a:r>
              <a:rPr sz="1800" b="0">
                <a:solidFill>
                  <a:srgbClr val="8FB6D0"/>
                </a:solidFill>
                <a:latin typeface="Segoe UI"/>
              </a:rPr>
              <a:t>Het verschil met vandaag zit niet in hoe vaak u de patiënt ziet, maar in wat u bij elk bezoek wéét: wat de zool doet en wat er gedragen is.</a:t>
            </a:r>
          </a:p>
        </p:txBody>
      </p:sp>
      <p:sp>
        <p:nvSpPr>
          <p:cNvPr id="46" name="TextBox 45"/>
          <p:cNvSpPr txBox="1"/>
          <p:nvPr/>
        </p:nvSpPr>
        <p:spPr>
          <a:xfrm>
            <a:off x="10540736" y="6387940"/>
            <a:ext cx="1015974" cy="177795"/>
          </a:xfrm>
          <a:prstGeom prst="rect">
            <a:avLst/>
          </a:prstGeom>
          <a:noFill/>
        </p:spPr>
        <p:txBody>
          <a:bodyPr wrap="square" anchor="t" lIns="0" rIns="0" tIns="0" bIns="0">
            <a:spAutoFit/>
          </a:bodyPr>
          <a:lstStyle/>
          <a:p>
            <a:pPr algn="r">
              <a:lnSpc>
                <a:spcPct val="125000"/>
              </a:lnSpc>
            </a:pPr>
            <a:r>
              <a:rPr sz="1050" b="0">
                <a:solidFill>
                  <a:srgbClr val="8FB6D0"/>
                </a:solidFill>
                <a:latin typeface="Consolas"/>
              </a:rPr>
              <a:t>19 / 26</a:t>
            </a:r>
          </a:p>
        </p:txBody>
      </p:sp>
      <p:pic>
        <p:nvPicPr>
          <p:cNvPr id="47" name="merk" descr="merk.png"/>
          <p:cNvPicPr>
            <a:picLocks noChangeAspect="1"/>
          </p:cNvPicPr>
          <p:nvPr/>
        </p:nvPicPr>
        <p:blipFill>
          <a:blip r:embed="rId2"/>
          <a:stretch>
            <a:fillRect/>
          </a:stretch>
        </p:blipFill>
        <p:spPr>
          <a:xfrm>
            <a:off x="11094166" y="368290"/>
            <a:ext cx="417101" cy="482587"/>
          </a:xfrm>
          <a:prstGeom prst="rect">
            <a:avLst/>
          </a:prstGeom>
        </p:spPr>
      </p:pic>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200">
        <p159:morph option="byObject"/>
      </p:transition>
    </mc:Choice>
    <mc:Fallback>
      <p:transition xmlns:p14="http://schemas.microsoft.com/office/powerpoint/2010/main" spd="slow" p14:dur="900">
        <p:fade/>
      </p:transition>
    </mc:Fallback>
  </mc:AlternateContent>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7828"/>
          </a:xfrm>
          <a:prstGeom prst="rect">
            <a:avLst/>
          </a:prstGeom>
          <a:gradFill rotWithShape="1">
            <a:gsLst>
              <a:gs pos="0">
                <a:srgbClr val="072138"/>
              </a:gs>
              <a:gs pos="100000">
                <a:srgbClr val="04182A"/>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merkgroot" descr="merk.png"/>
          <p:cNvPicPr>
            <a:picLocks noChangeAspect="1"/>
          </p:cNvPicPr>
          <p:nvPr/>
        </p:nvPicPr>
        <p:blipFill>
          <a:blip r:embed="rId2">
            <a:alphaModFix amt="14000"/>
          </a:blip>
          <a:stretch>
            <a:fillRect/>
          </a:stretch>
        </p:blipFill>
        <p:spPr>
          <a:xfrm>
            <a:off x="6603834" y="-1126099"/>
            <a:ext cx="7873803" cy="9110028"/>
          </a:xfrm>
          <a:prstGeom prst="rect">
            <a:avLst/>
          </a:prstGeom>
        </p:spPr>
      </p:pic>
      <p:sp>
        <p:nvSpPr>
          <p:cNvPr id="4" name="hero"/>
          <p:cNvSpPr txBox="1"/>
          <p:nvPr/>
        </p:nvSpPr>
        <p:spPr>
          <a:xfrm>
            <a:off x="571485" y="-444488"/>
            <a:ext cx="5714857" cy="2920926"/>
          </a:xfrm>
          <a:prstGeom prst="rect">
            <a:avLst/>
          </a:prstGeom>
          <a:noFill/>
        </p:spPr>
        <p:txBody>
          <a:bodyPr wrap="none" anchor="t" lIns="0" rIns="0" tIns="0" bIns="0">
            <a:spAutoFit/>
          </a:bodyPr>
          <a:lstStyle/>
          <a:p>
            <a:pPr algn="l">
              <a:lnSpc>
                <a:spcPct val="82000"/>
              </a:lnSpc>
            </a:pPr>
            <a:r>
              <a:rPr sz="26000" b="1">
                <a:gradFill>
                  <a:gsLst>
                    <a:gs pos="0">
                      <a:srgbClr val="52BDEC"/>
                    </a:gs>
                    <a:gs pos="100000">
                      <a:srgbClr val="FF7A00"/>
                    </a:gs>
                  </a:gsLst>
                  <a:lin ang="2700000" scaled="0"/>
                </a:gradFill>
                <a:latin typeface="Segoe UI"/>
              </a:rPr>
              <a:t>04</a:t>
            </a:r>
          </a:p>
        </p:txBody>
      </p:sp>
      <p:sp>
        <p:nvSpPr>
          <p:cNvPr id="5" name="sectietitel"/>
          <p:cNvSpPr txBox="1"/>
          <p:nvPr/>
        </p:nvSpPr>
        <p:spPr>
          <a:xfrm>
            <a:off x="634984" y="3555911"/>
            <a:ext cx="8889777" cy="1015974"/>
          </a:xfrm>
          <a:prstGeom prst="rect">
            <a:avLst/>
          </a:prstGeom>
          <a:noFill/>
        </p:spPr>
        <p:txBody>
          <a:bodyPr wrap="square" anchor="t" lIns="0" rIns="0" tIns="0" bIns="0">
            <a:spAutoFit/>
          </a:bodyPr>
          <a:lstStyle/>
          <a:p>
            <a:pPr algn="l">
              <a:lnSpc>
                <a:spcPct val="125000"/>
              </a:lnSpc>
            </a:pPr>
            <a:r>
              <a:rPr sz="7600" b="1">
                <a:solidFill>
                  <a:srgbClr val="F2F8FC"/>
                </a:solidFill>
                <a:latin typeface="Segoe UI"/>
              </a:rPr>
              <a:t>Toestellen en regels</a:t>
            </a:r>
          </a:p>
        </p:txBody>
      </p:sp>
      <p:sp>
        <p:nvSpPr>
          <p:cNvPr id="6" name="TextBox 5"/>
          <p:cNvSpPr txBox="1"/>
          <p:nvPr/>
        </p:nvSpPr>
        <p:spPr>
          <a:xfrm>
            <a:off x="660383" y="4825879"/>
            <a:ext cx="8254793" cy="507987"/>
          </a:xfrm>
          <a:prstGeom prst="rect">
            <a:avLst/>
          </a:prstGeom>
          <a:noFill/>
        </p:spPr>
        <p:txBody>
          <a:bodyPr wrap="square" anchor="t" lIns="0" rIns="0" tIns="0" bIns="0">
            <a:spAutoFit/>
          </a:bodyPr>
          <a:lstStyle/>
          <a:p>
            <a:pPr algn="l">
              <a:lnSpc>
                <a:spcPct val="125000"/>
              </a:lnSpc>
            </a:pPr>
            <a:r>
              <a:rPr sz="2300" b="0">
                <a:solidFill>
                  <a:srgbClr val="8FB6D0"/>
                </a:solidFill>
                <a:latin typeface="Segoe UI Light"/>
              </a:rPr>
              <a:t>De instellingen, het gesprek, en de vier regels die vastliggen.</a:t>
            </a:r>
          </a:p>
        </p:txBody>
      </p:sp>
      <p:sp>
        <p:nvSpPr>
          <p:cNvPr id="7" name="TextBox 6"/>
          <p:cNvSpPr txBox="1"/>
          <p:nvPr/>
        </p:nvSpPr>
        <p:spPr>
          <a:xfrm>
            <a:off x="10540736" y="6387940"/>
            <a:ext cx="1015974" cy="177795"/>
          </a:xfrm>
          <a:prstGeom prst="rect">
            <a:avLst/>
          </a:prstGeom>
          <a:noFill/>
        </p:spPr>
        <p:txBody>
          <a:bodyPr wrap="square" anchor="t" lIns="0" rIns="0" tIns="0" bIns="0">
            <a:spAutoFit/>
          </a:bodyPr>
          <a:lstStyle/>
          <a:p>
            <a:pPr algn="r">
              <a:lnSpc>
                <a:spcPct val="125000"/>
              </a:lnSpc>
            </a:pPr>
            <a:r>
              <a:rPr sz="1050" b="0">
                <a:solidFill>
                  <a:srgbClr val="8FB6D0"/>
                </a:solidFill>
                <a:latin typeface="Consolas"/>
              </a:rPr>
              <a:t>20 / 26</a:t>
            </a:r>
          </a:p>
        </p:txBody>
      </p:sp>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200">
        <p159:morph option="byObject"/>
      </p:transition>
    </mc:Choice>
    <mc:Fallback>
      <p:transition xmlns:p14="http://schemas.microsoft.com/office/powerpoint/2010/main" spd="slow" p14:dur="900">
        <p:fade/>
      </p:transition>
    </mc:Fallback>
  </mc:AlternateContent>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7828"/>
          </a:xfrm>
          <a:prstGeom prst="rect">
            <a:avLst/>
          </a:prstGeom>
          <a:gradFill rotWithShape="1">
            <a:gsLst>
              <a:gs pos="0">
                <a:srgbClr val="072138"/>
              </a:gs>
              <a:gs pos="100000">
                <a:srgbClr val="04182A"/>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34984" y="571485"/>
            <a:ext cx="9524761" cy="215894"/>
          </a:xfrm>
          <a:prstGeom prst="rect">
            <a:avLst/>
          </a:prstGeom>
          <a:noFill/>
        </p:spPr>
        <p:txBody>
          <a:bodyPr wrap="square" anchor="t" lIns="0" rIns="0" tIns="0" bIns="0">
            <a:spAutoFit/>
          </a:bodyPr>
          <a:lstStyle/>
          <a:p>
            <a:pPr algn="l">
              <a:lnSpc>
                <a:spcPct val="125000"/>
              </a:lnSpc>
            </a:pPr>
            <a:r>
              <a:rPr sz="1250" b="1" spc="240">
                <a:solidFill>
                  <a:srgbClr val="52BDEC"/>
                </a:solidFill>
                <a:latin typeface="Consolas"/>
              </a:rPr>
              <a:t>DE TECHNIEK</a:t>
            </a:r>
          </a:p>
        </p:txBody>
      </p:sp>
      <p:sp>
        <p:nvSpPr>
          <p:cNvPr id="4" name="sectietitel"/>
          <p:cNvSpPr txBox="1"/>
          <p:nvPr/>
        </p:nvSpPr>
        <p:spPr>
          <a:xfrm>
            <a:off x="634984" y="838179"/>
            <a:ext cx="9905752" cy="1269968"/>
          </a:xfrm>
          <a:prstGeom prst="rect">
            <a:avLst/>
          </a:prstGeom>
          <a:noFill/>
        </p:spPr>
        <p:txBody>
          <a:bodyPr wrap="square" anchor="t" lIns="0" rIns="0" tIns="0" bIns="0">
            <a:spAutoFit/>
          </a:bodyPr>
          <a:lstStyle/>
          <a:p>
            <a:pPr algn="l">
              <a:lnSpc>
                <a:spcPct val="110000"/>
              </a:lnSpc>
            </a:pPr>
            <a:r>
              <a:rPr sz="4000" b="1">
                <a:solidFill>
                  <a:srgbClr val="F2F8FC"/>
                </a:solidFill>
                <a:latin typeface="Segoe UI"/>
              </a:rPr>
              <a:t>Drie toestellen</a:t>
            </a:r>
          </a:p>
        </p:txBody>
      </p:sp>
      <p:sp>
        <p:nvSpPr>
          <p:cNvPr id="5" name="Rounded Rectangle 4"/>
          <p:cNvSpPr/>
          <p:nvPr/>
        </p:nvSpPr>
        <p:spPr>
          <a:xfrm>
            <a:off x="634984" y="1968450"/>
            <a:ext cx="5384538" cy="4000399"/>
          </a:xfrm>
          <a:prstGeom prst="roundRect">
            <a:avLst>
              <a:gd name="adj" fmla="val 4500"/>
            </a:avLst>
          </a:prstGeom>
          <a:solidFill>
            <a:srgbClr val="0A2A44"/>
          </a:solidFill>
          <a:ln w="9525">
            <a:solidFill>
              <a:srgbClr val="215B8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pedar.png"/>
          <p:cNvPicPr>
            <a:picLocks noChangeAspect="1"/>
          </p:cNvPicPr>
          <p:nvPr/>
        </p:nvPicPr>
        <p:blipFill>
          <a:blip r:embed="rId2"/>
          <a:stretch>
            <a:fillRect/>
          </a:stretch>
        </p:blipFill>
        <p:spPr>
          <a:xfrm>
            <a:off x="2344719" y="2184345"/>
            <a:ext cx="1965067" cy="1663658"/>
          </a:xfrm>
          <a:prstGeom prst="rect">
            <a:avLst/>
          </a:prstGeom>
        </p:spPr>
      </p:pic>
      <p:sp>
        <p:nvSpPr>
          <p:cNvPr id="7" name="TextBox 6"/>
          <p:cNvSpPr txBox="1"/>
          <p:nvPr/>
        </p:nvSpPr>
        <p:spPr>
          <a:xfrm>
            <a:off x="914377" y="3975000"/>
            <a:ext cx="2412939" cy="444488"/>
          </a:xfrm>
          <a:prstGeom prst="rect">
            <a:avLst/>
          </a:prstGeom>
          <a:noFill/>
        </p:spPr>
        <p:txBody>
          <a:bodyPr wrap="square" anchor="t" lIns="0" rIns="0" tIns="0" bIns="0">
            <a:spAutoFit/>
          </a:bodyPr>
          <a:lstStyle/>
          <a:p>
            <a:pPr algn="l">
              <a:lnSpc>
                <a:spcPct val="125000"/>
              </a:lnSpc>
            </a:pPr>
            <a:r>
              <a:rPr sz="3200" b="1">
                <a:solidFill>
                  <a:srgbClr val="F2F8FC"/>
                </a:solidFill>
                <a:latin typeface="Segoe UI"/>
              </a:rPr>
              <a:t>Novel pedar</a:t>
            </a:r>
          </a:p>
        </p:txBody>
      </p:sp>
      <p:sp>
        <p:nvSpPr>
          <p:cNvPr id="8" name="TextBox 7"/>
          <p:cNvSpPr txBox="1"/>
          <p:nvPr/>
        </p:nvSpPr>
        <p:spPr>
          <a:xfrm>
            <a:off x="927076" y="4444888"/>
            <a:ext cx="2412939" cy="228594"/>
          </a:xfrm>
          <a:prstGeom prst="rect">
            <a:avLst/>
          </a:prstGeom>
          <a:noFill/>
        </p:spPr>
        <p:txBody>
          <a:bodyPr wrap="square" anchor="t" lIns="0" rIns="0" tIns="0" bIns="0">
            <a:spAutoFit/>
          </a:bodyPr>
          <a:lstStyle/>
          <a:p>
            <a:pPr algn="l">
              <a:lnSpc>
                <a:spcPct val="125000"/>
              </a:lnSpc>
            </a:pPr>
            <a:r>
              <a:rPr sz="1250" b="1" spc="160">
                <a:solidFill>
                  <a:srgbClr val="52BDEC"/>
                </a:solidFill>
                <a:latin typeface="Consolas"/>
              </a:rPr>
              <a:t>DRUK</a:t>
            </a:r>
          </a:p>
        </p:txBody>
      </p:sp>
      <p:sp>
        <p:nvSpPr>
          <p:cNvPr id="9" name="TextBox 8"/>
          <p:cNvSpPr txBox="1"/>
          <p:nvPr/>
        </p:nvSpPr>
        <p:spPr>
          <a:xfrm>
            <a:off x="914377" y="4660783"/>
            <a:ext cx="2412939" cy="380990"/>
          </a:xfrm>
          <a:prstGeom prst="rect">
            <a:avLst/>
          </a:prstGeom>
          <a:noFill/>
        </p:spPr>
        <p:txBody>
          <a:bodyPr wrap="square" anchor="t" lIns="0" rIns="0" tIns="0" bIns="0">
            <a:spAutoFit/>
          </a:bodyPr>
          <a:lstStyle/>
          <a:p>
            <a:pPr algn="l">
              <a:lnSpc>
                <a:spcPct val="100000"/>
              </a:lnSpc>
            </a:pPr>
            <a:r>
              <a:rPr sz="2400" b="1">
                <a:solidFill>
                  <a:srgbClr val="52BDEC"/>
                </a:solidFill>
                <a:latin typeface="Segoe UI"/>
              </a:rPr>
              <a:t>8  voetregio's</a:t>
            </a:r>
          </a:p>
        </p:txBody>
      </p:sp>
      <p:sp>
        <p:nvSpPr>
          <p:cNvPr id="10" name="TextBox 9"/>
          <p:cNvSpPr txBox="1"/>
          <p:nvPr/>
        </p:nvSpPr>
        <p:spPr>
          <a:xfrm>
            <a:off x="914377" y="5079873"/>
            <a:ext cx="2412939" cy="253993"/>
          </a:xfrm>
          <a:prstGeom prst="rect">
            <a:avLst/>
          </a:prstGeom>
          <a:noFill/>
        </p:spPr>
        <p:txBody>
          <a:bodyPr wrap="square" anchor="t" lIns="0" rIns="0" tIns="0" bIns="0">
            <a:spAutoFit/>
          </a:bodyPr>
          <a:lstStyle/>
          <a:p>
            <a:pPr algn="l">
              <a:lnSpc>
                <a:spcPct val="125000"/>
              </a:lnSpc>
            </a:pPr>
            <a:r>
              <a:rPr sz="1300" b="1" spc="130">
                <a:solidFill>
                  <a:srgbClr val="FF7A00"/>
                </a:solidFill>
                <a:latin typeface="Consolas"/>
              </a:rPr>
              <a:t>UW TEAM MEET</a:t>
            </a:r>
          </a:p>
        </p:txBody>
      </p:sp>
      <p:sp>
        <p:nvSpPr>
          <p:cNvPr id="11" name="TextBox 10"/>
          <p:cNvSpPr txBox="1"/>
          <p:nvPr/>
        </p:nvSpPr>
        <p:spPr>
          <a:xfrm>
            <a:off x="3479713" y="3975000"/>
            <a:ext cx="2260416" cy="1777955"/>
          </a:xfrm>
          <a:prstGeom prst="rect">
            <a:avLst/>
          </a:prstGeom>
          <a:noFill/>
        </p:spPr>
        <p:txBody>
          <a:bodyPr wrap="square" anchor="t" lIns="0" rIns="0" tIns="0" bIns="0">
            <a:spAutoFit/>
          </a:bodyPr>
          <a:lstStyle/>
          <a:p>
            <a:pPr algn="l">
              <a:lnSpc>
                <a:spcPct val="130000"/>
              </a:lnSpc>
            </a:pPr>
            <a:r>
              <a:rPr sz="1450" b="0">
                <a:solidFill>
                  <a:srgbClr val="8FB6D0"/>
                </a:solidFill>
                <a:latin typeface="Segoe UI"/>
              </a:rPr>
              <a:t>Blootsvoets met tape, en in de schoen met en zonder zool</a:t>
            </a:r>
          </a:p>
          <a:p>
            <a:pPr algn="l">
              <a:lnSpc>
                <a:spcPct val="130000"/>
              </a:lnSpc>
              <a:spcBef>
                <a:spcPts val="1000"/>
              </a:spcBef>
            </a:pPr>
            <a:r>
              <a:rPr sz="1450" b="0">
                <a:solidFill>
                  <a:srgbClr val="8FB6D0"/>
                </a:solidFill>
                <a:latin typeface="Segoe UI"/>
              </a:rPr>
              <a:t>Trublu-kalibratie minstens elke drie maanden</a:t>
            </a:r>
          </a:p>
          <a:p>
            <a:pPr algn="l">
              <a:lnSpc>
                <a:spcPct val="130000"/>
              </a:lnSpc>
              <a:spcBef>
                <a:spcPts val="1000"/>
              </a:spcBef>
            </a:pPr>
            <a:r>
              <a:rPr sz="1450" b="0">
                <a:solidFill>
                  <a:srgbClr val="8FB6D0"/>
                </a:solidFill>
                <a:latin typeface="Segoe UI"/>
              </a:rPr>
              <a:t>De F-Scan GO is een aparte meting van het studieteam</a:t>
            </a:r>
          </a:p>
        </p:txBody>
      </p:sp>
      <p:sp>
        <p:nvSpPr>
          <p:cNvPr id="12" name="Rounded Rectangle 11"/>
          <p:cNvSpPr/>
          <p:nvPr/>
        </p:nvSpPr>
        <p:spPr>
          <a:xfrm>
            <a:off x="6171918" y="1968450"/>
            <a:ext cx="5384538" cy="1917652"/>
          </a:xfrm>
          <a:prstGeom prst="roundRect">
            <a:avLst>
              <a:gd name="adj" fmla="val 4500"/>
            </a:avLst>
          </a:prstGeom>
          <a:solidFill>
            <a:srgbClr val="0A2A44"/>
          </a:solidFill>
          <a:ln w="9525">
            <a:solidFill>
              <a:srgbClr val="215B8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6324314" y="2120846"/>
            <a:ext cx="2158946" cy="1612859"/>
          </a:xfrm>
          <a:prstGeom prst="roundRect">
            <a:avLst>
              <a:gd name="adj" fmla="val 4500"/>
            </a:avLst>
          </a:prstGeom>
          <a:solidFill>
            <a:srgbClr val="113A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4" name="Picture 13" descr="orthotimer.png"/>
          <p:cNvPicPr>
            <a:picLocks noChangeAspect="1"/>
          </p:cNvPicPr>
          <p:nvPr/>
        </p:nvPicPr>
        <p:blipFill>
          <a:blip r:embed="rId3"/>
          <a:stretch>
            <a:fillRect/>
          </a:stretch>
        </p:blipFill>
        <p:spPr>
          <a:xfrm>
            <a:off x="6400512" y="2553717"/>
            <a:ext cx="2006549" cy="747119"/>
          </a:xfrm>
          <a:prstGeom prst="rect">
            <a:avLst/>
          </a:prstGeom>
        </p:spPr>
      </p:pic>
      <p:sp>
        <p:nvSpPr>
          <p:cNvPr id="15" name="TextBox 14"/>
          <p:cNvSpPr txBox="1"/>
          <p:nvPr/>
        </p:nvSpPr>
        <p:spPr>
          <a:xfrm>
            <a:off x="8711855" y="2158946"/>
            <a:ext cx="2666933" cy="342891"/>
          </a:xfrm>
          <a:prstGeom prst="rect">
            <a:avLst/>
          </a:prstGeom>
          <a:noFill/>
        </p:spPr>
        <p:txBody>
          <a:bodyPr wrap="square" anchor="t" lIns="0" rIns="0" tIns="0" bIns="0">
            <a:spAutoFit/>
          </a:bodyPr>
          <a:lstStyle/>
          <a:p>
            <a:pPr algn="l">
              <a:lnSpc>
                <a:spcPct val="125000"/>
              </a:lnSpc>
            </a:pPr>
            <a:r>
              <a:rPr sz="2500" b="1">
                <a:solidFill>
                  <a:srgbClr val="F2F8FC"/>
                </a:solidFill>
                <a:latin typeface="Segoe UI"/>
              </a:rPr>
              <a:t>Orthotimer</a:t>
            </a:r>
          </a:p>
        </p:txBody>
      </p:sp>
      <p:sp>
        <p:nvSpPr>
          <p:cNvPr id="16" name="TextBox 15"/>
          <p:cNvSpPr txBox="1"/>
          <p:nvPr/>
        </p:nvSpPr>
        <p:spPr>
          <a:xfrm>
            <a:off x="8724554" y="2527236"/>
            <a:ext cx="2666933" cy="215894"/>
          </a:xfrm>
          <a:prstGeom prst="rect">
            <a:avLst/>
          </a:prstGeom>
          <a:noFill/>
        </p:spPr>
        <p:txBody>
          <a:bodyPr wrap="square" anchor="t" lIns="0" rIns="0" tIns="0" bIns="0">
            <a:spAutoFit/>
          </a:bodyPr>
          <a:lstStyle/>
          <a:p>
            <a:pPr algn="l">
              <a:lnSpc>
                <a:spcPct val="125000"/>
              </a:lnSpc>
            </a:pPr>
            <a:r>
              <a:rPr sz="1200" b="1" spc="150">
                <a:solidFill>
                  <a:srgbClr val="52BDEC"/>
                </a:solidFill>
                <a:latin typeface="Consolas"/>
              </a:rPr>
              <a:t>DRAAGTIJD</a:t>
            </a:r>
          </a:p>
        </p:txBody>
      </p:sp>
      <p:sp>
        <p:nvSpPr>
          <p:cNvPr id="17" name="TextBox 16"/>
          <p:cNvSpPr txBox="1"/>
          <p:nvPr/>
        </p:nvSpPr>
        <p:spPr>
          <a:xfrm>
            <a:off x="8711855" y="2730431"/>
            <a:ext cx="2666933" cy="355591"/>
          </a:xfrm>
          <a:prstGeom prst="rect">
            <a:avLst/>
          </a:prstGeom>
          <a:noFill/>
        </p:spPr>
        <p:txBody>
          <a:bodyPr wrap="square" anchor="t" lIns="0" rIns="0" tIns="0" bIns="0">
            <a:spAutoFit/>
          </a:bodyPr>
          <a:lstStyle/>
          <a:p>
            <a:pPr algn="l">
              <a:lnSpc>
                <a:spcPct val="100000"/>
              </a:lnSpc>
            </a:pPr>
            <a:r>
              <a:rPr sz="2200" b="1">
                <a:solidFill>
                  <a:srgbClr val="52BDEC"/>
                </a:solidFill>
                <a:latin typeface="Segoe UI"/>
              </a:rPr>
              <a:t>15  minuten</a:t>
            </a:r>
          </a:p>
        </p:txBody>
      </p:sp>
      <p:sp>
        <p:nvSpPr>
          <p:cNvPr id="18" name="TextBox 17"/>
          <p:cNvSpPr txBox="1"/>
          <p:nvPr/>
        </p:nvSpPr>
        <p:spPr>
          <a:xfrm>
            <a:off x="8711855" y="3073323"/>
            <a:ext cx="2590608" cy="571485"/>
          </a:xfrm>
          <a:prstGeom prst="rect">
            <a:avLst/>
          </a:prstGeom>
          <a:noFill/>
        </p:spPr>
        <p:txBody>
          <a:bodyPr wrap="square" anchor="t" lIns="0" rIns="0" tIns="0" bIns="0">
            <a:spAutoFit/>
          </a:bodyPr>
          <a:lstStyle/>
          <a:p>
            <a:pPr algn="l">
              <a:lnSpc>
                <a:spcPct val="128000"/>
              </a:lnSpc>
            </a:pPr>
            <a:r>
              <a:rPr sz="1400" b="0">
                <a:solidFill>
                  <a:srgbClr val="8FB6D0"/>
                </a:solidFill>
                <a:latin typeface="Segoe UI"/>
              </a:rPr>
              <a:t>In de zool, 9 × 13 × 4,5 mm</a:t>
            </a:r>
          </a:p>
          <a:p>
            <a:pPr algn="l">
              <a:lnSpc>
                <a:spcPct val="128000"/>
              </a:lnSpc>
              <a:spcBef>
                <a:spcPts val="600"/>
              </a:spcBef>
            </a:pPr>
            <a:r>
              <a:rPr sz="1400" b="0">
                <a:solidFill>
                  <a:srgbClr val="8FB6D0"/>
                </a:solidFill>
                <a:latin typeface="Segoe UI"/>
              </a:rPr>
              <a:t>Batterij 100 dagen</a:t>
            </a:r>
          </a:p>
        </p:txBody>
      </p:sp>
      <p:sp>
        <p:nvSpPr>
          <p:cNvPr id="19" name="TextBox 18"/>
          <p:cNvSpPr txBox="1"/>
          <p:nvPr/>
        </p:nvSpPr>
        <p:spPr>
          <a:xfrm>
            <a:off x="8711855" y="3644808"/>
            <a:ext cx="2666933" cy="228594"/>
          </a:xfrm>
          <a:prstGeom prst="rect">
            <a:avLst/>
          </a:prstGeom>
          <a:noFill/>
        </p:spPr>
        <p:txBody>
          <a:bodyPr wrap="square" anchor="t" lIns="0" rIns="0" tIns="0" bIns="0">
            <a:spAutoFit/>
          </a:bodyPr>
          <a:lstStyle/>
          <a:p>
            <a:pPr algn="l">
              <a:lnSpc>
                <a:spcPct val="125000"/>
              </a:lnSpc>
            </a:pPr>
            <a:r>
              <a:rPr sz="1250" b="1" spc="130">
                <a:solidFill>
                  <a:srgbClr val="FF7A00"/>
                </a:solidFill>
                <a:latin typeface="Consolas"/>
              </a:rPr>
              <a:t>HEET: UW SENSOR</a:t>
            </a:r>
          </a:p>
        </p:txBody>
      </p:sp>
      <p:sp>
        <p:nvSpPr>
          <p:cNvPr id="20" name="Rounded Rectangle 19"/>
          <p:cNvSpPr/>
          <p:nvPr/>
        </p:nvSpPr>
        <p:spPr>
          <a:xfrm>
            <a:off x="6171918" y="4051198"/>
            <a:ext cx="5384538" cy="1917652"/>
          </a:xfrm>
          <a:prstGeom prst="roundRect">
            <a:avLst>
              <a:gd name="adj" fmla="val 4500"/>
            </a:avLst>
          </a:prstGeom>
          <a:solidFill>
            <a:srgbClr val="0A2A44"/>
          </a:solidFill>
          <a:ln w="9525">
            <a:solidFill>
              <a:srgbClr val="215B8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ounded Rectangle 20"/>
          <p:cNvSpPr/>
          <p:nvPr/>
        </p:nvSpPr>
        <p:spPr>
          <a:xfrm>
            <a:off x="6324314" y="4203594"/>
            <a:ext cx="2158946" cy="1612859"/>
          </a:xfrm>
          <a:prstGeom prst="roundRect">
            <a:avLst>
              <a:gd name="adj" fmla="val 4500"/>
            </a:avLst>
          </a:prstGeom>
          <a:solidFill>
            <a:srgbClr val="1748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2" name="Picture 21" descr="movemonitor.png"/>
          <p:cNvPicPr>
            <a:picLocks noChangeAspect="1"/>
          </p:cNvPicPr>
          <p:nvPr/>
        </p:nvPicPr>
        <p:blipFill>
          <a:blip r:embed="rId4"/>
          <a:stretch>
            <a:fillRect/>
          </a:stretch>
        </p:blipFill>
        <p:spPr>
          <a:xfrm>
            <a:off x="6400512" y="4454706"/>
            <a:ext cx="2006549" cy="1110636"/>
          </a:xfrm>
          <a:prstGeom prst="rect">
            <a:avLst/>
          </a:prstGeom>
        </p:spPr>
      </p:pic>
      <p:sp>
        <p:nvSpPr>
          <p:cNvPr id="23" name="TextBox 22"/>
          <p:cNvSpPr txBox="1"/>
          <p:nvPr/>
        </p:nvSpPr>
        <p:spPr>
          <a:xfrm>
            <a:off x="8711855" y="4241693"/>
            <a:ext cx="2666933" cy="342891"/>
          </a:xfrm>
          <a:prstGeom prst="rect">
            <a:avLst/>
          </a:prstGeom>
          <a:noFill/>
        </p:spPr>
        <p:txBody>
          <a:bodyPr wrap="square" anchor="t" lIns="0" rIns="0" tIns="0" bIns="0">
            <a:spAutoFit/>
          </a:bodyPr>
          <a:lstStyle/>
          <a:p>
            <a:pPr algn="l">
              <a:lnSpc>
                <a:spcPct val="125000"/>
              </a:lnSpc>
            </a:pPr>
            <a:r>
              <a:rPr sz="2500" b="1">
                <a:solidFill>
                  <a:srgbClr val="F2F8FC"/>
                </a:solidFill>
                <a:latin typeface="Segoe UI"/>
              </a:rPr>
              <a:t>MoveMonitor</a:t>
            </a:r>
          </a:p>
        </p:txBody>
      </p:sp>
      <p:sp>
        <p:nvSpPr>
          <p:cNvPr id="24" name="TextBox 23"/>
          <p:cNvSpPr txBox="1"/>
          <p:nvPr/>
        </p:nvSpPr>
        <p:spPr>
          <a:xfrm>
            <a:off x="8724554" y="4609984"/>
            <a:ext cx="2666933" cy="215894"/>
          </a:xfrm>
          <a:prstGeom prst="rect">
            <a:avLst/>
          </a:prstGeom>
          <a:noFill/>
        </p:spPr>
        <p:txBody>
          <a:bodyPr wrap="square" anchor="t" lIns="0" rIns="0" tIns="0" bIns="0">
            <a:spAutoFit/>
          </a:bodyPr>
          <a:lstStyle/>
          <a:p>
            <a:pPr algn="l">
              <a:lnSpc>
                <a:spcPct val="125000"/>
              </a:lnSpc>
            </a:pPr>
            <a:r>
              <a:rPr sz="1200" b="1" spc="150">
                <a:solidFill>
                  <a:srgbClr val="52BDEC"/>
                </a:solidFill>
                <a:latin typeface="Consolas"/>
              </a:rPr>
              <a:t>ACTIVITEIT</a:t>
            </a:r>
          </a:p>
        </p:txBody>
      </p:sp>
      <p:sp>
        <p:nvSpPr>
          <p:cNvPr id="25" name="TextBox 24"/>
          <p:cNvSpPr txBox="1"/>
          <p:nvPr/>
        </p:nvSpPr>
        <p:spPr>
          <a:xfrm>
            <a:off x="8711855" y="4813179"/>
            <a:ext cx="2666933" cy="355591"/>
          </a:xfrm>
          <a:prstGeom prst="rect">
            <a:avLst/>
          </a:prstGeom>
          <a:noFill/>
        </p:spPr>
        <p:txBody>
          <a:bodyPr wrap="square" anchor="t" lIns="0" rIns="0" tIns="0" bIns="0">
            <a:spAutoFit/>
          </a:bodyPr>
          <a:lstStyle/>
          <a:p>
            <a:pPr algn="l">
              <a:lnSpc>
                <a:spcPct val="100000"/>
              </a:lnSpc>
            </a:pPr>
            <a:r>
              <a:rPr sz="2200" b="1">
                <a:solidFill>
                  <a:srgbClr val="52BDEC"/>
                </a:solidFill>
                <a:latin typeface="Segoe UI"/>
              </a:rPr>
              <a:t>7  dagen</a:t>
            </a:r>
          </a:p>
        </p:txBody>
      </p:sp>
      <p:sp>
        <p:nvSpPr>
          <p:cNvPr id="26" name="TextBox 25"/>
          <p:cNvSpPr txBox="1"/>
          <p:nvPr/>
        </p:nvSpPr>
        <p:spPr>
          <a:xfrm>
            <a:off x="8711855" y="5156071"/>
            <a:ext cx="2590608" cy="571485"/>
          </a:xfrm>
          <a:prstGeom prst="rect">
            <a:avLst/>
          </a:prstGeom>
          <a:noFill/>
        </p:spPr>
        <p:txBody>
          <a:bodyPr wrap="square" anchor="t" lIns="0" rIns="0" tIns="0" bIns="0">
            <a:spAutoFit/>
          </a:bodyPr>
          <a:lstStyle/>
          <a:p>
            <a:pPr algn="l">
              <a:lnSpc>
                <a:spcPct val="128000"/>
              </a:lnSpc>
            </a:pPr>
            <a:r>
              <a:rPr sz="1400" b="0">
                <a:solidFill>
                  <a:srgbClr val="8FB6D0"/>
                </a:solidFill>
                <a:latin typeface="Segoe UI"/>
              </a:rPr>
              <a:t>Om het middel, op de onderrug</a:t>
            </a:r>
          </a:p>
          <a:p>
            <a:pPr algn="l">
              <a:lnSpc>
                <a:spcPct val="128000"/>
              </a:lnSpc>
              <a:spcBef>
                <a:spcPts val="600"/>
              </a:spcBef>
            </a:pPr>
            <a:r>
              <a:rPr sz="1400" b="0">
                <a:solidFill>
                  <a:srgbClr val="8FB6D0"/>
                </a:solidFill>
                <a:latin typeface="Segoe UI"/>
              </a:rPr>
              <a:t>Baseline en 6 maanden</a:t>
            </a:r>
          </a:p>
        </p:txBody>
      </p:sp>
      <p:sp>
        <p:nvSpPr>
          <p:cNvPr id="27" name="TextBox 26"/>
          <p:cNvSpPr txBox="1"/>
          <p:nvPr/>
        </p:nvSpPr>
        <p:spPr>
          <a:xfrm>
            <a:off x="8711855" y="5727556"/>
            <a:ext cx="2666933" cy="228594"/>
          </a:xfrm>
          <a:prstGeom prst="rect">
            <a:avLst/>
          </a:prstGeom>
          <a:noFill/>
        </p:spPr>
        <p:txBody>
          <a:bodyPr wrap="square" anchor="t" lIns="0" rIns="0" tIns="0" bIns="0">
            <a:spAutoFit/>
          </a:bodyPr>
          <a:lstStyle/>
          <a:p>
            <a:pPr algn="l">
              <a:lnSpc>
                <a:spcPct val="125000"/>
              </a:lnSpc>
            </a:pPr>
            <a:r>
              <a:rPr sz="1250" b="1" spc="130">
                <a:solidFill>
                  <a:srgbClr val="FF7A00"/>
                </a:solidFill>
                <a:latin typeface="Consolas"/>
              </a:rPr>
              <a:t>ZET DE NORM PER PATIËNT</a:t>
            </a:r>
          </a:p>
        </p:txBody>
      </p:sp>
      <p:sp>
        <p:nvSpPr>
          <p:cNvPr id="28" name="TextBox 27"/>
          <p:cNvSpPr txBox="1"/>
          <p:nvPr/>
        </p:nvSpPr>
        <p:spPr>
          <a:xfrm>
            <a:off x="10540736" y="6387940"/>
            <a:ext cx="1015974" cy="177795"/>
          </a:xfrm>
          <a:prstGeom prst="rect">
            <a:avLst/>
          </a:prstGeom>
          <a:noFill/>
        </p:spPr>
        <p:txBody>
          <a:bodyPr wrap="square" anchor="t" lIns="0" rIns="0" tIns="0" bIns="0">
            <a:spAutoFit/>
          </a:bodyPr>
          <a:lstStyle/>
          <a:p>
            <a:pPr algn="r">
              <a:lnSpc>
                <a:spcPct val="125000"/>
              </a:lnSpc>
            </a:pPr>
            <a:r>
              <a:rPr sz="1050" b="0">
                <a:solidFill>
                  <a:srgbClr val="8FB6D0"/>
                </a:solidFill>
                <a:latin typeface="Consolas"/>
              </a:rPr>
              <a:t>21 / 26</a:t>
            </a:r>
          </a:p>
        </p:txBody>
      </p:sp>
      <p:pic>
        <p:nvPicPr>
          <p:cNvPr id="29" name="merk" descr="merk.png"/>
          <p:cNvPicPr>
            <a:picLocks noChangeAspect="1"/>
          </p:cNvPicPr>
          <p:nvPr/>
        </p:nvPicPr>
        <p:blipFill>
          <a:blip r:embed="rId5"/>
          <a:stretch>
            <a:fillRect/>
          </a:stretch>
        </p:blipFill>
        <p:spPr>
          <a:xfrm>
            <a:off x="11094166" y="368290"/>
            <a:ext cx="417101" cy="482587"/>
          </a:xfrm>
          <a:prstGeom prst="rect">
            <a:avLst/>
          </a:prstGeom>
        </p:spPr>
      </p:pic>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200">
        <p159:morph option="byObject"/>
      </p:transition>
    </mc:Choice>
    <mc:Fallback>
      <p:transition xmlns:p14="http://schemas.microsoft.com/office/powerpoint/2010/main" spd="slow" p14:dur="900">
        <p:fade/>
      </p:transition>
    </mc:Fallback>
  </mc:AlternateContent>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7828"/>
          </a:xfrm>
          <a:prstGeom prst="rect">
            <a:avLst/>
          </a:prstGeom>
          <a:gradFill rotWithShape="1">
            <a:gsLst>
              <a:gs pos="0">
                <a:srgbClr val="072138"/>
              </a:gs>
              <a:gs pos="100000">
                <a:srgbClr val="04182A"/>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beeld" descr="sensor_vol.png"/>
          <p:cNvPicPr>
            <a:picLocks noChangeAspect="1"/>
          </p:cNvPicPr>
          <p:nvPr/>
        </p:nvPicPr>
        <p:blipFill>
          <a:blip r:embed="rId2"/>
          <a:stretch>
            <a:fillRect/>
          </a:stretch>
        </p:blipFill>
        <p:spPr>
          <a:xfrm>
            <a:off x="-3671362" y="0"/>
            <a:ext cx="19534420" cy="6857828"/>
          </a:xfrm>
          <a:prstGeom prst="rect">
            <a:avLst/>
          </a:prstGeom>
        </p:spPr>
      </p:pic>
      <p:sp>
        <p:nvSpPr>
          <p:cNvPr id="4" name="Rectangle 3"/>
          <p:cNvSpPr/>
          <p:nvPr/>
        </p:nvSpPr>
        <p:spPr>
          <a:xfrm>
            <a:off x="0" y="0"/>
            <a:ext cx="12191695" cy="6857828"/>
          </a:xfrm>
          <a:prstGeom prst="rect">
            <a:avLst/>
          </a:prstGeom>
          <a:gradFill rotWithShape="1">
            <a:gsLst>
              <a:gs pos="0">
                <a:srgbClr val="04182A">
                  <a:alpha val="6000"/>
                </a:srgbClr>
              </a:gs>
              <a:gs pos="100000">
                <a:srgbClr val="04182A">
                  <a:alpha val="94000"/>
                </a:srgbClr>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34984" y="4482987"/>
            <a:ext cx="9524761" cy="215894"/>
          </a:xfrm>
          <a:prstGeom prst="rect">
            <a:avLst/>
          </a:prstGeom>
          <a:noFill/>
        </p:spPr>
        <p:txBody>
          <a:bodyPr wrap="square" anchor="t" lIns="0" rIns="0" tIns="0" bIns="0">
            <a:spAutoFit/>
          </a:bodyPr>
          <a:lstStyle/>
          <a:p>
            <a:pPr algn="l">
              <a:lnSpc>
                <a:spcPct val="125000"/>
              </a:lnSpc>
            </a:pPr>
            <a:r>
              <a:rPr sz="1250" b="1" spc="240">
                <a:solidFill>
                  <a:srgbClr val="52BDEC"/>
                </a:solidFill>
                <a:latin typeface="Consolas"/>
              </a:rPr>
              <a:t>DE SENSOR IN HET ECHT</a:t>
            </a:r>
          </a:p>
        </p:txBody>
      </p:sp>
      <p:sp>
        <p:nvSpPr>
          <p:cNvPr id="6" name="!!sectietitel"/>
          <p:cNvSpPr txBox="1"/>
          <p:nvPr/>
        </p:nvSpPr>
        <p:spPr>
          <a:xfrm>
            <a:off x="634984" y="4787780"/>
            <a:ext cx="9524761" cy="1523961"/>
          </a:xfrm>
          <a:prstGeom prst="rect">
            <a:avLst/>
          </a:prstGeom>
          <a:noFill/>
        </p:spPr>
        <p:txBody>
          <a:bodyPr wrap="square" anchor="t" lIns="0" rIns="0" tIns="0" bIns="0">
            <a:spAutoFit/>
          </a:bodyPr>
          <a:lstStyle/>
          <a:p>
            <a:pPr algn="l">
              <a:lnSpc>
                <a:spcPct val="115000"/>
              </a:lnSpc>
            </a:pPr>
            <a:r>
              <a:rPr sz="4400" b="1">
                <a:solidFill>
                  <a:srgbClr val="F2F8FC"/>
                </a:solidFill>
                <a:latin typeface="Segoe UI"/>
              </a:rPr>
              <a:t>Negen bij dertien millimeter.</a:t>
            </a:r>
          </a:p>
          <a:p>
            <a:pPr algn="l">
              <a:lnSpc>
                <a:spcPct val="115000"/>
              </a:lnSpc>
              <a:spcBef>
                <a:spcPts val="500"/>
              </a:spcBef>
            </a:pPr>
            <a:r>
              <a:rPr sz="4400" b="1">
                <a:solidFill>
                  <a:srgbClr val="F2F8FC"/>
                </a:solidFill>
                <a:latin typeface="Segoe UI"/>
              </a:rPr>
              <a:t>Meer merkt de patiënt niet.</a:t>
            </a:r>
          </a:p>
        </p:txBody>
      </p:sp>
      <p:sp>
        <p:nvSpPr>
          <p:cNvPr id="7" name="TextBox 6"/>
          <p:cNvSpPr txBox="1"/>
          <p:nvPr/>
        </p:nvSpPr>
        <p:spPr>
          <a:xfrm>
            <a:off x="10540736" y="6387940"/>
            <a:ext cx="1015974" cy="177795"/>
          </a:xfrm>
          <a:prstGeom prst="rect">
            <a:avLst/>
          </a:prstGeom>
          <a:noFill/>
        </p:spPr>
        <p:txBody>
          <a:bodyPr wrap="square" anchor="t" lIns="0" rIns="0" tIns="0" bIns="0">
            <a:spAutoFit/>
          </a:bodyPr>
          <a:lstStyle/>
          <a:p>
            <a:pPr algn="r">
              <a:lnSpc>
                <a:spcPct val="125000"/>
              </a:lnSpc>
            </a:pPr>
            <a:r>
              <a:rPr sz="1050" b="0">
                <a:solidFill>
                  <a:srgbClr val="8FB6D0"/>
                </a:solidFill>
                <a:latin typeface="Consolas"/>
              </a:rPr>
              <a:t>22 / 26</a:t>
            </a:r>
          </a:p>
        </p:txBody>
      </p:sp>
      <p:pic>
        <p:nvPicPr>
          <p:cNvPr id="8" name="merk" descr="merk.png"/>
          <p:cNvPicPr>
            <a:picLocks noChangeAspect="1"/>
          </p:cNvPicPr>
          <p:nvPr/>
        </p:nvPicPr>
        <p:blipFill>
          <a:blip r:embed="rId3"/>
          <a:stretch>
            <a:fillRect/>
          </a:stretch>
        </p:blipFill>
        <p:spPr>
          <a:xfrm>
            <a:off x="11094166" y="368290"/>
            <a:ext cx="417101" cy="482587"/>
          </a:xfrm>
          <a:prstGeom prst="rect">
            <a:avLst/>
          </a:prstGeom>
        </p:spPr>
      </p:pic>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200">
        <p159:morph option="byObject"/>
      </p:transition>
    </mc:Choice>
    <mc:Fallback>
      <p:transition xmlns:p14="http://schemas.microsoft.com/office/powerpoint/2010/main" spd="slow" p14:dur="900">
        <p:fade/>
      </p:transition>
    </mc:Fallback>
  </mc:AlternateContent>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7828"/>
          </a:xfrm>
          <a:prstGeom prst="rect">
            <a:avLst/>
          </a:prstGeom>
          <a:gradFill rotWithShape="1">
            <a:gsLst>
              <a:gs pos="0">
                <a:srgbClr val="072138"/>
              </a:gs>
              <a:gs pos="100000">
                <a:srgbClr val="04182A"/>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34984" y="571485"/>
            <a:ext cx="9524761" cy="215894"/>
          </a:xfrm>
          <a:prstGeom prst="rect">
            <a:avLst/>
          </a:prstGeom>
          <a:noFill/>
        </p:spPr>
        <p:txBody>
          <a:bodyPr wrap="square" anchor="t" lIns="0" rIns="0" tIns="0" bIns="0">
            <a:spAutoFit/>
          </a:bodyPr>
          <a:lstStyle/>
          <a:p>
            <a:pPr algn="l">
              <a:lnSpc>
                <a:spcPct val="125000"/>
              </a:lnSpc>
            </a:pPr>
            <a:r>
              <a:rPr sz="1250" b="1" spc="240">
                <a:solidFill>
                  <a:srgbClr val="52BDEC"/>
                </a:solidFill>
                <a:latin typeface="Consolas"/>
              </a:rPr>
              <a:t>VERDELING</a:t>
            </a:r>
          </a:p>
        </p:txBody>
      </p:sp>
      <p:sp>
        <p:nvSpPr>
          <p:cNvPr id="4" name="sectietitel"/>
          <p:cNvSpPr txBox="1"/>
          <p:nvPr/>
        </p:nvSpPr>
        <p:spPr>
          <a:xfrm>
            <a:off x="634984" y="838179"/>
            <a:ext cx="9905752" cy="1269968"/>
          </a:xfrm>
          <a:prstGeom prst="rect">
            <a:avLst/>
          </a:prstGeom>
          <a:noFill/>
        </p:spPr>
        <p:txBody>
          <a:bodyPr wrap="square" anchor="t" lIns="0" rIns="0" tIns="0" bIns="0">
            <a:spAutoFit/>
          </a:bodyPr>
          <a:lstStyle/>
          <a:p>
            <a:pPr algn="l">
              <a:lnSpc>
                <a:spcPct val="110000"/>
              </a:lnSpc>
            </a:pPr>
            <a:r>
              <a:rPr sz="4000" b="1">
                <a:solidFill>
                  <a:srgbClr val="F2F8FC"/>
                </a:solidFill>
                <a:latin typeface="Segoe UI"/>
              </a:rPr>
              <a:t>Wie doet wat</a:t>
            </a:r>
          </a:p>
        </p:txBody>
      </p:sp>
      <p:sp>
        <p:nvSpPr>
          <p:cNvPr id="5" name="Rectangle 4"/>
          <p:cNvSpPr/>
          <p:nvPr/>
        </p:nvSpPr>
        <p:spPr>
          <a:xfrm>
            <a:off x="634984" y="1930351"/>
            <a:ext cx="10921726" cy="9524"/>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34984" y="2146246"/>
            <a:ext cx="2666933" cy="380990"/>
          </a:xfrm>
          <a:prstGeom prst="rect">
            <a:avLst/>
          </a:prstGeom>
          <a:noFill/>
        </p:spPr>
        <p:txBody>
          <a:bodyPr wrap="square" anchor="t" lIns="0" rIns="0" tIns="0" bIns="0">
            <a:spAutoFit/>
          </a:bodyPr>
          <a:lstStyle/>
          <a:p>
            <a:pPr algn="l">
              <a:lnSpc>
                <a:spcPct val="125000"/>
              </a:lnSpc>
            </a:pPr>
            <a:r>
              <a:rPr sz="2700" b="1">
                <a:solidFill>
                  <a:srgbClr val="F2F8FC"/>
                </a:solidFill>
                <a:latin typeface="Segoe UI"/>
              </a:rPr>
              <a:t>Podoloog</a:t>
            </a:r>
          </a:p>
        </p:txBody>
      </p:sp>
      <p:sp>
        <p:nvSpPr>
          <p:cNvPr id="7" name="Oval 6"/>
          <p:cNvSpPr/>
          <p:nvPr/>
        </p:nvSpPr>
        <p:spPr>
          <a:xfrm>
            <a:off x="3555911" y="2235144"/>
            <a:ext cx="69848" cy="69848"/>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3721006" y="2158946"/>
            <a:ext cx="2362140" cy="571485"/>
          </a:xfrm>
          <a:prstGeom prst="rect">
            <a:avLst/>
          </a:prstGeom>
          <a:noFill/>
        </p:spPr>
        <p:txBody>
          <a:bodyPr wrap="square" anchor="t" lIns="0" rIns="0" tIns="0" bIns="0">
            <a:spAutoFit/>
          </a:bodyPr>
          <a:lstStyle/>
          <a:p>
            <a:pPr algn="l">
              <a:lnSpc>
                <a:spcPct val="130000"/>
              </a:lnSpc>
            </a:pPr>
            <a:r>
              <a:rPr sz="1550" b="0">
                <a:solidFill>
                  <a:srgbClr val="8FB6D0"/>
                </a:solidFill>
                <a:latin typeface="Segoe UI"/>
              </a:rPr>
              <a:t>Voert de drukmetingen uit</a:t>
            </a:r>
          </a:p>
        </p:txBody>
      </p:sp>
      <p:sp>
        <p:nvSpPr>
          <p:cNvPr id="9" name="Oval 8"/>
          <p:cNvSpPr/>
          <p:nvPr/>
        </p:nvSpPr>
        <p:spPr>
          <a:xfrm>
            <a:off x="6273643" y="2235144"/>
            <a:ext cx="69848" cy="69848"/>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38739" y="2158946"/>
            <a:ext cx="2362140" cy="571485"/>
          </a:xfrm>
          <a:prstGeom prst="rect">
            <a:avLst/>
          </a:prstGeom>
          <a:noFill/>
        </p:spPr>
        <p:txBody>
          <a:bodyPr wrap="square" anchor="t" lIns="0" rIns="0" tIns="0" bIns="0">
            <a:spAutoFit/>
          </a:bodyPr>
          <a:lstStyle/>
          <a:p>
            <a:pPr algn="l">
              <a:lnSpc>
                <a:spcPct val="130000"/>
              </a:lnSpc>
            </a:pPr>
            <a:r>
              <a:rPr sz="1550" b="0">
                <a:solidFill>
                  <a:srgbClr val="8FB6D0"/>
                </a:solidFill>
                <a:latin typeface="Segoe UI"/>
              </a:rPr>
              <a:t>Levert SEBIA</a:t>
            </a:r>
          </a:p>
        </p:txBody>
      </p:sp>
      <p:sp>
        <p:nvSpPr>
          <p:cNvPr id="11" name="Oval 10"/>
          <p:cNvSpPr/>
          <p:nvPr/>
        </p:nvSpPr>
        <p:spPr>
          <a:xfrm>
            <a:off x="8991375" y="2235144"/>
            <a:ext cx="69848" cy="69848"/>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9156471" y="2158946"/>
            <a:ext cx="2362140" cy="571485"/>
          </a:xfrm>
          <a:prstGeom prst="rect">
            <a:avLst/>
          </a:prstGeom>
          <a:noFill/>
        </p:spPr>
        <p:txBody>
          <a:bodyPr wrap="square" anchor="t" lIns="0" rIns="0" tIns="0" bIns="0">
            <a:spAutoFit/>
          </a:bodyPr>
          <a:lstStyle/>
          <a:p>
            <a:pPr algn="l">
              <a:lnSpc>
                <a:spcPct val="130000"/>
              </a:lnSpc>
            </a:pPr>
            <a:r>
              <a:rPr sz="1550" b="0">
                <a:solidFill>
                  <a:srgbClr val="8FB6D0"/>
                </a:solidFill>
                <a:latin typeface="Segoe UI"/>
              </a:rPr>
              <a:t>Leest de sensoren uit</a:t>
            </a:r>
          </a:p>
        </p:txBody>
      </p:sp>
      <p:sp>
        <p:nvSpPr>
          <p:cNvPr id="13" name="Rectangle 12"/>
          <p:cNvSpPr/>
          <p:nvPr/>
        </p:nvSpPr>
        <p:spPr>
          <a:xfrm>
            <a:off x="634984" y="2971725"/>
            <a:ext cx="10921726" cy="9524"/>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34984" y="3187620"/>
            <a:ext cx="2666933" cy="380990"/>
          </a:xfrm>
          <a:prstGeom prst="rect">
            <a:avLst/>
          </a:prstGeom>
          <a:noFill/>
        </p:spPr>
        <p:txBody>
          <a:bodyPr wrap="square" anchor="t" lIns="0" rIns="0" tIns="0" bIns="0">
            <a:spAutoFit/>
          </a:bodyPr>
          <a:lstStyle/>
          <a:p>
            <a:pPr algn="l">
              <a:lnSpc>
                <a:spcPct val="125000"/>
              </a:lnSpc>
            </a:pPr>
            <a:r>
              <a:rPr sz="2700" b="1">
                <a:solidFill>
                  <a:srgbClr val="F2F8FC"/>
                </a:solidFill>
                <a:latin typeface="Segoe UI"/>
              </a:rPr>
              <a:t>Pedorthist</a:t>
            </a:r>
          </a:p>
        </p:txBody>
      </p:sp>
      <p:sp>
        <p:nvSpPr>
          <p:cNvPr id="15" name="Oval 14"/>
          <p:cNvSpPr/>
          <p:nvPr/>
        </p:nvSpPr>
        <p:spPr>
          <a:xfrm>
            <a:off x="3555911" y="3276518"/>
            <a:ext cx="69848" cy="69848"/>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3721006" y="3200319"/>
            <a:ext cx="2362140" cy="571485"/>
          </a:xfrm>
          <a:prstGeom prst="rect">
            <a:avLst/>
          </a:prstGeom>
          <a:noFill/>
        </p:spPr>
        <p:txBody>
          <a:bodyPr wrap="square" anchor="t" lIns="0" rIns="0" tIns="0" bIns="0">
            <a:spAutoFit/>
          </a:bodyPr>
          <a:lstStyle/>
          <a:p>
            <a:pPr algn="l">
              <a:lnSpc>
                <a:spcPct val="130000"/>
              </a:lnSpc>
            </a:pPr>
            <a:r>
              <a:rPr sz="1550" b="0">
                <a:solidFill>
                  <a:srgbClr val="8FB6D0"/>
                </a:solidFill>
                <a:latin typeface="Segoe UI"/>
              </a:rPr>
              <a:t>Maakt de zool</a:t>
            </a:r>
          </a:p>
        </p:txBody>
      </p:sp>
      <p:sp>
        <p:nvSpPr>
          <p:cNvPr id="17" name="Oval 16"/>
          <p:cNvSpPr/>
          <p:nvPr/>
        </p:nvSpPr>
        <p:spPr>
          <a:xfrm>
            <a:off x="6273643" y="3276518"/>
            <a:ext cx="69848" cy="69848"/>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438739" y="3200319"/>
            <a:ext cx="2362140" cy="571485"/>
          </a:xfrm>
          <a:prstGeom prst="rect">
            <a:avLst/>
          </a:prstGeom>
          <a:noFill/>
        </p:spPr>
        <p:txBody>
          <a:bodyPr wrap="square" anchor="t" lIns="0" rIns="0" tIns="0" bIns="0">
            <a:spAutoFit/>
          </a:bodyPr>
          <a:lstStyle/>
          <a:p>
            <a:pPr algn="l">
              <a:lnSpc>
                <a:spcPct val="130000"/>
              </a:lnSpc>
            </a:pPr>
            <a:r>
              <a:rPr sz="1550" b="0">
                <a:solidFill>
                  <a:srgbClr val="8FB6D0"/>
                </a:solidFill>
                <a:latin typeface="Segoe UI"/>
              </a:rPr>
              <a:t>Past aan tot de norm</a:t>
            </a:r>
          </a:p>
        </p:txBody>
      </p:sp>
      <p:sp>
        <p:nvSpPr>
          <p:cNvPr id="19" name="Oval 18"/>
          <p:cNvSpPr/>
          <p:nvPr/>
        </p:nvSpPr>
        <p:spPr>
          <a:xfrm>
            <a:off x="8991375" y="3276518"/>
            <a:ext cx="69848" cy="69848"/>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9156471" y="3200319"/>
            <a:ext cx="2362140" cy="571485"/>
          </a:xfrm>
          <a:prstGeom prst="rect">
            <a:avLst/>
          </a:prstGeom>
          <a:noFill/>
        </p:spPr>
        <p:txBody>
          <a:bodyPr wrap="square" anchor="t" lIns="0" rIns="0" tIns="0" bIns="0">
            <a:spAutoFit/>
          </a:bodyPr>
          <a:lstStyle/>
          <a:p>
            <a:pPr algn="l">
              <a:lnSpc>
                <a:spcPct val="130000"/>
              </a:lnSpc>
            </a:pPr>
            <a:r>
              <a:rPr sz="1550" b="0">
                <a:solidFill>
                  <a:srgbClr val="8FB6D0"/>
                </a:solidFill>
                <a:latin typeface="Segoe UI"/>
              </a:rPr>
              <a:t>Plaatst de sensor</a:t>
            </a:r>
          </a:p>
        </p:txBody>
      </p:sp>
      <p:sp>
        <p:nvSpPr>
          <p:cNvPr id="21" name="Rectangle 20"/>
          <p:cNvSpPr/>
          <p:nvPr/>
        </p:nvSpPr>
        <p:spPr>
          <a:xfrm>
            <a:off x="634984" y="4013099"/>
            <a:ext cx="10921726" cy="9524"/>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34984" y="4228994"/>
            <a:ext cx="2666933" cy="380990"/>
          </a:xfrm>
          <a:prstGeom prst="rect">
            <a:avLst/>
          </a:prstGeom>
          <a:noFill/>
        </p:spPr>
        <p:txBody>
          <a:bodyPr wrap="square" anchor="t" lIns="0" rIns="0" tIns="0" bIns="0">
            <a:spAutoFit/>
          </a:bodyPr>
          <a:lstStyle/>
          <a:p>
            <a:pPr algn="l">
              <a:lnSpc>
                <a:spcPct val="125000"/>
              </a:lnSpc>
            </a:pPr>
            <a:r>
              <a:rPr sz="2700" b="1">
                <a:solidFill>
                  <a:srgbClr val="F2F8FC"/>
                </a:solidFill>
                <a:latin typeface="Segoe UI"/>
              </a:rPr>
              <a:t>Arts</a:t>
            </a:r>
          </a:p>
        </p:txBody>
      </p:sp>
      <p:sp>
        <p:nvSpPr>
          <p:cNvPr id="23" name="Oval 22"/>
          <p:cNvSpPr/>
          <p:nvPr/>
        </p:nvSpPr>
        <p:spPr>
          <a:xfrm>
            <a:off x="3555911" y="4317892"/>
            <a:ext cx="69848" cy="69848"/>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3721006" y="4241693"/>
            <a:ext cx="2362140" cy="571485"/>
          </a:xfrm>
          <a:prstGeom prst="rect">
            <a:avLst/>
          </a:prstGeom>
          <a:noFill/>
        </p:spPr>
        <p:txBody>
          <a:bodyPr wrap="square" anchor="t" lIns="0" rIns="0" tIns="0" bIns="0">
            <a:spAutoFit/>
          </a:bodyPr>
          <a:lstStyle/>
          <a:p>
            <a:pPr algn="l">
              <a:lnSpc>
                <a:spcPct val="130000"/>
              </a:lnSpc>
            </a:pPr>
            <a:r>
              <a:rPr sz="1550" b="0">
                <a:solidFill>
                  <a:srgbClr val="8FB6D0"/>
                </a:solidFill>
                <a:latin typeface="Segoe UI"/>
              </a:rPr>
              <a:t>Bevestigt geschiktheid</a:t>
            </a:r>
          </a:p>
        </p:txBody>
      </p:sp>
      <p:sp>
        <p:nvSpPr>
          <p:cNvPr id="25" name="Oval 24"/>
          <p:cNvSpPr/>
          <p:nvPr/>
        </p:nvSpPr>
        <p:spPr>
          <a:xfrm>
            <a:off x="6273643" y="4317892"/>
            <a:ext cx="69848" cy="69848"/>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438739" y="4241693"/>
            <a:ext cx="2362140" cy="571485"/>
          </a:xfrm>
          <a:prstGeom prst="rect">
            <a:avLst/>
          </a:prstGeom>
          <a:noFill/>
        </p:spPr>
        <p:txBody>
          <a:bodyPr wrap="square" anchor="t" lIns="0" rIns="0" tIns="0" bIns="0">
            <a:spAutoFit/>
          </a:bodyPr>
          <a:lstStyle/>
          <a:p>
            <a:pPr algn="l">
              <a:lnSpc>
                <a:spcPct val="130000"/>
              </a:lnSpc>
            </a:pPr>
            <a:r>
              <a:rPr sz="1550" b="0">
                <a:solidFill>
                  <a:srgbClr val="8FB6D0"/>
                </a:solidFill>
                <a:latin typeface="Segoe UI"/>
              </a:rPr>
              <a:t>Beoordeelt laesies</a:t>
            </a:r>
          </a:p>
        </p:txBody>
      </p:sp>
      <p:sp>
        <p:nvSpPr>
          <p:cNvPr id="27" name="Oval 26"/>
          <p:cNvSpPr/>
          <p:nvPr/>
        </p:nvSpPr>
        <p:spPr>
          <a:xfrm>
            <a:off x="8991375" y="4317892"/>
            <a:ext cx="69848" cy="69848"/>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9156471" y="4241693"/>
            <a:ext cx="2362140" cy="571485"/>
          </a:xfrm>
          <a:prstGeom prst="rect">
            <a:avLst/>
          </a:prstGeom>
          <a:noFill/>
        </p:spPr>
        <p:txBody>
          <a:bodyPr wrap="square" anchor="t" lIns="0" rIns="0" tIns="0" bIns="0">
            <a:spAutoFit/>
          </a:bodyPr>
          <a:lstStyle/>
          <a:p>
            <a:pPr algn="l">
              <a:lnSpc>
                <a:spcPct val="130000"/>
              </a:lnSpc>
            </a:pPr>
            <a:r>
              <a:rPr sz="1550" b="0">
                <a:solidFill>
                  <a:srgbClr val="8FB6D0"/>
                </a:solidFill>
                <a:latin typeface="Segoe UI"/>
              </a:rPr>
              <a:t>Meldt voorvallen</a:t>
            </a:r>
          </a:p>
        </p:txBody>
      </p:sp>
      <p:sp>
        <p:nvSpPr>
          <p:cNvPr id="29" name="Rectangle 28"/>
          <p:cNvSpPr/>
          <p:nvPr/>
        </p:nvSpPr>
        <p:spPr>
          <a:xfrm>
            <a:off x="634984" y="5054473"/>
            <a:ext cx="10921726" cy="9524"/>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634984" y="5270368"/>
            <a:ext cx="2666933" cy="380990"/>
          </a:xfrm>
          <a:prstGeom prst="rect">
            <a:avLst/>
          </a:prstGeom>
          <a:noFill/>
        </p:spPr>
        <p:txBody>
          <a:bodyPr wrap="square" anchor="t" lIns="0" rIns="0" tIns="0" bIns="0">
            <a:spAutoFit/>
          </a:bodyPr>
          <a:lstStyle/>
          <a:p>
            <a:pPr algn="l">
              <a:lnSpc>
                <a:spcPct val="125000"/>
              </a:lnSpc>
            </a:pPr>
            <a:r>
              <a:rPr sz="2700" b="1">
                <a:solidFill>
                  <a:srgbClr val="F2F8FC"/>
                </a:solidFill>
                <a:latin typeface="Segoe UI"/>
              </a:rPr>
              <a:t>Management</a:t>
            </a:r>
          </a:p>
        </p:txBody>
      </p:sp>
      <p:sp>
        <p:nvSpPr>
          <p:cNvPr id="31" name="Oval 30"/>
          <p:cNvSpPr/>
          <p:nvPr/>
        </p:nvSpPr>
        <p:spPr>
          <a:xfrm>
            <a:off x="3555911" y="5359266"/>
            <a:ext cx="69848" cy="69848"/>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3721006" y="5283067"/>
            <a:ext cx="2362140" cy="571485"/>
          </a:xfrm>
          <a:prstGeom prst="rect">
            <a:avLst/>
          </a:prstGeom>
          <a:noFill/>
        </p:spPr>
        <p:txBody>
          <a:bodyPr wrap="square" anchor="t" lIns="0" rIns="0" tIns="0" bIns="0">
            <a:spAutoFit/>
          </a:bodyPr>
          <a:lstStyle/>
          <a:p>
            <a:pPr algn="l">
              <a:lnSpc>
                <a:spcPct val="130000"/>
              </a:lnSpc>
            </a:pPr>
            <a:r>
              <a:rPr sz="1550" b="0">
                <a:solidFill>
                  <a:srgbClr val="8FB6D0"/>
                </a:solidFill>
                <a:latin typeface="Segoe UI"/>
              </a:rPr>
              <a:t>Maakt tijd vrij</a:t>
            </a:r>
          </a:p>
        </p:txBody>
      </p:sp>
      <p:sp>
        <p:nvSpPr>
          <p:cNvPr id="33" name="Oval 32"/>
          <p:cNvSpPr/>
          <p:nvPr/>
        </p:nvSpPr>
        <p:spPr>
          <a:xfrm>
            <a:off x="6273643" y="5359266"/>
            <a:ext cx="69848" cy="69848"/>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6438739" y="5283067"/>
            <a:ext cx="2362140" cy="571485"/>
          </a:xfrm>
          <a:prstGeom prst="rect">
            <a:avLst/>
          </a:prstGeom>
          <a:noFill/>
        </p:spPr>
        <p:txBody>
          <a:bodyPr wrap="square" anchor="t" lIns="0" rIns="0" tIns="0" bIns="0">
            <a:spAutoFit/>
          </a:bodyPr>
          <a:lstStyle/>
          <a:p>
            <a:pPr algn="l">
              <a:lnSpc>
                <a:spcPct val="130000"/>
              </a:lnSpc>
            </a:pPr>
            <a:r>
              <a:rPr sz="1550" b="0">
                <a:solidFill>
                  <a:srgbClr val="8FB6D0"/>
                </a:solidFill>
                <a:latin typeface="Segoe UI"/>
              </a:rPr>
              <a:t>Bewaakt 24 inclusies</a:t>
            </a:r>
          </a:p>
        </p:txBody>
      </p:sp>
      <p:sp>
        <p:nvSpPr>
          <p:cNvPr id="35" name="Oval 34"/>
          <p:cNvSpPr/>
          <p:nvPr/>
        </p:nvSpPr>
        <p:spPr>
          <a:xfrm>
            <a:off x="8991375" y="5359266"/>
            <a:ext cx="69848" cy="69848"/>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9156471" y="5283067"/>
            <a:ext cx="2362140" cy="571485"/>
          </a:xfrm>
          <a:prstGeom prst="rect">
            <a:avLst/>
          </a:prstGeom>
          <a:noFill/>
        </p:spPr>
        <p:txBody>
          <a:bodyPr wrap="square" anchor="t" lIns="0" rIns="0" tIns="0" bIns="0">
            <a:spAutoFit/>
          </a:bodyPr>
          <a:lstStyle/>
          <a:p>
            <a:pPr algn="l">
              <a:lnSpc>
                <a:spcPct val="130000"/>
              </a:lnSpc>
            </a:pPr>
            <a:r>
              <a:rPr sz="1550" b="0">
                <a:solidFill>
                  <a:srgbClr val="8FB6D0"/>
                </a:solidFill>
                <a:latin typeface="Segoe UI"/>
              </a:rPr>
              <a:t>Houdt het opleidingsregister bij</a:t>
            </a:r>
          </a:p>
        </p:txBody>
      </p:sp>
      <p:sp>
        <p:nvSpPr>
          <p:cNvPr id="37" name="Rectangle 36"/>
          <p:cNvSpPr/>
          <p:nvPr/>
        </p:nvSpPr>
        <p:spPr>
          <a:xfrm>
            <a:off x="634984" y="6095847"/>
            <a:ext cx="10921726" cy="9524"/>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10540736" y="6387940"/>
            <a:ext cx="1015974" cy="177795"/>
          </a:xfrm>
          <a:prstGeom prst="rect">
            <a:avLst/>
          </a:prstGeom>
          <a:noFill/>
        </p:spPr>
        <p:txBody>
          <a:bodyPr wrap="square" anchor="t" lIns="0" rIns="0" tIns="0" bIns="0">
            <a:spAutoFit/>
          </a:bodyPr>
          <a:lstStyle/>
          <a:p>
            <a:pPr algn="r">
              <a:lnSpc>
                <a:spcPct val="125000"/>
              </a:lnSpc>
            </a:pPr>
            <a:r>
              <a:rPr sz="1050" b="0">
                <a:solidFill>
                  <a:srgbClr val="8FB6D0"/>
                </a:solidFill>
                <a:latin typeface="Consolas"/>
              </a:rPr>
              <a:t>23 / 26</a:t>
            </a:r>
          </a:p>
        </p:txBody>
      </p:sp>
      <p:pic>
        <p:nvPicPr>
          <p:cNvPr id="39" name="merk" descr="merk.png"/>
          <p:cNvPicPr>
            <a:picLocks noChangeAspect="1"/>
          </p:cNvPicPr>
          <p:nvPr/>
        </p:nvPicPr>
        <p:blipFill>
          <a:blip r:embed="rId2"/>
          <a:stretch>
            <a:fillRect/>
          </a:stretch>
        </p:blipFill>
        <p:spPr>
          <a:xfrm>
            <a:off x="11094166" y="368290"/>
            <a:ext cx="417101" cy="482587"/>
          </a:xfrm>
          <a:prstGeom prst="rect">
            <a:avLst/>
          </a:prstGeom>
        </p:spPr>
      </p:pic>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200">
        <p159:morph option="byObject"/>
      </p:transition>
    </mc:Choice>
    <mc:Fallback>
      <p:transition xmlns:p14="http://schemas.microsoft.com/office/powerpoint/2010/main" spd="slow" p14:dur="900">
        <p:fade/>
      </p:transition>
    </mc:Fallback>
  </mc:AlternateContent>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7828"/>
          </a:xfrm>
          <a:prstGeom prst="rect">
            <a:avLst/>
          </a:prstGeom>
          <a:gradFill rotWithShape="1">
            <a:gsLst>
              <a:gs pos="0">
                <a:srgbClr val="072138"/>
              </a:gs>
              <a:gs pos="100000">
                <a:srgbClr val="04182A"/>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34984" y="571485"/>
            <a:ext cx="9524761" cy="215894"/>
          </a:xfrm>
          <a:prstGeom prst="rect">
            <a:avLst/>
          </a:prstGeom>
          <a:noFill/>
        </p:spPr>
        <p:txBody>
          <a:bodyPr wrap="square" anchor="t" lIns="0" rIns="0" tIns="0" bIns="0">
            <a:spAutoFit/>
          </a:bodyPr>
          <a:lstStyle/>
          <a:p>
            <a:pPr algn="l">
              <a:lnSpc>
                <a:spcPct val="125000"/>
              </a:lnSpc>
            </a:pPr>
            <a:r>
              <a:rPr sz="1250" b="1" spc="240">
                <a:solidFill>
                  <a:srgbClr val="52BDEC"/>
                </a:solidFill>
                <a:latin typeface="Consolas"/>
              </a:rPr>
              <a:t>ONDERSTEUNING</a:t>
            </a:r>
          </a:p>
        </p:txBody>
      </p:sp>
      <p:sp>
        <p:nvSpPr>
          <p:cNvPr id="4" name="sectietitel"/>
          <p:cNvSpPr txBox="1"/>
          <p:nvPr/>
        </p:nvSpPr>
        <p:spPr>
          <a:xfrm>
            <a:off x="634984" y="838179"/>
            <a:ext cx="9905752" cy="1269968"/>
          </a:xfrm>
          <a:prstGeom prst="rect">
            <a:avLst/>
          </a:prstGeom>
          <a:noFill/>
        </p:spPr>
        <p:txBody>
          <a:bodyPr wrap="square" anchor="t" lIns="0" rIns="0" tIns="0" bIns="0">
            <a:spAutoFit/>
          </a:bodyPr>
          <a:lstStyle/>
          <a:p>
            <a:pPr algn="l">
              <a:lnSpc>
                <a:spcPct val="110000"/>
              </a:lnSpc>
            </a:pPr>
            <a:r>
              <a:rPr sz="4000" b="1">
                <a:solidFill>
                  <a:srgbClr val="F2F8FC"/>
                </a:solidFill>
                <a:latin typeface="Segoe UI"/>
              </a:rPr>
              <a:t>Wat u van ons krijgt</a:t>
            </a:r>
          </a:p>
        </p:txBody>
      </p:sp>
      <p:sp>
        <p:nvSpPr>
          <p:cNvPr id="5" name="Rectangle 4"/>
          <p:cNvSpPr/>
          <p:nvPr/>
        </p:nvSpPr>
        <p:spPr>
          <a:xfrm>
            <a:off x="634984" y="1993850"/>
            <a:ext cx="6222844" cy="9524"/>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34984" y="2158946"/>
            <a:ext cx="6222844" cy="317492"/>
          </a:xfrm>
          <a:prstGeom prst="rect">
            <a:avLst/>
          </a:prstGeom>
          <a:noFill/>
        </p:spPr>
        <p:txBody>
          <a:bodyPr wrap="square" anchor="t" lIns="0" rIns="0" tIns="0" bIns="0">
            <a:spAutoFit/>
          </a:bodyPr>
          <a:lstStyle/>
          <a:p>
            <a:pPr algn="l">
              <a:lnSpc>
                <a:spcPct val="125000"/>
              </a:lnSpc>
            </a:pPr>
            <a:r>
              <a:rPr sz="2100" b="1">
                <a:solidFill>
                  <a:srgbClr val="F2F8FC"/>
                </a:solidFill>
                <a:latin typeface="Segoe UI"/>
              </a:rPr>
              <a:t>Motiverende gespreksvoering</a:t>
            </a:r>
          </a:p>
        </p:txBody>
      </p:sp>
      <p:sp>
        <p:nvSpPr>
          <p:cNvPr id="7" name="TextBox 6"/>
          <p:cNvSpPr txBox="1"/>
          <p:nvPr/>
        </p:nvSpPr>
        <p:spPr>
          <a:xfrm>
            <a:off x="647683" y="2476438"/>
            <a:ext cx="6095847" cy="380990"/>
          </a:xfrm>
          <a:prstGeom prst="rect">
            <a:avLst/>
          </a:prstGeom>
          <a:noFill/>
        </p:spPr>
        <p:txBody>
          <a:bodyPr wrap="square" anchor="t" lIns="0" rIns="0" tIns="0" bIns="0">
            <a:spAutoFit/>
          </a:bodyPr>
          <a:lstStyle/>
          <a:p>
            <a:pPr algn="l">
              <a:lnSpc>
                <a:spcPct val="130000"/>
              </a:lnSpc>
            </a:pPr>
            <a:r>
              <a:rPr sz="1550" b="0">
                <a:solidFill>
                  <a:srgbClr val="8FB6D0"/>
                </a:solidFill>
                <a:latin typeface="Segoe UI"/>
              </a:rPr>
              <a:t>Training door een psycholoog — alle centra dezelfde</a:t>
            </a:r>
          </a:p>
        </p:txBody>
      </p:sp>
      <p:sp>
        <p:nvSpPr>
          <p:cNvPr id="8" name="Rectangle 7"/>
          <p:cNvSpPr/>
          <p:nvPr/>
        </p:nvSpPr>
        <p:spPr>
          <a:xfrm>
            <a:off x="634984" y="2959026"/>
            <a:ext cx="6222844" cy="9524"/>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34984" y="3124121"/>
            <a:ext cx="6222844" cy="317492"/>
          </a:xfrm>
          <a:prstGeom prst="rect">
            <a:avLst/>
          </a:prstGeom>
          <a:noFill/>
        </p:spPr>
        <p:txBody>
          <a:bodyPr wrap="square" anchor="t" lIns="0" rIns="0" tIns="0" bIns="0">
            <a:spAutoFit/>
          </a:bodyPr>
          <a:lstStyle/>
          <a:p>
            <a:pPr algn="l">
              <a:lnSpc>
                <a:spcPct val="125000"/>
              </a:lnSpc>
            </a:pPr>
            <a:r>
              <a:rPr sz="2100" b="1">
                <a:solidFill>
                  <a:srgbClr val="F2F8FC"/>
                </a:solidFill>
                <a:latin typeface="Segoe UI"/>
              </a:rPr>
              <a:t>SOP's en draaiboeken</a:t>
            </a:r>
          </a:p>
        </p:txBody>
      </p:sp>
      <p:sp>
        <p:nvSpPr>
          <p:cNvPr id="10" name="TextBox 9"/>
          <p:cNvSpPr txBox="1"/>
          <p:nvPr/>
        </p:nvSpPr>
        <p:spPr>
          <a:xfrm>
            <a:off x="647683" y="3441613"/>
            <a:ext cx="6095847" cy="380990"/>
          </a:xfrm>
          <a:prstGeom prst="rect">
            <a:avLst/>
          </a:prstGeom>
          <a:noFill/>
        </p:spPr>
        <p:txBody>
          <a:bodyPr wrap="square" anchor="t" lIns="0" rIns="0" tIns="0" bIns="0">
            <a:spAutoFit/>
          </a:bodyPr>
          <a:lstStyle/>
          <a:p>
            <a:pPr algn="l">
              <a:lnSpc>
                <a:spcPct val="130000"/>
              </a:lnSpc>
            </a:pPr>
            <a:r>
              <a:rPr sz="1550" b="0">
                <a:solidFill>
                  <a:srgbClr val="8FB6D0"/>
                </a:solidFill>
                <a:latin typeface="Segoe UI"/>
              </a:rPr>
              <a:t>Per handeling, met de eCRF-nummers erbij</a:t>
            </a:r>
          </a:p>
        </p:txBody>
      </p:sp>
      <p:sp>
        <p:nvSpPr>
          <p:cNvPr id="11" name="Rectangle 10"/>
          <p:cNvSpPr/>
          <p:nvPr/>
        </p:nvSpPr>
        <p:spPr>
          <a:xfrm>
            <a:off x="634984" y="3924201"/>
            <a:ext cx="6222844" cy="9524"/>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34984" y="4089297"/>
            <a:ext cx="6222844" cy="317492"/>
          </a:xfrm>
          <a:prstGeom prst="rect">
            <a:avLst/>
          </a:prstGeom>
          <a:noFill/>
        </p:spPr>
        <p:txBody>
          <a:bodyPr wrap="square" anchor="t" lIns="0" rIns="0" tIns="0" bIns="0">
            <a:spAutoFit/>
          </a:bodyPr>
          <a:lstStyle/>
          <a:p>
            <a:pPr algn="l">
              <a:lnSpc>
                <a:spcPct val="125000"/>
              </a:lnSpc>
            </a:pPr>
            <a:r>
              <a:rPr sz="2100" b="1">
                <a:solidFill>
                  <a:srgbClr val="F2F8FC"/>
                </a:solidFill>
                <a:latin typeface="Segoe UI"/>
              </a:rPr>
              <a:t>Gegevensinvoer</a:t>
            </a:r>
          </a:p>
        </p:txBody>
      </p:sp>
      <p:sp>
        <p:nvSpPr>
          <p:cNvPr id="13" name="TextBox 12"/>
          <p:cNvSpPr txBox="1"/>
          <p:nvPr/>
        </p:nvSpPr>
        <p:spPr>
          <a:xfrm>
            <a:off x="647683" y="4406789"/>
            <a:ext cx="6095847" cy="380990"/>
          </a:xfrm>
          <a:prstGeom prst="rect">
            <a:avLst/>
          </a:prstGeom>
          <a:noFill/>
        </p:spPr>
        <p:txBody>
          <a:bodyPr wrap="square" anchor="t" lIns="0" rIns="0" tIns="0" bIns="0">
            <a:spAutoFit/>
          </a:bodyPr>
          <a:lstStyle/>
          <a:p>
            <a:pPr algn="l">
              <a:lnSpc>
                <a:spcPct val="130000"/>
              </a:lnSpc>
            </a:pPr>
            <a:r>
              <a:rPr sz="1550" b="0">
                <a:solidFill>
                  <a:srgbClr val="8FB6D0"/>
                </a:solidFill>
                <a:latin typeface="Segoe UI"/>
              </a:rPr>
              <a:t>Doet het onderzoeksteam. U vult de formulieren in, verder niets</a:t>
            </a:r>
          </a:p>
        </p:txBody>
      </p:sp>
      <p:sp>
        <p:nvSpPr>
          <p:cNvPr id="14" name="Rectangle 13"/>
          <p:cNvSpPr/>
          <p:nvPr/>
        </p:nvSpPr>
        <p:spPr>
          <a:xfrm>
            <a:off x="634984" y="4889377"/>
            <a:ext cx="6222844" cy="9524"/>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34984" y="5054473"/>
            <a:ext cx="6222844" cy="317492"/>
          </a:xfrm>
          <a:prstGeom prst="rect">
            <a:avLst/>
          </a:prstGeom>
          <a:noFill/>
        </p:spPr>
        <p:txBody>
          <a:bodyPr wrap="square" anchor="t" lIns="0" rIns="0" tIns="0" bIns="0">
            <a:spAutoFit/>
          </a:bodyPr>
          <a:lstStyle/>
          <a:p>
            <a:pPr algn="l">
              <a:lnSpc>
                <a:spcPct val="125000"/>
              </a:lnSpc>
            </a:pPr>
            <a:r>
              <a:rPr sz="2100" b="1">
                <a:solidFill>
                  <a:srgbClr val="F2F8FC"/>
                </a:solidFill>
                <a:latin typeface="Segoe UI"/>
              </a:rPr>
              <a:t>Eén contactpunt</a:t>
            </a:r>
          </a:p>
        </p:txBody>
      </p:sp>
      <p:sp>
        <p:nvSpPr>
          <p:cNvPr id="16" name="TextBox 15"/>
          <p:cNvSpPr txBox="1"/>
          <p:nvPr/>
        </p:nvSpPr>
        <p:spPr>
          <a:xfrm>
            <a:off x="647683" y="5371965"/>
            <a:ext cx="6095847" cy="380990"/>
          </a:xfrm>
          <a:prstGeom prst="rect">
            <a:avLst/>
          </a:prstGeom>
          <a:noFill/>
        </p:spPr>
        <p:txBody>
          <a:bodyPr wrap="square" anchor="t" lIns="0" rIns="0" tIns="0" bIns="0">
            <a:spAutoFit/>
          </a:bodyPr>
          <a:lstStyle/>
          <a:p>
            <a:pPr algn="l">
              <a:lnSpc>
                <a:spcPct val="130000"/>
              </a:lnSpc>
            </a:pPr>
            <a:r>
              <a:rPr sz="1550" b="0">
                <a:solidFill>
                  <a:srgbClr val="8FB6D0"/>
                </a:solidFill>
                <a:latin typeface="Segoe UI"/>
              </a:rPr>
              <a:t>Eén nummer, één mailadres, voor alles</a:t>
            </a:r>
          </a:p>
        </p:txBody>
      </p:sp>
      <p:sp>
        <p:nvSpPr>
          <p:cNvPr id="17" name="Rounded Rectangle 16"/>
          <p:cNvSpPr/>
          <p:nvPr/>
        </p:nvSpPr>
        <p:spPr>
          <a:xfrm>
            <a:off x="7492812" y="1904952"/>
            <a:ext cx="4063898" cy="3949601"/>
          </a:xfrm>
          <a:prstGeom prst="roundRect">
            <a:avLst>
              <a:gd name="adj" fmla="val 4500"/>
            </a:avLst>
          </a:prstGeom>
          <a:solidFill>
            <a:srgbClr val="113A57"/>
          </a:solidFill>
          <a:ln w="9525">
            <a:solidFill>
              <a:srgbClr val="FF7A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8000799" y="2044648"/>
            <a:ext cx="3047923" cy="3047923"/>
          </a:xfrm>
          <a:prstGeom prst="ellipse">
            <a:avLst/>
          </a:prstGeom>
          <a:solidFill>
            <a:srgbClr val="FF7A00">
              <a:alpha val="5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hero"/>
          <p:cNvSpPr txBox="1"/>
          <p:nvPr/>
        </p:nvSpPr>
        <p:spPr>
          <a:xfrm>
            <a:off x="7772205" y="2158946"/>
            <a:ext cx="3555911" cy="1904952"/>
          </a:xfrm>
          <a:prstGeom prst="rect">
            <a:avLst/>
          </a:prstGeom>
          <a:noFill/>
        </p:spPr>
        <p:txBody>
          <a:bodyPr wrap="square" anchor="t" lIns="0" rIns="0" tIns="0" bIns="0">
            <a:spAutoFit/>
          </a:bodyPr>
          <a:lstStyle/>
          <a:p>
            <a:pPr algn="ctr">
              <a:lnSpc>
                <a:spcPct val="90000"/>
              </a:lnSpc>
            </a:pPr>
            <a:r>
              <a:rPr sz="15000" b="1">
                <a:solidFill>
                  <a:srgbClr val="FF7A00"/>
                </a:solidFill>
                <a:latin typeface="Segoe UI"/>
              </a:rPr>
              <a:t>0</a:t>
            </a:r>
          </a:p>
        </p:txBody>
      </p:sp>
      <p:sp>
        <p:nvSpPr>
          <p:cNvPr id="20" name="TextBox 19"/>
          <p:cNvSpPr txBox="1"/>
          <p:nvPr/>
        </p:nvSpPr>
        <p:spPr>
          <a:xfrm>
            <a:off x="7772205" y="4063898"/>
            <a:ext cx="3555911" cy="393690"/>
          </a:xfrm>
          <a:prstGeom prst="rect">
            <a:avLst/>
          </a:prstGeom>
          <a:noFill/>
        </p:spPr>
        <p:txBody>
          <a:bodyPr wrap="square" anchor="t" lIns="0" rIns="0" tIns="0" bIns="0">
            <a:spAutoFit/>
          </a:bodyPr>
          <a:lstStyle/>
          <a:p>
            <a:pPr algn="ctr">
              <a:lnSpc>
                <a:spcPct val="125000"/>
              </a:lnSpc>
            </a:pPr>
            <a:r>
              <a:rPr sz="3000" b="1">
                <a:solidFill>
                  <a:srgbClr val="F2F8FC"/>
                </a:solidFill>
                <a:latin typeface="Segoe UI"/>
              </a:rPr>
              <a:t>sancties</a:t>
            </a:r>
          </a:p>
        </p:txBody>
      </p:sp>
      <p:sp>
        <p:nvSpPr>
          <p:cNvPr id="21" name="TextBox 20"/>
          <p:cNvSpPr txBox="1"/>
          <p:nvPr/>
        </p:nvSpPr>
        <p:spPr>
          <a:xfrm>
            <a:off x="7810304" y="4584585"/>
            <a:ext cx="3428914" cy="1015974"/>
          </a:xfrm>
          <a:prstGeom prst="rect">
            <a:avLst/>
          </a:prstGeom>
          <a:noFill/>
        </p:spPr>
        <p:txBody>
          <a:bodyPr wrap="square" anchor="t" lIns="0" rIns="0" tIns="0" bIns="0">
            <a:spAutoFit/>
          </a:bodyPr>
          <a:lstStyle/>
          <a:p>
            <a:pPr algn="ctr">
              <a:lnSpc>
                <a:spcPct val="140000"/>
              </a:lnSpc>
            </a:pPr>
            <a:r>
              <a:rPr sz="1600" b="0">
                <a:solidFill>
                  <a:srgbClr val="8FB6D0"/>
                </a:solidFill>
                <a:latin typeface="Segoe UI"/>
              </a:rPr>
              <a:t>Wijkt u af van het protocol, dan meldt u dat. Het wordt geregistreerd, niet afgestraft.</a:t>
            </a:r>
          </a:p>
        </p:txBody>
      </p:sp>
      <p:sp>
        <p:nvSpPr>
          <p:cNvPr id="22" name="TextBox 21"/>
          <p:cNvSpPr txBox="1"/>
          <p:nvPr/>
        </p:nvSpPr>
        <p:spPr>
          <a:xfrm>
            <a:off x="10540736" y="6387940"/>
            <a:ext cx="1015974" cy="177795"/>
          </a:xfrm>
          <a:prstGeom prst="rect">
            <a:avLst/>
          </a:prstGeom>
          <a:noFill/>
        </p:spPr>
        <p:txBody>
          <a:bodyPr wrap="square" anchor="t" lIns="0" rIns="0" tIns="0" bIns="0">
            <a:spAutoFit/>
          </a:bodyPr>
          <a:lstStyle/>
          <a:p>
            <a:pPr algn="r">
              <a:lnSpc>
                <a:spcPct val="125000"/>
              </a:lnSpc>
            </a:pPr>
            <a:r>
              <a:rPr sz="1050" b="0">
                <a:solidFill>
                  <a:srgbClr val="8FB6D0"/>
                </a:solidFill>
                <a:latin typeface="Consolas"/>
              </a:rPr>
              <a:t>24 / 26</a:t>
            </a:r>
          </a:p>
        </p:txBody>
      </p:sp>
      <p:pic>
        <p:nvPicPr>
          <p:cNvPr id="23" name="merk" descr="merk.png"/>
          <p:cNvPicPr>
            <a:picLocks noChangeAspect="1"/>
          </p:cNvPicPr>
          <p:nvPr/>
        </p:nvPicPr>
        <p:blipFill>
          <a:blip r:embed="rId2"/>
          <a:stretch>
            <a:fillRect/>
          </a:stretch>
        </p:blipFill>
        <p:spPr>
          <a:xfrm>
            <a:off x="11094166" y="368290"/>
            <a:ext cx="417101" cy="482587"/>
          </a:xfrm>
          <a:prstGeom prst="rect">
            <a:avLst/>
          </a:prstGeom>
        </p:spPr>
      </p:pic>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200">
        <p159:morph option="byObject"/>
      </p:transition>
    </mc:Choice>
    <mc:Fallback>
      <p:transition xmlns:p14="http://schemas.microsoft.com/office/powerpoint/2010/main" spd="slow" p14:dur="900">
        <p:fade/>
      </p:transition>
    </mc:Fallback>
  </mc:AlternateContent>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7828"/>
          </a:xfrm>
          <a:prstGeom prst="rect">
            <a:avLst/>
          </a:prstGeom>
          <a:gradFill rotWithShape="1">
            <a:gsLst>
              <a:gs pos="0">
                <a:srgbClr val="072138"/>
              </a:gs>
              <a:gs pos="100000">
                <a:srgbClr val="04182A"/>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34984" y="571485"/>
            <a:ext cx="9524761" cy="215894"/>
          </a:xfrm>
          <a:prstGeom prst="rect">
            <a:avLst/>
          </a:prstGeom>
          <a:noFill/>
        </p:spPr>
        <p:txBody>
          <a:bodyPr wrap="square" anchor="t" lIns="0" rIns="0" tIns="0" bIns="0">
            <a:spAutoFit/>
          </a:bodyPr>
          <a:lstStyle/>
          <a:p>
            <a:pPr algn="l">
              <a:lnSpc>
                <a:spcPct val="125000"/>
              </a:lnSpc>
            </a:pPr>
            <a:r>
              <a:rPr sz="1250" b="1" spc="240">
                <a:solidFill>
                  <a:srgbClr val="52BDEC"/>
                </a:solidFill>
                <a:latin typeface="Consolas"/>
              </a:rPr>
              <a:t>VOOR HET DOSSIER</a:t>
            </a:r>
          </a:p>
        </p:txBody>
      </p:sp>
      <p:sp>
        <p:nvSpPr>
          <p:cNvPr id="4" name="!!sectietitel"/>
          <p:cNvSpPr txBox="1"/>
          <p:nvPr/>
        </p:nvSpPr>
        <p:spPr>
          <a:xfrm>
            <a:off x="634984" y="838179"/>
            <a:ext cx="9905752" cy="1269968"/>
          </a:xfrm>
          <a:prstGeom prst="rect">
            <a:avLst/>
          </a:prstGeom>
          <a:noFill/>
        </p:spPr>
        <p:txBody>
          <a:bodyPr wrap="square" anchor="t" lIns="0" rIns="0" tIns="0" bIns="0">
            <a:spAutoFit/>
          </a:bodyPr>
          <a:lstStyle/>
          <a:p>
            <a:pPr algn="l">
              <a:lnSpc>
                <a:spcPct val="110000"/>
              </a:lnSpc>
            </a:pPr>
            <a:r>
              <a:rPr sz="4000" b="1">
                <a:solidFill>
                  <a:srgbClr val="F2F8FC"/>
                </a:solidFill>
                <a:latin typeface="Segoe UI"/>
              </a:rPr>
              <a:t>Het opleidingsregister</a:t>
            </a:r>
          </a:p>
        </p:txBody>
      </p:sp>
      <p:sp>
        <p:nvSpPr>
          <p:cNvPr id="5" name="Rounded Rectangle 4"/>
          <p:cNvSpPr/>
          <p:nvPr/>
        </p:nvSpPr>
        <p:spPr>
          <a:xfrm>
            <a:off x="634984" y="1879553"/>
            <a:ext cx="4825879" cy="2539936"/>
          </a:xfrm>
          <a:prstGeom prst="roundRect">
            <a:avLst>
              <a:gd name="adj" fmla="val 4500"/>
            </a:avLst>
          </a:prstGeom>
          <a:solidFill>
            <a:srgbClr val="113A57"/>
          </a:solidFill>
          <a:ln w="9525">
            <a:solidFill>
              <a:srgbClr val="215B8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914377" y="2133546"/>
            <a:ext cx="4267093" cy="2095447"/>
          </a:xfrm>
          <a:prstGeom prst="rect">
            <a:avLst/>
          </a:prstGeom>
          <a:noFill/>
        </p:spPr>
        <p:txBody>
          <a:bodyPr wrap="square" anchor="t" lIns="0" rIns="0" tIns="0" bIns="0">
            <a:spAutoFit/>
          </a:bodyPr>
          <a:lstStyle/>
          <a:p>
            <a:pPr algn="l">
              <a:lnSpc>
                <a:spcPct val="145000"/>
              </a:lnSpc>
            </a:pPr>
            <a:r>
              <a:rPr sz="1700" b="0">
                <a:solidFill>
                  <a:srgbClr val="F2F8FC"/>
                </a:solidFill>
                <a:latin typeface="Segoe UI"/>
              </a:rPr>
              <a:t>ISO 14155 vraagt dat per medewerker aantoonbaar is welke training hij gekregen heeft, wanneer, en voor welke handelingen hij gedelegeerd is. Zonder dat register is uw centrum niet inspectieklaar, hoe goed u het ook doet.</a:t>
            </a:r>
          </a:p>
        </p:txBody>
      </p:sp>
      <p:sp>
        <p:nvSpPr>
          <p:cNvPr id="7" name="Rectangle 6"/>
          <p:cNvSpPr/>
          <p:nvPr/>
        </p:nvSpPr>
        <p:spPr>
          <a:xfrm>
            <a:off x="5841853" y="1879553"/>
            <a:ext cx="5714857" cy="9524"/>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841853" y="2019249"/>
            <a:ext cx="5714857" cy="279393"/>
          </a:xfrm>
          <a:prstGeom prst="rect">
            <a:avLst/>
          </a:prstGeom>
          <a:noFill/>
        </p:spPr>
        <p:txBody>
          <a:bodyPr wrap="square" anchor="t" lIns="0" rIns="0" tIns="0" bIns="0">
            <a:spAutoFit/>
          </a:bodyPr>
          <a:lstStyle/>
          <a:p>
            <a:pPr algn="l">
              <a:lnSpc>
                <a:spcPct val="125000"/>
              </a:lnSpc>
            </a:pPr>
            <a:r>
              <a:rPr sz="2000" b="1">
                <a:solidFill>
                  <a:srgbClr val="52BDEC"/>
                </a:solidFill>
                <a:latin typeface="Segoe UI"/>
              </a:rPr>
              <a:t>Vandaag tekenen</a:t>
            </a:r>
          </a:p>
        </p:txBody>
      </p:sp>
      <p:sp>
        <p:nvSpPr>
          <p:cNvPr id="9" name="TextBox 8"/>
          <p:cNvSpPr txBox="1"/>
          <p:nvPr/>
        </p:nvSpPr>
        <p:spPr>
          <a:xfrm>
            <a:off x="5841853" y="2298642"/>
            <a:ext cx="5714857" cy="444488"/>
          </a:xfrm>
          <a:prstGeom prst="rect">
            <a:avLst/>
          </a:prstGeom>
          <a:noFill/>
        </p:spPr>
        <p:txBody>
          <a:bodyPr wrap="square" anchor="t" lIns="0" rIns="0" tIns="0" bIns="0">
            <a:spAutoFit/>
          </a:bodyPr>
          <a:lstStyle/>
          <a:p>
            <a:pPr algn="l">
              <a:lnSpc>
                <a:spcPct val="130000"/>
              </a:lnSpc>
            </a:pPr>
            <a:r>
              <a:rPr sz="1500" b="0">
                <a:solidFill>
                  <a:srgbClr val="8FB6D0"/>
                </a:solidFill>
                <a:latin typeface="Segoe UI"/>
              </a:rPr>
              <a:t>Naam, functie, datum, en de handelingen waarvoor u gedelegeerd bent.</a:t>
            </a:r>
          </a:p>
        </p:txBody>
      </p:sp>
      <p:sp>
        <p:nvSpPr>
          <p:cNvPr id="10" name="Rectangle 9"/>
          <p:cNvSpPr/>
          <p:nvPr/>
        </p:nvSpPr>
        <p:spPr>
          <a:xfrm>
            <a:off x="5841853" y="2755831"/>
            <a:ext cx="5714857" cy="9524"/>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841853" y="2895527"/>
            <a:ext cx="5714857" cy="279393"/>
          </a:xfrm>
          <a:prstGeom prst="rect">
            <a:avLst/>
          </a:prstGeom>
          <a:noFill/>
        </p:spPr>
        <p:txBody>
          <a:bodyPr wrap="square" anchor="t" lIns="0" rIns="0" tIns="0" bIns="0">
            <a:spAutoFit/>
          </a:bodyPr>
          <a:lstStyle/>
          <a:p>
            <a:pPr algn="l">
              <a:lnSpc>
                <a:spcPct val="125000"/>
              </a:lnSpc>
            </a:pPr>
            <a:r>
              <a:rPr sz="2000" b="1">
                <a:solidFill>
                  <a:srgbClr val="52BDEC"/>
                </a:solidFill>
                <a:latin typeface="Segoe UI"/>
              </a:rPr>
              <a:t>Bij elke nieuwe medewerker</a:t>
            </a:r>
          </a:p>
        </p:txBody>
      </p:sp>
      <p:sp>
        <p:nvSpPr>
          <p:cNvPr id="12" name="TextBox 11"/>
          <p:cNvSpPr txBox="1"/>
          <p:nvPr/>
        </p:nvSpPr>
        <p:spPr>
          <a:xfrm>
            <a:off x="5841853" y="3174920"/>
            <a:ext cx="5714857" cy="444488"/>
          </a:xfrm>
          <a:prstGeom prst="rect">
            <a:avLst/>
          </a:prstGeom>
          <a:noFill/>
        </p:spPr>
        <p:txBody>
          <a:bodyPr wrap="square" anchor="t" lIns="0" rIns="0" tIns="0" bIns="0">
            <a:spAutoFit/>
          </a:bodyPr>
          <a:lstStyle/>
          <a:p>
            <a:pPr algn="l">
              <a:lnSpc>
                <a:spcPct val="130000"/>
              </a:lnSpc>
            </a:pPr>
            <a:r>
              <a:rPr sz="1500" b="0">
                <a:solidFill>
                  <a:srgbClr val="8FB6D0"/>
                </a:solidFill>
                <a:latin typeface="Segoe UI"/>
              </a:rPr>
              <a:t>Dezelfde opleiding, dezelfde handtekening, vóór de eerste patiënt.</a:t>
            </a:r>
          </a:p>
        </p:txBody>
      </p:sp>
      <p:sp>
        <p:nvSpPr>
          <p:cNvPr id="13" name="Rectangle 12"/>
          <p:cNvSpPr/>
          <p:nvPr/>
        </p:nvSpPr>
        <p:spPr>
          <a:xfrm>
            <a:off x="5841853" y="3632109"/>
            <a:ext cx="5714857" cy="9524"/>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5841853" y="3771805"/>
            <a:ext cx="5714857" cy="279393"/>
          </a:xfrm>
          <a:prstGeom prst="rect">
            <a:avLst/>
          </a:prstGeom>
          <a:noFill/>
        </p:spPr>
        <p:txBody>
          <a:bodyPr wrap="square" anchor="t" lIns="0" rIns="0" tIns="0" bIns="0">
            <a:spAutoFit/>
          </a:bodyPr>
          <a:lstStyle/>
          <a:p>
            <a:pPr algn="l">
              <a:lnSpc>
                <a:spcPct val="125000"/>
              </a:lnSpc>
            </a:pPr>
            <a:r>
              <a:rPr sz="2000" b="1">
                <a:solidFill>
                  <a:srgbClr val="52BDEC"/>
                </a:solidFill>
                <a:latin typeface="Segoe UI"/>
              </a:rPr>
              <a:t>Bij elke protocolwijziging</a:t>
            </a:r>
          </a:p>
        </p:txBody>
      </p:sp>
      <p:sp>
        <p:nvSpPr>
          <p:cNvPr id="15" name="TextBox 14"/>
          <p:cNvSpPr txBox="1"/>
          <p:nvPr/>
        </p:nvSpPr>
        <p:spPr>
          <a:xfrm>
            <a:off x="5841853" y="4051198"/>
            <a:ext cx="5714857" cy="444488"/>
          </a:xfrm>
          <a:prstGeom prst="rect">
            <a:avLst/>
          </a:prstGeom>
          <a:noFill/>
        </p:spPr>
        <p:txBody>
          <a:bodyPr wrap="square" anchor="t" lIns="0" rIns="0" tIns="0" bIns="0">
            <a:spAutoFit/>
          </a:bodyPr>
          <a:lstStyle/>
          <a:p>
            <a:pPr algn="l">
              <a:lnSpc>
                <a:spcPct val="130000"/>
              </a:lnSpc>
            </a:pPr>
            <a:r>
              <a:rPr sz="1500" b="0">
                <a:solidFill>
                  <a:srgbClr val="8FB6D0"/>
                </a:solidFill>
                <a:latin typeface="Segoe UI"/>
              </a:rPr>
              <a:t>Kort bijscholingsmoment, opnieuw tekenen.</a:t>
            </a:r>
          </a:p>
        </p:txBody>
      </p:sp>
      <p:sp>
        <p:nvSpPr>
          <p:cNvPr id="16" name="TextBox 15"/>
          <p:cNvSpPr txBox="1"/>
          <p:nvPr/>
        </p:nvSpPr>
        <p:spPr>
          <a:xfrm>
            <a:off x="634984" y="4724281"/>
            <a:ext cx="10921726" cy="444488"/>
          </a:xfrm>
          <a:prstGeom prst="rect">
            <a:avLst/>
          </a:prstGeom>
          <a:noFill/>
        </p:spPr>
        <p:txBody>
          <a:bodyPr wrap="square" anchor="t" lIns="0" rIns="0" tIns="0" bIns="0">
            <a:spAutoFit/>
          </a:bodyPr>
          <a:lstStyle/>
          <a:p>
            <a:pPr algn="l">
              <a:lnSpc>
                <a:spcPct val="140000"/>
              </a:lnSpc>
            </a:pPr>
            <a:r>
              <a:rPr sz="1900" b="1">
                <a:solidFill>
                  <a:srgbClr val="F2F8FC"/>
                </a:solidFill>
                <a:latin typeface="Segoe UI"/>
              </a:rPr>
              <a:t>Het register blijft in uw centrum. Wij krijgen een kopie voor het studiedossier.</a:t>
            </a:r>
          </a:p>
        </p:txBody>
      </p:sp>
      <p:sp>
        <p:nvSpPr>
          <p:cNvPr id="17" name="TextBox 16"/>
          <p:cNvSpPr txBox="1"/>
          <p:nvPr/>
        </p:nvSpPr>
        <p:spPr>
          <a:xfrm>
            <a:off x="10540736" y="6387940"/>
            <a:ext cx="1015974" cy="177795"/>
          </a:xfrm>
          <a:prstGeom prst="rect">
            <a:avLst/>
          </a:prstGeom>
          <a:noFill/>
        </p:spPr>
        <p:txBody>
          <a:bodyPr wrap="square" anchor="t" lIns="0" rIns="0" tIns="0" bIns="0">
            <a:spAutoFit/>
          </a:bodyPr>
          <a:lstStyle/>
          <a:p>
            <a:pPr algn="r">
              <a:lnSpc>
                <a:spcPct val="125000"/>
              </a:lnSpc>
            </a:pPr>
            <a:r>
              <a:rPr sz="1050" b="0">
                <a:solidFill>
                  <a:srgbClr val="8FB6D0"/>
                </a:solidFill>
                <a:latin typeface="Consolas"/>
              </a:rPr>
              <a:t>25 / 26</a:t>
            </a:r>
          </a:p>
        </p:txBody>
      </p:sp>
      <p:pic>
        <p:nvPicPr>
          <p:cNvPr id="18" name="merk" descr="merk.png"/>
          <p:cNvPicPr>
            <a:picLocks noChangeAspect="1"/>
          </p:cNvPicPr>
          <p:nvPr/>
        </p:nvPicPr>
        <p:blipFill>
          <a:blip r:embed="rId2"/>
          <a:stretch>
            <a:fillRect/>
          </a:stretch>
        </p:blipFill>
        <p:spPr>
          <a:xfrm>
            <a:off x="11094166" y="368290"/>
            <a:ext cx="417101" cy="482587"/>
          </a:xfrm>
          <a:prstGeom prst="rect">
            <a:avLst/>
          </a:prstGeom>
        </p:spPr>
      </p:pic>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200">
        <p159:morph option="byObject"/>
      </p:transition>
    </mc:Choice>
    <mc:Fallback>
      <p:transition xmlns:p14="http://schemas.microsoft.com/office/powerpoint/2010/main" spd="slow" p14:dur="900">
        <p:fade/>
      </p:transition>
    </mc:Fallback>
  </mc:AlternateContent>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7828"/>
          </a:xfrm>
          <a:prstGeom prst="rect">
            <a:avLst/>
          </a:prstGeom>
          <a:gradFill rotWithShape="1">
            <a:gsLst>
              <a:gs pos="0">
                <a:srgbClr val="072138"/>
              </a:gs>
              <a:gs pos="100000">
                <a:srgbClr val="04182A"/>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34984" y="571485"/>
            <a:ext cx="9524761" cy="215894"/>
          </a:xfrm>
          <a:prstGeom prst="rect">
            <a:avLst/>
          </a:prstGeom>
          <a:noFill/>
        </p:spPr>
        <p:txBody>
          <a:bodyPr wrap="square" anchor="t" lIns="0" rIns="0" tIns="0" bIns="0">
            <a:spAutoFit/>
          </a:bodyPr>
          <a:lstStyle/>
          <a:p>
            <a:pPr algn="l">
              <a:lnSpc>
                <a:spcPct val="125000"/>
              </a:lnSpc>
            </a:pPr>
            <a:r>
              <a:rPr sz="1250" b="1" spc="240">
                <a:solidFill>
                  <a:srgbClr val="52BDEC"/>
                </a:solidFill>
                <a:latin typeface="Consolas"/>
              </a:rPr>
              <a:t>WIE U AANSPREEKT</a:t>
            </a:r>
          </a:p>
        </p:txBody>
      </p:sp>
      <p:sp>
        <p:nvSpPr>
          <p:cNvPr id="4" name="!!sectietitel"/>
          <p:cNvSpPr txBox="1"/>
          <p:nvPr/>
        </p:nvSpPr>
        <p:spPr>
          <a:xfrm>
            <a:off x="634984" y="838179"/>
            <a:ext cx="9905752" cy="1269968"/>
          </a:xfrm>
          <a:prstGeom prst="rect">
            <a:avLst/>
          </a:prstGeom>
          <a:noFill/>
        </p:spPr>
        <p:txBody>
          <a:bodyPr wrap="square" anchor="t" lIns="0" rIns="0" tIns="0" bIns="0">
            <a:spAutoFit/>
          </a:bodyPr>
          <a:lstStyle/>
          <a:p>
            <a:pPr algn="l">
              <a:lnSpc>
                <a:spcPct val="110000"/>
              </a:lnSpc>
            </a:pPr>
            <a:r>
              <a:rPr sz="4000" b="1">
                <a:solidFill>
                  <a:srgbClr val="F2F8FC"/>
                </a:solidFill>
                <a:latin typeface="Segoe UI"/>
              </a:rPr>
              <a:t>Voor als er iets misloopt</a:t>
            </a:r>
          </a:p>
        </p:txBody>
      </p:sp>
      <p:sp>
        <p:nvSpPr>
          <p:cNvPr id="5" name="Rounded Rectangle 4"/>
          <p:cNvSpPr/>
          <p:nvPr/>
        </p:nvSpPr>
        <p:spPr>
          <a:xfrm>
            <a:off x="634984" y="1904952"/>
            <a:ext cx="3174920" cy="3936901"/>
          </a:xfrm>
          <a:prstGeom prst="roundRect">
            <a:avLst>
              <a:gd name="adj" fmla="val 4500"/>
            </a:avLst>
          </a:prstGeom>
          <a:solidFill>
            <a:srgbClr val="113A57"/>
          </a:solidFill>
          <a:ln w="9525">
            <a:solidFill>
              <a:srgbClr val="215B8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ortret" descr="janou.png"/>
          <p:cNvPicPr>
            <a:picLocks noChangeAspect="1"/>
          </p:cNvPicPr>
          <p:nvPr/>
        </p:nvPicPr>
        <p:blipFill>
          <a:blip r:embed="rId2"/>
          <a:stretch>
            <a:fillRect/>
          </a:stretch>
        </p:blipFill>
        <p:spPr>
          <a:xfrm>
            <a:off x="777502" y="2006549"/>
            <a:ext cx="2889883" cy="3733706"/>
          </a:xfrm>
          <a:prstGeom prst="rect">
            <a:avLst/>
          </a:prstGeom>
        </p:spPr>
      </p:pic>
      <p:sp>
        <p:nvSpPr>
          <p:cNvPr id="7" name="Rectangle 6"/>
          <p:cNvSpPr/>
          <p:nvPr/>
        </p:nvSpPr>
        <p:spPr>
          <a:xfrm>
            <a:off x="4317892" y="1904952"/>
            <a:ext cx="7238819" cy="9524"/>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4317892" y="2070048"/>
            <a:ext cx="6349841" cy="380990"/>
          </a:xfrm>
          <a:prstGeom prst="rect">
            <a:avLst/>
          </a:prstGeom>
          <a:noFill/>
        </p:spPr>
        <p:txBody>
          <a:bodyPr wrap="square" anchor="t" lIns="0" rIns="0" tIns="0" bIns="0">
            <a:spAutoFit/>
          </a:bodyPr>
          <a:lstStyle/>
          <a:p>
            <a:pPr algn="l">
              <a:lnSpc>
                <a:spcPct val="125000"/>
              </a:lnSpc>
            </a:pPr>
            <a:r>
              <a:rPr sz="3000" b="1">
                <a:solidFill>
                  <a:srgbClr val="F2F8FC"/>
                </a:solidFill>
                <a:latin typeface="Segoe UI"/>
              </a:rPr>
              <a:t>Janou De Buyser</a:t>
            </a:r>
          </a:p>
        </p:txBody>
      </p:sp>
      <p:sp>
        <p:nvSpPr>
          <p:cNvPr id="9" name="TextBox 8"/>
          <p:cNvSpPr txBox="1"/>
          <p:nvPr/>
        </p:nvSpPr>
        <p:spPr>
          <a:xfrm>
            <a:off x="4330591" y="2539936"/>
            <a:ext cx="5714857" cy="228594"/>
          </a:xfrm>
          <a:prstGeom prst="rect">
            <a:avLst/>
          </a:prstGeom>
          <a:noFill/>
        </p:spPr>
        <p:txBody>
          <a:bodyPr wrap="square" anchor="t" lIns="0" rIns="0" tIns="0" bIns="0">
            <a:spAutoFit/>
          </a:bodyPr>
          <a:lstStyle/>
          <a:p>
            <a:pPr algn="l">
              <a:lnSpc>
                <a:spcPct val="125000"/>
              </a:lnSpc>
            </a:pPr>
            <a:r>
              <a:rPr sz="1300" b="1" spc="150">
                <a:solidFill>
                  <a:srgbClr val="52BDEC"/>
                </a:solidFill>
                <a:latin typeface="Consolas"/>
              </a:rPr>
              <a:t>DOCTORAATSONDERZOEKER · DAGELIJKSE OPVOLGING</a:t>
            </a:r>
          </a:p>
        </p:txBody>
      </p:sp>
      <p:sp>
        <p:nvSpPr>
          <p:cNvPr id="10" name="TextBox 9"/>
          <p:cNvSpPr txBox="1"/>
          <p:nvPr/>
        </p:nvSpPr>
        <p:spPr>
          <a:xfrm>
            <a:off x="4317892" y="2857428"/>
            <a:ext cx="7238819" cy="634984"/>
          </a:xfrm>
          <a:prstGeom prst="rect">
            <a:avLst/>
          </a:prstGeom>
          <a:noFill/>
        </p:spPr>
        <p:txBody>
          <a:bodyPr wrap="square" anchor="t" lIns="0" rIns="0" tIns="0" bIns="0">
            <a:spAutoFit/>
          </a:bodyPr>
          <a:lstStyle/>
          <a:p>
            <a:pPr algn="l">
              <a:lnSpc>
                <a:spcPct val="135000"/>
              </a:lnSpc>
            </a:pPr>
            <a:r>
              <a:rPr sz="1650" b="0">
                <a:solidFill>
                  <a:srgbClr val="8FB6D0"/>
                </a:solidFill>
                <a:latin typeface="Segoe UI"/>
              </a:rPr>
              <a:t>Uw eerste aanspreekpunt: inclusies, metingen, formulieren, sensoren en alles wat in de praktijk vastloopt.</a:t>
            </a:r>
          </a:p>
        </p:txBody>
      </p:sp>
      <p:sp>
        <p:nvSpPr>
          <p:cNvPr id="11" name="TextBox 10"/>
          <p:cNvSpPr txBox="1"/>
          <p:nvPr/>
        </p:nvSpPr>
        <p:spPr>
          <a:xfrm>
            <a:off x="4317892" y="3530511"/>
            <a:ext cx="3682907" cy="253993"/>
          </a:xfrm>
          <a:prstGeom prst="rect">
            <a:avLst/>
          </a:prstGeom>
          <a:noFill/>
        </p:spPr>
        <p:txBody>
          <a:bodyPr wrap="none" anchor="t" lIns="0" rIns="0" tIns="0" bIns="0">
            <a:spAutoFit/>
          </a:bodyPr>
          <a:lstStyle/>
          <a:p>
            <a:pPr algn="l">
              <a:lnSpc>
                <a:spcPct val="125000"/>
              </a:lnSpc>
            </a:pPr>
            <a:r>
              <a:rPr sz="1600" b="0">
                <a:solidFill>
                  <a:srgbClr val="F2F8FC"/>
                </a:solidFill>
                <a:latin typeface="Consolas"/>
              </a:rPr>
              <a:t>janou.debuyser@kuleuven.be</a:t>
            </a:r>
          </a:p>
        </p:txBody>
      </p:sp>
      <p:sp>
        <p:nvSpPr>
          <p:cNvPr id="12" name="TextBox 11"/>
          <p:cNvSpPr txBox="1"/>
          <p:nvPr/>
        </p:nvSpPr>
        <p:spPr>
          <a:xfrm>
            <a:off x="7873803" y="3530511"/>
            <a:ext cx="3682907" cy="253993"/>
          </a:xfrm>
          <a:prstGeom prst="rect">
            <a:avLst/>
          </a:prstGeom>
          <a:noFill/>
        </p:spPr>
        <p:txBody>
          <a:bodyPr wrap="none" anchor="t" lIns="0" rIns="0" tIns="0" bIns="0">
            <a:spAutoFit/>
          </a:bodyPr>
          <a:lstStyle/>
          <a:p>
            <a:pPr algn="l">
              <a:lnSpc>
                <a:spcPct val="125000"/>
              </a:lnSpc>
            </a:pPr>
            <a:r>
              <a:rPr sz="1600" b="0">
                <a:solidFill>
                  <a:srgbClr val="F2F8FC"/>
                </a:solidFill>
                <a:latin typeface="Consolas"/>
              </a:rPr>
              <a:t>Spoorwegstraat 12 · Brugge</a:t>
            </a:r>
          </a:p>
        </p:txBody>
      </p:sp>
      <p:sp>
        <p:nvSpPr>
          <p:cNvPr id="13" name="Rectangle 12"/>
          <p:cNvSpPr/>
          <p:nvPr/>
        </p:nvSpPr>
        <p:spPr>
          <a:xfrm>
            <a:off x="4317892" y="3873403"/>
            <a:ext cx="7238819" cy="9524"/>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317892" y="4038499"/>
            <a:ext cx="6349841" cy="380990"/>
          </a:xfrm>
          <a:prstGeom prst="rect">
            <a:avLst/>
          </a:prstGeom>
          <a:noFill/>
        </p:spPr>
        <p:txBody>
          <a:bodyPr wrap="square" anchor="t" lIns="0" rIns="0" tIns="0" bIns="0">
            <a:spAutoFit/>
          </a:bodyPr>
          <a:lstStyle/>
          <a:p>
            <a:pPr algn="l">
              <a:lnSpc>
                <a:spcPct val="125000"/>
              </a:lnSpc>
            </a:pPr>
            <a:r>
              <a:rPr sz="3000" b="1">
                <a:solidFill>
                  <a:srgbClr val="F2F8FC"/>
                </a:solidFill>
                <a:latin typeface="Segoe UI"/>
              </a:rPr>
              <a:t>prof. dr. Kevin Deschamps</a:t>
            </a:r>
          </a:p>
        </p:txBody>
      </p:sp>
      <p:sp>
        <p:nvSpPr>
          <p:cNvPr id="15" name="TextBox 14"/>
          <p:cNvSpPr txBox="1"/>
          <p:nvPr/>
        </p:nvSpPr>
        <p:spPr>
          <a:xfrm>
            <a:off x="4330591" y="4508387"/>
            <a:ext cx="5714857" cy="228594"/>
          </a:xfrm>
          <a:prstGeom prst="rect">
            <a:avLst/>
          </a:prstGeom>
          <a:noFill/>
        </p:spPr>
        <p:txBody>
          <a:bodyPr wrap="square" anchor="t" lIns="0" rIns="0" tIns="0" bIns="0">
            <a:spAutoFit/>
          </a:bodyPr>
          <a:lstStyle/>
          <a:p>
            <a:pPr algn="l">
              <a:lnSpc>
                <a:spcPct val="125000"/>
              </a:lnSpc>
            </a:pPr>
            <a:r>
              <a:rPr sz="1300" b="1" spc="150">
                <a:solidFill>
                  <a:srgbClr val="52BDEC"/>
                </a:solidFill>
                <a:latin typeface="Consolas"/>
              </a:rPr>
              <a:t>PROMOTOR</a:t>
            </a:r>
          </a:p>
        </p:txBody>
      </p:sp>
      <p:sp>
        <p:nvSpPr>
          <p:cNvPr id="16" name="TextBox 15"/>
          <p:cNvSpPr txBox="1"/>
          <p:nvPr/>
        </p:nvSpPr>
        <p:spPr>
          <a:xfrm>
            <a:off x="4317892" y="4825879"/>
            <a:ext cx="7238819" cy="634984"/>
          </a:xfrm>
          <a:prstGeom prst="rect">
            <a:avLst/>
          </a:prstGeom>
          <a:noFill/>
        </p:spPr>
        <p:txBody>
          <a:bodyPr wrap="square" anchor="t" lIns="0" rIns="0" tIns="0" bIns="0">
            <a:spAutoFit/>
          </a:bodyPr>
          <a:lstStyle/>
          <a:p>
            <a:pPr algn="l">
              <a:lnSpc>
                <a:spcPct val="135000"/>
              </a:lnSpc>
            </a:pPr>
            <a:r>
              <a:rPr sz="1650" b="0">
                <a:solidFill>
                  <a:srgbClr val="8FB6D0"/>
                </a:solidFill>
                <a:latin typeface="Segoe UI"/>
              </a:rPr>
              <a:t>Wetenschappelijke vragen, de opzet van de studie en afspraken op het niveau van uw centrum.</a:t>
            </a:r>
          </a:p>
        </p:txBody>
      </p:sp>
      <p:sp>
        <p:nvSpPr>
          <p:cNvPr id="17" name="TextBox 16"/>
          <p:cNvSpPr txBox="1"/>
          <p:nvPr/>
        </p:nvSpPr>
        <p:spPr>
          <a:xfrm>
            <a:off x="4317892" y="5498962"/>
            <a:ext cx="3682907" cy="253993"/>
          </a:xfrm>
          <a:prstGeom prst="rect">
            <a:avLst/>
          </a:prstGeom>
          <a:noFill/>
        </p:spPr>
        <p:txBody>
          <a:bodyPr wrap="none" anchor="t" lIns="0" rIns="0" tIns="0" bIns="0">
            <a:spAutoFit/>
          </a:bodyPr>
          <a:lstStyle/>
          <a:p>
            <a:pPr algn="l">
              <a:lnSpc>
                <a:spcPct val="125000"/>
              </a:lnSpc>
            </a:pPr>
            <a:r>
              <a:rPr sz="1600" b="0">
                <a:solidFill>
                  <a:srgbClr val="F2F8FC"/>
                </a:solidFill>
                <a:latin typeface="Consolas"/>
              </a:rPr>
              <a:t>Revalidatiewetenschappen</a:t>
            </a:r>
          </a:p>
        </p:txBody>
      </p:sp>
      <p:sp>
        <p:nvSpPr>
          <p:cNvPr id="18" name="TextBox 17"/>
          <p:cNvSpPr txBox="1"/>
          <p:nvPr/>
        </p:nvSpPr>
        <p:spPr>
          <a:xfrm>
            <a:off x="7873803" y="5498962"/>
            <a:ext cx="3682907" cy="253993"/>
          </a:xfrm>
          <a:prstGeom prst="rect">
            <a:avLst/>
          </a:prstGeom>
          <a:noFill/>
        </p:spPr>
        <p:txBody>
          <a:bodyPr wrap="none" anchor="t" lIns="0" rIns="0" tIns="0" bIns="0">
            <a:spAutoFit/>
          </a:bodyPr>
          <a:lstStyle/>
          <a:p>
            <a:pPr algn="l">
              <a:lnSpc>
                <a:spcPct val="125000"/>
              </a:lnSpc>
            </a:pPr>
            <a:r>
              <a:rPr sz="1600" b="0">
                <a:solidFill>
                  <a:srgbClr val="F2F8FC"/>
                </a:solidFill>
                <a:latin typeface="Consolas"/>
              </a:rPr>
              <a:t>KU Leuven · Campus Brugge</a:t>
            </a:r>
          </a:p>
        </p:txBody>
      </p:sp>
      <p:sp>
        <p:nvSpPr>
          <p:cNvPr id="19" name="Rectangle 18"/>
          <p:cNvSpPr/>
          <p:nvPr/>
        </p:nvSpPr>
        <p:spPr>
          <a:xfrm>
            <a:off x="634984" y="5968850"/>
            <a:ext cx="10921726" cy="9524"/>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34984" y="6108547"/>
            <a:ext cx="10921726" cy="380990"/>
          </a:xfrm>
          <a:prstGeom prst="rect">
            <a:avLst/>
          </a:prstGeom>
          <a:noFill/>
        </p:spPr>
        <p:txBody>
          <a:bodyPr wrap="square" anchor="t" lIns="0" rIns="0" tIns="0" bIns="0">
            <a:spAutoFit/>
          </a:bodyPr>
          <a:lstStyle/>
          <a:p>
            <a:pPr algn="l">
              <a:lnSpc>
                <a:spcPct val="135000"/>
              </a:lnSpc>
            </a:pPr>
            <a:r>
              <a:rPr sz="1300" b="0">
                <a:solidFill>
                  <a:srgbClr val="8FB6D0"/>
                </a:solidFill>
                <a:latin typeface="Segoe UI"/>
              </a:rPr>
              <a:t>Consortium: KU Leuven — Revalidatiewetenschappen (Musculoskeletal Research Group) en Volksgezondheid en Eerstelijnszorg · Vrije Universiteit Brussel — Geneeskunde en Farmacie. Co-promotoren: Fabienne Dobbels, Maaike Fobelets en Koen Putman.</a:t>
            </a:r>
          </a:p>
        </p:txBody>
      </p:sp>
      <p:sp>
        <p:nvSpPr>
          <p:cNvPr id="21" name="TextBox 20"/>
          <p:cNvSpPr txBox="1"/>
          <p:nvPr/>
        </p:nvSpPr>
        <p:spPr>
          <a:xfrm>
            <a:off x="10540736" y="6387940"/>
            <a:ext cx="1015974" cy="177795"/>
          </a:xfrm>
          <a:prstGeom prst="rect">
            <a:avLst/>
          </a:prstGeom>
          <a:noFill/>
        </p:spPr>
        <p:txBody>
          <a:bodyPr wrap="square" anchor="t" lIns="0" rIns="0" tIns="0" bIns="0">
            <a:spAutoFit/>
          </a:bodyPr>
          <a:lstStyle/>
          <a:p>
            <a:pPr algn="r">
              <a:lnSpc>
                <a:spcPct val="125000"/>
              </a:lnSpc>
            </a:pPr>
            <a:r>
              <a:rPr sz="1050" b="0">
                <a:solidFill>
                  <a:srgbClr val="8FB6D0"/>
                </a:solidFill>
                <a:latin typeface="Consolas"/>
              </a:rPr>
              <a:t>26 / 26</a:t>
            </a:r>
          </a:p>
        </p:txBody>
      </p:sp>
      <p:pic>
        <p:nvPicPr>
          <p:cNvPr id="22" name="merk" descr="merk.png"/>
          <p:cNvPicPr>
            <a:picLocks noChangeAspect="1"/>
          </p:cNvPicPr>
          <p:nvPr/>
        </p:nvPicPr>
        <p:blipFill>
          <a:blip r:embed="rId3"/>
          <a:stretch>
            <a:fillRect/>
          </a:stretch>
        </p:blipFill>
        <p:spPr>
          <a:xfrm>
            <a:off x="11094166" y="368290"/>
            <a:ext cx="417101" cy="482587"/>
          </a:xfrm>
          <a:prstGeom prst="rect">
            <a:avLst/>
          </a:prstGeom>
        </p:spPr>
      </p:pic>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200">
        <p159:morph option="byObject"/>
      </p:transition>
    </mc:Choice>
    <mc:Fallback>
      <p:transition xmlns:p14="http://schemas.microsoft.com/office/powerpoint/2010/main" spd="slow" p14:dur="900">
        <p:fade/>
      </p:transition>
    </mc:Fallback>
  </mc:AlternateContent>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