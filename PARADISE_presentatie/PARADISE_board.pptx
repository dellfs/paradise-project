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wat we van uw organisatie vragen. Vierentwintig inclusies over twaalf maanden, dus gemiddeld twee per maand. Verder één vaste PI, tijd bij de baseline, en een looppad van tien meter. Wat we níét vragen is gegevensinvoer.</a:t>
            </a:r>
          </a:p>
          <a:p/>
          <a:p>
            <a:r>
              <a:t>PRESENTATIETIP</a:t>
            </a:r>
          </a:p>
          <a:p>
            <a:r>
              <a:t>Dit is de vraag. Wees concreet en beloof niets over wat u niet weet.</a:t>
            </a:r>
          </a:p>
          <a:p/>
          <a:p>
            <a:r>
              <a:t>INTERACTIE</a:t>
            </a:r>
          </a:p>
          <a:p>
            <a:r>
              <a:t>Vraag per punt of het haalbaar is. Twijfel nu is beter dan uitval straks.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waarom de studie zo is opgezet. Vier cijfers, en daarna begrijpt u waarom er twee normen zijn in plaats van één.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Genezing is dus geen eindpunt maar remissie.</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Dezelfde schoen, twee uitkomsten. Over iedereen: geen verschil. Bij wie hem tachtig procent van de stappen dróég: bijna gehalveerd. Daarom meten wij niet alleen druk, maar ook draagtijd.</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Eenenzeventig procent draagtijd, gemeten met een sensor en niet gevraagd. Thuis zakt het naar eenenzestig, en juist thuis worden de meeste stappen gezet. Minder dan een derde haalt de tachtig procent.</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Daarom heeft PARADISE twee normen en niet één.</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ISO 14155 vraagt dat per medewerker aantoonbaar is welke training hij kreeg en voor welke handelingen hij gedelegeerd is. Vandaag tekenen. Bij elke nieuwe medewerker opnieuw, en bij elke protocolwijziging opnieuw. Het register blijft bij u; wij krijgen een kopie.</a:t>
            </a:r>
          </a:p>
          <a:p/>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Stand van zaken · stuurgroep en directie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24</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24</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VAN UW ORGANISATIE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toezeggingen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24 inclusies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Over twaalf maanden, dus gemiddeld twee per maand. Onder de twaalf per centrum wordt de studie onderbemand.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24</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vaste PI</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Plus een gedelegeerd team dat de opleiding volgt en het opleidingsregister tekent.</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Tijd per bezoek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Baseline loopt uit; de andere bezoeken vallen samen met de controle die de patiënt al krijgt.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9</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looppad</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Tien meter volstaat. Meer ruimte of extra apparatuur is niet nodig.</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10 m</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Wat we níét vragen: gegevensinvoer. Dat doet het onderzoeksteam.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24</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24</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24</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24</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24</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24</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