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wat we van uw organisatie vragen. Vierentwintig inclusies over twaalf maanden, dus gemiddeld twee per maand. Verder één vaste PI, tijd bij de baseline, en een looppad van tien meter. Wat we níét vragen is gegevensinvoer.</a:t>
            </a:r>
          </a:p>
          <a:p/>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27</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27</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150" b="0">
                <a:solidFill>
                  <a:srgbClr val="8FB6D0"/>
                </a:solidFill>
                <a:latin typeface="Segoe UI"/>
              </a:rPr>
              <a:t>Blootsvoets met tape, en in de schoen met en zonder zool</a:t>
            </a:r>
          </a:p>
          <a:p>
            <a:pPr algn="l">
              <a:lnSpc>
                <a:spcPct val="130000"/>
              </a:lnSpc>
              <a:spcBef>
                <a:spcPts val="1000"/>
              </a:spcBef>
            </a:pPr>
            <a:r>
              <a:rPr sz="1150" b="0">
                <a:solidFill>
                  <a:srgbClr val="8FB6D0"/>
                </a:solidFill>
                <a:latin typeface="Segoe UI"/>
              </a:rPr>
              <a:t>Trublu-kalibratie minstens elke drie maanden</a:t>
            </a:r>
          </a:p>
          <a:p>
            <a:pPr algn="l">
              <a:lnSpc>
                <a:spcPct val="130000"/>
              </a:lnSpc>
              <a:spcBef>
                <a:spcPts val="1000"/>
              </a:spcBef>
            </a:pPr>
            <a:r>
              <a:rPr sz="11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27</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27</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 name="TextBox 3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21 · SPIRIT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20" name="TextBox 19"/>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21" name="TextBox 20"/>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2" name="TextBox 21"/>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3" name="TextBox 22"/>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4" name="TextBox 23"/>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5" name="TextBox 24"/>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6" name="TextBox 25"/>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7" name="TextBox 26"/>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8" name="TextBox 27"/>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9" name="TextBox 28"/>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21</a:t>
            </a:r>
          </a:p>
        </p:txBody>
      </p:sp>
      <p:sp>
        <p:nvSpPr>
          <p:cNvPr id="30" name="TextBox 29"/>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Chan A-W et al. BMJ. 2025;389:e081477.</a:t>
            </a:r>
          </a:p>
        </p:txBody>
      </p:sp>
      <p:sp>
        <p:nvSpPr>
          <p:cNvPr id="31" name="TextBox 30"/>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