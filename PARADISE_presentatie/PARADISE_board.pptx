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vraag. Wees concreet en beloof niets over wat u niet weet.</a:t>
            </a:r>
          </a:p>
          <a:p/>
          <a:p>
            <a:r>
              <a:t>INTERACTIE</a:t>
            </a:r>
          </a:p>
          <a:p>
            <a:r>
              <a:t>Vraag per punt of het haalbaar is. Twijfel nu is beter dan uitval straks.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24</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24</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UW ORGANISATIE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toezeggingen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24 inclusies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Over twaalf maanden, dus gemiddeld twee per maand. Onder de twaalf per centrum wordt de studie onderbemand.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vaste PI</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Plus een gedelegeerd team dat de opleiding volgt en het opleidingsregister tekent.</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Tijd per bezoek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Baseline loopt uit; de andere bezoeken vallen samen met de controle die de patiënt al krijgt.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9</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Meer ruimte of extra apparatuur is niet nodig.</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Wat we níét vragen: gegevensinvoer. Dat doet het onderzoeksteam.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24</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24</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24</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24</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24</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