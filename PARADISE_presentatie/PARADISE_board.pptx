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Stand van zaken · stuurgroep en directie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19</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19</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19</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19</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19</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19</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19</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19</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19</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19</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19</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19</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19</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19</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19</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