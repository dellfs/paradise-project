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de rode plek aan. Zeg er niets bij. Klik dan pas door.</a:t>
            </a:r>
          </a:p>
          <a:p/>
          <a:p>
            <a:r>
              <a:t>INTERACTIE</a:t>
            </a:r>
          </a:p>
          <a:p>
            <a:r>
              <a:t>Vraag: "waar verwacht u de piek?" Laat ze wijzen voor u de dia toont.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camera duikt de voet in. Zeg: "dit is wat de software eruit haalt — niet één getal voor de hele voet, maar acht."</a:t>
            </a:r>
          </a:p>
          <a:p/>
          <a:p>
            <a:r>
              <a:t>INTERACTIE</a:t>
            </a:r>
          </a:p>
          <a:p>
            <a:r>
              <a:t>Vraag de podologen of ze de maskers zelf al gelegd hebben.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morph waar het om draait: de hete plek koelt af terwijl de voetboog oplicht. Klik traag en zwijg tot de animatie klaar is.</a:t>
            </a:r>
          </a:p>
          <a:p/>
          <a:p>
            <a:r>
              <a:t>INTERACTIE</a:t>
            </a:r>
          </a:p>
          <a:p>
            <a:r>
              <a:t>Vraag daarna: "en hoe weet u of hij hem draagt?" Dat is de brug naar de tweede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</a:t>
            </a:r>
          </a:p>
          <a:p/>
          <a:p>
            <a:r>
              <a:t>INTERACTIE</a:t>
            </a:r>
          </a:p>
          <a:p>
            <a:r>
              <a:t>Geen. Laat ze lezen.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voor een deel van de zaal de eerste kennismaking met het traject. Geef eerst het overzicht, klik dan door: de tijdlijn zoomt in op elke fase en komt op het eind weer terug.</a:t>
            </a:r>
          </a:p>
          <a:p/>
          <a:p>
            <a:r>
              <a:t>INTERACTIE</a:t>
            </a:r>
          </a:p>
          <a:p>
            <a:r>
              <a:t>Vraag voor u inzoomt: "over welke fase wilt u het meest weten?" Zoom dan als eerste naar die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Leg uit dat de screening vóór de toestemming gebeurt en dus kort is: u kijkt enkel of iemand in aanmerking komt.</a:t>
            </a:r>
          </a:p>
          <a:p/>
          <a:p>
            <a:r>
              <a:t>INTERACTIE</a:t>
            </a:r>
          </a:p>
          <a:p>
            <a:r>
              <a:t>Morph: de camera zoomt in op de eerste twee stippen.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zit het meeste werk voor de pedorthist. Kijk hem of haar aan.</a:t>
            </a:r>
          </a:p>
          <a:p/>
          <a:p>
            <a:r>
              <a:t>INTERACTIE</a:t>
            </a:r>
          </a:p>
          <a:p>
            <a:r>
              <a:t>Vraag aan de pedorthist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Benadruk: uitlezen en vervangen kan alleen ter plaatse, dus koppel het aan een bezoek dat toch al gepland is.</a:t>
            </a:r>
          </a:p>
          <a:p/>
          <a:p>
            <a:r>
              <a:t>INTERACTIE</a:t>
            </a:r>
          </a:p>
          <a:p>
            <a:r>
              <a:t>Morph: de camera trekt terug en toont de hele staart.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dezelfde dia als het begin van het blok. De zaal herkent hem, en dat is precies het effect dat u wilt.</a:t>
            </a:r>
          </a:p>
          <a:p/>
          <a:p>
            <a:r>
              <a:t>INTERACTIE</a:t>
            </a:r>
          </a:p>
          <a:p>
            <a:r>
              <a:t>Laat hem staan tijdens de vragen over het traject.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woorden, verder niets. Dit is het moment waarop u vraagt of ze meedoen — laat de dia dat niet verzachten.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0A2A44">
              <a:alpha val="60000"/>
            </a:srgbClr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52BDEC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FB6D0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MAANDEN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984" y="5714857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kuleu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80" y="5822804"/>
            <a:ext cx="1381100" cy="39369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574870" y="5714857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267" y="5822804"/>
            <a:ext cx="1116092" cy="39369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249749" y="5765655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2449" y="60196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Informatiesessie · KU Leuven · prof. dr. Kevin Deschamps · FWO T000226N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0513" y="1244568"/>
            <a:ext cx="1646451" cy="190495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32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ZIET BIJ DE METING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Dit is een echte in-shoe meting: honderden sensoren onder de voet, elk met hun eigen piekdruk over minstens twaalf mid-gait stappen.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hete plek ligt waar de meeste plantaire ulcera ontstaan. Deze patiënt zit ruim boven de norm.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Novel pedar · in-shoe · piekdruk per regio via Multimask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norm getoetst wordt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86730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127196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314563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63778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656311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600359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66659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336941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80575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73523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hier vijf van de voorvoet in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32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DE ZOOL ERMEE DOET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Dezelfde voet, andere verdeling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na optimalisatie — norm gehaald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Dezelfde sensoren, dezelfde patiënt. De maatzool haalt druk weg onder de metatarsaalkoppen en legt die terug in de voetboog.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Dat is de hele interventie: niet minder belasting, maar belasting op een plek die het aankan.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Illustratief voorbeeld van een drukgestuurde aanpassing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32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32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willekeurig verdeeld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ONTWERP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32</a:t>
            </a:r>
          </a:p>
        </p:txBody>
      </p:sp>
      <p:pic>
        <p:nvPicPr>
          <p:cNvPr id="16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32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Negen contactmomenten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ritme is elke drie maanden: hetzelfde ritme als de controle die deze patiënten volgens de richtlijn al krijgen.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1 · VÓÓR DE EERSTE ZOOL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en baseline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45143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87277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4514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79754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4830959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355760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371000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7743419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7006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662246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1065588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938252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953492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1356834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229498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244738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6480801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1520744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1535984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9393261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811990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827230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22305722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21032367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2118476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2517246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23944828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2409722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Screening: risicocategorie 3, vaatstatus en of de patiënt zelfstandig stapt. Kort, en vóór de toestemming.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Baseline: drukmeting met de pedar, een week MoveMonitor mee naar huis, en het eerste SEBIA-gesprek.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2 · DE ZOOL KOMT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Maand 1 en maand 3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176390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394875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1763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02399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99057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22639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211153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1921885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85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800926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3434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5609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71338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7746806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6473451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662584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0659266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938591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953830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3571727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229837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245076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16484187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1521083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1536322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935092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812329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827568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1: het voorschrift voor de maatzool. Een kort bezoek, zonder meting.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3: aflevering, de Orthotimer gaat in de zool, en de meting wordt herhaald tot de norm gehaald 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3 · DE REST VAN HET JAAR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Zes tot achttien maanden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429114" y="3174920"/>
            <a:ext cx="16382590" cy="2857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4661841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42911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33386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281297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3608826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351357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-99269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-178853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-169329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827595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1749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12699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2647883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852037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947284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446817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367232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3767572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628845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5492612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558786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8108747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7312900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740814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9900460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13318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228435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Elke drie maanden: sensor uitlezen, batterij vervangen, SEBIA-gesprek in het gewone consult.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Op 6 en 12 maanden ook een drukmeting. Twaalf maanden is het primaire analysepunt voor de draagtijd.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momenten, één zorgpad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32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32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TWEEDE COMPONENT,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32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Draadloze sensorzolen in de eigen schoen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op 6 bar,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Minstens twaalf mid-gait stappen per voet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Op de onderrug, niet waterdicht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80%-NORM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32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Integreert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Faciliteert opleiding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32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32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32</a:t>
            </a:r>
          </a:p>
        </p:txBody>
      </p:sp>
      <p:pic>
        <p:nvPicPr>
          <p:cNvPr id="2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2F8FC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27 / 32</a:t>
            </a:r>
          </a:p>
        </p:txBody>
      </p:sp>
      <p:pic>
        <p:nvPicPr>
          <p:cNvPr id="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6793" y="749281"/>
            <a:ext cx="878107" cy="10159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Pedar en SEBIA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Werkinstructie en draaiboek per handeling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REDCap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Instructie plus een testomgeving om in te oefenen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28 / 32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29 / 32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10921726" cy="394960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281" y="2133546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425" y="2133546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125" y="2552636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773" y="2920926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281" y="3086022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4425" y="3086022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125" y="3505112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6773" y="3873403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281" y="4038499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4425" y="4038499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125" y="4457588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6773" y="4825879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281" y="499097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425" y="4990975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125" y="5410064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30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904952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594010"/>
            <a:ext cx="8889777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52BDEC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4984" y="5714857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uleuv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80" y="5822804"/>
            <a:ext cx="1381100" cy="3936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574870" y="5714857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267" y="5822804"/>
            <a:ext cx="1116092" cy="3936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49749" y="5765655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449" y="60196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  <p:pic>
        <p:nvPicPr>
          <p:cNvPr id="13" name="merk" descr="me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074" y="2031949"/>
            <a:ext cx="1920860" cy="22224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REDCap,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32 / 32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