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 id="269" r:id="rId14"/>
    <p:sldId id="282" r:id="rId15"/>
    <p:sldId id="270" r:id="rId16"/>
    <p:sldId id="271" r:id="rId17"/>
    <p:sldId id="283" r:id="rId18"/>
    <p:sldId id="272" r:id="rId19"/>
    <p:sldId id="273" r:id="rId20"/>
    <p:sldId id="274" r:id="rId21"/>
    <p:sldId id="275" r:id="rId22"/>
    <p:sldId id="276" r:id="rId23"/>
    <p:sldId id="277" r:id="rId24"/>
    <p:sldId id="278" r:id="rId25"/>
    <p:sldId id="279" r:id="rId26"/>
    <p:sldId id="280" r:id="rId27"/>
    <p:sldId id="281"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1138" autoAdjust="0"/>
  </p:normalViewPr>
  <p:slideViewPr>
    <p:cSldViewPr snapToGrid="0" snapToObjects="1">
      <p:cViewPr varScale="1">
        <p:scale>
          <a:sx n="67" d="100"/>
          <a:sy n="67" d="100"/>
        </p:scale>
        <p:origin x="2238"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ou De Buyser" userId="9e855837-ff07-4ba4-86ed-57f131032e08" providerId="ADAL" clId="{E6AEFF39-D5DE-49A5-AE36-7B9FC3E010AE}"/>
    <pc:docChg chg="undo custSel addSld delSld modSld sldOrd">
      <pc:chgData name="Janou De Buyser" userId="9e855837-ff07-4ba4-86ed-57f131032e08" providerId="ADAL" clId="{E6AEFF39-D5DE-49A5-AE36-7B9FC3E010AE}" dt="2026-10-11T16:39:33.246" v="404"/>
      <pc:docMkLst>
        <pc:docMk/>
      </pc:docMkLst>
      <pc:sldChg chg="modTransition modNotes modNotesTx">
        <pc:chgData name="Janou De Buyser" userId="9e855837-ff07-4ba4-86ed-57f131032e08" providerId="ADAL" clId="{E6AEFF39-D5DE-49A5-AE36-7B9FC3E010AE}" dt="2026-10-11T16:39:33.212" v="352"/>
        <pc:sldMkLst>
          <pc:docMk/>
          <pc:sldMk cId="0" sldId="256"/>
        </pc:sldMkLst>
      </pc:sldChg>
      <pc:sldChg chg="modSp mod modTransition modNotes modNotesTx">
        <pc:chgData name="Janou De Buyser" userId="9e855837-ff07-4ba4-86ed-57f131032e08" providerId="ADAL" clId="{E6AEFF39-D5DE-49A5-AE36-7B9FC3E010AE}" dt="2026-10-11T16:39:33.215" v="354"/>
        <pc:sldMkLst>
          <pc:docMk/>
          <pc:sldMk cId="0" sldId="257"/>
        </pc:sldMkLst>
        <pc:spChg chg="mod">
          <ac:chgData name="Janou De Buyser" userId="9e855837-ff07-4ba4-86ed-57f131032e08" providerId="ADAL" clId="{E6AEFF39-D5DE-49A5-AE36-7B9FC3E010AE}" dt="2026-10-11T16:36:43.408" v="209" actId="20577"/>
          <ac:spMkLst>
            <pc:docMk/>
            <pc:sldMk cId="0" sldId="257"/>
            <ac:spMk id="149" creationId="{00000000-0000-0000-0000-000000000000}"/>
          </ac:spMkLst>
        </pc:spChg>
        <pc:spChg chg="mod">
          <ac:chgData name="Janou De Buyser" userId="9e855837-ff07-4ba4-86ed-57f131032e08" providerId="ADAL" clId="{E6AEFF39-D5DE-49A5-AE36-7B9FC3E010AE}" dt="2026-10-11T16:36:43.928" v="210" actId="20577"/>
          <ac:spMkLst>
            <pc:docMk/>
            <pc:sldMk cId="0" sldId="257"/>
            <ac:spMk id="150" creationId="{00000000-0000-0000-0000-000000000000}"/>
          </ac:spMkLst>
        </pc:spChg>
        <pc:spChg chg="mod">
          <ac:chgData name="Janou De Buyser" userId="9e855837-ff07-4ba4-86ed-57f131032e08" providerId="ADAL" clId="{E6AEFF39-D5DE-49A5-AE36-7B9FC3E010AE}" dt="2026-10-11T16:36:44.316" v="211" actId="20577"/>
          <ac:spMkLst>
            <pc:docMk/>
            <pc:sldMk cId="0" sldId="257"/>
            <ac:spMk id="153" creationId="{00000000-0000-0000-0000-000000000000}"/>
          </ac:spMkLst>
        </pc:spChg>
        <pc:spChg chg="mod">
          <ac:chgData name="Janou De Buyser" userId="9e855837-ff07-4ba4-86ed-57f131032e08" providerId="ADAL" clId="{E6AEFF39-D5DE-49A5-AE36-7B9FC3E010AE}" dt="2026-10-11T16:36:44.748" v="212" actId="20577"/>
          <ac:spMkLst>
            <pc:docMk/>
            <pc:sldMk cId="0" sldId="257"/>
            <ac:spMk id="155" creationId="{00000000-0000-0000-0000-000000000000}"/>
          </ac:spMkLst>
        </pc:spChg>
        <pc:spChg chg="mod">
          <ac:chgData name="Janou De Buyser" userId="9e855837-ff07-4ba4-86ed-57f131032e08" providerId="ADAL" clId="{E6AEFF39-D5DE-49A5-AE36-7B9FC3E010AE}" dt="2026-10-11T16:36:45.144" v="213" actId="20577"/>
          <ac:spMkLst>
            <pc:docMk/>
            <pc:sldMk cId="0" sldId="257"/>
            <ac:spMk id="156" creationId="{00000000-0000-0000-0000-000000000000}"/>
          </ac:spMkLst>
        </pc:spChg>
        <pc:spChg chg="mod">
          <ac:chgData name="Janou De Buyser" userId="9e855837-ff07-4ba4-86ed-57f131032e08" providerId="ADAL" clId="{E6AEFF39-D5DE-49A5-AE36-7B9FC3E010AE}" dt="2026-10-11T16:36:52.712" v="299" actId="20577"/>
          <ac:spMkLst>
            <pc:docMk/>
            <pc:sldMk cId="0" sldId="257"/>
            <ac:spMk id="177" creationId="{00000000-0000-0000-0000-000000000000}"/>
          </ac:spMkLst>
        </pc:spChg>
      </pc:sldChg>
      <pc:sldChg chg="addSp delSp modSp mod modTransition modNotes modNotesTx">
        <pc:chgData name="Janou De Buyser" userId="9e855837-ff07-4ba4-86ed-57f131032e08" providerId="ADAL" clId="{E6AEFF39-D5DE-49A5-AE36-7B9FC3E010AE}" dt="2026-10-11T16:39:33.215" v="356"/>
        <pc:sldMkLst>
          <pc:docMk/>
          <pc:sldMk cId="0" sldId="258"/>
        </pc:sldMkLst>
        <pc:spChg chg="mod">
          <ac:chgData name="Janou De Buyser" userId="9e855837-ff07-4ba4-86ed-57f131032e08" providerId="ADAL" clId="{E6AEFF39-D5DE-49A5-AE36-7B9FC3E010AE}" dt="2026-09-18T12:53:46.894" v="140" actId="1076"/>
          <ac:spMkLst>
            <pc:docMk/>
            <pc:sldMk cId="0" sldId="258"/>
            <ac:spMk id="4" creationId="{00000000-0000-0000-0000-000000000000}"/>
          </ac:spMkLst>
        </pc:spChg>
        <pc:spChg chg="mod">
          <ac:chgData name="Janou De Buyser" userId="9e855837-ff07-4ba4-86ed-57f131032e08" providerId="ADAL" clId="{E6AEFF39-D5DE-49A5-AE36-7B9FC3E010AE}" dt="2026-09-18T12:53:53.744" v="141" actId="1076"/>
          <ac:spMkLst>
            <pc:docMk/>
            <pc:sldMk cId="0" sldId="258"/>
            <ac:spMk id="9" creationId="{00000000-0000-0000-0000-000000000000}"/>
          </ac:spMkLst>
        </pc:spChg>
        <pc:spChg chg="mod">
          <ac:chgData name="Janou De Buyser" userId="9e855837-ff07-4ba4-86ed-57f131032e08" providerId="ADAL" clId="{E6AEFF39-D5DE-49A5-AE36-7B9FC3E010AE}" dt="2026-09-18T12:52:58.954" v="132" actId="1076"/>
          <ac:spMkLst>
            <pc:docMk/>
            <pc:sldMk cId="0" sldId="258"/>
            <ac:spMk id="10" creationId="{00000000-0000-0000-0000-000000000000}"/>
          </ac:spMkLst>
        </pc:spChg>
        <pc:spChg chg="mod">
          <ac:chgData name="Janou De Buyser" userId="9e855837-ff07-4ba4-86ed-57f131032e08" providerId="ADAL" clId="{E6AEFF39-D5DE-49A5-AE36-7B9FC3E010AE}" dt="2026-10-11T16:36:52.934" v="300" actId="20577"/>
          <ac:spMkLst>
            <pc:docMk/>
            <pc:sldMk cId="0" sldId="258"/>
            <ac:spMk id="13" creationId="{00000000-0000-0000-0000-000000000000}"/>
          </ac:spMkLst>
        </pc:spChg>
        <pc:picChg chg="add mod">
          <ac:chgData name="Janou De Buyser" userId="9e855837-ff07-4ba4-86ed-57f131032e08" providerId="ADAL" clId="{E6AEFF39-D5DE-49A5-AE36-7B9FC3E010AE}" dt="2026-09-18T12:53:16.428" v="136" actId="1076"/>
          <ac:picMkLst>
            <pc:docMk/>
            <pc:sldMk cId="0" sldId="258"/>
            <ac:picMk id="16" creationId="{6D0BA98C-5D93-CBF3-BAA0-5372CDA544CC}"/>
          </ac:picMkLst>
        </pc:picChg>
      </pc:sldChg>
      <pc:sldChg chg="modSp mod modTransition modNotes modNotesTx">
        <pc:chgData name="Janou De Buyser" userId="9e855837-ff07-4ba4-86ed-57f131032e08" providerId="ADAL" clId="{E6AEFF39-D5DE-49A5-AE36-7B9FC3E010AE}" dt="2026-10-11T16:39:33.219" v="358"/>
        <pc:sldMkLst>
          <pc:docMk/>
          <pc:sldMk cId="0" sldId="259"/>
        </pc:sldMkLst>
        <pc:spChg chg="mod">
          <ac:chgData name="Janou De Buyser" userId="9e855837-ff07-4ba4-86ed-57f131032e08" providerId="ADAL" clId="{E6AEFF39-D5DE-49A5-AE36-7B9FC3E010AE}" dt="2026-10-11T16:36:45.220" v="214" actId="20577"/>
          <ac:spMkLst>
            <pc:docMk/>
            <pc:sldMk cId="0" sldId="259"/>
            <ac:spMk id="4" creationId="{00000000-0000-0000-0000-000000000000}"/>
          </ac:spMkLst>
        </pc:spChg>
        <pc:spChg chg="mod">
          <ac:chgData name="Janou De Buyser" userId="9e855837-ff07-4ba4-86ed-57f131032e08" providerId="ADAL" clId="{E6AEFF39-D5DE-49A5-AE36-7B9FC3E010AE}" dt="2026-10-11T16:36:45.275" v="215" actId="20577"/>
          <ac:spMkLst>
            <pc:docMk/>
            <pc:sldMk cId="0" sldId="259"/>
            <ac:spMk id="7" creationId="{00000000-0000-0000-0000-000000000000}"/>
          </ac:spMkLst>
        </pc:spChg>
        <pc:spChg chg="mod">
          <ac:chgData name="Janou De Buyser" userId="9e855837-ff07-4ba4-86ed-57f131032e08" providerId="ADAL" clId="{E6AEFF39-D5DE-49A5-AE36-7B9FC3E010AE}" dt="2026-10-11T16:36:45.335" v="216" actId="20577"/>
          <ac:spMkLst>
            <pc:docMk/>
            <pc:sldMk cId="0" sldId="259"/>
            <ac:spMk id="8" creationId="{00000000-0000-0000-0000-000000000000}"/>
          </ac:spMkLst>
        </pc:spChg>
        <pc:spChg chg="mod">
          <ac:chgData name="Janou De Buyser" userId="9e855837-ff07-4ba4-86ed-57f131032e08" providerId="ADAL" clId="{E6AEFF39-D5DE-49A5-AE36-7B9FC3E010AE}" dt="2026-10-11T16:36:45.390" v="217" actId="20577"/>
          <ac:spMkLst>
            <pc:docMk/>
            <pc:sldMk cId="0" sldId="259"/>
            <ac:spMk id="9" creationId="{00000000-0000-0000-0000-000000000000}"/>
          </ac:spMkLst>
        </pc:spChg>
        <pc:spChg chg="mod">
          <ac:chgData name="Janou De Buyser" userId="9e855837-ff07-4ba4-86ed-57f131032e08" providerId="ADAL" clId="{E6AEFF39-D5DE-49A5-AE36-7B9FC3E010AE}" dt="2026-10-11T16:36:45.440" v="218" actId="20577"/>
          <ac:spMkLst>
            <pc:docMk/>
            <pc:sldMk cId="0" sldId="259"/>
            <ac:spMk id="13" creationId="{00000000-0000-0000-0000-000000000000}"/>
          </ac:spMkLst>
        </pc:spChg>
        <pc:spChg chg="mod">
          <ac:chgData name="Janou De Buyser" userId="9e855837-ff07-4ba4-86ed-57f131032e08" providerId="ADAL" clId="{E6AEFF39-D5DE-49A5-AE36-7B9FC3E010AE}" dt="2026-10-11T16:36:45.510" v="219" actId="20577"/>
          <ac:spMkLst>
            <pc:docMk/>
            <pc:sldMk cId="0" sldId="259"/>
            <ac:spMk id="15" creationId="{00000000-0000-0000-0000-000000000000}"/>
          </ac:spMkLst>
        </pc:spChg>
        <pc:spChg chg="mod">
          <ac:chgData name="Janou De Buyser" userId="9e855837-ff07-4ba4-86ed-57f131032e08" providerId="ADAL" clId="{E6AEFF39-D5DE-49A5-AE36-7B9FC3E010AE}" dt="2026-09-21T08:56:48.451" v="142" actId="20577"/>
          <ac:spMkLst>
            <pc:docMk/>
            <pc:sldMk cId="0" sldId="259"/>
            <ac:spMk id="21" creationId="{00000000-0000-0000-0000-000000000000}"/>
          </ac:spMkLst>
        </pc:spChg>
        <pc:spChg chg="mod">
          <ac:chgData name="Janou De Buyser" userId="9e855837-ff07-4ba4-86ed-57f131032e08" providerId="ADAL" clId="{E6AEFF39-D5DE-49A5-AE36-7B9FC3E010AE}" dt="2026-10-11T16:36:52.989" v="301" actId="20577"/>
          <ac:spMkLst>
            <pc:docMk/>
            <pc:sldMk cId="0" sldId="259"/>
            <ac:spMk id="24" creationId="{00000000-0000-0000-0000-000000000000}"/>
          </ac:spMkLst>
        </pc:spChg>
      </pc:sldChg>
      <pc:sldChg chg="modSp mod modTransition modNotes modNotesTx">
        <pc:chgData name="Janou De Buyser" userId="9e855837-ff07-4ba4-86ed-57f131032e08" providerId="ADAL" clId="{E6AEFF39-D5DE-49A5-AE36-7B9FC3E010AE}" dt="2026-10-11T16:39:33.219" v="360"/>
        <pc:sldMkLst>
          <pc:docMk/>
          <pc:sldMk cId="0" sldId="260"/>
        </pc:sldMkLst>
        <pc:spChg chg="mod">
          <ac:chgData name="Janou De Buyser" userId="9e855837-ff07-4ba4-86ed-57f131032e08" providerId="ADAL" clId="{E6AEFF39-D5DE-49A5-AE36-7B9FC3E010AE}" dt="2026-10-11T16:36:53.013" v="302" actId="20577"/>
          <ac:spMkLst>
            <pc:docMk/>
            <pc:sldMk cId="0" sldId="260"/>
            <ac:spMk id="9" creationId="{00000000-0000-0000-0000-000000000000}"/>
          </ac:spMkLst>
        </pc:spChg>
      </pc:sldChg>
      <pc:sldChg chg="modSp mod modTransition modNotes modNotesTx">
        <pc:chgData name="Janou De Buyser" userId="9e855837-ff07-4ba4-86ed-57f131032e08" providerId="ADAL" clId="{E6AEFF39-D5DE-49A5-AE36-7B9FC3E010AE}" dt="2026-10-11T16:39:33.219" v="362"/>
        <pc:sldMkLst>
          <pc:docMk/>
          <pc:sldMk cId="0" sldId="261"/>
        </pc:sldMkLst>
        <pc:spChg chg="mod">
          <ac:chgData name="Janou De Buyser" userId="9e855837-ff07-4ba4-86ed-57f131032e08" providerId="ADAL" clId="{E6AEFF39-D5DE-49A5-AE36-7B9FC3E010AE}" dt="2026-10-11T16:36:53.054" v="303" actId="20577"/>
          <ac:spMkLst>
            <pc:docMk/>
            <pc:sldMk cId="0" sldId="261"/>
            <ac:spMk id="17" creationId="{00000000-0000-0000-0000-000000000000}"/>
          </ac:spMkLst>
        </pc:spChg>
      </pc:sldChg>
      <pc:sldChg chg="del modNotesTx">
        <pc:chgData name="Janou De Buyser" userId="9e855837-ff07-4ba4-86ed-57f131032e08" providerId="ADAL" clId="{E6AEFF39-D5DE-49A5-AE36-7B9FC3E010AE}" dt="2026-10-11T16:36:52.153" v="254" actId="2696"/>
        <pc:sldMkLst>
          <pc:docMk/>
          <pc:sldMk cId="0" sldId="262"/>
        </pc:sldMkLst>
      </pc:sldChg>
      <pc:sldChg chg="modTransition modNotes modNotesTx">
        <pc:chgData name="Janou De Buyser" userId="9e855837-ff07-4ba4-86ed-57f131032e08" providerId="ADAL" clId="{E6AEFF39-D5DE-49A5-AE36-7B9FC3E010AE}" dt="2026-10-11T16:39:33.219" v="364"/>
        <pc:sldMkLst>
          <pc:docMk/>
          <pc:sldMk cId="0" sldId="263"/>
        </pc:sldMkLst>
      </pc:sldChg>
      <pc:sldChg chg="modSp mod modTransition modNotes modNotesTx">
        <pc:chgData name="Janou De Buyser" userId="9e855837-ff07-4ba4-86ed-57f131032e08" providerId="ADAL" clId="{E6AEFF39-D5DE-49A5-AE36-7B9FC3E010AE}" dt="2026-10-11T16:39:33.219" v="366"/>
        <pc:sldMkLst>
          <pc:docMk/>
          <pc:sldMk cId="0" sldId="264"/>
        </pc:sldMkLst>
        <pc:spChg chg="mod">
          <ac:chgData name="Janou De Buyser" userId="9e855837-ff07-4ba4-86ed-57f131032e08" providerId="ADAL" clId="{E6AEFF39-D5DE-49A5-AE36-7B9FC3E010AE}" dt="2026-10-11T16:36:53.126" v="304" actId="20577"/>
          <ac:spMkLst>
            <pc:docMk/>
            <pc:sldMk cId="0" sldId="264"/>
            <ac:spMk id="30" creationId="{00000000-0000-0000-0000-000000000000}"/>
          </ac:spMkLst>
        </pc:spChg>
      </pc:sldChg>
      <pc:sldChg chg="modSp mod modTransition modNotes modNotesTx">
        <pc:chgData name="Janou De Buyser" userId="9e855837-ff07-4ba4-86ed-57f131032e08" providerId="ADAL" clId="{E6AEFF39-D5DE-49A5-AE36-7B9FC3E010AE}" dt="2026-10-11T16:39:33.219" v="368"/>
        <pc:sldMkLst>
          <pc:docMk/>
          <pc:sldMk cId="0" sldId="265"/>
        </pc:sldMkLst>
        <pc:spChg chg="mod">
          <ac:chgData name="Janou De Buyser" userId="9e855837-ff07-4ba4-86ed-57f131032e08" providerId="ADAL" clId="{E6AEFF39-D5DE-49A5-AE36-7B9FC3E010AE}" dt="2026-10-11T16:36:53.173" v="305" actId="20577"/>
          <ac:spMkLst>
            <pc:docMk/>
            <pc:sldMk cId="0" sldId="265"/>
            <ac:spMk id="23" creationId="{00000000-0000-0000-0000-000000000000}"/>
          </ac:spMkLst>
        </pc:spChg>
      </pc:sldChg>
      <pc:sldChg chg="modSp mod modTransition modNotes modNotesTx">
        <pc:chgData name="Janou De Buyser" userId="9e855837-ff07-4ba4-86ed-57f131032e08" providerId="ADAL" clId="{E6AEFF39-D5DE-49A5-AE36-7B9FC3E010AE}" dt="2026-10-11T16:39:33.219" v="370"/>
        <pc:sldMkLst>
          <pc:docMk/>
          <pc:sldMk cId="0" sldId="266"/>
        </pc:sldMkLst>
        <pc:spChg chg="mod">
          <ac:chgData name="Janou De Buyser" userId="9e855837-ff07-4ba4-86ed-57f131032e08" providerId="ADAL" clId="{E6AEFF39-D5DE-49A5-AE36-7B9FC3E010AE}" dt="2026-09-21T08:59:52.322" v="143" actId="20577"/>
          <ac:spMkLst>
            <pc:docMk/>
            <pc:sldMk cId="0" sldId="266"/>
            <ac:spMk id="4" creationId="{00000000-0000-0000-0000-000000000000}"/>
          </ac:spMkLst>
        </pc:spChg>
        <pc:spChg chg="mod">
          <ac:chgData name="Janou De Buyser" userId="9e855837-ff07-4ba4-86ed-57f131032e08" providerId="ADAL" clId="{E6AEFF39-D5DE-49A5-AE36-7B9FC3E010AE}" dt="2026-10-11T16:36:45.641" v="222" actId="20577"/>
          <ac:spMkLst>
            <pc:docMk/>
            <pc:sldMk cId="0" sldId="266"/>
            <ac:spMk id="10" creationId="{00000000-0000-0000-0000-000000000000}"/>
          </ac:spMkLst>
        </pc:spChg>
        <pc:spChg chg="mod">
          <ac:chgData name="Janou De Buyser" userId="9e855837-ff07-4ba4-86ed-57f131032e08" providerId="ADAL" clId="{E6AEFF39-D5DE-49A5-AE36-7B9FC3E010AE}" dt="2026-10-11T16:36:45.686" v="223" actId="20577"/>
          <ac:spMkLst>
            <pc:docMk/>
            <pc:sldMk cId="0" sldId="266"/>
            <ac:spMk id="16" creationId="{00000000-0000-0000-0000-000000000000}"/>
          </ac:spMkLst>
        </pc:spChg>
        <pc:spChg chg="mod">
          <ac:chgData name="Janou De Buyser" userId="9e855837-ff07-4ba4-86ed-57f131032e08" providerId="ADAL" clId="{E6AEFF39-D5DE-49A5-AE36-7B9FC3E010AE}" dt="2026-10-11T16:36:53.230" v="306" actId="20577"/>
          <ac:spMkLst>
            <pc:docMk/>
            <pc:sldMk cId="0" sldId="266"/>
            <ac:spMk id="17" creationId="{00000000-0000-0000-0000-000000000000}"/>
          </ac:spMkLst>
        </pc:spChg>
      </pc:sldChg>
      <pc:sldChg chg="modSp mod modTransition modNotes modNotesTx">
        <pc:chgData name="Janou De Buyser" userId="9e855837-ff07-4ba4-86ed-57f131032e08" providerId="ADAL" clId="{E6AEFF39-D5DE-49A5-AE36-7B9FC3E010AE}" dt="2026-10-11T16:39:33.230" v="372"/>
        <pc:sldMkLst>
          <pc:docMk/>
          <pc:sldMk cId="0" sldId="267"/>
        </pc:sldMkLst>
        <pc:spChg chg="mod">
          <ac:chgData name="Janou De Buyser" userId="9e855837-ff07-4ba4-86ed-57f131032e08" providerId="ADAL" clId="{E6AEFF39-D5DE-49A5-AE36-7B9FC3E010AE}" dt="2026-10-11T16:36:53.250" v="307" actId="20577"/>
          <ac:spMkLst>
            <pc:docMk/>
            <pc:sldMk cId="0" sldId="267"/>
            <ac:spMk id="9" creationId="{00000000-0000-0000-0000-000000000000}"/>
          </ac:spMkLst>
        </pc:spChg>
      </pc:sldChg>
      <pc:sldChg chg="modSp mod modTransition modNotes modNotesTx">
        <pc:chgData name="Janou De Buyser" userId="9e855837-ff07-4ba4-86ed-57f131032e08" providerId="ADAL" clId="{E6AEFF39-D5DE-49A5-AE36-7B9FC3E010AE}" dt="2026-10-11T16:39:33.230" v="374"/>
        <pc:sldMkLst>
          <pc:docMk/>
          <pc:sldMk cId="0" sldId="268"/>
        </pc:sldMkLst>
        <pc:spChg chg="mod">
          <ac:chgData name="Janou De Buyser" userId="9e855837-ff07-4ba4-86ed-57f131032e08" providerId="ADAL" clId="{E6AEFF39-D5DE-49A5-AE36-7B9FC3E010AE}" dt="2026-10-11T16:36:47.726" v="225" actId="20577"/>
          <ac:spMkLst>
            <pc:docMk/>
            <pc:sldMk cId="0" sldId="268"/>
            <ac:spMk id="398" creationId="{00000000-0000-0000-0000-000000000000}"/>
          </ac:spMkLst>
        </pc:spChg>
        <pc:spChg chg="mod">
          <ac:chgData name="Janou De Buyser" userId="9e855837-ff07-4ba4-86ed-57f131032e08" providerId="ADAL" clId="{E6AEFF39-D5DE-49A5-AE36-7B9FC3E010AE}" dt="2026-10-11T16:36:54.208" v="308" actId="20577"/>
          <ac:spMkLst>
            <pc:docMk/>
            <pc:sldMk cId="0" sldId="268"/>
            <ac:spMk id="400" creationId="{00000000-0000-0000-0000-000000000000}"/>
          </ac:spMkLst>
        </pc:spChg>
      </pc:sldChg>
      <pc:sldChg chg="modSp mod modTransition modNotes modNotesTx">
        <pc:chgData name="Janou De Buyser" userId="9e855837-ff07-4ba4-86ed-57f131032e08" providerId="ADAL" clId="{E6AEFF39-D5DE-49A5-AE36-7B9FC3E010AE}" dt="2026-10-11T16:39:33.230" v="376"/>
        <pc:sldMkLst>
          <pc:docMk/>
          <pc:sldMk cId="0" sldId="269"/>
        </pc:sldMkLst>
        <pc:spChg chg="mod">
          <ac:chgData name="Janou De Buyser" userId="9e855837-ff07-4ba4-86ed-57f131032e08" providerId="ADAL" clId="{E6AEFF39-D5DE-49A5-AE36-7B9FC3E010AE}" dt="2026-10-11T16:36:49.948" v="227" actId="20577"/>
          <ac:spMkLst>
            <pc:docMk/>
            <pc:sldMk cId="0" sldId="269"/>
            <ac:spMk id="398" creationId="{00000000-0000-0000-0000-000000000000}"/>
          </ac:spMkLst>
        </pc:spChg>
        <pc:spChg chg="mod">
          <ac:chgData name="Janou De Buyser" userId="9e855837-ff07-4ba4-86ed-57f131032e08" providerId="ADAL" clId="{E6AEFF39-D5DE-49A5-AE36-7B9FC3E010AE}" dt="2026-10-11T16:36:55.118" v="309" actId="20577"/>
          <ac:spMkLst>
            <pc:docMk/>
            <pc:sldMk cId="0" sldId="269"/>
            <ac:spMk id="400" creationId="{00000000-0000-0000-0000-000000000000}"/>
          </ac:spMkLst>
        </pc:spChg>
      </pc:sldChg>
      <pc:sldChg chg="modTransition modNotes modNotesTx">
        <pc:chgData name="Janou De Buyser" userId="9e855837-ff07-4ba4-86ed-57f131032e08" providerId="ADAL" clId="{E6AEFF39-D5DE-49A5-AE36-7B9FC3E010AE}" dt="2026-10-11T16:39:33.230" v="380"/>
        <pc:sldMkLst>
          <pc:docMk/>
          <pc:sldMk cId="0" sldId="270"/>
        </pc:sldMkLst>
      </pc:sldChg>
      <pc:sldChg chg="modSp mod modTransition modNotes modNotesTx">
        <pc:chgData name="Janou De Buyser" userId="9e855837-ff07-4ba4-86ed-57f131032e08" providerId="ADAL" clId="{E6AEFF39-D5DE-49A5-AE36-7B9FC3E010AE}" dt="2026-10-11T16:39:33.230" v="382"/>
        <pc:sldMkLst>
          <pc:docMk/>
          <pc:sldMk cId="0" sldId="271"/>
        </pc:sldMkLst>
        <pc:spChg chg="mod">
          <ac:chgData name="Janou De Buyser" userId="9e855837-ff07-4ba4-86ed-57f131032e08" providerId="ADAL" clId="{E6AEFF39-D5DE-49A5-AE36-7B9FC3E010AE}" dt="2026-10-11T16:36:55.170" v="311" actId="20577"/>
          <ac:spMkLst>
            <pc:docMk/>
            <pc:sldMk cId="0" sldId="271"/>
            <ac:spMk id="9" creationId="{00000000-0000-0000-0000-000000000000}"/>
          </ac:spMkLst>
        </pc:spChg>
      </pc:sldChg>
      <pc:sldChg chg="modSp mod modTransition modNotes modNotesTx">
        <pc:chgData name="Janou De Buyser" userId="9e855837-ff07-4ba4-86ed-57f131032e08" providerId="ADAL" clId="{E6AEFF39-D5DE-49A5-AE36-7B9FC3E010AE}" dt="2026-10-11T16:39:33.230" v="386"/>
        <pc:sldMkLst>
          <pc:docMk/>
          <pc:sldMk cId="0" sldId="272"/>
        </pc:sldMkLst>
        <pc:spChg chg="mod">
          <ac:chgData name="Janou De Buyser" userId="9e855837-ff07-4ba4-86ed-57f131032e08" providerId="ADAL" clId="{E6AEFF39-D5DE-49A5-AE36-7B9FC3E010AE}" dt="2026-10-11T16:36:55.309" v="313" actId="20577"/>
          <ac:spMkLst>
            <pc:docMk/>
            <pc:sldMk cId="0" sldId="272"/>
            <ac:spMk id="46" creationId="{00000000-0000-0000-0000-000000000000}"/>
          </ac:spMkLst>
        </pc:spChg>
      </pc:sldChg>
      <pc:sldChg chg="modSp mod modTransition modNotes modNotesTx">
        <pc:chgData name="Janou De Buyser" userId="9e855837-ff07-4ba4-86ed-57f131032e08" providerId="ADAL" clId="{E6AEFF39-D5DE-49A5-AE36-7B9FC3E010AE}" dt="2026-10-11T16:39:33.230" v="388"/>
        <pc:sldMkLst>
          <pc:docMk/>
          <pc:sldMk cId="0" sldId="273"/>
        </pc:sldMkLst>
        <pc:spChg chg="mod">
          <ac:chgData name="Janou De Buyser" userId="9e855837-ff07-4ba4-86ed-57f131032e08" providerId="ADAL" clId="{E6AEFF39-D5DE-49A5-AE36-7B9FC3E010AE}" dt="2026-10-11T16:36:52.140" v="253" actId="6549"/>
          <ac:spMkLst>
            <pc:docMk/>
            <pc:sldMk cId="0" sldId="273"/>
            <ac:spMk id="11" creationId="{00000000-0000-0000-0000-000000000000}"/>
          </ac:spMkLst>
        </pc:spChg>
        <pc:spChg chg="mod">
          <ac:chgData name="Janou De Buyser" userId="9e855837-ff07-4ba4-86ed-57f131032e08" providerId="ADAL" clId="{E6AEFF39-D5DE-49A5-AE36-7B9FC3E010AE}" dt="2026-10-11T16:36:50.040" v="228" actId="20577"/>
          <ac:spMkLst>
            <pc:docMk/>
            <pc:sldMk cId="0" sldId="273"/>
            <ac:spMk id="26" creationId="{00000000-0000-0000-0000-000000000000}"/>
          </ac:spMkLst>
        </pc:spChg>
        <pc:spChg chg="mod">
          <ac:chgData name="Janou De Buyser" userId="9e855837-ff07-4ba4-86ed-57f131032e08" providerId="ADAL" clId="{E6AEFF39-D5DE-49A5-AE36-7B9FC3E010AE}" dt="2026-10-11T16:36:55.370" v="314" actId="20577"/>
          <ac:spMkLst>
            <pc:docMk/>
            <pc:sldMk cId="0" sldId="273"/>
            <ac:spMk id="28" creationId="{00000000-0000-0000-0000-000000000000}"/>
          </ac:spMkLst>
        </pc:spChg>
      </pc:sldChg>
      <pc:sldChg chg="modSp mod modTransition modNotes modNotesTx">
        <pc:chgData name="Janou De Buyser" userId="9e855837-ff07-4ba4-86ed-57f131032e08" providerId="ADAL" clId="{E6AEFF39-D5DE-49A5-AE36-7B9FC3E010AE}" dt="2026-10-11T16:39:33.246" v="390"/>
        <pc:sldMkLst>
          <pc:docMk/>
          <pc:sldMk cId="0" sldId="274"/>
        </pc:sldMkLst>
        <pc:spChg chg="mod">
          <ac:chgData name="Janou De Buyser" userId="9e855837-ff07-4ba4-86ed-57f131032e08" providerId="ADAL" clId="{E6AEFF39-D5DE-49A5-AE36-7B9FC3E010AE}" dt="2026-10-11T16:36:50.078" v="229" actId="20577"/>
          <ac:spMkLst>
            <pc:docMk/>
            <pc:sldMk cId="0" sldId="274"/>
            <ac:spMk id="6" creationId="{00000000-0000-0000-0000-000000000000}"/>
          </ac:spMkLst>
        </pc:spChg>
        <pc:spChg chg="mod">
          <ac:chgData name="Janou De Buyser" userId="9e855837-ff07-4ba4-86ed-57f131032e08" providerId="ADAL" clId="{E6AEFF39-D5DE-49A5-AE36-7B9FC3E010AE}" dt="2026-10-11T16:36:55.399" v="315" actId="20577"/>
          <ac:spMkLst>
            <pc:docMk/>
            <pc:sldMk cId="0" sldId="274"/>
            <ac:spMk id="10" creationId="{00000000-0000-0000-0000-000000000000}"/>
          </ac:spMkLst>
        </pc:spChg>
      </pc:sldChg>
      <pc:sldChg chg="modSp mod modTransition modNotes modNotesTx">
        <pc:chgData name="Janou De Buyser" userId="9e855837-ff07-4ba4-86ed-57f131032e08" providerId="ADAL" clId="{E6AEFF39-D5DE-49A5-AE36-7B9FC3E010AE}" dt="2026-10-11T16:39:33.246" v="392"/>
        <pc:sldMkLst>
          <pc:docMk/>
          <pc:sldMk cId="0" sldId="275"/>
        </pc:sldMkLst>
        <pc:spChg chg="mod">
          <ac:chgData name="Janou De Buyser" userId="9e855837-ff07-4ba4-86ed-57f131032e08" providerId="ADAL" clId="{E6AEFF39-D5DE-49A5-AE36-7B9FC3E010AE}" dt="2026-10-11T16:36:50.201" v="230" actId="20577"/>
          <ac:spMkLst>
            <pc:docMk/>
            <pc:sldMk cId="0" sldId="275"/>
            <ac:spMk id="22" creationId="{00000000-0000-0000-0000-000000000000}"/>
          </ac:spMkLst>
        </pc:spChg>
        <pc:spChg chg="mod">
          <ac:chgData name="Janou De Buyser" userId="9e855837-ff07-4ba4-86ed-57f131032e08" providerId="ADAL" clId="{E6AEFF39-D5DE-49A5-AE36-7B9FC3E010AE}" dt="2026-10-11T16:36:55.477" v="316" actId="20577"/>
          <ac:spMkLst>
            <pc:docMk/>
            <pc:sldMk cId="0" sldId="275"/>
            <ac:spMk id="36" creationId="{00000000-0000-0000-0000-000000000000}"/>
          </ac:spMkLst>
        </pc:spChg>
      </pc:sldChg>
      <pc:sldChg chg="modSp mod modTransition modNotes modNotesTx">
        <pc:chgData name="Janou De Buyser" userId="9e855837-ff07-4ba4-86ed-57f131032e08" providerId="ADAL" clId="{E6AEFF39-D5DE-49A5-AE36-7B9FC3E010AE}" dt="2026-10-11T16:39:33.246" v="394"/>
        <pc:sldMkLst>
          <pc:docMk/>
          <pc:sldMk cId="0" sldId="276"/>
        </pc:sldMkLst>
        <pc:spChg chg="mod">
          <ac:chgData name="Janou De Buyser" userId="9e855837-ff07-4ba4-86ed-57f131032e08" providerId="ADAL" clId="{E6AEFF39-D5DE-49A5-AE36-7B9FC3E010AE}" dt="2026-10-11T16:36:50.284" v="231" actId="20577"/>
          <ac:spMkLst>
            <pc:docMk/>
            <pc:sldMk cId="0" sldId="276"/>
            <ac:spMk id="6" creationId="{00000000-0000-0000-0000-000000000000}"/>
          </ac:spMkLst>
        </pc:spChg>
        <pc:spChg chg="mod">
          <ac:chgData name="Janou De Buyser" userId="9e855837-ff07-4ba4-86ed-57f131032e08" providerId="ADAL" clId="{E6AEFF39-D5DE-49A5-AE36-7B9FC3E010AE}" dt="2026-10-11T16:36:50.339" v="232" actId="20577"/>
          <ac:spMkLst>
            <pc:docMk/>
            <pc:sldMk cId="0" sldId="276"/>
            <ac:spMk id="7" creationId="{00000000-0000-0000-0000-000000000000}"/>
          </ac:spMkLst>
        </pc:spChg>
        <pc:spChg chg="mod">
          <ac:chgData name="Janou De Buyser" userId="9e855837-ff07-4ba4-86ed-57f131032e08" providerId="ADAL" clId="{E6AEFF39-D5DE-49A5-AE36-7B9FC3E010AE}" dt="2026-10-11T16:36:50.987" v="233" actId="20577"/>
          <ac:spMkLst>
            <pc:docMk/>
            <pc:sldMk cId="0" sldId="276"/>
            <ac:spMk id="16" creationId="{00000000-0000-0000-0000-000000000000}"/>
          </ac:spMkLst>
        </pc:spChg>
        <pc:spChg chg="mod">
          <ac:chgData name="Janou De Buyser" userId="9e855837-ff07-4ba4-86ed-57f131032e08" providerId="ADAL" clId="{E6AEFF39-D5DE-49A5-AE36-7B9FC3E010AE}" dt="2026-10-11T16:36:55.532" v="317" actId="20577"/>
          <ac:spMkLst>
            <pc:docMk/>
            <pc:sldMk cId="0" sldId="276"/>
            <ac:spMk id="22" creationId="{00000000-0000-0000-0000-000000000000}"/>
          </ac:spMkLst>
        </pc:spChg>
      </pc:sldChg>
      <pc:sldChg chg="delSp modSp mod modTransition modNotes modNotesTx">
        <pc:chgData name="Janou De Buyser" userId="9e855837-ff07-4ba4-86ed-57f131032e08" providerId="ADAL" clId="{E6AEFF39-D5DE-49A5-AE36-7B9FC3E010AE}" dt="2026-10-11T16:39:33.246" v="396"/>
        <pc:sldMkLst>
          <pc:docMk/>
          <pc:sldMk cId="0" sldId="277"/>
        </pc:sldMkLst>
        <pc:spChg chg="mod">
          <ac:chgData name="Janou De Buyser" userId="9e855837-ff07-4ba4-86ed-57f131032e08" providerId="ADAL" clId="{E6AEFF39-D5DE-49A5-AE36-7B9FC3E010AE}" dt="2026-10-11T16:36:51.054" v="234" actId="20577"/>
          <ac:spMkLst>
            <pc:docMk/>
            <pc:sldMk cId="0" sldId="277"/>
            <ac:spMk id="3" creationId="{00000000-0000-0000-0000-000000000000}"/>
          </ac:spMkLst>
        </pc:spChg>
        <pc:spChg chg="mod">
          <ac:chgData name="Janou De Buyser" userId="9e855837-ff07-4ba4-86ed-57f131032e08" providerId="ADAL" clId="{E6AEFF39-D5DE-49A5-AE36-7B9FC3E010AE}" dt="2026-09-18T12:44:54.545" v="12" actId="1076"/>
          <ac:spMkLst>
            <pc:docMk/>
            <pc:sldMk cId="0" sldId="277"/>
            <ac:spMk id="6" creationId="{00000000-0000-0000-0000-000000000000}"/>
          </ac:spMkLst>
        </pc:spChg>
        <pc:spChg chg="mod">
          <ac:chgData name="Janou De Buyser" userId="9e855837-ff07-4ba4-86ed-57f131032e08" providerId="ADAL" clId="{E6AEFF39-D5DE-49A5-AE36-7B9FC3E010AE}" dt="2026-10-11T16:36:51.102" v="235" actId="20577"/>
          <ac:spMkLst>
            <pc:docMk/>
            <pc:sldMk cId="0" sldId="277"/>
            <ac:spMk id="11" creationId="{00000000-0000-0000-0000-000000000000}"/>
          </ac:spMkLst>
        </pc:spChg>
        <pc:spChg chg="mod">
          <ac:chgData name="Janou De Buyser" userId="9e855837-ff07-4ba4-86ed-57f131032e08" providerId="ADAL" clId="{E6AEFF39-D5DE-49A5-AE36-7B9FC3E010AE}" dt="2026-10-11T16:36:51.150" v="236" actId="20577"/>
          <ac:spMkLst>
            <pc:docMk/>
            <pc:sldMk cId="0" sldId="277"/>
            <ac:spMk id="12" creationId="{00000000-0000-0000-0000-000000000000}"/>
          </ac:spMkLst>
        </pc:spChg>
        <pc:spChg chg="mod">
          <ac:chgData name="Janou De Buyser" userId="9e855837-ff07-4ba4-86ed-57f131032e08" providerId="ADAL" clId="{E6AEFF39-D5DE-49A5-AE36-7B9FC3E010AE}" dt="2026-10-11T16:36:51.197" v="237" actId="20577"/>
          <ac:spMkLst>
            <pc:docMk/>
            <pc:sldMk cId="0" sldId="277"/>
            <ac:spMk id="15" creationId="{00000000-0000-0000-0000-000000000000}"/>
          </ac:spMkLst>
        </pc:spChg>
        <pc:spChg chg="mod">
          <ac:chgData name="Janou De Buyser" userId="9e855837-ff07-4ba4-86ed-57f131032e08" providerId="ADAL" clId="{E6AEFF39-D5DE-49A5-AE36-7B9FC3E010AE}" dt="2026-10-11T16:36:51.250" v="238" actId="20577"/>
          <ac:spMkLst>
            <pc:docMk/>
            <pc:sldMk cId="0" sldId="277"/>
            <ac:spMk id="16" creationId="{00000000-0000-0000-0000-000000000000}"/>
          </ac:spMkLst>
        </pc:spChg>
        <pc:spChg chg="mod">
          <ac:chgData name="Janou De Buyser" userId="9e855837-ff07-4ba4-86ed-57f131032e08" providerId="ADAL" clId="{E6AEFF39-D5DE-49A5-AE36-7B9FC3E010AE}" dt="2026-09-18T12:49:54.831" v="99" actId="20577"/>
          <ac:spMkLst>
            <pc:docMk/>
            <pc:sldMk cId="0" sldId="277"/>
            <ac:spMk id="19" creationId="{00000000-0000-0000-0000-000000000000}"/>
          </ac:spMkLst>
        </pc:spChg>
        <pc:spChg chg="mod">
          <ac:chgData name="Janou De Buyser" userId="9e855837-ff07-4ba4-86ed-57f131032e08" providerId="ADAL" clId="{E6AEFF39-D5DE-49A5-AE36-7B9FC3E010AE}" dt="2026-10-11T16:36:55.582" v="318" actId="20577"/>
          <ac:spMkLst>
            <pc:docMk/>
            <pc:sldMk cId="0" sldId="277"/>
            <ac:spMk id="23" creationId="{00000000-0000-0000-0000-000000000000}"/>
          </ac:spMkLst>
        </pc:spChg>
      </pc:sldChg>
      <pc:sldChg chg="modSp mod modTransition modNotes modNotesTx">
        <pc:chgData name="Janou De Buyser" userId="9e855837-ff07-4ba4-86ed-57f131032e08" providerId="ADAL" clId="{E6AEFF39-D5DE-49A5-AE36-7B9FC3E010AE}" dt="2026-10-11T16:39:33.246" v="398"/>
        <pc:sldMkLst>
          <pc:docMk/>
          <pc:sldMk cId="0" sldId="278"/>
        </pc:sldMkLst>
        <pc:spChg chg="mod">
          <ac:chgData name="Janou De Buyser" userId="9e855837-ff07-4ba4-86ed-57f131032e08" providerId="ADAL" clId="{E6AEFF39-D5DE-49A5-AE36-7B9FC3E010AE}" dt="2026-10-11T16:36:51.342" v="239" actId="20577"/>
          <ac:spMkLst>
            <pc:docMk/>
            <pc:sldMk cId="0" sldId="278"/>
            <ac:spMk id="4" creationId="{00000000-0000-0000-0000-000000000000}"/>
          </ac:spMkLst>
        </pc:spChg>
        <pc:spChg chg="mod">
          <ac:chgData name="Janou De Buyser" userId="9e855837-ff07-4ba4-86ed-57f131032e08" providerId="ADAL" clId="{E6AEFF39-D5DE-49A5-AE36-7B9FC3E010AE}" dt="2026-10-11T16:36:51.415" v="240" actId="20577"/>
          <ac:spMkLst>
            <pc:docMk/>
            <pc:sldMk cId="0" sldId="278"/>
            <ac:spMk id="9" creationId="{00000000-0000-0000-0000-000000000000}"/>
          </ac:spMkLst>
        </pc:spChg>
        <pc:spChg chg="mod">
          <ac:chgData name="Janou De Buyser" userId="9e855837-ff07-4ba4-86ed-57f131032e08" providerId="ADAL" clId="{E6AEFF39-D5DE-49A5-AE36-7B9FC3E010AE}" dt="2026-10-11T16:36:51.478" v="241" actId="20577"/>
          <ac:spMkLst>
            <pc:docMk/>
            <pc:sldMk cId="0" sldId="278"/>
            <ac:spMk id="10" creationId="{00000000-0000-0000-0000-000000000000}"/>
          </ac:spMkLst>
        </pc:spChg>
        <pc:spChg chg="mod">
          <ac:chgData name="Janou De Buyser" userId="9e855837-ff07-4ba4-86ed-57f131032e08" providerId="ADAL" clId="{E6AEFF39-D5DE-49A5-AE36-7B9FC3E010AE}" dt="2026-10-11T16:39:32.764" v="323" actId="20577"/>
          <ac:spMkLst>
            <pc:docMk/>
            <pc:sldMk cId="0" sldId="278"/>
            <ac:spMk id="15" creationId="{00000000-0000-0000-0000-000000000000}"/>
          </ac:spMkLst>
        </pc:spChg>
        <pc:spChg chg="mod">
          <ac:chgData name="Janou De Buyser" userId="9e855837-ff07-4ba4-86ed-57f131032e08" providerId="ADAL" clId="{E6AEFF39-D5DE-49A5-AE36-7B9FC3E010AE}" dt="2026-10-11T16:36:51.633" v="243" actId="20577"/>
          <ac:spMkLst>
            <pc:docMk/>
            <pc:sldMk cId="0" sldId="278"/>
            <ac:spMk id="20" creationId="{00000000-0000-0000-0000-000000000000}"/>
          </ac:spMkLst>
        </pc:spChg>
        <pc:spChg chg="mod">
          <ac:chgData name="Janou De Buyser" userId="9e855837-ff07-4ba4-86ed-57f131032e08" providerId="ADAL" clId="{E6AEFF39-D5DE-49A5-AE36-7B9FC3E010AE}" dt="2026-10-11T16:36:51.698" v="244" actId="20577"/>
          <ac:spMkLst>
            <pc:docMk/>
            <pc:sldMk cId="0" sldId="278"/>
            <ac:spMk id="25" creationId="{00000000-0000-0000-0000-000000000000}"/>
          </ac:spMkLst>
        </pc:spChg>
        <pc:spChg chg="mod">
          <ac:chgData name="Janou De Buyser" userId="9e855837-ff07-4ba4-86ed-57f131032e08" providerId="ADAL" clId="{E6AEFF39-D5DE-49A5-AE36-7B9FC3E010AE}" dt="2026-10-11T16:36:51.729" v="245" actId="20577"/>
          <ac:spMkLst>
            <pc:docMk/>
            <pc:sldMk cId="0" sldId="278"/>
            <ac:spMk id="29" creationId="{00000000-0000-0000-0000-000000000000}"/>
          </ac:spMkLst>
        </pc:spChg>
        <pc:spChg chg="mod">
          <ac:chgData name="Janou De Buyser" userId="9e855837-ff07-4ba4-86ed-57f131032e08" providerId="ADAL" clId="{E6AEFF39-D5DE-49A5-AE36-7B9FC3E010AE}" dt="2026-10-11T16:36:51.799" v="246" actId="20577"/>
          <ac:spMkLst>
            <pc:docMk/>
            <pc:sldMk cId="0" sldId="278"/>
            <ac:spMk id="30" creationId="{00000000-0000-0000-0000-000000000000}"/>
          </ac:spMkLst>
        </pc:spChg>
        <pc:spChg chg="mod">
          <ac:chgData name="Janou De Buyser" userId="9e855837-ff07-4ba4-86ed-57f131032e08" providerId="ADAL" clId="{E6AEFF39-D5DE-49A5-AE36-7B9FC3E010AE}" dt="2026-10-11T16:36:55.660" v="319" actId="20577"/>
          <ac:spMkLst>
            <pc:docMk/>
            <pc:sldMk cId="0" sldId="278"/>
            <ac:spMk id="31" creationId="{00000000-0000-0000-0000-000000000000}"/>
          </ac:spMkLst>
        </pc:spChg>
      </pc:sldChg>
      <pc:sldChg chg="delSp modSp mod modTransition modNotes modNotesTx">
        <pc:chgData name="Janou De Buyser" userId="9e855837-ff07-4ba4-86ed-57f131032e08" providerId="ADAL" clId="{E6AEFF39-D5DE-49A5-AE36-7B9FC3E010AE}" dt="2026-10-11T16:39:33.246" v="400"/>
        <pc:sldMkLst>
          <pc:docMk/>
          <pc:sldMk cId="0" sldId="279"/>
        </pc:sldMkLst>
        <pc:spChg chg="mod">
          <ac:chgData name="Janou De Buyser" userId="9e855837-ff07-4ba4-86ed-57f131032e08" providerId="ADAL" clId="{E6AEFF39-D5DE-49A5-AE36-7B9FC3E010AE}" dt="2026-10-11T16:36:51.863" v="247" actId="20577"/>
          <ac:spMkLst>
            <pc:docMk/>
            <pc:sldMk cId="0" sldId="279"/>
            <ac:spMk id="7" creationId="{00000000-0000-0000-0000-000000000000}"/>
          </ac:spMkLst>
        </pc:spChg>
        <pc:spChg chg="mod">
          <ac:chgData name="Janou De Buyser" userId="9e855837-ff07-4ba4-86ed-57f131032e08" providerId="ADAL" clId="{E6AEFF39-D5DE-49A5-AE36-7B9FC3E010AE}" dt="2026-10-11T16:36:51.900" v="248" actId="20577"/>
          <ac:spMkLst>
            <pc:docMk/>
            <pc:sldMk cId="0" sldId="279"/>
            <ac:spMk id="10" creationId="{00000000-0000-0000-0000-000000000000}"/>
          </ac:spMkLst>
        </pc:spChg>
        <pc:spChg chg="mod">
          <ac:chgData name="Janou De Buyser" userId="9e855837-ff07-4ba4-86ed-57f131032e08" providerId="ADAL" clId="{E6AEFF39-D5DE-49A5-AE36-7B9FC3E010AE}" dt="2026-10-11T16:36:51.947" v="249" actId="20577"/>
          <ac:spMkLst>
            <pc:docMk/>
            <pc:sldMk cId="0" sldId="279"/>
            <ac:spMk id="11" creationId="{00000000-0000-0000-0000-000000000000}"/>
          </ac:spMkLst>
        </pc:spChg>
        <pc:spChg chg="mod">
          <ac:chgData name="Janou De Buyser" userId="9e855837-ff07-4ba4-86ed-57f131032e08" providerId="ADAL" clId="{E6AEFF39-D5DE-49A5-AE36-7B9FC3E010AE}" dt="2026-10-11T16:36:52" v="250" actId="20577"/>
          <ac:spMkLst>
            <pc:docMk/>
            <pc:sldMk cId="0" sldId="279"/>
            <ac:spMk id="12" creationId="{00000000-0000-0000-0000-000000000000}"/>
          </ac:spMkLst>
        </pc:spChg>
        <pc:spChg chg="mod">
          <ac:chgData name="Janou De Buyser" userId="9e855837-ff07-4ba4-86ed-57f131032e08" providerId="ADAL" clId="{E6AEFF39-D5DE-49A5-AE36-7B9FC3E010AE}" dt="2026-09-18T12:52:06.617" v="126" actId="20577"/>
          <ac:spMkLst>
            <pc:docMk/>
            <pc:sldMk cId="0" sldId="279"/>
            <ac:spMk id="19" creationId="{00000000-0000-0000-0000-000000000000}"/>
          </ac:spMkLst>
        </pc:spChg>
        <pc:spChg chg="mod">
          <ac:chgData name="Janou De Buyser" userId="9e855837-ff07-4ba4-86ed-57f131032e08" providerId="ADAL" clId="{E6AEFF39-D5DE-49A5-AE36-7B9FC3E010AE}" dt="2026-10-11T16:36:56.023" v="320" actId="20577"/>
          <ac:spMkLst>
            <pc:docMk/>
            <pc:sldMk cId="0" sldId="279"/>
            <ac:spMk id="23" creationId="{00000000-0000-0000-0000-000000000000}"/>
          </ac:spMkLst>
        </pc:spChg>
      </pc:sldChg>
      <pc:sldChg chg="modSp mod modTransition modNotes modNotesTx">
        <pc:chgData name="Janou De Buyser" userId="9e855837-ff07-4ba4-86ed-57f131032e08" providerId="ADAL" clId="{E6AEFF39-D5DE-49A5-AE36-7B9FC3E010AE}" dt="2026-10-11T16:39:33.246" v="402"/>
        <pc:sldMkLst>
          <pc:docMk/>
          <pc:sldMk cId="0" sldId="280"/>
        </pc:sldMkLst>
        <pc:spChg chg="mod">
          <ac:chgData name="Janou De Buyser" userId="9e855837-ff07-4ba4-86ed-57f131032e08" providerId="ADAL" clId="{E6AEFF39-D5DE-49A5-AE36-7B9FC3E010AE}" dt="2026-10-11T16:36:52.057" v="251" actId="20577"/>
          <ac:spMkLst>
            <pc:docMk/>
            <pc:sldMk cId="0" sldId="280"/>
            <ac:spMk id="9" creationId="{00000000-0000-0000-0000-000000000000}"/>
          </ac:spMkLst>
        </pc:spChg>
        <pc:spChg chg="mod">
          <ac:chgData name="Janou De Buyser" userId="9e855837-ff07-4ba4-86ed-57f131032e08" providerId="ADAL" clId="{E6AEFF39-D5DE-49A5-AE36-7B9FC3E010AE}" dt="2026-10-11T16:36:52.109" v="252" actId="20577"/>
          <ac:spMkLst>
            <pc:docMk/>
            <pc:sldMk cId="0" sldId="280"/>
            <ac:spMk id="11" creationId="{00000000-0000-0000-0000-000000000000}"/>
          </ac:spMkLst>
        </pc:spChg>
        <pc:spChg chg="mod">
          <ac:chgData name="Janou De Buyser" userId="9e855837-ff07-4ba4-86ed-57f131032e08" providerId="ADAL" clId="{E6AEFF39-D5DE-49A5-AE36-7B9FC3E010AE}" dt="2026-10-11T16:36:56.066" v="321" actId="20577"/>
          <ac:spMkLst>
            <pc:docMk/>
            <pc:sldMk cId="0" sldId="280"/>
            <ac:spMk id="21" creationId="{00000000-0000-0000-0000-000000000000}"/>
          </ac:spMkLst>
        </pc:spChg>
      </pc:sldChg>
      <pc:sldChg chg="modSp mod modTransition modNotes modNotesTx">
        <pc:chgData name="Janou De Buyser" userId="9e855837-ff07-4ba4-86ed-57f131032e08" providerId="ADAL" clId="{E6AEFF39-D5DE-49A5-AE36-7B9FC3E010AE}" dt="2026-10-11T16:39:33.246" v="404"/>
        <pc:sldMkLst>
          <pc:docMk/>
          <pc:sldMk cId="0" sldId="281"/>
        </pc:sldMkLst>
        <pc:spChg chg="mod">
          <ac:chgData name="Janou De Buyser" userId="9e855837-ff07-4ba4-86ed-57f131032e08" providerId="ADAL" clId="{E6AEFF39-D5DE-49A5-AE36-7B9FC3E010AE}" dt="2026-10-11T16:36:56.128" v="322" actId="20577"/>
          <ac:spMkLst>
            <pc:docMk/>
            <pc:sldMk cId="0" sldId="281"/>
            <ac:spMk id="28" creationId="{00000000-0000-0000-0000-000000000000}"/>
          </ac:spMkLst>
        </pc:spChg>
      </pc:sldChg>
      <pc:sldChg chg="addSp delSp modSp add mod ord modTransition modNotes">
        <pc:chgData name="Janou De Buyser" userId="9e855837-ff07-4ba4-86ed-57f131032e08" providerId="ADAL" clId="{E6AEFF39-D5DE-49A5-AE36-7B9FC3E010AE}" dt="2026-10-11T16:39:33.230" v="378"/>
        <pc:sldMkLst>
          <pc:docMk/>
          <pc:sldMk cId="2407600021" sldId="282"/>
        </pc:sldMkLst>
        <pc:spChg chg="mod">
          <ac:chgData name="Janou De Buyser" userId="9e855837-ff07-4ba4-86ed-57f131032e08" providerId="ADAL" clId="{E6AEFF39-D5DE-49A5-AE36-7B9FC3E010AE}" dt="2026-10-11T16:36:52.185" v="261" actId="20577"/>
          <ac:spMkLst>
            <pc:docMk/>
            <pc:sldMk cId="2407600021" sldId="282"/>
            <ac:spMk id="3" creationId="{00000000-0000-0000-0000-000000000000}"/>
          </ac:spMkLst>
        </pc:spChg>
        <pc:spChg chg="mod">
          <ac:chgData name="Janou De Buyser" userId="9e855837-ff07-4ba4-86ed-57f131032e08" providerId="ADAL" clId="{E6AEFF39-D5DE-49A5-AE36-7B9FC3E010AE}" dt="2026-10-11T16:36:52.197" v="263"/>
          <ac:spMkLst>
            <pc:docMk/>
            <pc:sldMk cId="2407600021" sldId="282"/>
            <ac:spMk id="4" creationId="{00000000-0000-0000-0000-000000000000}"/>
          </ac:spMkLst>
        </pc:spChg>
        <pc:spChg chg="del">
          <ac:chgData name="Janou De Buyser" userId="9e855837-ff07-4ba4-86ed-57f131032e08" providerId="ADAL" clId="{E6AEFF39-D5DE-49A5-AE36-7B9FC3E010AE}" dt="2026-10-11T16:36:52.200" v="265"/>
          <ac:spMkLst>
            <pc:docMk/>
            <pc:sldMk cId="2407600021" sldId="282"/>
            <ac:spMk id="5" creationId="{00000000-0000-0000-0000-000000000000}"/>
          </ac:spMkLst>
        </pc:spChg>
        <pc:spChg chg="del">
          <ac:chgData name="Janou De Buyser" userId="9e855837-ff07-4ba4-86ed-57f131032e08" providerId="ADAL" clId="{E6AEFF39-D5DE-49A5-AE36-7B9FC3E010AE}" dt="2026-10-11T16:36:52.202" v="267"/>
          <ac:spMkLst>
            <pc:docMk/>
            <pc:sldMk cId="2407600021" sldId="282"/>
            <ac:spMk id="6" creationId="{00000000-0000-0000-0000-000000000000}"/>
          </ac:spMkLst>
        </pc:spChg>
        <pc:spChg chg="del">
          <ac:chgData name="Janou De Buyser" userId="9e855837-ff07-4ba4-86ed-57f131032e08" providerId="ADAL" clId="{E6AEFF39-D5DE-49A5-AE36-7B9FC3E010AE}" dt="2026-10-11T16:36:52.203" v="269"/>
          <ac:spMkLst>
            <pc:docMk/>
            <pc:sldMk cId="2407600021" sldId="282"/>
            <ac:spMk id="7" creationId="{00000000-0000-0000-0000-000000000000}"/>
          </ac:spMkLst>
        </pc:spChg>
        <pc:spChg chg="del">
          <ac:chgData name="Janou De Buyser" userId="9e855837-ff07-4ba4-86ed-57f131032e08" providerId="ADAL" clId="{E6AEFF39-D5DE-49A5-AE36-7B9FC3E010AE}" dt="2026-10-11T16:36:52.204" v="271"/>
          <ac:spMkLst>
            <pc:docMk/>
            <pc:sldMk cId="2407600021" sldId="282"/>
            <ac:spMk id="8" creationId="{00000000-0000-0000-0000-000000000000}"/>
          </ac:spMkLst>
        </pc:spChg>
        <pc:spChg chg="mod">
          <ac:chgData name="Janou De Buyser" userId="9e855837-ff07-4ba4-86ed-57f131032e08" providerId="ADAL" clId="{E6AEFF39-D5DE-49A5-AE36-7B9FC3E010AE}" dt="2026-10-11T16:36:52.248" v="285" actId="20577"/>
          <ac:spMkLst>
            <pc:docMk/>
            <pc:sldMk cId="2407600021" sldId="282"/>
            <ac:spMk id="9" creationId="{00000000-0000-0000-0000-000000000000}"/>
          </ac:spMkLst>
        </pc:spChg>
        <pc:spChg chg="mod">
          <ac:chgData name="Janou De Buyser" userId="9e855837-ff07-4ba4-86ed-57f131032e08" providerId="ADAL" clId="{E6AEFF39-D5DE-49A5-AE36-7B9FC3E010AE}" dt="2026-10-11T16:36:52.210" v="275"/>
          <ac:spMkLst>
            <pc:docMk/>
            <pc:sldMk cId="2407600021" sldId="282"/>
            <ac:spMk id="10" creationId="{00000000-0000-0000-0000-000000000000}"/>
          </ac:spMkLst>
        </pc:spChg>
        <pc:spChg chg="mod">
          <ac:chgData name="Janou De Buyser" userId="9e855837-ff07-4ba4-86ed-57f131032e08" providerId="ADAL" clId="{E6AEFF39-D5DE-49A5-AE36-7B9FC3E010AE}" dt="2026-10-11T16:36:55.138" v="310" actId="20577"/>
          <ac:spMkLst>
            <pc:docMk/>
            <pc:sldMk cId="2407600021" sldId="282"/>
            <ac:spMk id="13" creationId="{00000000-0000-0000-0000-000000000000}"/>
          </ac:spMkLst>
        </pc:spChg>
        <pc:picChg chg="add mod">
          <ac:chgData name="Janou De Buyser" userId="9e855837-ff07-4ba4-86ed-57f131032e08" providerId="ADAL" clId="{E6AEFF39-D5DE-49A5-AE36-7B9FC3E010AE}" dt="2026-10-11T16:36:52.239" v="280"/>
          <ac:picMkLst>
            <pc:docMk/>
            <pc:sldMk cId="2407600021" sldId="282"/>
            <ac:picMk id="12" creationId="{6670AB80-BAA5-8357-5067-E7678F94A135}"/>
          </ac:picMkLst>
        </pc:picChg>
        <pc:picChg chg="del">
          <ac:chgData name="Janou De Buyser" userId="9e855837-ff07-4ba4-86ed-57f131032e08" providerId="ADAL" clId="{E6AEFF39-D5DE-49A5-AE36-7B9FC3E010AE}" dt="2026-10-11T16:36:52.211" v="277"/>
          <ac:picMkLst>
            <pc:docMk/>
            <pc:sldMk cId="2407600021" sldId="282"/>
            <ac:picMk id="16" creationId="{6D0BA98C-5D93-CBF3-BAA0-5372CDA544CC}"/>
          </ac:picMkLst>
        </pc:picChg>
      </pc:sldChg>
      <pc:sldChg chg="addSp delSp modSp add mod ord modTransition modNotes">
        <pc:chgData name="Janou De Buyser" userId="9e855837-ff07-4ba4-86ed-57f131032e08" providerId="ADAL" clId="{E6AEFF39-D5DE-49A5-AE36-7B9FC3E010AE}" dt="2026-10-11T16:39:33.230" v="384"/>
        <pc:sldMkLst>
          <pc:docMk/>
          <pc:sldMk cId="1621244454" sldId="283"/>
        </pc:sldMkLst>
        <pc:spChg chg="mod">
          <ac:chgData name="Janou De Buyser" userId="9e855837-ff07-4ba4-86ed-57f131032e08" providerId="ADAL" clId="{E6AEFF39-D5DE-49A5-AE36-7B9FC3E010AE}" dt="2026-10-11T16:36:52.258" v="286" actId="20577"/>
          <ac:spMkLst>
            <pc:docMk/>
            <pc:sldMk cId="1621244454" sldId="283"/>
            <ac:spMk id="3" creationId="{00000000-0000-0000-0000-000000000000}"/>
          </ac:spMkLst>
        </pc:spChg>
        <pc:spChg chg="mod">
          <ac:chgData name="Janou De Buyser" userId="9e855837-ff07-4ba4-86ed-57f131032e08" providerId="ADAL" clId="{E6AEFF39-D5DE-49A5-AE36-7B9FC3E010AE}" dt="2026-10-11T16:36:52.258" v="288"/>
          <ac:spMkLst>
            <pc:docMk/>
            <pc:sldMk cId="1621244454" sldId="283"/>
            <ac:spMk id="4" creationId="{00000000-0000-0000-0000-000000000000}"/>
          </ac:spMkLst>
        </pc:spChg>
        <pc:spChg chg="mod">
          <ac:chgData name="Janou De Buyser" userId="9e855837-ff07-4ba4-86ed-57f131032e08" providerId="ADAL" clId="{E6AEFF39-D5DE-49A5-AE36-7B9FC3E010AE}" dt="2026-10-11T16:36:52.268" v="289" actId="20577"/>
          <ac:spMkLst>
            <pc:docMk/>
            <pc:sldMk cId="1621244454" sldId="283"/>
            <ac:spMk id="5" creationId="{00000000-0000-0000-0000-000000000000}"/>
          </ac:spMkLst>
        </pc:spChg>
        <pc:spChg chg="mod">
          <ac:chgData name="Janou De Buyser" userId="9e855837-ff07-4ba4-86ed-57f131032e08" providerId="ADAL" clId="{E6AEFF39-D5DE-49A5-AE36-7B9FC3E010AE}" dt="2026-10-11T16:36:52.272" v="290" actId="20577"/>
          <ac:spMkLst>
            <pc:docMk/>
            <pc:sldMk cId="1621244454" sldId="283"/>
            <ac:spMk id="6" creationId="{00000000-0000-0000-0000-000000000000}"/>
          </ac:spMkLst>
        </pc:spChg>
        <pc:spChg chg="mod">
          <ac:chgData name="Janou De Buyser" userId="9e855837-ff07-4ba4-86ed-57f131032e08" providerId="ADAL" clId="{E6AEFF39-D5DE-49A5-AE36-7B9FC3E010AE}" dt="2026-10-11T16:36:52.278" v="291" actId="20577"/>
          <ac:spMkLst>
            <pc:docMk/>
            <pc:sldMk cId="1621244454" sldId="283"/>
            <ac:spMk id="7" creationId="{00000000-0000-0000-0000-000000000000}"/>
          </ac:spMkLst>
        </pc:spChg>
        <pc:spChg chg="mod">
          <ac:chgData name="Janou De Buyser" userId="9e855837-ff07-4ba4-86ed-57f131032e08" providerId="ADAL" clId="{E6AEFF39-D5DE-49A5-AE36-7B9FC3E010AE}" dt="2026-10-11T16:36:52.282" v="292" actId="20577"/>
          <ac:spMkLst>
            <pc:docMk/>
            <pc:sldMk cId="1621244454" sldId="283"/>
            <ac:spMk id="8" creationId="{00000000-0000-0000-0000-000000000000}"/>
          </ac:spMkLst>
        </pc:spChg>
        <pc:spChg chg="mod">
          <ac:chgData name="Janou De Buyser" userId="9e855837-ff07-4ba4-86ed-57f131032e08" providerId="ADAL" clId="{E6AEFF39-D5DE-49A5-AE36-7B9FC3E010AE}" dt="2026-10-11T16:36:52.303" v="298" actId="20577"/>
          <ac:spMkLst>
            <pc:docMk/>
            <pc:sldMk cId="1621244454" sldId="283"/>
            <ac:spMk id="9" creationId="{00000000-0000-0000-0000-000000000000}"/>
          </ac:spMkLst>
        </pc:spChg>
        <pc:spChg chg="mod">
          <ac:chgData name="Janou De Buyser" userId="9e855837-ff07-4ba4-86ed-57f131032e08" providerId="ADAL" clId="{E6AEFF39-D5DE-49A5-AE36-7B9FC3E010AE}" dt="2026-10-11T16:36:55.194" v="312" actId="20577"/>
          <ac:spMkLst>
            <pc:docMk/>
            <pc:sldMk cId="1621244454" sldId="283"/>
            <ac:spMk id="13" creationId="{00000000-0000-0000-0000-000000000000}"/>
          </ac:spMkLst>
        </pc:spChg>
        <pc:picChg chg="add mod">
          <ac:chgData name="Janou De Buyser" userId="9e855837-ff07-4ba4-86ed-57f131032e08" providerId="ADAL" clId="{E6AEFF39-D5DE-49A5-AE36-7B9FC3E010AE}" dt="2026-10-11T16:36:52.303" v="297"/>
          <ac:picMkLst>
            <pc:docMk/>
            <pc:sldMk cId="1621244454" sldId="283"/>
            <ac:picMk id="12" creationId="{62DF2562-8082-A916-26B5-EA3EFA3A211A}"/>
          </ac:picMkLst>
        </pc:picChg>
        <pc:picChg chg="del">
          <ac:chgData name="Janou De Buyser" userId="9e855837-ff07-4ba4-86ed-57f131032e08" providerId="ADAL" clId="{E6AEFF39-D5DE-49A5-AE36-7B9FC3E010AE}" dt="2026-10-11T16:36:52.283" v="294"/>
          <ac:picMkLst>
            <pc:docMk/>
            <pc:sldMk cId="1621244454" sldId="283"/>
            <ac:picMk id="16" creationId="{6D0BA98C-5D93-CBF3-BAA0-5372CDA544CC}"/>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0017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Goeiedag. In een kwartier vertel ik wat PARADISE is, wat het voor AZ Groeninge betekent, en waar we vandaag staan. PARADISE staat voor drie woorden: de druk, het dragen en de educatie.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Honderdvierenveertig patiënten in zes voetklinieken: vierentwintig per centrum, twaalf in Optimal Care en twaalf in Usual Care. Usual Care krijgt dezelfde zool, maar zonder drukdoel, zonder feedback en zonder SEBIA. Er is één primair eindpunt: het recidief over achttien maanden. Blijft één centrum achter, dan haalt de studie het niet.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De studie loopt in zes voetklinieken in Vlaanderen, en AZ Groeninge is er één van. Elk centrum neemt vierentwintig deelnemers op, twaalf in elke arm. Samen maakt dat honderdvierenveertig.</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Vier fasen. Van november tot april loopt de opleiding, in februari de piloot, en op 23 februari beslist de Executive Board over Go of No-Go. Daarna twaalf maanden includeren, drie per maand, en elke deelnemer achttien maanden opvolgen. De laatste visite valt eind augustus 2029. Alleen de inclusie verschuift de einddatum.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Blok één: waarom. Ik geef u vier cijfers. Na het vierde weet u waarom deze studie twee normen heeft in plaats van één.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Veertig procent krijgt binnen één jaar een nieuw ulcus, na vijf jaar is dat vijfenzestig procent. De sterfte ligt tweeënhalf keer hoger, en na een majeure amputatie zelfs boven de zeventig procent. Dit is geen wondprobleem, dit is een overlevingsprobleem.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En dan het cijfer dat het moeilijk maakt. Driekwart van deze ulcera is in principe te voorkomen, en toch komt veertig procent binnen het jaar terug. Over dat gat tussen wat kan en wat gebeurt, gaat deze studie.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Dit is de beste poging die er ligt: drukgeoptimaliseerd maatschoeisel, multicentrisch en gerandomiseerd, de DIAFOS-studie. Over iedereen samen: geen verschil. Bij wie de schoen droeg, minstens tachtig procent van de stappen: het recidief bijna gehalveerd. Het verschil zat dus niet alleen in de schoen, maar in het dragen.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Daar zit het. Eenenzeventig procent draagtijd, gemeten met een sensor en niet gevraagd. Thuis zakt het naar eenenzestig procent, en juist thuis worden veel stappen gezet. De schoen staat in de gang, terwijl de patiënt door het huis loopt.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Daarom doet PARADISE het anders: één dienst met twee normen. De zool moet de druk halen: onder tweehonderd kilopascal, of minstens vijfentwintig procent lager dan zonder zool, in dezelfde sessie. En de zool moet gedragen worden: tachtig procent van de eigen waaktijd, gemeten met een sensor in de zool. Daarbij hoort een SEBIA-gesprek op elke visite. Dat is nog nooit samen getoetst.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Blok twee: de meting. Wat u meet, hoe u het meet, en wanneer het goed genoeg is.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Elke sensor geeft een cijfer. Dit is een meting in de schoen, zonder de zool: driehonderdtwaalf kilopascal onder metatarsaal twee-drie. De pedar meet links en rechts tegelijk; uit drie metingen komt één gemiddeld piekdrukbeeld per voet.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Zelfde voet, met de zool. Honderdzesentachtig kilopascal: veertig procent lager én onder de tweehonderd. De norm geldt per doelregio, en één van beide volstaat. Haalt een regio de norm niet, dan past de pedorthist de zool aan en meet u opnieuw, tot drie keer. Dat doen we op visite 2 en op maand 6, 12 en 18.</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Zo ziet dat er in het echt uit, bij één voet. Zonder zool, met schoen: een rode piek onder de metatarsaalkopjes en onder de hallux. Met een total contact zool draagt de middenvoet mee en wordt de piek kleiner. Met een RCTB van zes en daarna negen millimeter zakt de piek verder, en schuift de druk naar de balk erachter.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Even stilstaan. Het doel is niet minder belasting. Het doel is belasting op een plek die het aankan. Dat is de hele interventie.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Blok drie: het traject. Wie in aanmerking komt, en wat er op elke visite gebeurt.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Wie komt in aanmerking? Onthoud VOETEN: vaten stabiel, onlangs een voetwonde, eigen stappen, type 1 of 2, echt beschermend schoeisel, Nederlands en volwassen. Alle zes moeten kloppen; één van de negen exclusiecriteria volstaat om uit te sluiten. Let op: een resectie van de eerste metatarsaalkop mag wél, een enkel-voetorthese niet, en wie de draagsensor weigert, valt af. De arts screent en vraagt de toestemming. U krijgt deze zakkaart mee.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Screening en negen visites over achttien maanden. De eerste drie liggen dicht bij elkaar: toestemming, baseline, en de zool binnen de maand. Daarna is het ritme elke drie maanden, hetzelfde ritme als de controle die deze patiënten al krijgen.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Drie toestellen, drie taken. De Novel pedar meet de druk, in de schoen. De Orthotimer zit in de zool en registreert elk kwartier of de zool gedragen wordt; die leest u elke drie maanden uit. De MoveMonitor draagt de patiënt één week bij de start, om de waaktijd te kennen, en daarmee de draagnorm.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Dit is de enige regel die u echt moet onthouden. In Usual Care meet u de druk alleen bij de start en op maand 6, geblindeerd: met een drempel van vijftig kilopascal en de waarden uit, zonder iets te tonen of te bespreken. De sensor wordt uitgelezen, maar zonder terugkoppeling. Bespreekt u de waarden toch, dan levert u de interventie. Klinische bevindingen zijn geen meetwaarden: een laesie meldt en behandelt u meteen, in beide groepen.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Vier rollen. De podoloog meet, leest de sensoren uit en voert het SEBIA-gesprek. De pedorthist maakt de zool en past aan tot de norm. De arts screent, vraagt de toestemming, beoordeelt laesies en meldt voorvallen. Het management maakt tijd vrij en bewaakt de vierentwintig inclusies.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Dit krijgt u van ons. De SEBIA-opleiding, in zes sessies door professor Fabienne Dobbels, voor alle podologen. SOP's en draaiboeken per handeling. Gegevensinvoer doet het onderzoeksteam: u vult de formulieren in, verder niets. En één contactpunt: paradise-tbm@kuleuven.be. Nul sancties: wijkt u af van het protocol, dan meldt u dat, en het wordt geregistreerd, niet afgestraft.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Waar staan we vandaag? Protocol en formulieren liggen klaar. Uw dossier voor de ethische goedkeuring is volledig ingediend en ligt bij de externe diensten voor feedback; centraal wachten de ethische commissie van UZ Leuven en het FAGG op de lokale goedkeuringen. De pedar, de MoveMonitors en de Orthotimers staan bij u; de pedar installeren we vóór uw technologiesessie op 2 december. En er is één centrale databank: u vult papier in, wij voeren in.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Dan uw data. In november het info draaiboek, online, op dinsdag 10 en 24 november over de middag. Op woensdagvoormiddag 2 december de technologie bij u, en op dinsdag 8 december online de gezondheidseconomie en de procesevaluatie. In januari SEBIA 1 en 2 op woensdag 6 januari, de datacollectie op dinsdag 12 januari, en de droogloop bij u op woensdag 20 januari. In februari de piloot, en na de Go/No-Go van 23 februari starten we. In maart en april volgen SEBIA 3 en 4 op maandag 1 maart, en het inoefenen bij u op dinsdag 20 april.</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Vier dingen hebben we van u nodig, en geen daarvan is gegevensinvoer. Twee zorgverleners die de opleiding volgen. Drie inclusies per maand: zo heeft u er vierentwintig binnen het jaar, met marge. Een looppad. En een back-up, iemand die kan invallen en die de droogloop meedoet.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Tot slot: wie u aanspreekt. Praktische vragen, over inclusies, metingen, formulieren of sensoren, komen bij mij, via paradise-tbm@kuleuven.be. Wetenschappelijke vragen en afspraken op het niveau van uw centrum bij professor Deschamps. Dank u wel.</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Ter informatie: de bronnen bij de cijfers, genummerd zoals in het protocolmanuscript.</a:t>
            </a:r>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fotokader" descr="titel_voetonderzoek.jpg"/>
          <p:cNvPicPr>
            <a:picLocks noChangeAspect="1"/>
          </p:cNvPicPr>
          <p:nvPr/>
        </p:nvPicPr>
        <p:blipFill>
          <a:blip r:embed="rId3"/>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aradise_merk.png"/>
          <p:cNvPicPr>
            <a:picLocks noChangeAspect="1"/>
          </p:cNvPicPr>
          <p:nvPr/>
        </p:nvPicPr>
        <p:blipFill>
          <a:blip r:embed="rId4"/>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lIns="0" tIns="0" rIns="0" bIns="0" anchor="t">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lIns="0" tIns="0" rIns="0" bIns="0" anchor="t">
            <a:spAutoFit/>
          </a:bodyPr>
          <a:lstStyle/>
          <a:p>
            <a:pPr algn="l">
              <a:lnSpc>
                <a:spcPct val="125000"/>
              </a:lnSpc>
            </a:pPr>
            <a:r>
              <a:rPr sz="2800" b="1">
                <a:solidFill>
                  <a:srgbClr val="52BDEC"/>
                </a:solidFill>
                <a:latin typeface="Segoe UI"/>
              </a:rPr>
              <a:t>AZ Groeninge · toelichting en stand van zaken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uleuven.png"/>
          <p:cNvPicPr>
            <a:picLocks noChangeAspect="1"/>
          </p:cNvPicPr>
          <p:nvPr/>
        </p:nvPicPr>
        <p:blipFill>
          <a:blip r:embed="rId5"/>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vub.png"/>
          <p:cNvPicPr>
            <a:picLocks noChangeAspect="1"/>
          </p:cNvPicPr>
          <p:nvPr/>
        </p:nvPicPr>
        <p:blipFill>
          <a:blip r:embed="rId6"/>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lIns="0" tIns="0" rIns="0" bIns="0" anchor="t">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lIns="0" tIns="0" rIns="0" bIns="0" anchor="t">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TextBox 148"/>
          <p:cNvSpPr txBox="1"/>
          <p:nvPr/>
        </p:nvSpPr>
        <p:spPr>
          <a:xfrm>
            <a:off x="634984" y="3301917"/>
            <a:ext cx="2539936" cy="230448"/>
          </a:xfrm>
          <a:prstGeom prst="rect">
            <a:avLst/>
          </a:prstGeom>
          <a:noFill/>
        </p:spPr>
        <p:txBody>
          <a:bodyPr wrap="square" lIns="0" tIns="0" rIns="0" bIns="0" anchor="t">
            <a:spAutoFit/>
          </a:bodyPr>
          <a:lstStyle/>
          <a:p>
            <a:pPr algn="l">
              <a:lnSpc>
                <a:spcPct val="125000"/>
              </a:lnSpc>
            </a:pPr>
            <a:r>
              <a:rPr lang="nl-BE" sz="1300" b="1" spc="140">
                <a:solidFill>
                  <a:srgbClr val="52BDEC"/>
                </a:solidFill>
                <a:latin typeface="Consolas"/>
              </a:rPr>
              <a:t>72 OPTIMAL CARE</a:t>
            </a:r>
            <a:endParaRPr sz="1300" b="1" spc="140">
              <a:solidFill>
                <a:srgbClr val="52BDEC"/>
              </a:solidFill>
              <a:latin typeface="Consolas"/>
            </a:endParaRPr>
          </a:p>
        </p:txBody>
      </p:sp>
      <p:sp>
        <p:nvSpPr>
          <p:cNvPr id="150" name="TextBox 149"/>
          <p:cNvSpPr txBox="1"/>
          <p:nvPr/>
        </p:nvSpPr>
        <p:spPr>
          <a:xfrm>
            <a:off x="2412939" y="3301917"/>
            <a:ext cx="2539936" cy="230448"/>
          </a:xfrm>
          <a:prstGeom prst="rect">
            <a:avLst/>
          </a:prstGeom>
          <a:noFill/>
        </p:spPr>
        <p:txBody>
          <a:bodyPr wrap="square" lIns="0" tIns="0" rIns="0" bIns="0" anchor="t">
            <a:spAutoFit/>
          </a:bodyPr>
          <a:lstStyle/>
          <a:p>
            <a:pPr algn="l">
              <a:lnSpc>
                <a:spcPct val="125000"/>
              </a:lnSpc>
            </a:pPr>
            <a:r>
              <a:rPr lang="nl-BE" sz="1300" b="1" spc="140">
                <a:solidFill>
                  <a:srgbClr val="FF7A00"/>
                </a:solidFill>
                <a:latin typeface="Consolas"/>
              </a:rPr>
              <a:t>72 USUAL CARE</a:t>
            </a:r>
            <a:endParaRPr sz="1300" b="1" spc="140">
              <a:solidFill>
                <a:srgbClr val="FF7A00"/>
              </a:solidFill>
              <a:latin typeface="Consolas"/>
            </a:endParaRP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825479" y="3848003"/>
            <a:ext cx="5003547" cy="215894"/>
          </a:xfrm>
          <a:prstGeom prst="rect">
            <a:avLst/>
          </a:prstGeom>
          <a:noFill/>
        </p:spPr>
        <p:txBody>
          <a:bodyPr wrap="square" lIns="0" tIns="0" rIns="0" bIns="0" anchor="t">
            <a:spAutoFit/>
          </a:bodyPr>
          <a:lstStyle/>
          <a:p>
            <a:pPr algn="l">
              <a:lnSpc>
                <a:spcPct val="125000"/>
              </a:lnSpc>
            </a:pPr>
            <a:r>
              <a:rPr sz="1200" b="1" spc="140">
                <a:solidFill>
                  <a:srgbClr val="52BDEC"/>
                </a:solidFill>
                <a:latin typeface="Consolas"/>
              </a:rPr>
              <a:t>PER CENTRUM</a:t>
            </a:r>
          </a:p>
        </p:txBody>
      </p:sp>
      <p:sp>
        <p:nvSpPr>
          <p:cNvPr id="153" name="TextBox 152"/>
          <p:cNvSpPr txBox="1"/>
          <p:nvPr/>
        </p:nvSpPr>
        <p:spPr>
          <a:xfrm>
            <a:off x="825479" y="4089297"/>
            <a:ext cx="5003547" cy="268663"/>
          </a:xfrm>
          <a:prstGeom prst="rect">
            <a:avLst/>
          </a:prstGeom>
          <a:noFill/>
        </p:spPr>
        <p:txBody>
          <a:bodyPr wrap="square" lIns="0" tIns="0" rIns="0" bIns="0" anchor="t">
            <a:spAutoFit/>
          </a:bodyPr>
          <a:lstStyle/>
          <a:p>
            <a:pPr algn="l">
              <a:lnSpc>
                <a:spcPct val="125000"/>
              </a:lnSpc>
            </a:pPr>
            <a:r>
              <a:rPr lang="en-US" sz="1550" b="0">
                <a:solidFill>
                  <a:srgbClr val="F2F8FC"/>
                </a:solidFill>
                <a:latin typeface="Segoe UI"/>
              </a:rPr>
              <a:t>24 deelnemers — 12 Optimal Care en 12 Usual Care</a:t>
            </a:r>
            <a:endParaRPr sz="1550" b="0">
              <a:solidFill>
                <a:srgbClr val="F2F8FC"/>
              </a:solidFill>
              <a:latin typeface="Segoe UI"/>
            </a:endParaRP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TextBox 154"/>
          <p:cNvSpPr txBox="1"/>
          <p:nvPr/>
        </p:nvSpPr>
        <p:spPr>
          <a:xfrm>
            <a:off x="6362413" y="3848003"/>
            <a:ext cx="5003547" cy="215894"/>
          </a:xfrm>
          <a:prstGeom prst="rect">
            <a:avLst/>
          </a:prstGeom>
          <a:noFill/>
        </p:spPr>
        <p:txBody>
          <a:bodyPr wrap="square" lIns="0" tIns="0" rIns="0" bIns="0" anchor="t">
            <a:spAutoFit/>
          </a:bodyPr>
          <a:lstStyle/>
          <a:p>
            <a:pPr algn="l">
              <a:lnSpc>
                <a:spcPct val="125000"/>
              </a:lnSpc>
            </a:pPr>
            <a:r>
              <a:rPr lang="nl-BE" sz="1200" b="1" spc="140">
                <a:solidFill>
                  <a:srgbClr val="52BDEC"/>
                </a:solidFill>
                <a:latin typeface="Consolas"/>
              </a:rPr>
              <a:t>USUAL CARE</a:t>
            </a:r>
            <a:endParaRPr sz="1200" b="1" spc="140">
              <a:solidFill>
                <a:srgbClr val="52BDEC"/>
              </a:solidFill>
              <a:latin typeface="Consolas"/>
            </a:endParaRPr>
          </a:p>
        </p:txBody>
      </p:sp>
      <p:sp>
        <p:nvSpPr>
          <p:cNvPr id="156" name="TextBox 155"/>
          <p:cNvSpPr txBox="1"/>
          <p:nvPr/>
        </p:nvSpPr>
        <p:spPr>
          <a:xfrm>
            <a:off x="6362413" y="4089297"/>
            <a:ext cx="5003547" cy="268663"/>
          </a:xfrm>
          <a:prstGeom prst="rect">
            <a:avLst/>
          </a:prstGeom>
          <a:noFill/>
        </p:spPr>
        <p:txBody>
          <a:bodyPr wrap="square" lIns="0" tIns="0" rIns="0" bIns="0" anchor="t">
            <a:spAutoFit/>
          </a:bodyPr>
          <a:lstStyle/>
          <a:p>
            <a:pPr algn="l">
              <a:lnSpc>
                <a:spcPct val="125000"/>
              </a:lnSpc>
            </a:pPr>
            <a:r>
              <a:rPr lang="nl-NL" sz="1550" b="0">
                <a:solidFill>
                  <a:srgbClr val="F2F8FC"/>
                </a:solidFill>
                <a:latin typeface="Segoe UI"/>
              </a:rPr>
              <a:t>Dezelfde zool, zonder drukdoel, feedback of SEBIA</a:t>
            </a:r>
            <a:endParaRPr sz="1550" b="0">
              <a:solidFill>
                <a:srgbClr val="F2F8FC"/>
              </a:solidFill>
              <a:latin typeface="Segoe UI"/>
            </a:endParaRP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825479" y="4648083"/>
            <a:ext cx="5003547" cy="215894"/>
          </a:xfrm>
          <a:prstGeom prst="rect">
            <a:avLst/>
          </a:prstGeom>
          <a:noFill/>
        </p:spPr>
        <p:txBody>
          <a:bodyPr wrap="square" lIns="0" tIns="0" rIns="0" bIns="0" anchor="t">
            <a:spAutoFit/>
          </a:bodyPr>
          <a:lstStyle/>
          <a:p>
            <a:pPr algn="l">
              <a:lnSpc>
                <a:spcPct val="125000"/>
              </a:lnSpc>
            </a:pPr>
            <a:r>
              <a:rPr sz="1200" b="1" spc="140">
                <a:solidFill>
                  <a:srgbClr val="52BDEC"/>
                </a:solidFill>
                <a:latin typeface="Consolas"/>
              </a:rPr>
              <a:t>PRIMAIR</a:t>
            </a:r>
          </a:p>
        </p:txBody>
      </p:sp>
      <p:sp>
        <p:nvSpPr>
          <p:cNvPr id="159" name="TextBox 158"/>
          <p:cNvSpPr txBox="1"/>
          <p:nvPr/>
        </p:nvSpPr>
        <p:spPr>
          <a:xfrm>
            <a:off x="825479" y="4889377"/>
            <a:ext cx="5003547" cy="292092"/>
          </a:xfrm>
          <a:prstGeom prst="rect">
            <a:avLst/>
          </a:prstGeom>
          <a:noFill/>
        </p:spPr>
        <p:txBody>
          <a:bodyPr wrap="square" lIns="0" tIns="0" rIns="0" bIns="0" anchor="t">
            <a:spAutoFit/>
          </a:bodyPr>
          <a:lstStyle/>
          <a:p>
            <a:pPr algn="l">
              <a:lnSpc>
                <a:spcPct val="125000"/>
              </a:lnSpc>
            </a:pPr>
            <a:r>
              <a:rPr sz="1550" b="0">
                <a:solidFill>
                  <a:srgbClr val="F2F8FC"/>
                </a:solidFill>
                <a:latin typeface="Segoe UI"/>
              </a:rPr>
              <a:t>Recidief op 18 maanden</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6362413" y="4648083"/>
            <a:ext cx="5003547" cy="215894"/>
          </a:xfrm>
          <a:prstGeom prst="rect">
            <a:avLst/>
          </a:prstGeom>
          <a:noFill/>
        </p:spPr>
        <p:txBody>
          <a:bodyPr wrap="square" lIns="0" tIns="0" rIns="0" bIns="0" anchor="t">
            <a:spAutoFit/>
          </a:bodyPr>
          <a:lstStyle/>
          <a:p>
            <a:pPr algn="l">
              <a:lnSpc>
                <a:spcPct val="125000"/>
              </a:lnSpc>
            </a:pPr>
            <a:r>
              <a:rPr sz="1200" b="1" spc="140">
                <a:solidFill>
                  <a:srgbClr val="52BDEC"/>
                </a:solidFill>
                <a:latin typeface="Consolas"/>
              </a:rPr>
              <a:t>POSITIEF</a:t>
            </a:r>
          </a:p>
        </p:txBody>
      </p:sp>
      <p:sp>
        <p:nvSpPr>
          <p:cNvPr id="162" name="TextBox 161"/>
          <p:cNvSpPr txBox="1"/>
          <p:nvPr/>
        </p:nvSpPr>
        <p:spPr>
          <a:xfrm>
            <a:off x="6362413" y="4889377"/>
            <a:ext cx="5003547" cy="292092"/>
          </a:xfrm>
          <a:prstGeom prst="rect">
            <a:avLst/>
          </a:prstGeom>
          <a:noFill/>
        </p:spPr>
        <p:txBody>
          <a:bodyPr wrap="square" lIns="0" tIns="0" rIns="0" bIns="0" anchor="t">
            <a:spAutoFit/>
          </a:bodyPr>
          <a:lstStyle/>
          <a:p>
            <a:pPr algn="l">
              <a:lnSpc>
                <a:spcPct val="125000"/>
              </a:lnSpc>
            </a:pPr>
            <a:r>
              <a:rPr sz="1550" b="0" dirty="0">
                <a:solidFill>
                  <a:srgbClr val="F2F8FC"/>
                </a:solidFill>
                <a:latin typeface="Segoe UI"/>
              </a:rPr>
              <a:t>Alleen </a:t>
            </a:r>
            <a:r>
              <a:rPr sz="1550" b="0" dirty="0" err="1">
                <a:solidFill>
                  <a:srgbClr val="F2F8FC"/>
                </a:solidFill>
                <a:latin typeface="Segoe UI"/>
              </a:rPr>
              <a:t>als</a:t>
            </a:r>
            <a:r>
              <a:rPr sz="1550" b="0" dirty="0">
                <a:solidFill>
                  <a:srgbClr val="F2F8FC"/>
                </a:solidFill>
                <a:latin typeface="Segoe UI"/>
              </a:rPr>
              <a:t> het </a:t>
            </a:r>
            <a:r>
              <a:rPr sz="1550" b="0" dirty="0" err="1">
                <a:solidFill>
                  <a:srgbClr val="F2F8FC"/>
                </a:solidFill>
                <a:latin typeface="Segoe UI"/>
              </a:rPr>
              <a:t>eindpunt</a:t>
            </a:r>
            <a:r>
              <a:rPr sz="1550" b="0" dirty="0">
                <a:solidFill>
                  <a:srgbClr val="F2F8FC"/>
                </a:solidFill>
                <a:latin typeface="Segoe UI"/>
              </a:rPr>
              <a:t> </a:t>
            </a:r>
            <a:r>
              <a:rPr sz="1550" b="0" dirty="0" err="1">
                <a:solidFill>
                  <a:srgbClr val="F2F8FC"/>
                </a:solidFill>
                <a:latin typeface="Segoe UI"/>
              </a:rPr>
              <a:t>behaald</a:t>
            </a:r>
            <a:r>
              <a:rPr sz="1550" b="0" dirty="0">
                <a:solidFill>
                  <a:srgbClr val="F2F8FC"/>
                </a:solidFill>
                <a:latin typeface="Segoe UI"/>
              </a:rPr>
              <a:t> is</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634984" y="5575160"/>
            <a:ext cx="5714857" cy="215894"/>
          </a:xfrm>
          <a:prstGeom prst="rect">
            <a:avLst/>
          </a:prstGeom>
          <a:noFill/>
        </p:spPr>
        <p:txBody>
          <a:bodyPr wrap="square" lIns="0" tIns="0" rIns="0" bIns="0" anchor="t">
            <a:spAutoFit/>
          </a:bodyPr>
          <a:lstStyle/>
          <a:p>
            <a:pPr algn="l">
              <a:lnSpc>
                <a:spcPct val="125000"/>
              </a:lnSpc>
            </a:pPr>
            <a:r>
              <a:rPr sz="1200" b="1" spc="140">
                <a:solidFill>
                  <a:srgbClr val="8FB6D0"/>
                </a:solidFill>
                <a:latin typeface="Consolas"/>
              </a:rPr>
              <a:t>DE ZES DEELNEMENDE VOETKLINIEKEN</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634984"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2463738"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4292492"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6121246"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7950001"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9778755"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02 / 27</a:t>
            </a:r>
            <a:endParaRPr sz="1050" b="0">
              <a:solidFill>
                <a:srgbClr val="8FB6D0"/>
              </a:solidFill>
              <a:latin typeface="Consolas"/>
            </a:endParaRPr>
          </a:p>
        </p:txBody>
      </p:sp>
      <p:pic>
        <p:nvPicPr>
          <p:cNvPr id="17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DE ZES VOETKLINIEKEN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Waar de studie loopt</a:t>
            </a:r>
          </a:p>
        </p:txBody>
      </p:sp>
      <p:sp>
        <p:nvSpPr>
          <p:cNvPr id="5" name="TextBox 4"/>
          <p:cNvSpPr txBox="1"/>
          <p:nvPr/>
        </p:nvSpPr>
        <p:spPr>
          <a:xfrm>
            <a:off x="634984" y="2489137"/>
            <a:ext cx="4063898" cy="228594"/>
          </a:xfrm>
          <a:prstGeom prst="rect">
            <a:avLst/>
          </a:prstGeom>
          <a:noFill/>
        </p:spPr>
        <p:txBody>
          <a:bodyPr wrap="square" lIns="0" tIns="0" rIns="0" bIns="0" anchor="t">
            <a:spAutoFit/>
          </a:bodyPr>
          <a:lstStyle/>
          <a:p>
            <a:pPr algn="l">
              <a:lnSpc>
                <a:spcPct val="125000"/>
              </a:lnSpc>
            </a:pPr>
            <a:r>
              <a:rPr sz="1100" b="1" spc="160">
                <a:solidFill>
                  <a:srgbClr val="8FB6D0"/>
                </a:solidFill>
                <a:latin typeface="Consolas"/>
              </a:rPr>
              <a:t>CENTRA</a:t>
            </a:r>
          </a:p>
        </p:txBody>
      </p:sp>
      <p:sp>
        <p:nvSpPr>
          <p:cNvPr id="6" name="TextBox 5"/>
          <p:cNvSpPr txBox="1"/>
          <p:nvPr/>
        </p:nvSpPr>
        <p:spPr>
          <a:xfrm>
            <a:off x="634984" y="2717732"/>
            <a:ext cx="4063898" cy="939776"/>
          </a:xfrm>
          <a:prstGeom prst="rect">
            <a:avLst/>
          </a:prstGeom>
          <a:noFill/>
        </p:spPr>
        <p:txBody>
          <a:bodyPr wrap="square" lIns="0" tIns="0" rIns="0" bIns="0" anchor="t">
            <a:spAutoFit/>
          </a:bodyPr>
          <a:lstStyle/>
          <a:p>
            <a:pPr algn="l">
              <a:lnSpc>
                <a:spcPct val="100000"/>
              </a:lnSpc>
            </a:pPr>
            <a:r>
              <a:rPr sz="5400" b="1">
                <a:solidFill>
                  <a:srgbClr val="52BDEC"/>
                </a:solidFill>
                <a:latin typeface="Segoe UI"/>
              </a:rPr>
              <a:t>6</a:t>
            </a:r>
          </a:p>
        </p:txBody>
      </p:sp>
      <p:sp>
        <p:nvSpPr>
          <p:cNvPr id="7" name="TextBox 6"/>
          <p:cNvSpPr txBox="1"/>
          <p:nvPr/>
        </p:nvSpPr>
        <p:spPr>
          <a:xfrm>
            <a:off x="634984" y="4038499"/>
            <a:ext cx="4063898" cy="228594"/>
          </a:xfrm>
          <a:prstGeom prst="rect">
            <a:avLst/>
          </a:prstGeom>
          <a:noFill/>
        </p:spPr>
        <p:txBody>
          <a:bodyPr wrap="square" lIns="0" tIns="0" rIns="0" bIns="0" anchor="t">
            <a:spAutoFit/>
          </a:bodyPr>
          <a:lstStyle/>
          <a:p>
            <a:pPr algn="l">
              <a:lnSpc>
                <a:spcPct val="125000"/>
              </a:lnSpc>
            </a:pPr>
            <a:r>
              <a:rPr sz="1100" b="1" spc="160">
                <a:solidFill>
                  <a:srgbClr val="8FB6D0"/>
                </a:solidFill>
                <a:latin typeface="Consolas"/>
              </a:rPr>
              <a:t>PER CENTRUM</a:t>
            </a:r>
          </a:p>
        </p:txBody>
      </p:sp>
      <p:sp>
        <p:nvSpPr>
          <p:cNvPr id="8" name="TextBox 7"/>
          <p:cNvSpPr txBox="1"/>
          <p:nvPr/>
        </p:nvSpPr>
        <p:spPr>
          <a:xfrm>
            <a:off x="634984" y="4267093"/>
            <a:ext cx="4063898" cy="939776"/>
          </a:xfrm>
          <a:prstGeom prst="rect">
            <a:avLst/>
          </a:prstGeom>
          <a:noFill/>
        </p:spPr>
        <p:txBody>
          <a:bodyPr wrap="square" lIns="0" tIns="0" rIns="0" bIns="0" anchor="t">
            <a:spAutoFit/>
          </a:bodyPr>
          <a:lstStyle/>
          <a:p>
            <a:pPr algn="l">
              <a:lnSpc>
                <a:spcPct val="100000"/>
              </a:lnSpc>
            </a:pPr>
            <a:r>
              <a:rPr sz="5400" b="1">
                <a:solidFill>
                  <a:srgbClr val="FF7A00"/>
                </a:solidFill>
                <a:latin typeface="Segoe UI"/>
              </a:rPr>
              <a:t>24</a:t>
            </a:r>
          </a:p>
        </p:txBody>
      </p:sp>
      <p:sp>
        <p:nvSpPr>
          <p:cNvPr id="9" name="TextBox 8"/>
          <p:cNvSpPr txBox="1"/>
          <p:nvPr/>
        </p:nvSpPr>
        <p:spPr>
          <a:xfrm>
            <a:off x="3230373" y="6286515"/>
            <a:ext cx="5968850" cy="279393"/>
          </a:xfrm>
          <a:prstGeom prst="rect">
            <a:avLst/>
          </a:prstGeom>
          <a:noFill/>
        </p:spPr>
        <p:txBody>
          <a:bodyPr wrap="square" lIns="0" tIns="0" rIns="0" bIns="0" anchor="t">
            <a:spAutoFit/>
          </a:bodyPr>
          <a:lstStyle/>
          <a:p>
            <a:pPr algn="l">
              <a:lnSpc>
                <a:spcPct val="125000"/>
              </a:lnSpc>
            </a:pPr>
            <a:r>
              <a:rPr sz="1300" b="0" dirty="0">
                <a:solidFill>
                  <a:srgbClr val="8FB6D0"/>
                </a:solidFill>
                <a:latin typeface="Segoe UI"/>
              </a:rPr>
              <a:t>AZ Groeninge is </a:t>
            </a:r>
            <a:r>
              <a:rPr sz="1300" b="0" dirty="0" err="1">
                <a:solidFill>
                  <a:srgbClr val="8FB6D0"/>
                </a:solidFill>
                <a:latin typeface="Segoe UI"/>
              </a:rPr>
              <a:t>één</a:t>
            </a:r>
            <a:r>
              <a:rPr sz="1300" b="0" dirty="0">
                <a:solidFill>
                  <a:srgbClr val="8FB6D0"/>
                </a:solidFill>
                <a:latin typeface="Segoe UI"/>
              </a:rPr>
              <a:t> van de </a:t>
            </a:r>
            <a:r>
              <a:rPr sz="1300" b="0" dirty="0" err="1">
                <a:solidFill>
                  <a:srgbClr val="8FB6D0"/>
                </a:solidFill>
                <a:latin typeface="Segoe UI"/>
              </a:rPr>
              <a:t>zes</a:t>
            </a:r>
            <a:endParaRPr sz="1300" b="0" dirty="0">
              <a:solidFill>
                <a:srgbClr val="8FB6D0"/>
              </a:solidFill>
              <a:latin typeface="Segoe UI"/>
            </a:endParaRPr>
          </a:p>
        </p:txBody>
      </p:sp>
      <p:sp>
        <p:nvSpPr>
          <p:cNvPr id="10" name="Rounded Rectangle 9"/>
          <p:cNvSpPr/>
          <p:nvPr/>
        </p:nvSpPr>
        <p:spPr>
          <a:xfrm>
            <a:off x="2901822" y="1628889"/>
            <a:ext cx="8804179" cy="464475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03 / 27</a:t>
            </a:r>
            <a:endParaRPr sz="1050" b="0">
              <a:solidFill>
                <a:srgbClr val="8FB6D0"/>
              </a:solidFill>
              <a:latin typeface="Consolas"/>
            </a:endParaRP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pic>
        <p:nvPicPr>
          <p:cNvPr id="16" name="Afbeelding 15">
            <a:extLst>
              <a:ext uri="{FF2B5EF4-FFF2-40B4-BE49-F238E27FC236}">
                <a16:creationId xmlns:a16="http://schemas.microsoft.com/office/drawing/2014/main" id="{6D0BA98C-5D93-CBF3-BAA0-5372CDA544CC}"/>
              </a:ext>
            </a:extLst>
          </p:cNvPr>
          <p:cNvPicPr>
            <a:picLocks noChangeAspect="1"/>
          </p:cNvPicPr>
          <p:nvPr/>
        </p:nvPicPr>
        <p:blipFill>
          <a:blip r:embed="rId4"/>
          <a:stretch>
            <a:fillRect/>
          </a:stretch>
        </p:blipFill>
        <p:spPr>
          <a:xfrm>
            <a:off x="3300772" y="1679683"/>
            <a:ext cx="8065443" cy="4536812"/>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NL" sz="4000" b="1">
                <a:solidFill>
                  <a:srgbClr val="F2F8FC"/>
                </a:solidFill>
                <a:latin typeface="Segoe UI"/>
              </a:rPr>
              <a:t>Van opleiding tot laatste patiënt</a:t>
            </a:r>
            <a:endParaRPr sz="4000" b="1">
              <a:solidFill>
                <a:srgbClr val="F2F8FC"/>
              </a:solidFill>
              <a:latin typeface="Segoe UI"/>
            </a:endParaRP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4984" y="2095447"/>
            <a:ext cx="2730431" cy="265907"/>
          </a:xfrm>
          <a:prstGeom prst="rect">
            <a:avLst/>
          </a:prstGeom>
          <a:noFill/>
        </p:spPr>
        <p:txBody>
          <a:bodyPr wrap="square" lIns="0" tIns="0" rIns="0" bIns="0" anchor="t">
            <a:spAutoFit/>
          </a:bodyPr>
          <a:lstStyle/>
          <a:p>
            <a:pPr algn="ctr">
              <a:lnSpc>
                <a:spcPct val="125000"/>
              </a:lnSpc>
            </a:pPr>
            <a:r>
              <a:rPr lang="nl-BE" sz="1500" b="1">
                <a:solidFill>
                  <a:srgbClr val="FF7A00"/>
                </a:solidFill>
                <a:latin typeface="Consolas"/>
              </a:rPr>
              <a:t>nov 2026 – feb 2027</a:t>
            </a:r>
            <a:endParaRPr sz="1500" b="1">
              <a:solidFill>
                <a:srgbClr val="FF7A00"/>
              </a:solidFill>
              <a:latin typeface="Consolas"/>
            </a:endParaRPr>
          </a:p>
        </p:txBody>
      </p:sp>
      <p:sp>
        <p:nvSpPr>
          <p:cNvPr id="8" name="TextBox 7"/>
          <p:cNvSpPr txBox="1"/>
          <p:nvPr/>
        </p:nvSpPr>
        <p:spPr>
          <a:xfrm>
            <a:off x="634984" y="2425639"/>
            <a:ext cx="2730431" cy="380990"/>
          </a:xfrm>
          <a:prstGeom prst="rect">
            <a:avLst/>
          </a:prstGeom>
          <a:noFill/>
        </p:spPr>
        <p:txBody>
          <a:bodyPr wrap="square" lIns="0" tIns="0" rIns="0" bIns="0" anchor="t">
            <a:spAutoFit/>
          </a:bodyPr>
          <a:lstStyle/>
          <a:p>
            <a:pPr algn="ctr">
              <a:lnSpc>
                <a:spcPct val="125000"/>
              </a:lnSpc>
            </a:pPr>
            <a:r>
              <a:rPr lang="nl-BE" sz="2200" b="1">
                <a:solidFill>
                  <a:srgbClr val="F2F8FC"/>
                </a:solidFill>
                <a:latin typeface="Segoe UI"/>
              </a:rPr>
              <a:t>Opleiding</a:t>
            </a:r>
            <a:endParaRPr sz="2200" b="1">
              <a:solidFill>
                <a:srgbClr val="F2F8FC"/>
              </a:solidFill>
              <a:latin typeface="Segoe UI"/>
            </a:endParaRPr>
          </a:p>
        </p:txBody>
      </p:sp>
      <p:sp>
        <p:nvSpPr>
          <p:cNvPr id="9" name="TextBox 8"/>
          <p:cNvSpPr txBox="1"/>
          <p:nvPr/>
        </p:nvSpPr>
        <p:spPr>
          <a:xfrm>
            <a:off x="761980" y="3340016"/>
            <a:ext cx="2476438" cy="1171796"/>
          </a:xfrm>
          <a:prstGeom prst="rect">
            <a:avLst/>
          </a:prstGeom>
          <a:noFill/>
        </p:spPr>
        <p:txBody>
          <a:bodyPr wrap="square" lIns="0" tIns="0" rIns="0" bIns="0" anchor="t">
            <a:spAutoFit/>
          </a:bodyPr>
          <a:lstStyle/>
          <a:p>
            <a:pPr algn="ctr">
              <a:lnSpc>
                <a:spcPct val="135000"/>
              </a:lnSpc>
            </a:pPr>
            <a:r>
              <a:rPr lang="nl-NL" sz="1450" b="0">
                <a:solidFill>
                  <a:srgbClr val="8FB6D0"/>
                </a:solidFill>
                <a:latin typeface="Segoe UI"/>
              </a:rPr>
              <a:t>Opleiding van november tot april. Piloot van 1 tot 19 februari, Go/No-Go op 23 februari.</a:t>
            </a:r>
            <a:endParaRPr sz="1450" b="0">
              <a:solidFill>
                <a:srgbClr val="8FB6D0"/>
              </a:solidFill>
              <a:latin typeface="Segoe UI"/>
            </a:endParaRP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65415" y="2095447"/>
            <a:ext cx="2730431" cy="253993"/>
          </a:xfrm>
          <a:prstGeom prst="rect">
            <a:avLst/>
          </a:prstGeom>
          <a:noFill/>
        </p:spPr>
        <p:txBody>
          <a:bodyPr wrap="square" lIns="0" tIns="0" rIns="0" bIns="0" anchor="t">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lIns="0" tIns="0" rIns="0" bIns="0" anchor="t">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870559"/>
          </a:xfrm>
          <a:prstGeom prst="rect">
            <a:avLst/>
          </a:prstGeom>
          <a:noFill/>
        </p:spPr>
        <p:txBody>
          <a:bodyPr wrap="square" lIns="0" tIns="0" rIns="0" bIns="0" anchor="t">
            <a:spAutoFit/>
          </a:bodyPr>
          <a:lstStyle/>
          <a:p>
            <a:pPr algn="ctr">
              <a:lnSpc>
                <a:spcPct val="135000"/>
              </a:lnSpc>
            </a:pPr>
            <a:r>
              <a:rPr lang="nl-NL" sz="1450" b="0">
                <a:solidFill>
                  <a:srgbClr val="8FB6D0"/>
                </a:solidFill>
                <a:latin typeface="Segoe UI"/>
              </a:rPr>
              <a:t>Twaalf maanden rekruteren. 24 deelnemers per centrum: drie per maand, met marge.</a:t>
            </a:r>
            <a:endParaRPr sz="1450" b="0">
              <a:solidFill>
                <a:srgbClr val="8FB6D0"/>
              </a:solidFill>
              <a:latin typeface="Segoe UI"/>
            </a:endParaRP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095847" y="2095447"/>
            <a:ext cx="2730431" cy="265907"/>
          </a:xfrm>
          <a:prstGeom prst="rect">
            <a:avLst/>
          </a:prstGeom>
          <a:noFill/>
        </p:spPr>
        <p:txBody>
          <a:bodyPr wrap="square" lIns="0" tIns="0" rIns="0" bIns="0" anchor="t">
            <a:spAutoFit/>
          </a:bodyPr>
          <a:lstStyle/>
          <a:p>
            <a:pPr algn="ctr">
              <a:lnSpc>
                <a:spcPct val="125000"/>
              </a:lnSpc>
            </a:pPr>
            <a:r>
              <a:rPr lang="nl-BE" sz="1500" b="1">
                <a:solidFill>
                  <a:srgbClr val="8FB6D0"/>
                </a:solidFill>
                <a:latin typeface="Consolas"/>
              </a:rPr>
              <a:t>tot aug 2029</a:t>
            </a:r>
            <a:endParaRPr sz="1500" b="1">
              <a:solidFill>
                <a:srgbClr val="8FB6D0"/>
              </a:solidFill>
              <a:latin typeface="Consolas"/>
            </a:endParaRPr>
          </a:p>
        </p:txBody>
      </p:sp>
      <p:sp>
        <p:nvSpPr>
          <p:cNvPr id="16" name="TextBox 15"/>
          <p:cNvSpPr txBox="1"/>
          <p:nvPr/>
        </p:nvSpPr>
        <p:spPr>
          <a:xfrm>
            <a:off x="6095847" y="2425639"/>
            <a:ext cx="2730431" cy="380990"/>
          </a:xfrm>
          <a:prstGeom prst="rect">
            <a:avLst/>
          </a:prstGeom>
          <a:noFill/>
        </p:spPr>
        <p:txBody>
          <a:bodyPr wrap="square" lIns="0" tIns="0" rIns="0" bIns="0" anchor="t">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lIns="0" tIns="0" rIns="0" bIns="0" anchor="t">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26279" y="2095447"/>
            <a:ext cx="2730431" cy="253993"/>
          </a:xfrm>
          <a:prstGeom prst="rect">
            <a:avLst/>
          </a:prstGeom>
          <a:noFill/>
        </p:spPr>
        <p:txBody>
          <a:bodyPr wrap="square" lIns="0" tIns="0" rIns="0" bIns="0" anchor="t">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lIns="0" tIns="0" rIns="0" bIns="0" anchor="t">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870559"/>
          </a:xfrm>
          <a:prstGeom prst="rect">
            <a:avLst/>
          </a:prstGeom>
          <a:noFill/>
        </p:spPr>
        <p:txBody>
          <a:bodyPr wrap="square" lIns="0" tIns="0" rIns="0" bIns="0" anchor="t">
            <a:spAutoFit/>
          </a:bodyPr>
          <a:lstStyle/>
          <a:p>
            <a:pPr algn="ctr">
              <a:lnSpc>
                <a:spcPct val="135000"/>
              </a:lnSpc>
            </a:pPr>
            <a:r>
              <a:rPr sz="1450" b="0" dirty="0" err="1">
                <a:solidFill>
                  <a:srgbClr val="8FB6D0"/>
                </a:solidFill>
                <a:latin typeface="Segoe UI"/>
              </a:rPr>
              <a:t>Uitkomsten</a:t>
            </a:r>
            <a:r>
              <a:rPr sz="1450" b="0" dirty="0">
                <a:solidFill>
                  <a:srgbClr val="8FB6D0"/>
                </a:solidFill>
                <a:latin typeface="Segoe UI"/>
              </a:rPr>
              <a:t>, </a:t>
            </a:r>
            <a:r>
              <a:rPr sz="1450" b="0" dirty="0" err="1">
                <a:solidFill>
                  <a:srgbClr val="8FB6D0"/>
                </a:solidFill>
                <a:latin typeface="Segoe UI"/>
              </a:rPr>
              <a:t>gezondheidseconomie</a:t>
            </a:r>
            <a:r>
              <a:rPr sz="1450" b="0" dirty="0">
                <a:solidFill>
                  <a:srgbClr val="8FB6D0"/>
                </a:solidFill>
                <a:latin typeface="Segoe UI"/>
              </a:rPr>
              <a:t> en </a:t>
            </a:r>
            <a:r>
              <a:rPr sz="1450" b="0" dirty="0" err="1">
                <a:solidFill>
                  <a:srgbClr val="8FB6D0"/>
                </a:solidFill>
                <a:latin typeface="Segoe UI"/>
              </a:rPr>
              <a:t>procesevaluatie</a:t>
            </a:r>
            <a:r>
              <a:rPr sz="1450" b="0" dirty="0">
                <a:solidFill>
                  <a:srgbClr val="8FB6D0"/>
                </a:solidFill>
                <a:latin typeface="Segoe UI"/>
              </a:rPr>
              <a:t>. </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52476" y="5156071"/>
            <a:ext cx="10286742" cy="907874"/>
          </a:xfrm>
          <a:prstGeom prst="rect">
            <a:avLst/>
          </a:prstGeom>
          <a:noFill/>
        </p:spPr>
        <p:txBody>
          <a:bodyPr wrap="square" lIns="0" tIns="0" rIns="0" bIns="0" anchor="t">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04 / 27</a:t>
            </a:r>
            <a:endParaRPr sz="1050" b="0">
              <a:solidFill>
                <a:srgbClr val="8FB6D0"/>
              </a:solidFill>
              <a:latin typeface="Consolas"/>
            </a:endParaRPr>
          </a:p>
        </p:txBody>
      </p:sp>
      <p:pic>
        <p:nvPicPr>
          <p:cNvPr id="25"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6" name="TextBox 25"/>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merkgroot" descr="merk.png"/>
          <p:cNvPicPr>
            <a:picLocks noChangeAspect="1"/>
          </p:cNvPicPr>
          <p:nvPr/>
        </p:nvPicPr>
        <p:blipFill>
          <a:blip r:embed="rId3">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lIns="0" tIns="0" rIns="0" bIns="0" anchor="t">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BLOK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ctietitel"/>
          <p:cNvSpPr txBox="1"/>
          <p:nvPr/>
        </p:nvSpPr>
        <p:spPr>
          <a:xfrm>
            <a:off x="634984" y="3555911"/>
            <a:ext cx="8889777" cy="1015974"/>
          </a:xfrm>
          <a:prstGeom prst="rect">
            <a:avLst/>
          </a:prstGeom>
          <a:noFill/>
        </p:spPr>
        <p:txBody>
          <a:bodyPr wrap="square" lIns="0" tIns="0" rIns="0" bIns="0" anchor="t">
            <a:spAutoFit/>
          </a:bodyPr>
          <a:lstStyle/>
          <a:p>
            <a:pPr algn="l">
              <a:lnSpc>
                <a:spcPct val="125000"/>
              </a:lnSpc>
            </a:pPr>
            <a:r>
              <a:rPr sz="7600" b="1">
                <a:solidFill>
                  <a:srgbClr val="F2F8FC"/>
                </a:solidFill>
                <a:latin typeface="Segoe UI"/>
              </a:rPr>
              <a:t>Waarom</a:t>
            </a:r>
          </a:p>
        </p:txBody>
      </p:sp>
      <p:sp>
        <p:nvSpPr>
          <p:cNvPr id="8" name="TextBox 7"/>
          <p:cNvSpPr txBox="1"/>
          <p:nvPr/>
        </p:nvSpPr>
        <p:spPr>
          <a:xfrm>
            <a:off x="660383" y="4825879"/>
            <a:ext cx="8254793" cy="507987"/>
          </a:xfrm>
          <a:prstGeom prst="rect">
            <a:avLst/>
          </a:prstGeom>
          <a:noFill/>
        </p:spPr>
        <p:txBody>
          <a:bodyPr wrap="square" lIns="0" tIns="0" rIns="0" bIns="0" anchor="t">
            <a:spAutoFit/>
          </a:bodyPr>
          <a:lstStyle/>
          <a:p>
            <a:pPr algn="l">
              <a:lnSpc>
                <a:spcPct val="125000"/>
              </a:lnSpc>
            </a:pPr>
            <a:r>
              <a:rPr sz="2300" b="0">
                <a:solidFill>
                  <a:srgbClr val="8FB6D0"/>
                </a:solidFill>
                <a:latin typeface="Segoe UI Light"/>
              </a:rPr>
              <a:t>Vier cijfers verklaren waarom er twee normen zijn.</a:t>
            </a:r>
          </a:p>
        </p:txBody>
      </p:sp>
      <p:sp>
        <p:nvSpPr>
          <p:cNvPr id="9" name="TextBox 8"/>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05 / 27</a:t>
            </a:r>
            <a:endParaRPr sz="1050" b="0">
              <a:solidFill>
                <a:srgbClr val="8FB6D0"/>
              </a:solidFill>
              <a:latin typeface="Consolas"/>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ro"/>
          <p:cNvSpPr txBox="1"/>
          <p:nvPr/>
        </p:nvSpPr>
        <p:spPr>
          <a:xfrm>
            <a:off x="380990" y="761980"/>
            <a:ext cx="7619809" cy="3301917"/>
          </a:xfrm>
          <a:prstGeom prst="rect">
            <a:avLst/>
          </a:prstGeom>
          <a:noFill/>
        </p:spPr>
        <p:txBody>
          <a:bodyPr wrap="square" lIns="0" tIns="0" rIns="0" bIns="0" anchor="t">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lIns="0" tIns="0" rIns="0" bIns="0" anchor="t">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lIns="0" tIns="0" rIns="0" bIns="0" anchor="t">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0758" y="1320766"/>
            <a:ext cx="3157903" cy="609584"/>
          </a:xfrm>
          <a:prstGeom prst="rect">
            <a:avLst/>
          </a:prstGeom>
          <a:noFill/>
        </p:spPr>
        <p:txBody>
          <a:bodyPr wrap="square" lIns="0" tIns="0" rIns="0" bIns="0" anchor="t">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lIns="0" tIns="0" rIns="0" bIns="0" anchor="t">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0758" y="2692332"/>
            <a:ext cx="3157903" cy="609584"/>
          </a:xfrm>
          <a:prstGeom prst="rect">
            <a:avLst/>
          </a:prstGeom>
          <a:noFill/>
        </p:spPr>
        <p:txBody>
          <a:bodyPr wrap="square" lIns="0" tIns="0" rIns="0" bIns="0" anchor="t">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lIns="0" tIns="0" rIns="0" bIns="0" anchor="t">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0758" y="4063898"/>
            <a:ext cx="3157903" cy="609584"/>
          </a:xfrm>
          <a:prstGeom prst="rect">
            <a:avLst/>
          </a:prstGeom>
          <a:noFill/>
        </p:spPr>
        <p:txBody>
          <a:bodyPr wrap="square" lIns="0" tIns="0" rIns="0" bIns="0" anchor="t">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lIns="0" tIns="0" rIns="0" bIns="0" anchor="t">
            <a:spAutoFit/>
          </a:bodyPr>
          <a:lstStyle/>
          <a:p>
            <a:pPr algn="l">
              <a:lnSpc>
                <a:spcPct val="125000"/>
              </a:lnSpc>
            </a:pPr>
            <a:r>
              <a:rPr sz="1350" b="0" spc="130">
                <a:solidFill>
                  <a:srgbClr val="8FB6D0"/>
                </a:solidFill>
                <a:latin typeface="Consolas"/>
              </a:rPr>
              <a:t>STERFTE NA MAJEURE AMPUTATIE</a:t>
            </a:r>
          </a:p>
        </p:txBody>
      </p:sp>
      <p:sp>
        <p:nvSpPr>
          <p:cNvPr id="16" name="TextBox 15"/>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06 / 27</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beeld" descr="knal_voorkomen.jpg"/>
          <p:cNvPicPr>
            <a:picLocks noChangeAspect="1"/>
          </p:cNvPicPr>
          <p:nvPr/>
        </p:nvPicPr>
        <p:blipFill>
          <a:blip r:embed="rId3"/>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nal"/>
          <p:cNvSpPr txBox="1"/>
          <p:nvPr/>
        </p:nvSpPr>
        <p:spPr>
          <a:xfrm>
            <a:off x="952476" y="1523961"/>
            <a:ext cx="10286742" cy="4190895"/>
          </a:xfrm>
          <a:prstGeom prst="rect">
            <a:avLst/>
          </a:prstGeom>
          <a:noFill/>
        </p:spPr>
        <p:txBody>
          <a:bodyPr wrap="square" lIns="0" tIns="0" rIns="0" bIns="0" anchor="t">
            <a:spAutoFit/>
          </a:bodyPr>
          <a:lstStyle/>
          <a:p>
            <a:pPr algn="l">
              <a:lnSpc>
                <a:spcPct val="106000"/>
              </a:lnSpc>
            </a:pPr>
            <a:r>
              <a:rPr sz="6200" b="1">
                <a:solidFill>
                  <a:srgbClr val="FFFFFF"/>
                </a:solidFill>
                <a:latin typeface="Segoe UI"/>
              </a:rPr>
              <a:t>Driekwart is te voorkomen.</a:t>
            </a:r>
          </a:p>
          <a:p>
            <a:pPr algn="l">
              <a:lnSpc>
                <a:spcPct val="106000"/>
              </a:lnSpc>
              <a:spcBef>
                <a:spcPts val="500"/>
              </a:spcBef>
            </a:pPr>
            <a:r>
              <a:rPr sz="6200" b="1">
                <a:solidFill>
                  <a:srgbClr val="FFFFFF"/>
                </a:solidFill>
                <a:latin typeface="Segoe UI"/>
              </a:rPr>
              <a:t>Veertig procent komt terug.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1993850"/>
            <a:ext cx="3809904" cy="317492"/>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905752" y="2692332"/>
            <a:ext cx="1396965" cy="342891"/>
          </a:xfrm>
          <a:prstGeom prst="rect">
            <a:avLst/>
          </a:prstGeom>
          <a:noFill/>
        </p:spPr>
        <p:txBody>
          <a:bodyPr wrap="square" lIns="0" tIns="0" rIns="0" bIns="0" anchor="t">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905752" y="3111422"/>
            <a:ext cx="1396965" cy="342891"/>
          </a:xfrm>
          <a:prstGeom prst="rect">
            <a:avLst/>
          </a:prstGeom>
          <a:noFill/>
        </p:spPr>
        <p:txBody>
          <a:bodyPr wrap="square" lIns="0" tIns="0" rIns="0" bIns="0" anchor="t">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lIns="0" tIns="0" rIns="0" bIns="0" anchor="t">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254393"/>
            <a:ext cx="3809904" cy="317492"/>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905752" y="4952876"/>
            <a:ext cx="1396965" cy="342891"/>
          </a:xfrm>
          <a:prstGeom prst="rect">
            <a:avLst/>
          </a:prstGeom>
          <a:noFill/>
        </p:spPr>
        <p:txBody>
          <a:bodyPr wrap="square" lIns="0" tIns="0" rIns="0" bIns="0" anchor="t">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905752" y="5371965"/>
            <a:ext cx="1396965" cy="342891"/>
          </a:xfrm>
          <a:prstGeom prst="rect">
            <a:avLst/>
          </a:prstGeom>
          <a:noFill/>
        </p:spPr>
        <p:txBody>
          <a:bodyPr wrap="square" lIns="0" tIns="0" rIns="0" bIns="0" anchor="t">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lIns="0" tIns="0" rIns="0" bIns="0" anchor="t">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Bus et al. · Diabetes Care 2013 · DIAFOS, 171 deelnemers</a:t>
            </a:r>
          </a:p>
        </p:txBody>
      </p:sp>
      <p:sp>
        <p:nvSpPr>
          <p:cNvPr id="30" name="TextBox 2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08 / 27</a:t>
            </a:r>
            <a:endParaRPr sz="1050" b="0">
              <a:solidFill>
                <a:srgbClr val="8FB6D0"/>
              </a:solidFill>
              <a:latin typeface="Consolas"/>
            </a:endParaRPr>
          </a:p>
        </p:txBody>
      </p:sp>
      <p:pic>
        <p:nvPicPr>
          <p:cNvPr id="3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32" name="TextBox 3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ro"/>
          <p:cNvSpPr txBox="1"/>
          <p:nvPr/>
        </p:nvSpPr>
        <p:spPr>
          <a:xfrm>
            <a:off x="380990" y="761980"/>
            <a:ext cx="7619809" cy="3301917"/>
          </a:xfrm>
          <a:prstGeom prst="rect">
            <a:avLst/>
          </a:prstGeom>
          <a:noFill/>
        </p:spPr>
        <p:txBody>
          <a:bodyPr wrap="square" lIns="0" tIns="0" rIns="0" bIns="0" anchor="t">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lIns="0" tIns="0" rIns="0" bIns="0" anchor="t">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lIns="0" tIns="0" rIns="0" bIns="0" anchor="t">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lIns="0" tIns="0" rIns="0" bIns="0" anchor="t">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lIns="0" tIns="0" rIns="0" bIns="0" anchor="t">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921726" y="2463738"/>
            <a:ext cx="698482" cy="279393"/>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lIns="0" tIns="0" rIns="0" bIns="0" anchor="t">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921726" y="3213019"/>
            <a:ext cx="698482" cy="279393"/>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lIns="0" tIns="0" rIns="0" bIns="0" anchor="t">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921726" y="3962300"/>
            <a:ext cx="698482" cy="279393"/>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270768" y="4470288"/>
            <a:ext cx="1269968" cy="228594"/>
          </a:xfrm>
          <a:prstGeom prst="rect">
            <a:avLst/>
          </a:prstGeom>
          <a:noFill/>
        </p:spPr>
        <p:txBody>
          <a:bodyPr wrap="square" lIns="0" tIns="0" rIns="0" bIns="0" anchor="t">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09 / 27</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sz="4000" b="1" dirty="0" err="1">
                <a:solidFill>
                  <a:srgbClr val="F2F8FC"/>
                </a:solidFill>
                <a:latin typeface="Segoe UI"/>
              </a:rPr>
              <a:t>Eén</a:t>
            </a:r>
            <a:r>
              <a:rPr sz="4000" b="1" dirty="0">
                <a:solidFill>
                  <a:srgbClr val="F2F8FC"/>
                </a:solidFill>
                <a:latin typeface="Segoe UI"/>
              </a:rPr>
              <a:t> </a:t>
            </a:r>
            <a:r>
              <a:rPr sz="4000" b="1" dirty="0" err="1">
                <a:solidFill>
                  <a:srgbClr val="F2F8FC"/>
                </a:solidFill>
                <a:latin typeface="Segoe UI"/>
              </a:rPr>
              <a:t>dienst</a:t>
            </a:r>
            <a:r>
              <a:rPr sz="4000" b="1" dirty="0">
                <a:solidFill>
                  <a:srgbClr val="F2F8FC"/>
                </a:solidFill>
                <a:latin typeface="Segoe UI"/>
              </a:rPr>
              <a:t>, </a:t>
            </a:r>
            <a:r>
              <a:rPr sz="4000" b="1" dirty="0" err="1">
                <a:solidFill>
                  <a:srgbClr val="F2F8FC"/>
                </a:solidFill>
                <a:latin typeface="Segoe UI"/>
              </a:rPr>
              <a:t>geen</a:t>
            </a:r>
            <a:r>
              <a:rPr sz="4000" b="1" dirty="0">
                <a:solidFill>
                  <a:srgbClr val="F2F8FC"/>
                </a:solidFill>
                <a:latin typeface="Segoe UI"/>
              </a:rPr>
              <a:t> </a:t>
            </a:r>
            <a:r>
              <a:rPr sz="4000" b="1" dirty="0" err="1">
                <a:solidFill>
                  <a:srgbClr val="F2F8FC"/>
                </a:solidFill>
                <a:latin typeface="Segoe UI"/>
              </a:rPr>
              <a:t>losse</a:t>
            </a:r>
            <a:r>
              <a:rPr sz="4000" b="1" dirty="0">
                <a:solidFill>
                  <a:srgbClr val="F2F8FC"/>
                </a:solidFill>
                <a:latin typeface="Segoe UI"/>
              </a:rPr>
              <a:t> </a:t>
            </a:r>
            <a:r>
              <a:rPr sz="4000" b="1" dirty="0" err="1">
                <a:solidFill>
                  <a:srgbClr val="F2F8FC"/>
                </a:solidFill>
                <a:latin typeface="Segoe UI"/>
              </a:rPr>
              <a:t>maatregelen</a:t>
            </a:r>
            <a:endParaRPr sz="4000" b="1" dirty="0">
              <a:solidFill>
                <a:srgbClr val="F2F8FC"/>
              </a:solidFill>
              <a:latin typeface="Segoe UI"/>
            </a:endParaRP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2247843"/>
            <a:ext cx="1269968" cy="380990"/>
          </a:xfrm>
          <a:prstGeom prst="rect">
            <a:avLst/>
          </a:prstGeom>
          <a:noFill/>
        </p:spPr>
        <p:txBody>
          <a:bodyPr wrap="square" lIns="0" tIns="0" rIns="0" bIns="0" anchor="t">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lIns="0" tIns="0" rIns="0" bIns="0" anchor="t">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3632109"/>
            <a:ext cx="4876551" cy="304792"/>
          </a:xfrm>
          <a:prstGeom prst="rect">
            <a:avLst/>
          </a:prstGeom>
          <a:noFill/>
        </p:spPr>
        <p:txBody>
          <a:bodyPr wrap="square" lIns="0" tIns="0" rIns="0" bIns="0" anchor="t">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454565"/>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Gemeten zonder en mét de zool, in dezelfde sessie.</a:t>
            </a:r>
            <a:endParaRPr sz="1450" b="0" dirty="0">
              <a:solidFill>
                <a:srgbClr val="8FB6D0"/>
              </a:solidFill>
              <a:latin typeface="Segoe UI"/>
            </a:endParaRPr>
          </a:p>
          <a:p>
            <a:pPr algn="l">
              <a:lnSpc>
                <a:spcPct val="132000"/>
              </a:lnSpc>
              <a:spcBef>
                <a:spcPts val="1200"/>
              </a:spcBef>
            </a:pPr>
            <a:r>
              <a:rPr lang="nl-NL" sz="1450" b="0">
                <a:solidFill>
                  <a:srgbClr val="8FB6D0"/>
                </a:solidFill>
                <a:latin typeface="Segoe UI"/>
              </a:rPr>
              <a:t>Aangepast per doelregio tot de norm gehaald is, tot drie keer.</a:t>
            </a:r>
            <a:endParaRPr sz="1450" b="0" dirty="0">
              <a:solidFill>
                <a:srgbClr val="8FB6D0"/>
              </a:solidFill>
              <a:latin typeface="Segoe UI"/>
            </a:endParaRPr>
          </a:p>
          <a:p>
            <a:pPr algn="l">
              <a:lnSpc>
                <a:spcPct val="132000"/>
              </a:lnSpc>
              <a:spcBef>
                <a:spcPts val="1200"/>
              </a:spcBef>
            </a:pPr>
            <a:r>
              <a:rPr lang="nl-NL" sz="1450" b="0">
                <a:solidFill>
                  <a:srgbClr val="8FB6D0"/>
                </a:solidFill>
                <a:latin typeface="Segoe UI"/>
              </a:rPr>
              <a:t>Op visite 2 en op maand 6, 12 en 18.</a:t>
            </a:r>
            <a:endParaRPr sz="1450" b="0" dirty="0">
              <a:solidFill>
                <a:srgbClr val="8FB6D0"/>
              </a:solidFill>
              <a:latin typeface="Segoe UI"/>
            </a:endParaRP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25912" y="2247843"/>
            <a:ext cx="1269968" cy="380990"/>
          </a:xfrm>
          <a:prstGeom prst="rect">
            <a:avLst/>
          </a:prstGeom>
          <a:noFill/>
        </p:spPr>
        <p:txBody>
          <a:bodyPr wrap="square" lIns="0" tIns="0" rIns="0" bIns="0" anchor="t">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lIns="0" tIns="0" rIns="0" bIns="0" anchor="t">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5912" y="3632109"/>
            <a:ext cx="4876551" cy="304792"/>
          </a:xfrm>
          <a:prstGeom prst="rect">
            <a:avLst/>
          </a:prstGeom>
          <a:noFill/>
        </p:spPr>
        <p:txBody>
          <a:bodyPr wrap="square" lIns="0" tIns="0" rIns="0" bIns="0" anchor="t">
            <a:spAutoFit/>
          </a:bodyPr>
          <a:lstStyle/>
          <a:p>
            <a:pPr algn="ctr">
              <a:lnSpc>
                <a:spcPct val="125000"/>
              </a:lnSpc>
            </a:pPr>
            <a:r>
              <a:rPr sz="1800" b="1">
                <a:solidFill>
                  <a:srgbClr val="52BDEC"/>
                </a:solidFill>
                <a:latin typeface="Consolas"/>
              </a:rPr>
              <a:t>80% van de eigen waaktijd</a:t>
            </a:r>
          </a:p>
        </p:txBody>
      </p:sp>
      <p:sp>
        <p:nvSpPr>
          <p:cNvPr id="16" name="TextBox 15"/>
          <p:cNvSpPr txBox="1"/>
          <p:nvPr/>
        </p:nvSpPr>
        <p:spPr>
          <a:xfrm>
            <a:off x="6425912" y="4165495"/>
            <a:ext cx="4876551" cy="1159998"/>
          </a:xfrm>
          <a:prstGeom prst="rect">
            <a:avLst/>
          </a:prstGeom>
          <a:noFill/>
        </p:spPr>
        <p:txBody>
          <a:bodyPr wrap="square" lIns="0" tIns="0" rIns="0" bIns="0" anchor="t">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lang="nl-NL" sz="1450" b="0">
                <a:solidFill>
                  <a:srgbClr val="8FB6D0"/>
                </a:solidFill>
                <a:latin typeface="Segoe UI"/>
              </a:rPr>
              <a:t>Een SEBIA-gesprek op elke visite.</a:t>
            </a:r>
            <a:endParaRPr sz="1450" b="0">
              <a:solidFill>
                <a:srgbClr val="8FB6D0"/>
              </a:solidFill>
              <a:latin typeface="Segoe UI"/>
            </a:endParaRP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10 / 27</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merkgroot" descr="merk.png"/>
          <p:cNvPicPr>
            <a:picLocks noChangeAspect="1"/>
          </p:cNvPicPr>
          <p:nvPr/>
        </p:nvPicPr>
        <p:blipFill>
          <a:blip r:embed="rId3">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lIns="0" tIns="0" rIns="0" bIns="0" anchor="t">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BLOK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ctietitel"/>
          <p:cNvSpPr txBox="1"/>
          <p:nvPr/>
        </p:nvSpPr>
        <p:spPr>
          <a:xfrm>
            <a:off x="634984" y="3555911"/>
            <a:ext cx="8889777" cy="1015974"/>
          </a:xfrm>
          <a:prstGeom prst="rect">
            <a:avLst/>
          </a:prstGeom>
          <a:noFill/>
        </p:spPr>
        <p:txBody>
          <a:bodyPr wrap="square" lIns="0" tIns="0" rIns="0" bIns="0" anchor="t">
            <a:spAutoFit/>
          </a:bodyPr>
          <a:lstStyle/>
          <a:p>
            <a:pPr algn="l">
              <a:lnSpc>
                <a:spcPct val="125000"/>
              </a:lnSpc>
            </a:pPr>
            <a:r>
              <a:rPr sz="7600" b="1">
                <a:solidFill>
                  <a:srgbClr val="F2F8FC"/>
                </a:solidFill>
                <a:latin typeface="Segoe UI"/>
              </a:rPr>
              <a:t>De meting</a:t>
            </a:r>
          </a:p>
        </p:txBody>
      </p:sp>
      <p:sp>
        <p:nvSpPr>
          <p:cNvPr id="8" name="TextBox 7"/>
          <p:cNvSpPr txBox="1"/>
          <p:nvPr/>
        </p:nvSpPr>
        <p:spPr>
          <a:xfrm>
            <a:off x="660383" y="4825879"/>
            <a:ext cx="8254793" cy="507987"/>
          </a:xfrm>
          <a:prstGeom prst="rect">
            <a:avLst/>
          </a:prstGeom>
          <a:noFill/>
        </p:spPr>
        <p:txBody>
          <a:bodyPr wrap="square" lIns="0" tIns="0" rIns="0" bIns="0" anchor="t">
            <a:spAutoFit/>
          </a:bodyPr>
          <a:lstStyle/>
          <a:p>
            <a:pPr algn="l">
              <a:lnSpc>
                <a:spcPct val="125000"/>
              </a:lnSpc>
            </a:pPr>
            <a:r>
              <a:rPr sz="2300" b="0">
                <a:solidFill>
                  <a:srgbClr val="8FB6D0"/>
                </a:solidFill>
                <a:latin typeface="Segoe UI Light"/>
              </a:rPr>
              <a:t>Wat u meet, hoe u het meet, en wanneer het goed genoeg is.</a:t>
            </a:r>
          </a:p>
        </p:txBody>
      </p:sp>
      <p:sp>
        <p:nvSpPr>
          <p:cNvPr id="9" name="TextBox 8"/>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11 / 27</a:t>
            </a:r>
            <a:endParaRPr sz="1050" b="0">
              <a:solidFill>
                <a:srgbClr val="8FB6D0"/>
              </a:solidFill>
              <a:latin typeface="Consolas"/>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BASELINE · IN DE SCHOEN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TextBox 388"/>
          <p:cNvSpPr txBox="1"/>
          <p:nvPr/>
        </p:nvSpPr>
        <p:spPr>
          <a:xfrm>
            <a:off x="539736"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lIns="0" tIns="0" rIns="0" bIns="0" anchor="t">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lIns="0" tIns="0" rIns="0" bIns="0" anchor="t">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lIns="0" tIns="0" rIns="0" bIns="0" anchor="t">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normtekst"/>
          <p:cNvSpPr txBox="1"/>
          <p:nvPr/>
        </p:nvSpPr>
        <p:spPr>
          <a:xfrm>
            <a:off x="3555911" y="4101997"/>
            <a:ext cx="8000799" cy="292092"/>
          </a:xfrm>
          <a:prstGeom prst="rect">
            <a:avLst/>
          </a:prstGeom>
          <a:noFill/>
        </p:spPr>
        <p:txBody>
          <a:bodyPr wrap="square" lIns="0" tIns="0" rIns="0" bIns="0" anchor="t">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174489"/>
          </a:xfrm>
          <a:prstGeom prst="rect">
            <a:avLst/>
          </a:prstGeom>
          <a:noFill/>
        </p:spPr>
        <p:txBody>
          <a:bodyPr wrap="square" lIns="0" tIns="0" rIns="0" bIns="0" anchor="t">
            <a:spAutoFit/>
          </a:bodyPr>
          <a:lstStyle/>
          <a:p>
            <a:pPr algn="l">
              <a:lnSpc>
                <a:spcPct val="135000"/>
              </a:lnSpc>
            </a:pPr>
            <a:r>
              <a:rPr lang="nl-NL" sz="1700" b="0">
                <a:solidFill>
                  <a:srgbClr val="8FB6D0"/>
                </a:solidFill>
                <a:latin typeface="Segoe UI"/>
              </a:rPr>
              <a:t>pedar®-sensorzool in de schoen, zonder de CMFO: drie metingen.</a:t>
            </a:r>
            <a:endParaRPr sz="1700" b="0">
              <a:solidFill>
                <a:srgbClr val="8FB6D0"/>
              </a:solidFill>
              <a:latin typeface="Segoe UI"/>
            </a:endParaRPr>
          </a:p>
          <a:p>
            <a:pPr algn="l">
              <a:lnSpc>
                <a:spcPct val="135000"/>
              </a:lnSpc>
              <a:spcBef>
                <a:spcPts val="1200"/>
              </a:spcBef>
            </a:pPr>
            <a:r>
              <a:rPr lang="nl-NL" sz="1700" b="0">
                <a:solidFill>
                  <a:srgbClr val="8FB6D0"/>
                </a:solidFill>
                <a:latin typeface="Segoe UI"/>
              </a:rPr>
              <a:t>Links en rechts tegelijk; uit de drie metingen één gemiddeld piekdrukbeeld per voet.</a:t>
            </a:r>
            <a:endParaRPr sz="1700" b="0">
              <a:solidFill>
                <a:srgbClr val="8FB6D0"/>
              </a:solidFill>
              <a:latin typeface="Segoe UI"/>
            </a:endParaRPr>
          </a:p>
        </p:txBody>
      </p:sp>
      <p:sp>
        <p:nvSpPr>
          <p:cNvPr id="399" name="TextBox 398"/>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12 / 27</a:t>
            </a:r>
            <a:endParaRPr sz="1050" b="0">
              <a:solidFill>
                <a:srgbClr val="8FB6D0"/>
              </a:solidFill>
              <a:latin typeface="Consolas"/>
            </a:endParaRPr>
          </a:p>
        </p:txBody>
      </p:sp>
      <p:pic>
        <p:nvPicPr>
          <p:cNvPr id="40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TextBox 388"/>
          <p:cNvSpPr txBox="1"/>
          <p:nvPr/>
        </p:nvSpPr>
        <p:spPr>
          <a:xfrm>
            <a:off x="539736"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lIns="0" tIns="0" rIns="0" bIns="0" anchor="t">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lIns="0" tIns="0" rIns="0" bIns="0" anchor="t">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lIns="0" tIns="0" rIns="0" bIns="0" anchor="t">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normtekst"/>
          <p:cNvSpPr txBox="1"/>
          <p:nvPr/>
        </p:nvSpPr>
        <p:spPr>
          <a:xfrm>
            <a:off x="3555911" y="4101997"/>
            <a:ext cx="8000799" cy="292092"/>
          </a:xfrm>
          <a:prstGeom prst="rect">
            <a:avLst/>
          </a:prstGeom>
          <a:noFill/>
        </p:spPr>
        <p:txBody>
          <a:bodyPr wrap="square" lIns="0" tIns="0" rIns="0" bIns="0" anchor="t">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527662"/>
          </a:xfrm>
          <a:prstGeom prst="rect">
            <a:avLst/>
          </a:prstGeom>
          <a:noFill/>
        </p:spPr>
        <p:txBody>
          <a:bodyPr wrap="square" lIns="0" tIns="0" rIns="0" bIns="0" anchor="t">
            <a:spAutoFit/>
          </a:bodyPr>
          <a:lstStyle/>
          <a:p>
            <a:pPr algn="l">
              <a:lnSpc>
                <a:spcPct val="135000"/>
              </a:lnSpc>
            </a:pPr>
            <a:r>
              <a:rPr lang="nl-NL" sz="1700" b="0">
                <a:solidFill>
                  <a:srgbClr val="8FB6D0"/>
                </a:solidFill>
                <a:latin typeface="Segoe UI"/>
              </a:rPr>
              <a:t>De norm geldt per doelregio: piekdruk onder 200 kPa óf minstens 25% lager dan zónder zool, in dezelfde sessie: op visite 2 en op maand 6, 12 en 18.</a:t>
            </a:r>
            <a:endParaRPr sz="1700" b="0">
              <a:solidFill>
                <a:srgbClr val="8FB6D0"/>
              </a:solidFill>
              <a:latin typeface="Segoe UI"/>
            </a:endParaRPr>
          </a:p>
          <a:p>
            <a:pPr algn="l">
              <a:lnSpc>
                <a:spcPct val="135000"/>
              </a:lnSpc>
              <a:spcBef>
                <a:spcPts val="1200"/>
              </a:spcBef>
            </a:pPr>
            <a:r>
              <a:rPr lang="nl-NL" sz="1700" b="0">
                <a:solidFill>
                  <a:srgbClr val="8FB6D0"/>
                </a:solidFill>
                <a:latin typeface="Segoe UI"/>
              </a:rPr>
              <a:t>Haalt u de norm niet, dan past de pedorthist de zool aan en meet u opnieuw mét, tot drie keer.</a:t>
            </a:r>
            <a:endParaRPr sz="1700" b="0">
              <a:solidFill>
                <a:srgbClr val="8FB6D0"/>
              </a:solidFill>
              <a:latin typeface="Segoe UI"/>
            </a:endParaRPr>
          </a:p>
        </p:txBody>
      </p:sp>
      <p:sp>
        <p:nvSpPr>
          <p:cNvPr id="399" name="TextBox 398"/>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13 / 27</a:t>
            </a:r>
            <a:endParaRPr sz="1050" b="0">
              <a:solidFill>
                <a:srgbClr val="8FB6D0"/>
              </a:solidFill>
              <a:latin typeface="Consolas"/>
            </a:endParaRPr>
          </a:p>
        </p:txBody>
      </p:sp>
      <p:pic>
        <p:nvPicPr>
          <p:cNvPr id="40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BE" sz="1250" b="1" spc="240">
                <a:solidFill>
                  <a:srgbClr val="52BDEC"/>
                </a:solidFill>
                <a:latin typeface="Consolas"/>
              </a:rPr>
              <a:t>WAT DE ZOOL DOET</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Eén voet, vier zolen</a:t>
            </a:r>
            <a:endParaRPr sz="4000" b="1">
              <a:solidFill>
                <a:srgbClr val="F2F8FC"/>
              </a:solidFill>
              <a:latin typeface="Segoe UI"/>
            </a:endParaRPr>
          </a:p>
        </p:txBody>
      </p:sp>
      <p:sp>
        <p:nvSpPr>
          <p:cNvPr id="9" name="TextBox 8"/>
          <p:cNvSpPr txBox="1"/>
          <p:nvPr/>
        </p:nvSpPr>
        <p:spPr>
          <a:xfrm>
            <a:off x="635000" y="6286515"/>
            <a:ext cx="10922000" cy="225318"/>
          </a:xfrm>
          <a:prstGeom prst="rect">
            <a:avLst/>
          </a:prstGeom>
          <a:noFill/>
        </p:spPr>
        <p:txBody>
          <a:bodyPr wrap="square" lIns="0" tIns="0" rIns="0" bIns="0" anchor="t">
            <a:spAutoFit/>
          </a:bodyPr>
          <a:lstStyle/>
          <a:p>
            <a:pPr algn="l">
              <a:lnSpc>
                <a:spcPct val="125000"/>
              </a:lnSpc>
            </a:pPr>
            <a:r>
              <a:rPr lang="nl-NL" sz="1300" b="0">
                <a:solidFill>
                  <a:srgbClr val="8FB6D0"/>
                </a:solidFill>
                <a:latin typeface="Segoe UI"/>
              </a:rPr>
              <a:t>Voorbeeld, rechtervoet met schoen: elke aanpassing haalt de piek onder de voorvoet verder omlaag</a:t>
            </a:r>
            <a:endParaRPr sz="1300" b="0" dirty="0">
              <a:solidFill>
                <a:srgbClr val="8FB6D0"/>
              </a:solidFill>
              <a:latin typeface="Segoe UI"/>
            </a:endParaRPr>
          </a:p>
        </p:txBody>
      </p:sp>
      <p:sp>
        <p:nvSpPr>
          <p:cNvPr id="10" name="Rounded Rectangle 9"/>
          <p:cNvSpPr/>
          <p:nvPr/>
        </p:nvSpPr>
        <p:spPr>
          <a:xfrm>
            <a:off x="634999" y="1628889"/>
            <a:ext cx="10922000" cy="464475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14 / 27</a:t>
            </a:r>
            <a:endParaRPr sz="1050" b="0">
              <a:solidFill>
                <a:srgbClr val="8FB6D0"/>
              </a:solidFill>
              <a:latin typeface="Consolas"/>
            </a:endParaRP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pic>
        <p:nvPicPr>
          <p:cNvPr id="12" name="drukbeelden">
            <a:extLst>
              <a:ext uri="{FF2B5EF4-FFF2-40B4-BE49-F238E27FC236}">
                <a16:creationId xmlns:a16="http://schemas.microsoft.com/office/drawing/2014/main" id="{6670AB80-BAA5-8357-5067-E7678F94A135}"/>
              </a:ext>
            </a:extLst>
          </p:cNvPr>
          <p:cNvPicPr>
            <a:picLocks/>
          </p:cNvPicPr>
          <p:nvPr/>
        </p:nvPicPr>
        <p:blipFill>
          <a:blip r:embed="rId4"/>
          <a:stretch>
            <a:fillRect/>
          </a:stretch>
        </p:blipFill>
        <p:spPr>
          <a:xfrm>
            <a:off x="736600" y="1676400"/>
            <a:ext cx="10718800" cy="4533900"/>
          </a:xfrm>
          <a:prstGeom prst="rect">
            <a:avLst/>
          </a:prstGeom>
        </p:spPr>
      </p:pic>
    </p:spTree>
    <p:extLst>
      <p:ext uri="{BB962C8B-B14F-4D97-AF65-F5344CB8AC3E}">
        <p14:creationId xmlns:p14="http://schemas.microsoft.com/office/powerpoint/2010/main" val="24076000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beeld" descr="knal_belasting.jpg"/>
          <p:cNvPicPr>
            <a:picLocks noChangeAspect="1"/>
          </p:cNvPicPr>
          <p:nvPr/>
        </p:nvPicPr>
        <p:blipFill>
          <a:blip r:embed="rId3"/>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nal"/>
          <p:cNvSpPr txBox="1"/>
          <p:nvPr/>
        </p:nvSpPr>
        <p:spPr>
          <a:xfrm>
            <a:off x="952476" y="1523961"/>
            <a:ext cx="10286742" cy="4190895"/>
          </a:xfrm>
          <a:prstGeom prst="rect">
            <a:avLst/>
          </a:prstGeom>
          <a:noFill/>
        </p:spPr>
        <p:txBody>
          <a:bodyPr wrap="square" lIns="0" tIns="0" rIns="0" bIns="0" anchor="t">
            <a:spAutoFit/>
          </a:bodyPr>
          <a:lstStyle/>
          <a:p>
            <a:pPr algn="l">
              <a:lnSpc>
                <a:spcPct val="106000"/>
              </a:lnSpc>
            </a:pPr>
            <a:r>
              <a:rPr sz="7200" b="1">
                <a:solidFill>
                  <a:srgbClr val="FFFFFF"/>
                </a:solidFill>
                <a:latin typeface="Segoe UI"/>
              </a:rPr>
              <a:t>Niet minder belasting.</a:t>
            </a:r>
          </a:p>
          <a:p>
            <a:pPr algn="l">
              <a:lnSpc>
                <a:spcPct val="106000"/>
              </a:lnSpc>
              <a:spcBef>
                <a:spcPts val="500"/>
              </a:spcBef>
            </a:pPr>
            <a:r>
              <a:rPr sz="7200" b="1">
                <a:solidFill>
                  <a:srgbClr val="FFFFFF"/>
                </a:solidFill>
                <a:latin typeface="Segoe UI"/>
              </a:rPr>
              <a:t>Belasting op een plek die het aankan.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merkgroot" descr="merk.png"/>
          <p:cNvPicPr>
            <a:picLocks noChangeAspect="1"/>
          </p:cNvPicPr>
          <p:nvPr/>
        </p:nvPicPr>
        <p:blipFill>
          <a:blip r:embed="rId3">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lIns="0" tIns="0" rIns="0" bIns="0" anchor="t">
            <a:spAutoFit/>
          </a:bodyPr>
          <a:lstStyle/>
          <a:p>
            <a:pPr algn="l">
              <a:lnSpc>
                <a:spcPct val="82000"/>
              </a:lnSpc>
            </a:pPr>
            <a:r>
              <a:rPr sz="26000" b="1">
                <a:solidFill>
                  <a:srgbClr val="52BDEC">
                    <a:alpha val="15000"/>
                  </a:srgbClr>
                </a:solidFill>
                <a:latin typeface="Segoe UI"/>
              </a:rPr>
              <a:t>03</a:t>
            </a:r>
          </a:p>
        </p:txBody>
      </p:sp>
      <p:sp>
        <p:nvSpPr>
          <p:cNvPr id="5" name="TextBox 4"/>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BLOK 03</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ctietitel"/>
          <p:cNvSpPr txBox="1"/>
          <p:nvPr/>
        </p:nvSpPr>
        <p:spPr>
          <a:xfrm>
            <a:off x="634984" y="3555911"/>
            <a:ext cx="8889777" cy="1015974"/>
          </a:xfrm>
          <a:prstGeom prst="rect">
            <a:avLst/>
          </a:prstGeom>
          <a:noFill/>
        </p:spPr>
        <p:txBody>
          <a:bodyPr wrap="square" lIns="0" tIns="0" rIns="0" bIns="0" anchor="t">
            <a:spAutoFit/>
          </a:bodyPr>
          <a:lstStyle/>
          <a:p>
            <a:pPr algn="l">
              <a:lnSpc>
                <a:spcPct val="125000"/>
              </a:lnSpc>
            </a:pPr>
            <a:r>
              <a:rPr sz="7600" b="1">
                <a:solidFill>
                  <a:srgbClr val="F2F8FC"/>
                </a:solidFill>
                <a:latin typeface="Segoe UI"/>
              </a:rPr>
              <a:t>Het traject</a:t>
            </a:r>
          </a:p>
        </p:txBody>
      </p:sp>
      <p:sp>
        <p:nvSpPr>
          <p:cNvPr id="8" name="TextBox 7"/>
          <p:cNvSpPr txBox="1"/>
          <p:nvPr/>
        </p:nvSpPr>
        <p:spPr>
          <a:xfrm>
            <a:off x="660383" y="4825879"/>
            <a:ext cx="8254793" cy="507987"/>
          </a:xfrm>
          <a:prstGeom prst="rect">
            <a:avLst/>
          </a:prstGeom>
          <a:noFill/>
        </p:spPr>
        <p:txBody>
          <a:bodyPr wrap="square" lIns="0" tIns="0" rIns="0" bIns="0" anchor="t">
            <a:spAutoFit/>
          </a:bodyPr>
          <a:lstStyle/>
          <a:p>
            <a:pPr algn="l">
              <a:lnSpc>
                <a:spcPct val="125000"/>
              </a:lnSpc>
            </a:pPr>
            <a:r>
              <a:rPr sz="2300" b="0">
                <a:solidFill>
                  <a:srgbClr val="8FB6D0"/>
                </a:solidFill>
                <a:latin typeface="Segoe UI Light"/>
              </a:rPr>
              <a:t>Negen contactmomenten. Per moment: wat u doet en wat u invult.</a:t>
            </a:r>
          </a:p>
        </p:txBody>
      </p:sp>
      <p:sp>
        <p:nvSpPr>
          <p:cNvPr id="9" name="TextBox 8"/>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16 / 27</a:t>
            </a:r>
            <a:endParaRPr sz="1050" b="0">
              <a:solidFill>
                <a:srgbClr val="8FB6D0"/>
              </a:solidFill>
              <a:latin typeface="Consolas"/>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BE" sz="1250" b="1" spc="240">
                <a:solidFill>
                  <a:srgbClr val="52BDEC"/>
                </a:solidFill>
                <a:latin typeface="Consolas"/>
              </a:rPr>
              <a:t>GESCHIKTHEID</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Wie komt in aanmerking</a:t>
            </a:r>
            <a:endParaRPr sz="4000" b="1">
              <a:solidFill>
                <a:srgbClr val="F2F8FC"/>
              </a:solidFill>
              <a:latin typeface="Segoe UI"/>
            </a:endParaRPr>
          </a:p>
        </p:txBody>
      </p:sp>
      <p:sp>
        <p:nvSpPr>
          <p:cNvPr id="5" name="TextBox 4"/>
          <p:cNvSpPr txBox="1"/>
          <p:nvPr/>
        </p:nvSpPr>
        <p:spPr>
          <a:xfrm>
            <a:off x="634984" y="2489137"/>
            <a:ext cx="4063898" cy="194990"/>
          </a:xfrm>
          <a:prstGeom prst="rect">
            <a:avLst/>
          </a:prstGeom>
          <a:noFill/>
        </p:spPr>
        <p:txBody>
          <a:bodyPr wrap="square" lIns="0" tIns="0" rIns="0" bIns="0" anchor="t">
            <a:spAutoFit/>
          </a:bodyPr>
          <a:lstStyle/>
          <a:p>
            <a:pPr algn="l">
              <a:lnSpc>
                <a:spcPct val="125000"/>
              </a:lnSpc>
            </a:pPr>
            <a:r>
              <a:rPr lang="nl-BE" sz="1100" b="1" spc="160">
                <a:solidFill>
                  <a:srgbClr val="8FB6D0"/>
                </a:solidFill>
                <a:latin typeface="Consolas"/>
              </a:rPr>
              <a:t>WEL · ALLE ZES</a:t>
            </a:r>
            <a:endParaRPr sz="1100" b="1" spc="160">
              <a:solidFill>
                <a:srgbClr val="8FB6D0"/>
              </a:solidFill>
              <a:latin typeface="Consolas"/>
            </a:endParaRPr>
          </a:p>
        </p:txBody>
      </p:sp>
      <p:sp>
        <p:nvSpPr>
          <p:cNvPr id="6" name="TextBox 5"/>
          <p:cNvSpPr txBox="1"/>
          <p:nvPr/>
        </p:nvSpPr>
        <p:spPr>
          <a:xfrm>
            <a:off x="634984" y="2717732"/>
            <a:ext cx="4063898" cy="830997"/>
          </a:xfrm>
          <a:prstGeom prst="rect">
            <a:avLst/>
          </a:prstGeom>
          <a:noFill/>
        </p:spPr>
        <p:txBody>
          <a:bodyPr wrap="square" lIns="0" tIns="0" rIns="0" bIns="0" anchor="t">
            <a:spAutoFit/>
          </a:bodyPr>
          <a:lstStyle/>
          <a:p>
            <a:pPr algn="l">
              <a:lnSpc>
                <a:spcPct val="100000"/>
              </a:lnSpc>
            </a:pPr>
            <a:r>
              <a:rPr lang="nl-BE" sz="5400" b="1">
                <a:solidFill>
                  <a:srgbClr val="52BDEC"/>
                </a:solidFill>
                <a:latin typeface="Segoe UI"/>
              </a:rPr>
              <a:t>6</a:t>
            </a:r>
            <a:endParaRPr sz="5400" b="1">
              <a:solidFill>
                <a:srgbClr val="52BDEC"/>
              </a:solidFill>
              <a:latin typeface="Segoe UI"/>
            </a:endParaRPr>
          </a:p>
        </p:txBody>
      </p:sp>
      <p:sp>
        <p:nvSpPr>
          <p:cNvPr id="7" name="TextBox 6"/>
          <p:cNvSpPr txBox="1"/>
          <p:nvPr/>
        </p:nvSpPr>
        <p:spPr>
          <a:xfrm>
            <a:off x="634984" y="4038499"/>
            <a:ext cx="4063898" cy="194990"/>
          </a:xfrm>
          <a:prstGeom prst="rect">
            <a:avLst/>
          </a:prstGeom>
          <a:noFill/>
        </p:spPr>
        <p:txBody>
          <a:bodyPr wrap="square" lIns="0" tIns="0" rIns="0" bIns="0" anchor="t">
            <a:spAutoFit/>
          </a:bodyPr>
          <a:lstStyle/>
          <a:p>
            <a:pPr algn="l">
              <a:lnSpc>
                <a:spcPct val="125000"/>
              </a:lnSpc>
            </a:pPr>
            <a:r>
              <a:rPr lang="nl-BE" sz="1100" b="1" spc="160">
                <a:solidFill>
                  <a:srgbClr val="8FB6D0"/>
                </a:solidFill>
                <a:latin typeface="Consolas"/>
              </a:rPr>
              <a:t>NIET · ÉÉN VOLSTAAT</a:t>
            </a:r>
            <a:endParaRPr sz="1100" b="1" spc="160">
              <a:solidFill>
                <a:srgbClr val="8FB6D0"/>
              </a:solidFill>
              <a:latin typeface="Consolas"/>
            </a:endParaRPr>
          </a:p>
        </p:txBody>
      </p:sp>
      <p:sp>
        <p:nvSpPr>
          <p:cNvPr id="8" name="TextBox 7"/>
          <p:cNvSpPr txBox="1"/>
          <p:nvPr/>
        </p:nvSpPr>
        <p:spPr>
          <a:xfrm>
            <a:off x="634984" y="4267093"/>
            <a:ext cx="4063898" cy="830997"/>
          </a:xfrm>
          <a:prstGeom prst="rect">
            <a:avLst/>
          </a:prstGeom>
          <a:noFill/>
        </p:spPr>
        <p:txBody>
          <a:bodyPr wrap="square" lIns="0" tIns="0" rIns="0" bIns="0" anchor="t">
            <a:spAutoFit/>
          </a:bodyPr>
          <a:lstStyle/>
          <a:p>
            <a:pPr algn="l">
              <a:lnSpc>
                <a:spcPct val="100000"/>
              </a:lnSpc>
            </a:pPr>
            <a:r>
              <a:rPr lang="nl-BE" sz="5400" b="1">
                <a:solidFill>
                  <a:srgbClr val="FF7A00"/>
                </a:solidFill>
                <a:latin typeface="Segoe UI"/>
              </a:rPr>
              <a:t>9</a:t>
            </a:r>
            <a:endParaRPr sz="5400" b="1">
              <a:solidFill>
                <a:srgbClr val="FF7A00"/>
              </a:solidFill>
              <a:latin typeface="Segoe UI"/>
            </a:endParaRPr>
          </a:p>
        </p:txBody>
      </p:sp>
      <p:sp>
        <p:nvSpPr>
          <p:cNvPr id="9" name="TextBox 8"/>
          <p:cNvSpPr txBox="1"/>
          <p:nvPr/>
        </p:nvSpPr>
        <p:spPr>
          <a:xfrm>
            <a:off x="3230373" y="6286515"/>
            <a:ext cx="5968850" cy="225318"/>
          </a:xfrm>
          <a:prstGeom prst="rect">
            <a:avLst/>
          </a:prstGeom>
          <a:noFill/>
        </p:spPr>
        <p:txBody>
          <a:bodyPr wrap="square" lIns="0" tIns="0" rIns="0" bIns="0" anchor="t">
            <a:spAutoFit/>
          </a:bodyPr>
          <a:lstStyle/>
          <a:p>
            <a:pPr algn="l">
              <a:lnSpc>
                <a:spcPct val="125000"/>
              </a:lnSpc>
            </a:pPr>
            <a:r>
              <a:rPr lang="nl-NL" sz="1300" b="0">
                <a:solidFill>
                  <a:srgbClr val="8FB6D0"/>
                </a:solidFill>
                <a:latin typeface="Segoe UI"/>
              </a:rPr>
              <a:t>De arts screent en vraagt de toestemming · u krijgt de zakkaart mee</a:t>
            </a:r>
            <a:endParaRPr sz="1300" b="0" dirty="0">
              <a:solidFill>
                <a:srgbClr val="8FB6D0"/>
              </a:solidFill>
              <a:latin typeface="Segoe UI"/>
            </a:endParaRPr>
          </a:p>
        </p:txBody>
      </p:sp>
      <p:sp>
        <p:nvSpPr>
          <p:cNvPr id="10" name="Rounded Rectangle 9"/>
          <p:cNvSpPr/>
          <p:nvPr/>
        </p:nvSpPr>
        <p:spPr>
          <a:xfrm>
            <a:off x="2901822" y="1628889"/>
            <a:ext cx="8804179" cy="464475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17 / 27</a:t>
            </a:r>
            <a:endParaRPr sz="1050" b="0">
              <a:solidFill>
                <a:srgbClr val="8FB6D0"/>
              </a:solidFill>
              <a:latin typeface="Consolas"/>
            </a:endParaRP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pic>
        <p:nvPicPr>
          <p:cNvPr id="12" name="zakkaart">
            <a:extLst>
              <a:ext uri="{FF2B5EF4-FFF2-40B4-BE49-F238E27FC236}">
                <a16:creationId xmlns:a16="http://schemas.microsoft.com/office/drawing/2014/main" id="{62DF2562-8082-A916-26B5-EA3EFA3A211A}"/>
              </a:ext>
            </a:extLst>
          </p:cNvPr>
          <p:cNvPicPr>
            <a:picLocks/>
          </p:cNvPicPr>
          <p:nvPr/>
        </p:nvPicPr>
        <p:blipFill>
          <a:blip r:embed="rId4"/>
          <a:stretch>
            <a:fillRect/>
          </a:stretch>
        </p:blipFill>
        <p:spPr>
          <a:xfrm>
            <a:off x="3300772" y="1679683"/>
            <a:ext cx="8065443" cy="4536812"/>
          </a:xfrm>
          <a:prstGeom prst="rect">
            <a:avLst/>
          </a:prstGeom>
        </p:spPr>
      </p:pic>
    </p:spTree>
    <p:extLst>
      <p:ext uri="{BB962C8B-B14F-4D97-AF65-F5344CB8AC3E}">
        <p14:creationId xmlns:p14="http://schemas.microsoft.com/office/powerpoint/2010/main" val="162124445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355591"/>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maand0"/>
          <p:cNvSpPr txBox="1"/>
          <p:nvPr/>
        </p:nvSpPr>
        <p:spPr>
          <a:xfrm>
            <a:off x="634984" y="2133546"/>
            <a:ext cx="1092172" cy="279393"/>
          </a:xfrm>
          <a:prstGeom prst="rect">
            <a:avLst/>
          </a:prstGeom>
          <a:noFill/>
        </p:spPr>
        <p:txBody>
          <a:bodyPr wrap="square" lIns="0" tIns="0" rIns="0" bIns="0" anchor="t">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maand1"/>
          <p:cNvSpPr txBox="1"/>
          <p:nvPr/>
        </p:nvSpPr>
        <p:spPr>
          <a:xfrm>
            <a:off x="1727156"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maand2"/>
          <p:cNvSpPr txBox="1"/>
          <p:nvPr/>
        </p:nvSpPr>
        <p:spPr>
          <a:xfrm>
            <a:off x="2819329"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maand3"/>
          <p:cNvSpPr txBox="1"/>
          <p:nvPr/>
        </p:nvSpPr>
        <p:spPr>
          <a:xfrm>
            <a:off x="3911502"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maand4"/>
          <p:cNvSpPr txBox="1"/>
          <p:nvPr/>
        </p:nvSpPr>
        <p:spPr>
          <a:xfrm>
            <a:off x="5003674"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maand5"/>
          <p:cNvSpPr txBox="1"/>
          <p:nvPr/>
        </p:nvSpPr>
        <p:spPr>
          <a:xfrm>
            <a:off x="6095847"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maand6"/>
          <p:cNvSpPr txBox="1"/>
          <p:nvPr/>
        </p:nvSpPr>
        <p:spPr>
          <a:xfrm>
            <a:off x="7188020"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maand7"/>
          <p:cNvSpPr txBox="1"/>
          <p:nvPr/>
        </p:nvSpPr>
        <p:spPr>
          <a:xfrm>
            <a:off x="8280192"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maand8"/>
          <p:cNvSpPr txBox="1"/>
          <p:nvPr/>
        </p:nvSpPr>
        <p:spPr>
          <a:xfrm>
            <a:off x="9372365"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maand9"/>
          <p:cNvSpPr txBox="1"/>
          <p:nvPr/>
        </p:nvSpPr>
        <p:spPr>
          <a:xfrm>
            <a:off x="10464538"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0878" y="3975000"/>
            <a:ext cx="2285942"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390815" y="3975000"/>
            <a:ext cx="2285942"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930751" y="3975000"/>
            <a:ext cx="2285942"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lIns="0" tIns="0" rIns="0" bIns="0" anchor="t">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lIns="0" tIns="0" rIns="0" bIns="0" anchor="t">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lIns="0" tIns="0" rIns="0" bIns="0" anchor="t">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18 / 27</a:t>
            </a:r>
            <a:endParaRPr sz="1050" b="0">
              <a:solidFill>
                <a:srgbClr val="8FB6D0"/>
              </a:solidFill>
              <a:latin typeface="Consolas"/>
            </a:endParaRPr>
          </a:p>
        </p:txBody>
      </p:sp>
      <p:pic>
        <p:nvPicPr>
          <p:cNvPr id="47"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pedar.png"/>
          <p:cNvPicPr>
            <a:picLocks noChangeAspect="1"/>
          </p:cNvPicPr>
          <p:nvPr/>
        </p:nvPicPr>
        <p:blipFill>
          <a:blip r:embed="rId3"/>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lIns="0" tIns="0" rIns="0" bIns="0" anchor="t">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lIns="0" tIns="0" rIns="0" bIns="0" anchor="t">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lIns="0" tIns="0" rIns="0" bIns="0" anchor="t">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lIns="0" tIns="0" rIns="0" bIns="0" anchor="t">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910186"/>
          </a:xfrm>
          <a:prstGeom prst="rect">
            <a:avLst/>
          </a:prstGeom>
          <a:noFill/>
        </p:spPr>
        <p:txBody>
          <a:bodyPr wrap="square" lIns="0" tIns="0" rIns="0" bIns="0" anchor="t">
            <a:spAutoFit/>
          </a:bodyPr>
          <a:lstStyle/>
          <a:p>
            <a:pPr algn="l">
              <a:lnSpc>
                <a:spcPct val="130000"/>
              </a:lnSpc>
            </a:pPr>
            <a:r>
              <a:rPr sz="1350" b="0">
                <a:solidFill>
                  <a:srgbClr val="8FB6D0"/>
                </a:solidFill>
                <a:latin typeface="Segoe UI"/>
              </a:rPr>
              <a:t>In de schoen, met de zool</a:t>
            </a:r>
          </a:p>
          <a:p>
            <a:pPr algn="l">
              <a:lnSpc>
                <a:spcPct val="130000"/>
              </a:lnSpc>
              <a:spcBef>
                <a:spcPts val="1000"/>
              </a:spcBef>
            </a:pPr>
            <a:r>
              <a:rPr sz="1350" b="0">
                <a:solidFill>
                  <a:srgbClr val="8FB6D0"/>
                </a:solidFill>
                <a:latin typeface="Segoe UI"/>
              </a:rPr>
              <a:t>Nulstellen: één keer per sessie</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orthotimer.png"/>
          <p:cNvPicPr>
            <a:picLocks noChangeAspect="1"/>
          </p:cNvPicPr>
          <p:nvPr/>
        </p:nvPicPr>
        <p:blipFill>
          <a:blip r:embed="rId4"/>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lIns="0" tIns="0" rIns="0" bIns="0" anchor="t">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lIns="0" tIns="0" rIns="0" bIns="0" anchor="t">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lIns="0" tIns="0" rIns="0" bIns="0" anchor="t">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lIns="0" tIns="0" rIns="0" bIns="0" anchor="t">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Geheugen 100 dagen</a:t>
            </a:r>
          </a:p>
        </p:txBody>
      </p:sp>
      <p:sp>
        <p:nvSpPr>
          <p:cNvPr id="19" name="TextBox 18"/>
          <p:cNvSpPr txBox="1"/>
          <p:nvPr/>
        </p:nvSpPr>
        <p:spPr>
          <a:xfrm>
            <a:off x="8241966" y="3632109"/>
            <a:ext cx="3060496" cy="228594"/>
          </a:xfrm>
          <a:prstGeom prst="rect">
            <a:avLst/>
          </a:prstGeom>
          <a:noFill/>
        </p:spPr>
        <p:txBody>
          <a:bodyPr wrap="square" lIns="0" tIns="0" rIns="0" bIns="0" anchor="t">
            <a:spAutoFit/>
          </a:bodyPr>
          <a:lstStyle/>
          <a:p>
            <a:pPr algn="l">
              <a:lnSpc>
                <a:spcPct val="125000"/>
              </a:lnSpc>
            </a:pPr>
            <a:r>
              <a:rPr sz="1250" b="1" spc="130">
                <a:solidFill>
                  <a:srgbClr val="FF7A00"/>
                </a:solidFill>
                <a:latin typeface="Consolas"/>
              </a:rPr>
              <a:t>UW TEAM MEET</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movemonitor.png"/>
          <p:cNvPicPr>
            <a:picLocks noChangeAspect="1"/>
          </p:cNvPicPr>
          <p:nvPr/>
        </p:nvPicPr>
        <p:blipFill>
          <a:blip r:embed="rId5"/>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lIns="0" tIns="0" rIns="0" bIns="0" anchor="t">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lIns="0" tIns="0" rIns="0" bIns="0" anchor="t">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lIns="0" tIns="0" rIns="0" bIns="0" anchor="t">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600229"/>
          </a:xfrm>
          <a:prstGeom prst="rect">
            <a:avLst/>
          </a:prstGeom>
          <a:noFill/>
        </p:spPr>
        <p:txBody>
          <a:bodyPr wrap="square" lIns="0" tIns="0" rIns="0" bIns="0" anchor="t">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lang="nl-NL" sz="1400" b="0">
                <a:solidFill>
                  <a:srgbClr val="8FB6D0"/>
                </a:solidFill>
                <a:latin typeface="Segoe UI"/>
              </a:rPr>
              <a:t>Eén week, alleen bij de start</a:t>
            </a:r>
            <a:endParaRPr sz="1400" b="0">
              <a:solidFill>
                <a:srgbClr val="8FB6D0"/>
              </a:solidFill>
              <a:latin typeface="Segoe UI"/>
            </a:endParaRPr>
          </a:p>
        </p:txBody>
      </p:sp>
      <p:sp>
        <p:nvSpPr>
          <p:cNvPr id="27" name="TextBox 26"/>
          <p:cNvSpPr txBox="1"/>
          <p:nvPr/>
        </p:nvSpPr>
        <p:spPr>
          <a:xfrm>
            <a:off x="8241966" y="5714857"/>
            <a:ext cx="3060496" cy="228594"/>
          </a:xfrm>
          <a:prstGeom prst="rect">
            <a:avLst/>
          </a:prstGeom>
          <a:noFill/>
        </p:spPr>
        <p:txBody>
          <a:bodyPr wrap="square" lIns="0" tIns="0" rIns="0" bIns="0" anchor="t">
            <a:spAutoFit/>
          </a:bodyPr>
          <a:lstStyle/>
          <a:p>
            <a:pPr algn="l">
              <a:lnSpc>
                <a:spcPct val="125000"/>
              </a:lnSpc>
            </a:pPr>
            <a:r>
              <a:rPr sz="1250" b="1" spc="130">
                <a:solidFill>
                  <a:srgbClr val="FF7A00"/>
                </a:solidFill>
                <a:latin typeface="Consolas"/>
              </a:rPr>
              <a:t>UW TEAM MEET</a:t>
            </a:r>
          </a:p>
        </p:txBody>
      </p:sp>
      <p:sp>
        <p:nvSpPr>
          <p:cNvPr id="28" name="TextBox 27"/>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19 / 27</a:t>
            </a:r>
            <a:endParaRPr sz="1050" b="0">
              <a:solidFill>
                <a:srgbClr val="8FB6D0"/>
              </a:solidFill>
              <a:latin typeface="Consolas"/>
            </a:endParaRPr>
          </a:p>
        </p:txBody>
      </p:sp>
      <p:pic>
        <p:nvPicPr>
          <p:cNvPr id="29" name="merk" descr="merk.png"/>
          <p:cNvPicPr>
            <a:picLocks noChangeAspect="1"/>
          </p:cNvPicPr>
          <p:nvPr/>
        </p:nvPicPr>
        <p:blipFill>
          <a:blip r:embed="rId6"/>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lIns="0" tIns="0" rIns="0" bIns="0" anchor="t">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4082947"/>
            <a:ext cx="6349841" cy="1515158"/>
          </a:xfrm>
          <a:prstGeom prst="rect">
            <a:avLst/>
          </a:prstGeom>
          <a:noFill/>
        </p:spPr>
        <p:txBody>
          <a:bodyPr wrap="square" lIns="0" tIns="0" rIns="0" bIns="0" anchor="t">
            <a:spAutoFit/>
          </a:bodyPr>
          <a:lstStyle/>
          <a:p>
            <a:pPr algn="l">
              <a:lnSpc>
                <a:spcPct val="145000"/>
              </a:lnSpc>
            </a:pPr>
            <a:r>
              <a:rPr lang="nl-NL" sz="1750" b="0">
                <a:solidFill>
                  <a:srgbClr val="8FB6D0"/>
                </a:solidFill>
                <a:latin typeface="Segoe UI"/>
              </a:rPr>
              <a:t>In Usual Care meet u de druk alleen bij de start en op maand 6, geblindeerd: drempel 50 kPa, waarden uit. De sensor wordt uitgelezen, zonder terugkoppeling. Bespreekt u de waarden, dan lévert u de interventie en is die patiënt geen controle meer.</a:t>
            </a:r>
            <a:endParaRPr sz="1750" b="0" dirty="0">
              <a:solidFill>
                <a:srgbClr val="8FB6D0"/>
              </a:solidFill>
              <a:latin typeface="Segoe UI"/>
            </a:endParaRP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78595" y="2324041"/>
            <a:ext cx="3111422" cy="241293"/>
          </a:xfrm>
          <a:prstGeom prst="rect">
            <a:avLst/>
          </a:prstGeom>
          <a:noFill/>
        </p:spPr>
        <p:txBody>
          <a:bodyPr wrap="square" lIns="0" tIns="0" rIns="0" bIns="0" anchor="t">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lIns="0" tIns="0" rIns="0" bIns="0" anchor="t">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20 / 27</a:t>
            </a:r>
            <a:endParaRPr sz="1050" b="0">
              <a:solidFill>
                <a:srgbClr val="8FB6D0"/>
              </a:solidFill>
              <a:latin typeface="Consolas"/>
            </a:endParaRPr>
          </a:p>
        </p:txBody>
      </p:sp>
      <p:pic>
        <p:nvPicPr>
          <p:cNvPr id="1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146246"/>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721006" y="2158946"/>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38739" y="2158946"/>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56471" y="2158946"/>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187620"/>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721006" y="3200319"/>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38739" y="3200319"/>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Past aan tot de norm</a:t>
            </a:r>
          </a:p>
        </p:txBody>
      </p:sp>
      <p:sp>
        <p:nvSpPr>
          <p:cNvPr id="19" name="Rectangle 18"/>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4984" y="4228994"/>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Arts</a:t>
            </a:r>
          </a:p>
        </p:txBody>
      </p:sp>
      <p:sp>
        <p:nvSpPr>
          <p:cNvPr id="21" name="Oval 20"/>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21006" y="4241693"/>
            <a:ext cx="2362140" cy="587661"/>
          </a:xfrm>
          <a:prstGeom prst="rect">
            <a:avLst/>
          </a:prstGeom>
          <a:noFill/>
        </p:spPr>
        <p:txBody>
          <a:bodyPr wrap="square" lIns="0" tIns="0" rIns="0" bIns="0" anchor="t">
            <a:spAutoFit/>
          </a:bodyPr>
          <a:lstStyle/>
          <a:p>
            <a:pPr algn="l">
              <a:lnSpc>
                <a:spcPct val="130000"/>
              </a:lnSpc>
            </a:pPr>
            <a:r>
              <a:rPr lang="nl-BE" sz="1550" b="0">
                <a:solidFill>
                  <a:srgbClr val="8FB6D0"/>
                </a:solidFill>
                <a:latin typeface="Segoe UI"/>
              </a:rPr>
              <a:t>Screent, vraagt toestemming</a:t>
            </a:r>
            <a:endParaRPr sz="1550" b="0">
              <a:solidFill>
                <a:srgbClr val="8FB6D0"/>
              </a:solidFill>
              <a:latin typeface="Segoe UI"/>
            </a:endParaRPr>
          </a:p>
        </p:txBody>
      </p:sp>
      <p:sp>
        <p:nvSpPr>
          <p:cNvPr id="23" name="Oval 22"/>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38739" y="4241693"/>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Beoordeelt laesies</a:t>
            </a:r>
          </a:p>
        </p:txBody>
      </p:sp>
      <p:sp>
        <p:nvSpPr>
          <p:cNvPr id="25" name="Oval 24"/>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56471" y="4241693"/>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Meldt voorvallen</a:t>
            </a:r>
          </a:p>
        </p:txBody>
      </p:sp>
      <p:sp>
        <p:nvSpPr>
          <p:cNvPr id="27" name="Rectangle 26"/>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4984" y="5270368"/>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Management</a:t>
            </a:r>
          </a:p>
        </p:txBody>
      </p:sp>
      <p:sp>
        <p:nvSpPr>
          <p:cNvPr id="29" name="Oval 28"/>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21006" y="5283067"/>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Maakt tijd vrij</a:t>
            </a:r>
          </a:p>
        </p:txBody>
      </p:sp>
      <p:sp>
        <p:nvSpPr>
          <p:cNvPr id="31" name="Oval 30"/>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38739" y="5283067"/>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Bewaakt 24 inclusies</a:t>
            </a:r>
          </a:p>
        </p:txBody>
      </p:sp>
      <p:sp>
        <p:nvSpPr>
          <p:cNvPr id="33" name="Oval 32"/>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156471" y="5283067"/>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Houdt het opleidingsregister bij</a:t>
            </a:r>
          </a:p>
        </p:txBody>
      </p:sp>
      <p:sp>
        <p:nvSpPr>
          <p:cNvPr id="35" name="Rectangle 34"/>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21 / 27</a:t>
            </a:r>
            <a:endParaRPr sz="1050" b="0">
              <a:solidFill>
                <a:srgbClr val="8FB6D0"/>
              </a:solidFill>
              <a:latin typeface="Consolas"/>
            </a:endParaRPr>
          </a:p>
        </p:txBody>
      </p:sp>
      <p:pic>
        <p:nvPicPr>
          <p:cNvPr id="37"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38" name="TextBox 37"/>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158946"/>
            <a:ext cx="6222844" cy="363946"/>
          </a:xfrm>
          <a:prstGeom prst="rect">
            <a:avLst/>
          </a:prstGeom>
          <a:noFill/>
        </p:spPr>
        <p:txBody>
          <a:bodyPr wrap="square" lIns="0" tIns="0" rIns="0" bIns="0" anchor="t">
            <a:spAutoFit/>
          </a:bodyPr>
          <a:lstStyle/>
          <a:p>
            <a:pPr algn="l">
              <a:lnSpc>
                <a:spcPct val="125000"/>
              </a:lnSpc>
            </a:pPr>
            <a:r>
              <a:rPr lang="nl-BE" sz="2100" b="1">
                <a:solidFill>
                  <a:srgbClr val="F2F8FC"/>
                </a:solidFill>
                <a:latin typeface="Segoe UI"/>
              </a:rPr>
              <a:t>SEBIA-opleiding</a:t>
            </a:r>
            <a:endParaRPr sz="2100" b="1">
              <a:solidFill>
                <a:srgbClr val="F2F8FC"/>
              </a:solidFill>
              <a:latin typeface="Segoe UI"/>
            </a:endParaRPr>
          </a:p>
        </p:txBody>
      </p:sp>
      <p:sp>
        <p:nvSpPr>
          <p:cNvPr id="7" name="TextBox 6"/>
          <p:cNvSpPr txBox="1"/>
          <p:nvPr/>
        </p:nvSpPr>
        <p:spPr>
          <a:xfrm>
            <a:off x="647683" y="2476438"/>
            <a:ext cx="6095847" cy="277576"/>
          </a:xfrm>
          <a:prstGeom prst="rect">
            <a:avLst/>
          </a:prstGeom>
          <a:noFill/>
        </p:spPr>
        <p:txBody>
          <a:bodyPr wrap="square" lIns="0" tIns="0" rIns="0" bIns="0" anchor="t">
            <a:spAutoFit/>
          </a:bodyPr>
          <a:lstStyle/>
          <a:p>
            <a:pPr algn="l">
              <a:lnSpc>
                <a:spcPct val="130000"/>
              </a:lnSpc>
            </a:pPr>
            <a:r>
              <a:rPr lang="nl-NL" sz="1550" b="0">
                <a:solidFill>
                  <a:srgbClr val="8FB6D0"/>
                </a:solidFill>
                <a:latin typeface="Segoe UI"/>
              </a:rPr>
              <a:t>Zes sessies door prof. Fabienne Dobbels, voor alle podologen</a:t>
            </a:r>
            <a:endParaRPr sz="1550" b="0">
              <a:solidFill>
                <a:srgbClr val="8FB6D0"/>
              </a:solidFill>
              <a:latin typeface="Segoe UI"/>
            </a:endParaRP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4984" y="3124121"/>
            <a:ext cx="6222844" cy="317492"/>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4984" y="4089297"/>
            <a:ext cx="6222844" cy="317492"/>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984" y="5054473"/>
            <a:ext cx="6222844" cy="317492"/>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277576"/>
          </a:xfrm>
          <a:prstGeom prst="rect">
            <a:avLst/>
          </a:prstGeom>
          <a:noFill/>
        </p:spPr>
        <p:txBody>
          <a:bodyPr wrap="square" lIns="0" tIns="0" rIns="0" bIns="0" anchor="t">
            <a:spAutoFit/>
          </a:bodyPr>
          <a:lstStyle/>
          <a:p>
            <a:pPr algn="l">
              <a:lnSpc>
                <a:spcPct val="130000"/>
              </a:lnSpc>
            </a:pPr>
            <a:r>
              <a:rPr lang="nl-NL" sz="1550" b="0">
                <a:solidFill>
                  <a:srgbClr val="8FB6D0"/>
                </a:solidFill>
                <a:latin typeface="Segoe UI"/>
              </a:rPr>
              <a:t>paradise-tbm@kuleuven.be, voor alles over PARADISE</a:t>
            </a:r>
            <a:endParaRPr sz="1550" b="0">
              <a:solidFill>
                <a:srgbClr val="8FB6D0"/>
              </a:solidFill>
              <a:latin typeface="Segoe UI"/>
            </a:endParaRP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hero"/>
          <p:cNvSpPr txBox="1"/>
          <p:nvPr/>
        </p:nvSpPr>
        <p:spPr>
          <a:xfrm>
            <a:off x="7772205" y="2158946"/>
            <a:ext cx="3555911" cy="1904952"/>
          </a:xfrm>
          <a:prstGeom prst="rect">
            <a:avLst/>
          </a:prstGeom>
          <a:noFill/>
        </p:spPr>
        <p:txBody>
          <a:bodyPr wrap="square" lIns="0" tIns="0" rIns="0" bIns="0" anchor="t">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lIns="0" tIns="0" rIns="0" bIns="0" anchor="t">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lIns="0" tIns="0" rIns="0" bIns="0" anchor="t">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22 / 27</a:t>
            </a:r>
            <a:endParaRPr sz="1050" b="0">
              <a:solidFill>
                <a:srgbClr val="8FB6D0"/>
              </a:solidFill>
              <a:latin typeface="Consolas"/>
            </a:endParaRPr>
          </a:p>
        </p:txBody>
      </p:sp>
      <p:pic>
        <p:nvPicPr>
          <p:cNvPr id="23"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NL" sz="1250" b="1" spc="240">
                <a:solidFill>
                  <a:srgbClr val="52BDEC"/>
                </a:solidFill>
                <a:latin typeface="Consolas"/>
              </a:rPr>
              <a:t>STAND VAN ZAKEN · OKTOBER 2026</a:t>
            </a:r>
            <a:endParaRPr sz="1250" b="1" spc="240">
              <a:solidFill>
                <a:srgbClr val="52BDEC"/>
              </a:solidFill>
              <a:latin typeface="Consolas"/>
            </a:endParaRP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Wat af is, en waar het op wacht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1900190"/>
            <a:ext cx="2412939" cy="317492"/>
          </a:xfrm>
          <a:prstGeom prst="rect">
            <a:avLst/>
          </a:prstGeom>
          <a:noFill/>
        </p:spPr>
        <p:txBody>
          <a:bodyPr wrap="square" lIns="0" tIns="0" rIns="0" bIns="0" anchor="t">
            <a:spAutoFit/>
          </a:bodyPr>
          <a:lstStyle/>
          <a:p>
            <a:pPr algn="l">
              <a:lnSpc>
                <a:spcPct val="125000"/>
              </a:lnSpc>
            </a:pPr>
            <a:r>
              <a:rPr sz="2000" b="1" dirty="0">
                <a:solidFill>
                  <a:srgbClr val="F2F8FC"/>
                </a:solidFill>
                <a:latin typeface="Segoe UI"/>
              </a:rPr>
              <a:t>Protocol en </a:t>
            </a:r>
            <a:r>
              <a:rPr sz="2000" b="1" dirty="0" err="1">
                <a:solidFill>
                  <a:srgbClr val="F2F8FC"/>
                </a:solidFill>
                <a:latin typeface="Segoe UI"/>
              </a:rPr>
              <a:t>formulieren</a:t>
            </a:r>
            <a:endParaRPr sz="2000" b="1" dirty="0">
              <a:solidFill>
                <a:srgbClr val="F2F8FC"/>
              </a:solidFill>
              <a:latin typeface="Segoe UI"/>
            </a:endParaRPr>
          </a:p>
        </p:txBody>
      </p:sp>
      <p:sp>
        <p:nvSpPr>
          <p:cNvPr id="7" name="TextBox 6"/>
          <p:cNvSpPr txBox="1"/>
          <p:nvPr/>
        </p:nvSpPr>
        <p:spPr>
          <a:xfrm>
            <a:off x="3301917" y="2031949"/>
            <a:ext cx="6222844" cy="571485"/>
          </a:xfrm>
          <a:prstGeom prst="rect">
            <a:avLst/>
          </a:prstGeom>
          <a:noFill/>
        </p:spPr>
        <p:txBody>
          <a:bodyPr wrap="square" lIns="0" tIns="0" rIns="0" bIns="0" anchor="t">
            <a:spAutoFit/>
          </a:bodyPr>
          <a:lstStyle/>
          <a:p>
            <a:pPr algn="l">
              <a:lnSpc>
                <a:spcPct val="132000"/>
              </a:lnSpc>
            </a:pPr>
            <a:r>
              <a:rPr sz="1500" b="0">
                <a:solidFill>
                  <a:srgbClr val="8FB6D0"/>
                </a:solidFill>
                <a:latin typeface="Segoe UI"/>
              </a:rPr>
              <a:t>Protocolversie 1.0 en zevenenveertig eCRF-documenten liggen er. De drukmeting is omgezet naar in-shoe, met acht regio's per voet.</a:t>
            </a:r>
          </a:p>
        </p:txBody>
      </p:sp>
      <p:sp>
        <p:nvSpPr>
          <p:cNvPr id="8" name="TextBox 7"/>
          <p:cNvSpPr txBox="1"/>
          <p:nvPr/>
        </p:nvSpPr>
        <p:spPr>
          <a:xfrm>
            <a:off x="9905752" y="2044648"/>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klaar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4" y="2870128"/>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Ethiek</a:t>
            </a:r>
          </a:p>
        </p:txBody>
      </p:sp>
      <p:sp>
        <p:nvSpPr>
          <p:cNvPr id="11" name="TextBox 10"/>
          <p:cNvSpPr txBox="1"/>
          <p:nvPr/>
        </p:nvSpPr>
        <p:spPr>
          <a:xfrm>
            <a:off x="3301917" y="2855350"/>
            <a:ext cx="7540254" cy="571485"/>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Centraal bij de commissie van UZ Leuven en het FAGG. Uw dossier is volledig ingediend en ligt bij externe diensten voor feedback.</a:t>
            </a:r>
            <a:endParaRPr sz="1500" b="0" dirty="0">
              <a:solidFill>
                <a:srgbClr val="8FB6D0"/>
              </a:solidFill>
              <a:latin typeface="Segoe UI"/>
            </a:endParaRPr>
          </a:p>
        </p:txBody>
      </p:sp>
      <p:sp>
        <p:nvSpPr>
          <p:cNvPr id="12" name="TextBox 11"/>
          <p:cNvSpPr txBox="1"/>
          <p:nvPr/>
        </p:nvSpPr>
        <p:spPr>
          <a:xfrm>
            <a:off x="9905752" y="2882827"/>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loopt</a:t>
            </a:r>
            <a:endParaRPr sz="1300" b="1">
              <a:solidFill>
                <a:srgbClr val="52BDEC"/>
              </a:solidFill>
              <a:latin typeface="Consolas"/>
            </a:endParaRP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708307"/>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Toestellen</a:t>
            </a:r>
          </a:p>
        </p:txBody>
      </p:sp>
      <p:sp>
        <p:nvSpPr>
          <p:cNvPr id="15" name="TextBox 14"/>
          <p:cNvSpPr txBox="1"/>
          <p:nvPr/>
        </p:nvSpPr>
        <p:spPr>
          <a:xfrm>
            <a:off x="3301917" y="3708307"/>
            <a:ext cx="6222844" cy="576761"/>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Novel pedar, MoveMonitors en Orthotimers staan bij u. De pedar installeren we vóór uw technologiesessie op 2 december.</a:t>
            </a:r>
            <a:endParaRPr sz="1500" b="0" dirty="0">
              <a:solidFill>
                <a:srgbClr val="8FB6D0"/>
              </a:solidFill>
              <a:latin typeface="Segoe UI"/>
            </a:endParaRPr>
          </a:p>
        </p:txBody>
      </p:sp>
      <p:sp>
        <p:nvSpPr>
          <p:cNvPr id="16" name="TextBox 15"/>
          <p:cNvSpPr txBox="1"/>
          <p:nvPr/>
        </p:nvSpPr>
        <p:spPr>
          <a:xfrm>
            <a:off x="9905752" y="3721006"/>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vóór 2 dec</a:t>
            </a:r>
            <a:endParaRPr sz="1300" b="1" dirty="0">
              <a:solidFill>
                <a:srgbClr val="52BDEC"/>
              </a:solidFill>
              <a:latin typeface="Consolas"/>
            </a:endParaRP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546486"/>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Databank</a:t>
            </a:r>
          </a:p>
        </p:txBody>
      </p:sp>
      <p:sp>
        <p:nvSpPr>
          <p:cNvPr id="19" name="TextBox 18"/>
          <p:cNvSpPr txBox="1"/>
          <p:nvPr/>
        </p:nvSpPr>
        <p:spPr>
          <a:xfrm>
            <a:off x="3301917" y="4517969"/>
            <a:ext cx="6222844" cy="272062"/>
          </a:xfrm>
          <a:prstGeom prst="rect">
            <a:avLst/>
          </a:prstGeom>
          <a:noFill/>
        </p:spPr>
        <p:txBody>
          <a:bodyPr wrap="square" lIns="0" tIns="0" rIns="0" bIns="0" anchor="t">
            <a:spAutoFit/>
          </a:bodyPr>
          <a:lstStyle/>
          <a:p>
            <a:pPr algn="l">
              <a:lnSpc>
                <a:spcPct val="132000"/>
              </a:lnSpc>
            </a:pPr>
            <a:r>
              <a:rPr sz="1500" b="0" dirty="0" err="1">
                <a:solidFill>
                  <a:srgbClr val="8FB6D0"/>
                </a:solidFill>
                <a:latin typeface="Segoe UI"/>
              </a:rPr>
              <a:t>Eén</a:t>
            </a:r>
            <a:r>
              <a:rPr sz="1500" b="0" dirty="0">
                <a:solidFill>
                  <a:srgbClr val="8FB6D0"/>
                </a:solidFill>
                <a:latin typeface="Segoe UI"/>
              </a:rPr>
              <a:t> centrale databank. U </a:t>
            </a:r>
            <a:r>
              <a:rPr sz="1500" b="0" dirty="0" err="1">
                <a:solidFill>
                  <a:srgbClr val="8FB6D0"/>
                </a:solidFill>
                <a:latin typeface="Segoe UI"/>
              </a:rPr>
              <a:t>vult</a:t>
            </a:r>
            <a:r>
              <a:rPr sz="1500" b="0" dirty="0">
                <a:solidFill>
                  <a:srgbClr val="8FB6D0"/>
                </a:solidFill>
                <a:latin typeface="Segoe UI"/>
              </a:rPr>
              <a:t> papier in, het </a:t>
            </a:r>
            <a:r>
              <a:rPr sz="1500" b="0" dirty="0" err="1">
                <a:solidFill>
                  <a:srgbClr val="8FB6D0"/>
                </a:solidFill>
                <a:latin typeface="Segoe UI"/>
              </a:rPr>
              <a:t>studieteam</a:t>
            </a:r>
            <a:r>
              <a:rPr sz="1500" b="0" dirty="0">
                <a:solidFill>
                  <a:srgbClr val="8FB6D0"/>
                </a:solidFill>
                <a:latin typeface="Segoe UI"/>
              </a:rPr>
              <a:t> </a:t>
            </a:r>
            <a:r>
              <a:rPr sz="1500" b="0" dirty="0" err="1">
                <a:solidFill>
                  <a:srgbClr val="8FB6D0"/>
                </a:solidFill>
                <a:latin typeface="Segoe UI"/>
              </a:rPr>
              <a:t>voert</a:t>
            </a:r>
            <a:r>
              <a:rPr sz="1500" b="0" dirty="0">
                <a:solidFill>
                  <a:srgbClr val="8FB6D0"/>
                </a:solidFill>
                <a:latin typeface="Segoe UI"/>
              </a:rPr>
              <a:t> in. </a:t>
            </a:r>
          </a:p>
        </p:txBody>
      </p:sp>
      <p:sp>
        <p:nvSpPr>
          <p:cNvPr id="20" name="TextBox 19"/>
          <p:cNvSpPr txBox="1"/>
          <p:nvPr/>
        </p:nvSpPr>
        <p:spPr>
          <a:xfrm>
            <a:off x="9905752" y="4559186"/>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centraal</a:t>
            </a: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23 / 27</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VAN HIER TOT UW EERSTE PATIËNT</a:t>
            </a: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NL" sz="4000" b="1">
                <a:solidFill>
                  <a:srgbClr val="F2F8FC"/>
                </a:solidFill>
                <a:latin typeface="Segoe UI"/>
              </a:rPr>
              <a:t>Uw data, van november tot april</a:t>
            </a:r>
            <a:endParaRPr sz="4000" b="1">
              <a:solidFill>
                <a:srgbClr val="F2F8FC"/>
              </a:solidFill>
              <a:latin typeface="Segoe UI"/>
            </a:endParaRP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2779"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november</a:t>
            </a:r>
            <a:endParaRPr sz="2000" b="1">
              <a:solidFill>
                <a:srgbClr val="F2F8FC"/>
              </a:solidFill>
              <a:latin typeface="Segoe UI"/>
            </a:endParaRPr>
          </a:p>
        </p:txBody>
      </p:sp>
      <p:sp>
        <p:nvSpPr>
          <p:cNvPr id="10" name="TextBox 9"/>
          <p:cNvSpPr txBox="1"/>
          <p:nvPr/>
        </p:nvSpPr>
        <p:spPr>
          <a:xfrm>
            <a:off x="812779" y="3987700"/>
            <a:ext cx="1701757" cy="919547"/>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Info draaiboek, online: di 10 en 24 nov, 12u30–14u.</a:t>
            </a:r>
            <a:endParaRPr sz="1500" b="0">
              <a:solidFill>
                <a:srgbClr val="8FB6D0"/>
              </a:solidFill>
              <a:latin typeface="Segoe UI"/>
            </a:endParaRP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022524"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december</a:t>
            </a:r>
          </a:p>
        </p:txBody>
      </p:sp>
      <p:sp>
        <p:nvSpPr>
          <p:cNvPr id="15" name="TextBox 14"/>
          <p:cNvSpPr txBox="1"/>
          <p:nvPr/>
        </p:nvSpPr>
        <p:spPr>
          <a:xfrm>
            <a:off x="3022524" y="3987700"/>
            <a:ext cx="1701757" cy="919547"/>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Technologie bij u: wo 2 dec, voormiddag.</a:t>
            </a:r>
            <a:endParaRPr sz="1500" b="0" dirty="0">
              <a:solidFill>
                <a:srgbClr val="8FB6D0"/>
              </a:solidFill>
              <a:latin typeface="Segoe UI"/>
            </a:endParaRP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32269"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januari</a:t>
            </a:r>
          </a:p>
        </p:txBody>
      </p:sp>
      <p:sp>
        <p:nvSpPr>
          <p:cNvPr id="20" name="TextBox 19"/>
          <p:cNvSpPr txBox="1"/>
          <p:nvPr/>
        </p:nvSpPr>
        <p:spPr>
          <a:xfrm>
            <a:off x="5232269" y="3987700"/>
            <a:ext cx="1701757" cy="1238096"/>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SEBIA 1–2: wo 6 jan. Datacollectie: di 12 jan. Droogloop bij u: wo 20 jan.</a:t>
            </a:r>
            <a:endParaRPr sz="1500" b="0" dirty="0">
              <a:solidFill>
                <a:srgbClr val="8FB6D0"/>
              </a:solidFill>
              <a:latin typeface="Segoe UI"/>
            </a:endParaRP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42013"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februari</a:t>
            </a:r>
          </a:p>
        </p:txBody>
      </p:sp>
      <p:sp>
        <p:nvSpPr>
          <p:cNvPr id="25" name="TextBox 24"/>
          <p:cNvSpPr txBox="1"/>
          <p:nvPr/>
        </p:nvSpPr>
        <p:spPr>
          <a:xfrm>
            <a:off x="7442013" y="3987700"/>
            <a:ext cx="1701757" cy="1238096"/>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Piloot van 1 tot 19 feb, Go/No-Go op 23 feb. Daarna start de inclusie.</a:t>
            </a:r>
            <a:endParaRPr sz="1500" b="0">
              <a:solidFill>
                <a:srgbClr val="8FB6D0"/>
              </a:solidFill>
              <a:latin typeface="Segoe UI"/>
            </a:endParaRP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651758"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maart – april</a:t>
            </a:r>
            <a:endParaRPr sz="2000" b="1">
              <a:solidFill>
                <a:srgbClr val="F2F8FC"/>
              </a:solidFill>
              <a:latin typeface="Segoe UI"/>
            </a:endParaRPr>
          </a:p>
        </p:txBody>
      </p:sp>
      <p:sp>
        <p:nvSpPr>
          <p:cNvPr id="30" name="TextBox 29"/>
          <p:cNvSpPr txBox="1"/>
          <p:nvPr/>
        </p:nvSpPr>
        <p:spPr>
          <a:xfrm>
            <a:off x="9651758" y="3987700"/>
            <a:ext cx="1701757" cy="1238096"/>
          </a:xfrm>
          <a:prstGeom prst="rect">
            <a:avLst/>
          </a:prstGeom>
          <a:noFill/>
        </p:spPr>
        <p:txBody>
          <a:bodyPr wrap="square" lIns="0" tIns="0" rIns="0" bIns="0" anchor="t">
            <a:spAutoFit/>
          </a:bodyPr>
          <a:lstStyle/>
          <a:p>
            <a:pPr algn="l">
              <a:lnSpc>
                <a:spcPct val="138000"/>
              </a:lnSpc>
            </a:pPr>
            <a:r>
              <a:rPr lang="nl-BE" sz="1500" b="0">
                <a:solidFill>
                  <a:srgbClr val="8FB6D0"/>
                </a:solidFill>
                <a:latin typeface="Segoe UI"/>
              </a:rPr>
              <a:t>SEBIA 3–4: ma 1 mrt, namiddag. SEBIA 5 bij u: di 20 apr, voormiddag.</a:t>
            </a:r>
            <a:endParaRPr sz="1500" b="0">
              <a:solidFill>
                <a:srgbClr val="8FB6D0"/>
              </a:solidFill>
              <a:latin typeface="Segoe UI"/>
            </a:endParaRPr>
          </a:p>
        </p:txBody>
      </p:sp>
      <p:sp>
        <p:nvSpPr>
          <p:cNvPr id="31" name="TextBox 30"/>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24 / 27</a:t>
            </a:r>
            <a:endParaRPr sz="1050" b="0">
              <a:solidFill>
                <a:srgbClr val="8FB6D0"/>
              </a:solidFill>
              <a:latin typeface="Consolas"/>
            </a:endParaRPr>
          </a:p>
        </p:txBody>
      </p:sp>
      <p:pic>
        <p:nvPicPr>
          <p:cNvPr id="3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WAT WE VAN U NODIG HEBBEN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Vier dingen, concreet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1949"/>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Twee zorgverleners</a:t>
            </a:r>
          </a:p>
        </p:txBody>
      </p:sp>
      <p:sp>
        <p:nvSpPr>
          <p:cNvPr id="7" name="TextBox 6"/>
          <p:cNvSpPr txBox="1"/>
          <p:nvPr/>
        </p:nvSpPr>
        <p:spPr>
          <a:xfrm>
            <a:off x="3325065" y="2087336"/>
            <a:ext cx="7708205" cy="576761"/>
          </a:xfrm>
          <a:prstGeom prst="rect">
            <a:avLst/>
          </a:prstGeom>
          <a:noFill/>
        </p:spPr>
        <p:txBody>
          <a:bodyPr wrap="square" lIns="0" tIns="0" rIns="0" bIns="0" anchor="t">
            <a:spAutoFit/>
          </a:bodyPr>
          <a:lstStyle/>
          <a:p>
            <a:pPr algn="l">
              <a:lnSpc>
                <a:spcPct val="132000"/>
              </a:lnSpc>
            </a:pPr>
            <a:r>
              <a:rPr sz="1500" b="0" dirty="0" err="1">
                <a:solidFill>
                  <a:srgbClr val="8FB6D0"/>
                </a:solidFill>
                <a:latin typeface="Segoe UI"/>
              </a:rPr>
              <a:t>Podoloog</a:t>
            </a:r>
            <a:r>
              <a:rPr sz="1500" b="0" dirty="0">
                <a:solidFill>
                  <a:srgbClr val="8FB6D0"/>
                </a:solidFill>
                <a:latin typeface="Segoe UI"/>
              </a:rPr>
              <a:t> en pedorthist</a:t>
            </a:r>
            <a:r>
              <a:rPr sz="1500" b="0">
                <a:solidFill>
                  <a:srgbClr val="8FB6D0"/>
                </a:solidFill>
                <a:latin typeface="Segoe UI"/>
              </a:rPr>
              <a:t>, </a:t>
            </a:r>
            <a:r>
              <a:rPr lang="nl-NL" sz="1500" b="0">
                <a:solidFill>
                  <a:srgbClr val="8FB6D0"/>
                </a:solidFill>
                <a:latin typeface="Segoe UI"/>
              </a:rPr>
              <a:t>met een arts die screent en de toestemming vraagt</a:t>
            </a:r>
            <a:r>
              <a:rPr sz="1500" b="0">
                <a:solidFill>
                  <a:srgbClr val="8FB6D0"/>
                </a:solidFill>
                <a:latin typeface="Segoe UI"/>
              </a:rPr>
              <a:t>. </a:t>
            </a:r>
            <a:r>
              <a:rPr sz="1500" b="0" dirty="0" err="1">
                <a:solidFill>
                  <a:srgbClr val="8FB6D0"/>
                </a:solidFill>
                <a:latin typeface="Segoe UI"/>
              </a:rPr>
              <a:t>Allebei</a:t>
            </a:r>
            <a:r>
              <a:rPr sz="1500" b="0" dirty="0">
                <a:solidFill>
                  <a:srgbClr val="8FB6D0"/>
                </a:solidFill>
                <a:latin typeface="Segoe UI"/>
              </a:rPr>
              <a:t> </a:t>
            </a:r>
            <a:r>
              <a:rPr sz="1500" b="0" dirty="0" err="1">
                <a:solidFill>
                  <a:srgbClr val="8FB6D0"/>
                </a:solidFill>
                <a:latin typeface="Segoe UI"/>
              </a:rPr>
              <a:t>gecertificeerd</a:t>
            </a:r>
            <a:r>
              <a:rPr sz="1500" b="0" dirty="0">
                <a:solidFill>
                  <a:srgbClr val="8FB6D0"/>
                </a:solidFill>
                <a:latin typeface="Segoe UI"/>
              </a:rPr>
              <a:t>. </a:t>
            </a:r>
          </a:p>
        </p:txBody>
      </p:sp>
      <p:sp>
        <p:nvSpPr>
          <p:cNvPr id="8" name="TextBox 7"/>
          <p:cNvSpPr txBox="1"/>
          <p:nvPr/>
        </p:nvSpPr>
        <p:spPr>
          <a:xfrm>
            <a:off x="9905752" y="2044648"/>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2</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3" y="2806629"/>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Drie per maand</a:t>
            </a:r>
            <a:endParaRPr sz="2000" b="1" dirty="0">
              <a:solidFill>
                <a:srgbClr val="F2F8FC"/>
              </a:solidFill>
              <a:latin typeface="Segoe UI"/>
            </a:endParaRPr>
          </a:p>
        </p:txBody>
      </p:sp>
      <p:sp>
        <p:nvSpPr>
          <p:cNvPr id="11" name="TextBox 10"/>
          <p:cNvSpPr txBox="1"/>
          <p:nvPr/>
        </p:nvSpPr>
        <p:spPr>
          <a:xfrm>
            <a:off x="3301917" y="2870128"/>
            <a:ext cx="6222844" cy="272062"/>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24 deelnemers in twaalf maanden; de derde per maand is de marge.</a:t>
            </a:r>
            <a:r>
              <a:rPr sz="1500" b="0">
                <a:solidFill>
                  <a:srgbClr val="8FB6D0"/>
                </a:solidFill>
                <a:latin typeface="Segoe UI"/>
              </a:rPr>
              <a:t> </a:t>
            </a:r>
            <a:endParaRPr sz="1500" b="0" dirty="0">
              <a:solidFill>
                <a:srgbClr val="8FB6D0"/>
              </a:solidFill>
              <a:latin typeface="Segoe UI"/>
            </a:endParaRPr>
          </a:p>
        </p:txBody>
      </p:sp>
      <p:sp>
        <p:nvSpPr>
          <p:cNvPr id="12" name="TextBox 11"/>
          <p:cNvSpPr txBox="1"/>
          <p:nvPr/>
        </p:nvSpPr>
        <p:spPr>
          <a:xfrm>
            <a:off x="9905752" y="2882827"/>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3</a:t>
            </a:r>
            <a:endParaRPr sz="1300" b="1">
              <a:solidFill>
                <a:srgbClr val="52BDEC"/>
              </a:solidFill>
              <a:latin typeface="Consolas"/>
            </a:endParaRP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708307"/>
            <a:ext cx="2412939" cy="317492"/>
          </a:xfrm>
          <a:prstGeom prst="rect">
            <a:avLst/>
          </a:prstGeom>
          <a:noFill/>
        </p:spPr>
        <p:txBody>
          <a:bodyPr wrap="square" lIns="0" tIns="0" rIns="0" bIns="0" anchor="t">
            <a:spAutoFit/>
          </a:bodyPr>
          <a:lstStyle/>
          <a:p>
            <a:pPr algn="l">
              <a:lnSpc>
                <a:spcPct val="125000"/>
              </a:lnSpc>
            </a:pPr>
            <a:r>
              <a:rPr sz="2000" b="1" dirty="0">
                <a:solidFill>
                  <a:srgbClr val="F2F8FC"/>
                </a:solidFill>
                <a:latin typeface="Segoe UI"/>
              </a:rPr>
              <a:t>Een </a:t>
            </a:r>
            <a:r>
              <a:rPr sz="2000" b="1" dirty="0" err="1">
                <a:solidFill>
                  <a:srgbClr val="F2F8FC"/>
                </a:solidFill>
                <a:latin typeface="Segoe UI"/>
              </a:rPr>
              <a:t>looppad</a:t>
            </a:r>
            <a:endParaRPr sz="2000" b="1" dirty="0">
              <a:solidFill>
                <a:srgbClr val="F2F8FC"/>
              </a:solidFill>
              <a:latin typeface="Segoe UI"/>
            </a:endParaRPr>
          </a:p>
        </p:txBody>
      </p:sp>
      <p:sp>
        <p:nvSpPr>
          <p:cNvPr id="15" name="TextBox 14"/>
          <p:cNvSpPr txBox="1"/>
          <p:nvPr/>
        </p:nvSpPr>
        <p:spPr>
          <a:xfrm>
            <a:off x="3301917" y="3708307"/>
            <a:ext cx="6222844" cy="571485"/>
          </a:xfrm>
          <a:prstGeom prst="rect">
            <a:avLst/>
          </a:prstGeom>
          <a:noFill/>
        </p:spPr>
        <p:txBody>
          <a:bodyPr wrap="square" lIns="0" tIns="0" rIns="0" bIns="0" anchor="t">
            <a:spAutoFit/>
          </a:bodyPr>
          <a:lstStyle/>
          <a:p>
            <a:pPr algn="l">
              <a:lnSpc>
                <a:spcPct val="132000"/>
              </a:lnSpc>
            </a:pPr>
            <a:r>
              <a:rPr sz="1500" b="0" dirty="0">
                <a:solidFill>
                  <a:srgbClr val="8FB6D0"/>
                </a:solidFill>
                <a:latin typeface="Segoe UI"/>
              </a:rPr>
              <a:t>Tien meter </a:t>
            </a:r>
            <a:r>
              <a:rPr sz="1500" b="0" dirty="0" err="1">
                <a:solidFill>
                  <a:srgbClr val="8FB6D0"/>
                </a:solidFill>
                <a:latin typeface="Segoe UI"/>
              </a:rPr>
              <a:t>volstaat</a:t>
            </a:r>
            <a:r>
              <a:rPr sz="1500" b="0" dirty="0">
                <a:solidFill>
                  <a:srgbClr val="8FB6D0"/>
                </a:solidFill>
                <a:latin typeface="Segoe UI"/>
              </a:rPr>
              <a:t>. Extra </a:t>
            </a:r>
            <a:r>
              <a:rPr sz="1500" b="0" dirty="0" err="1">
                <a:solidFill>
                  <a:srgbClr val="8FB6D0"/>
                </a:solidFill>
                <a:latin typeface="Segoe UI"/>
              </a:rPr>
              <a:t>apparatuur</a:t>
            </a:r>
            <a:r>
              <a:rPr sz="1500" b="0" dirty="0">
                <a:solidFill>
                  <a:srgbClr val="8FB6D0"/>
                </a:solidFill>
                <a:latin typeface="Segoe UI"/>
              </a:rPr>
              <a:t> is niet </a:t>
            </a:r>
            <a:r>
              <a:rPr sz="1500" b="0" dirty="0" err="1">
                <a:solidFill>
                  <a:srgbClr val="8FB6D0"/>
                </a:solidFill>
                <a:latin typeface="Segoe UI"/>
              </a:rPr>
              <a:t>nodig</a:t>
            </a:r>
            <a:r>
              <a:rPr sz="1500" b="0" dirty="0">
                <a:solidFill>
                  <a:srgbClr val="8FB6D0"/>
                </a:solidFill>
                <a:latin typeface="Segoe UI"/>
              </a:rPr>
              <a:t>.</a:t>
            </a:r>
          </a:p>
        </p:txBody>
      </p:sp>
      <p:sp>
        <p:nvSpPr>
          <p:cNvPr id="16" name="TextBox 15"/>
          <p:cNvSpPr txBox="1"/>
          <p:nvPr/>
        </p:nvSpPr>
        <p:spPr>
          <a:xfrm>
            <a:off x="9905752" y="3721006"/>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10 m</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546486"/>
            <a:ext cx="2412939" cy="317492"/>
          </a:xfrm>
          <a:prstGeom prst="rect">
            <a:avLst/>
          </a:prstGeom>
          <a:noFill/>
        </p:spPr>
        <p:txBody>
          <a:bodyPr wrap="square" lIns="0" tIns="0" rIns="0" bIns="0" anchor="t">
            <a:spAutoFit/>
          </a:bodyPr>
          <a:lstStyle/>
          <a:p>
            <a:pPr algn="l">
              <a:lnSpc>
                <a:spcPct val="125000"/>
              </a:lnSpc>
            </a:pPr>
            <a:r>
              <a:rPr sz="2000" b="1" dirty="0">
                <a:solidFill>
                  <a:srgbClr val="F2F8FC"/>
                </a:solidFill>
                <a:latin typeface="Segoe UI"/>
              </a:rPr>
              <a:t>Een back-up</a:t>
            </a:r>
          </a:p>
        </p:txBody>
      </p:sp>
      <p:sp>
        <p:nvSpPr>
          <p:cNvPr id="19" name="TextBox 18"/>
          <p:cNvSpPr txBox="1"/>
          <p:nvPr/>
        </p:nvSpPr>
        <p:spPr>
          <a:xfrm>
            <a:off x="3301917" y="4546486"/>
            <a:ext cx="6222844" cy="272062"/>
          </a:xfrm>
          <a:prstGeom prst="rect">
            <a:avLst/>
          </a:prstGeom>
          <a:noFill/>
        </p:spPr>
        <p:txBody>
          <a:bodyPr wrap="square" lIns="0" tIns="0" rIns="0" bIns="0" anchor="t">
            <a:spAutoFit/>
          </a:bodyPr>
          <a:lstStyle/>
          <a:p>
            <a:pPr algn="l">
              <a:lnSpc>
                <a:spcPct val="132000"/>
              </a:lnSpc>
            </a:pPr>
            <a:r>
              <a:rPr sz="1500" b="0" dirty="0" err="1">
                <a:solidFill>
                  <a:srgbClr val="8FB6D0"/>
                </a:solidFill>
                <a:latin typeface="Segoe UI"/>
              </a:rPr>
              <a:t>Eén</a:t>
            </a:r>
            <a:r>
              <a:rPr sz="1500" b="0" dirty="0">
                <a:solidFill>
                  <a:srgbClr val="8FB6D0"/>
                </a:solidFill>
                <a:latin typeface="Segoe UI"/>
              </a:rPr>
              <a:t> </a:t>
            </a:r>
            <a:r>
              <a:rPr sz="1500" b="0" dirty="0" err="1">
                <a:solidFill>
                  <a:srgbClr val="8FB6D0"/>
                </a:solidFill>
                <a:latin typeface="Segoe UI"/>
              </a:rPr>
              <a:t>zorgverlener</a:t>
            </a:r>
            <a:r>
              <a:rPr sz="1500" b="0" dirty="0">
                <a:solidFill>
                  <a:srgbClr val="8FB6D0"/>
                </a:solidFill>
                <a:latin typeface="Segoe UI"/>
              </a:rPr>
              <a:t> die</a:t>
            </a:r>
            <a:r>
              <a:rPr lang="nl-BE" sz="1500" b="0" dirty="0">
                <a:solidFill>
                  <a:srgbClr val="8FB6D0"/>
                </a:solidFill>
                <a:latin typeface="Segoe UI"/>
              </a:rPr>
              <a:t> kan</a:t>
            </a:r>
            <a:r>
              <a:rPr sz="1500" b="0" dirty="0">
                <a:solidFill>
                  <a:srgbClr val="8FB6D0"/>
                </a:solidFill>
                <a:latin typeface="Segoe UI"/>
              </a:rPr>
              <a:t> </a:t>
            </a:r>
            <a:r>
              <a:rPr sz="1500" b="0" dirty="0" err="1">
                <a:solidFill>
                  <a:srgbClr val="8FB6D0"/>
                </a:solidFill>
                <a:latin typeface="Segoe UI"/>
              </a:rPr>
              <a:t>inval</a:t>
            </a:r>
            <a:r>
              <a:rPr lang="nl-BE" sz="1500" b="0" dirty="0" err="1">
                <a:solidFill>
                  <a:srgbClr val="8FB6D0"/>
                </a:solidFill>
                <a:latin typeface="Segoe UI"/>
              </a:rPr>
              <a:t>len</a:t>
            </a:r>
            <a:r>
              <a:rPr sz="1500" b="0" dirty="0">
                <a:solidFill>
                  <a:srgbClr val="8FB6D0"/>
                </a:solidFill>
                <a:latin typeface="Segoe UI"/>
              </a:rPr>
              <a:t>, en die de </a:t>
            </a:r>
            <a:r>
              <a:rPr sz="1500" b="0" dirty="0" err="1">
                <a:solidFill>
                  <a:srgbClr val="8FB6D0"/>
                </a:solidFill>
                <a:latin typeface="Segoe UI"/>
              </a:rPr>
              <a:t>droogloop</a:t>
            </a:r>
            <a:r>
              <a:rPr sz="1500" b="0" dirty="0">
                <a:solidFill>
                  <a:srgbClr val="8FB6D0"/>
                </a:solidFill>
                <a:latin typeface="Segoe UI"/>
              </a:rPr>
              <a:t> </a:t>
            </a:r>
            <a:r>
              <a:rPr sz="1500" b="0" dirty="0" err="1">
                <a:solidFill>
                  <a:srgbClr val="8FB6D0"/>
                </a:solidFill>
                <a:latin typeface="Segoe UI"/>
              </a:rPr>
              <a:t>meedoet</a:t>
            </a:r>
            <a:r>
              <a:rPr sz="1500" b="0" dirty="0">
                <a:solidFill>
                  <a:srgbClr val="8FB6D0"/>
                </a:solidFill>
                <a:latin typeface="Segoe UI"/>
              </a:rPr>
              <a:t>.</a:t>
            </a:r>
          </a:p>
        </p:txBody>
      </p:sp>
      <p:sp>
        <p:nvSpPr>
          <p:cNvPr id="20" name="TextBox 19"/>
          <p:cNvSpPr txBox="1"/>
          <p:nvPr/>
        </p:nvSpPr>
        <p:spPr>
          <a:xfrm>
            <a:off x="9905752" y="4559186"/>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1</a:t>
            </a: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25 / 27</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ortret" descr="janou.png"/>
          <p:cNvPicPr>
            <a:picLocks noChangeAspect="1"/>
          </p:cNvPicPr>
          <p:nvPr/>
        </p:nvPicPr>
        <p:blipFill>
          <a:blip r:embed="rId3"/>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317892" y="2070048"/>
            <a:ext cx="6349841" cy="380990"/>
          </a:xfrm>
          <a:prstGeom prst="rect">
            <a:avLst/>
          </a:prstGeom>
          <a:noFill/>
        </p:spPr>
        <p:txBody>
          <a:bodyPr wrap="square" lIns="0" tIns="0" rIns="0" bIns="0" anchor="t">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lIns="0" tIns="0" rIns="0" bIns="0" anchor="t">
            <a:spAutoFit/>
          </a:bodyPr>
          <a:lstStyle/>
          <a:p>
            <a:pPr algn="l">
              <a:lnSpc>
                <a:spcPct val="125000"/>
              </a:lnSpc>
            </a:pPr>
            <a:r>
              <a:rPr lang="nl-BE" sz="1300" b="1" spc="150">
                <a:solidFill>
                  <a:srgbClr val="52BDEC"/>
                </a:solidFill>
                <a:latin typeface="Consolas"/>
              </a:rPr>
              <a:t>DOCTORAATSONDERZOEKER · UW CONTACTPERSOON</a:t>
            </a:r>
            <a:endParaRPr sz="1300" b="1" spc="150">
              <a:solidFill>
                <a:srgbClr val="52BDEC"/>
              </a:solidFill>
              <a:latin typeface="Consolas"/>
            </a:endParaRPr>
          </a:p>
        </p:txBody>
      </p:sp>
      <p:sp>
        <p:nvSpPr>
          <p:cNvPr id="10" name="TextBox 9"/>
          <p:cNvSpPr txBox="1"/>
          <p:nvPr/>
        </p:nvSpPr>
        <p:spPr>
          <a:xfrm>
            <a:off x="4317892" y="2857428"/>
            <a:ext cx="7238819" cy="634984"/>
          </a:xfrm>
          <a:prstGeom prst="rect">
            <a:avLst/>
          </a:prstGeom>
          <a:noFill/>
        </p:spPr>
        <p:txBody>
          <a:bodyPr wrap="square" lIns="0" tIns="0" rIns="0" bIns="0" anchor="t">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2693045" cy="283604"/>
          </a:xfrm>
          <a:prstGeom prst="rect">
            <a:avLst/>
          </a:prstGeom>
          <a:noFill/>
        </p:spPr>
        <p:txBody>
          <a:bodyPr wrap="none" lIns="0" tIns="0" rIns="0" bIns="0" anchor="t">
            <a:spAutoFit/>
          </a:bodyPr>
          <a:lstStyle/>
          <a:p>
            <a:pPr algn="l">
              <a:lnSpc>
                <a:spcPct val="125000"/>
              </a:lnSpc>
            </a:pPr>
            <a:r>
              <a:rPr lang="nl-BE" sz="1600" b="0">
                <a:solidFill>
                  <a:srgbClr val="F2F8FC"/>
                </a:solidFill>
                <a:latin typeface="Consolas"/>
              </a:rPr>
              <a:t>paradise-tbm@kuleuven.be</a:t>
            </a:r>
            <a:endParaRPr sz="1600" b="0">
              <a:solidFill>
                <a:srgbClr val="F2F8FC"/>
              </a:solidFill>
              <a:latin typeface="Consolas"/>
            </a:endParaRPr>
          </a:p>
        </p:txBody>
      </p:sp>
      <p:sp>
        <p:nvSpPr>
          <p:cNvPr id="12" name="TextBox 11"/>
          <p:cNvSpPr txBox="1"/>
          <p:nvPr/>
        </p:nvSpPr>
        <p:spPr>
          <a:xfrm>
            <a:off x="7873803" y="3530511"/>
            <a:ext cx="3682907" cy="253993"/>
          </a:xfrm>
          <a:prstGeom prst="rect">
            <a:avLst/>
          </a:prstGeom>
          <a:noFill/>
        </p:spPr>
        <p:txBody>
          <a:bodyPr wrap="none" lIns="0" tIns="0" rIns="0" bIns="0" anchor="t">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17892" y="4038499"/>
            <a:ext cx="6349841" cy="380990"/>
          </a:xfrm>
          <a:prstGeom prst="rect">
            <a:avLst/>
          </a:prstGeom>
          <a:noFill/>
        </p:spPr>
        <p:txBody>
          <a:bodyPr wrap="square" lIns="0" tIns="0" rIns="0" bIns="0" anchor="t">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lIns="0" tIns="0" rIns="0" bIns="0" anchor="t">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lIns="0" tIns="0" rIns="0" bIns="0" anchor="t">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lIns="0" tIns="0" rIns="0" bIns="0" anchor="t">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lIns="0" tIns="0" rIns="0" bIns="0" anchor="t">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4984" y="6108547"/>
            <a:ext cx="10921726" cy="380990"/>
          </a:xfrm>
          <a:prstGeom prst="rect">
            <a:avLst/>
          </a:prstGeom>
          <a:noFill/>
        </p:spPr>
        <p:txBody>
          <a:bodyPr wrap="square" lIns="0" tIns="0" rIns="0" bIns="0" anchor="t">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26 / 27</a:t>
            </a:r>
            <a:endParaRPr sz="1050" b="0">
              <a:solidFill>
                <a:srgbClr val="8FB6D0"/>
              </a:solidFill>
              <a:latin typeface="Consolas"/>
            </a:endParaRPr>
          </a:p>
        </p:txBody>
      </p:sp>
      <p:pic>
        <p:nvPicPr>
          <p:cNvPr id="22" name="merk" descr="merk.png"/>
          <p:cNvPicPr>
            <a:picLocks noChangeAspect="1"/>
          </p:cNvPicPr>
          <p:nvPr/>
        </p:nvPicPr>
        <p:blipFill>
          <a:blip r:embed="rId4"/>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319142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525736"/>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525736"/>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171918" y="185415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13</a:t>
            </a:r>
          </a:p>
        </p:txBody>
      </p:sp>
      <p:sp>
        <p:nvSpPr>
          <p:cNvPr id="18" name="TextBox 17"/>
          <p:cNvSpPr txBox="1"/>
          <p:nvPr/>
        </p:nvSpPr>
        <p:spPr>
          <a:xfrm>
            <a:off x="6502110" y="185415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Waaijman R et al. Diabetes Care. 2013;36(6):1613–8.</a:t>
            </a:r>
          </a:p>
        </p:txBody>
      </p:sp>
      <p:sp>
        <p:nvSpPr>
          <p:cNvPr id="19" name="TextBox 18"/>
          <p:cNvSpPr txBox="1"/>
          <p:nvPr/>
        </p:nvSpPr>
        <p:spPr>
          <a:xfrm>
            <a:off x="6171918" y="218847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17</a:t>
            </a:r>
          </a:p>
        </p:txBody>
      </p:sp>
      <p:sp>
        <p:nvSpPr>
          <p:cNvPr id="20" name="TextBox 19"/>
          <p:cNvSpPr txBox="1"/>
          <p:nvPr/>
        </p:nvSpPr>
        <p:spPr>
          <a:xfrm>
            <a:off x="6502110" y="218847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Waaijman R et al. Diabetes Care. 2014;37(6):1697–705.</a:t>
            </a:r>
          </a:p>
        </p:txBody>
      </p:sp>
      <p:sp>
        <p:nvSpPr>
          <p:cNvPr id="21" name="TextBox 20"/>
          <p:cNvSpPr txBox="1"/>
          <p:nvPr/>
        </p:nvSpPr>
        <p:spPr>
          <a:xfrm>
            <a:off x="6171918" y="2522786"/>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18</a:t>
            </a:r>
          </a:p>
        </p:txBody>
      </p:sp>
      <p:sp>
        <p:nvSpPr>
          <p:cNvPr id="22" name="TextBox 21"/>
          <p:cNvSpPr txBox="1"/>
          <p:nvPr/>
        </p:nvSpPr>
        <p:spPr>
          <a:xfrm>
            <a:off x="6502110" y="2522786"/>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Lutjeboer T et al. J Rehabil Med. 2018;50(10):920–6.</a:t>
            </a:r>
          </a:p>
        </p:txBody>
      </p:sp>
      <p:sp>
        <p:nvSpPr>
          <p:cNvPr id="23" name="TextBox 22"/>
          <p:cNvSpPr txBox="1"/>
          <p:nvPr/>
        </p:nvSpPr>
        <p:spPr>
          <a:xfrm>
            <a:off x="6171918" y="285710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20</a:t>
            </a:r>
          </a:p>
        </p:txBody>
      </p:sp>
      <p:sp>
        <p:nvSpPr>
          <p:cNvPr id="24" name="TextBox 23"/>
          <p:cNvSpPr txBox="1"/>
          <p:nvPr/>
        </p:nvSpPr>
        <p:spPr>
          <a:xfrm>
            <a:off x="6502110" y="285710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Morbach S et al. Diabetes Metab Res Rev. 2016;32(Suppl 1):318–25.</a:t>
            </a:r>
          </a:p>
        </p:txBody>
      </p:sp>
      <p:sp>
        <p:nvSpPr>
          <p:cNvPr id="25" name="TextBox 24"/>
          <p:cNvSpPr txBox="1"/>
          <p:nvPr/>
        </p:nvSpPr>
        <p:spPr>
          <a:xfrm>
            <a:off x="6171918" y="319142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27</a:t>
            </a:r>
          </a:p>
        </p:txBody>
      </p:sp>
      <p:sp>
        <p:nvSpPr>
          <p:cNvPr id="26" name="TextBox 25"/>
          <p:cNvSpPr txBox="1"/>
          <p:nvPr/>
        </p:nvSpPr>
        <p:spPr>
          <a:xfrm>
            <a:off x="6502110" y="319142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Zwaferink JBJ et al. Sensors. 2024;24(6):1795.</a:t>
            </a:r>
          </a:p>
        </p:txBody>
      </p:sp>
      <p:sp>
        <p:nvSpPr>
          <p:cNvPr id="27" name="TextBox 26"/>
          <p:cNvSpPr txBox="1"/>
          <p:nvPr/>
        </p:nvSpPr>
        <p:spPr>
          <a:xfrm>
            <a:off x="634984" y="6387940"/>
            <a:ext cx="9524761" cy="190495"/>
          </a:xfrm>
          <a:prstGeom prst="rect">
            <a:avLst/>
          </a:prstGeom>
          <a:noFill/>
        </p:spPr>
        <p:txBody>
          <a:bodyPr wrap="square" lIns="0" tIns="0" rIns="0" bIns="0" anchor="t">
            <a:spAutoFit/>
          </a:bodyPr>
          <a:lstStyle/>
          <a:p>
            <a:pPr algn="l">
              <a:lnSpc>
                <a:spcPct val="125000"/>
              </a:lnSpc>
            </a:pPr>
            <a:r>
              <a:rPr sz="1100" b="0">
                <a:solidFill>
                  <a:srgbClr val="8FB6D0"/>
                </a:solidFill>
                <a:latin typeface="Consolas"/>
              </a:rPr>
              <a:t>De nummering volgt die van het protocolmanuscript.</a:t>
            </a:r>
          </a:p>
        </p:txBody>
      </p:sp>
      <p:sp>
        <p:nvSpPr>
          <p:cNvPr id="28" name="TextBox 27"/>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27 / 27</a:t>
            </a:r>
            <a:endParaRPr sz="1050" b="0">
              <a:solidFill>
                <a:srgbClr val="8FB6D0"/>
              </a:solidFill>
              <a:latin typeface="Consolas"/>
            </a:endParaRPr>
          </a:p>
        </p:txBody>
      </p:sp>
      <p:pic>
        <p:nvPicPr>
          <p:cNvPr id="29"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3261</Words>
  <Application>Microsoft Office PowerPoint</Application>
  <PresentationFormat>Breedbeeld</PresentationFormat>
  <Paragraphs>383</Paragraphs>
  <Slides>27</Slides>
  <Notes>27</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27</vt:i4>
      </vt:variant>
    </vt:vector>
  </HeadingPairs>
  <TitlesOfParts>
    <vt:vector size="33" baseType="lpstr">
      <vt:lpstr>Arial</vt:lpstr>
      <vt:lpstr>Calibri</vt:lpstr>
      <vt:lpstr>Consolas</vt:lpstr>
      <vt:lpstr>Segoe UI</vt:lpstr>
      <vt:lpstr>Segoe UI Light</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Janou De Buyser</cp:lastModifiedBy>
  <cp:revision>1</cp:revision>
  <dcterms:created xsi:type="dcterms:W3CDTF">2013-01-27T09:14:16Z</dcterms:created>
  <dcterms:modified xsi:type="dcterms:W3CDTF">2026-10-11T16:39:33Z</dcterms:modified>
  <cp:category/>
</cp:coreProperties>
</file>