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33"/>
  </p:notesMasterIdLst>
  <p:sldIdLst>
    <p:sldId id="256" r:id="rId2"/>
    <p:sldId id="257" r:id="rId3"/>
    <p:sldId id="258" r:id="rId4"/>
    <p:sldId id="259" r:id="rId5"/>
    <p:sldId id="260" r:id="rId6"/>
    <p:sldId id="261" r:id="rId7"/>
    <p:sldId id="263" r:id="rId8"/>
    <p:sldId id="264" r:id="rId9"/>
    <p:sldId id="265" r:id="rId10"/>
    <p:sldId id="266" r:id="rId11"/>
    <p:sldId id="284" r:id="rId12"/>
    <p:sldId id="267" r:id="rId13"/>
    <p:sldId id="268" r:id="rId14"/>
    <p:sldId id="269" r:id="rId15"/>
    <p:sldId id="270" r:id="rId16"/>
    <p:sldId id="271" r:id="rId17"/>
    <p:sldId id="283" r:id="rId18"/>
    <p:sldId id="272" r:id="rId19"/>
    <p:sldId id="285" r:id="rId20"/>
    <p:sldId id="286" r:id="rId21"/>
    <p:sldId id="273" r:id="rId22"/>
    <p:sldId id="274" r:id="rId23"/>
    <p:sldId id="287" r:id="rId24"/>
    <p:sldId id="275" r:id="rId25"/>
    <p:sldId id="276" r:id="rId26"/>
    <p:sldId id="277" r:id="rId27"/>
    <p:sldId id="278" r:id="rId28"/>
    <p:sldId id="288" r:id="rId29"/>
    <p:sldId id="279" r:id="rId30"/>
    <p:sldId id="280" r:id="rId31"/>
    <p:sldId id="281" r:id="rId32"/>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B7A7CD41-D7C2-4234-B82B-7B484FAFF5DB}" v="272" dt="2026-10-11T17:19:12.327"/>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61138" autoAdjust="0"/>
  </p:normalViewPr>
  <p:slideViewPr>
    <p:cSldViewPr snapToGrid="0" snapToObjects="1">
      <p:cViewPr varScale="1">
        <p:scale>
          <a:sx n="67" d="100"/>
          <a:sy n="67" d="100"/>
        </p:scale>
        <p:origin x="1700" y="56"/>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microsoft.com/office/2015/10/relationships/revisionInfo" Target="revisionInfo.xml"/><Relationship Id="rId21" Type="http://schemas.openxmlformats.org/officeDocument/2006/relationships/slide" Target="slides/slide20.xml"/><Relationship Id="rId34"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notesMaster" Target="notesMasters/notesMaster1.xml"/><Relationship Id="rId38" Type="http://schemas.microsoft.com/office/2016/11/relationships/changesInfo" Target="changesInfos/changesInfo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viewProps" Target="viewProps.xml"/><Relationship Id="rId8" Type="http://schemas.openxmlformats.org/officeDocument/2006/relationships/slide" Target="slides/slide7.xml"/><Relationship Id="rId3" Type="http://schemas.openxmlformats.org/officeDocument/2006/relationships/slide" Target="slides/slide2.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Janou De Buyser" userId="9e855837-ff07-4ba4-86ed-57f131032e08" providerId="ADAL" clId="{E6AEFF39-D5DE-49A5-AE36-7B9FC3E010AE}"/>
    <pc:docChg chg="custSel addSld delSld modSld sldOrd">
      <pc:chgData name="Janou De Buyser" userId="9e855837-ff07-4ba4-86ed-57f131032e08" providerId="ADAL" clId="{E6AEFF39-D5DE-49A5-AE36-7B9FC3E010AE}" dt="2026-10-12T05:48:15.242" v="1044" actId="207"/>
      <pc:docMkLst>
        <pc:docMk/>
      </pc:docMkLst>
      <pc:sldChg chg="modTransition modNotes">
        <pc:chgData name="Janou De Buyser" userId="9e855837-ff07-4ba4-86ed-57f131032e08" providerId="ADAL" clId="{E6AEFF39-D5DE-49A5-AE36-7B9FC3E010AE}" dt="2026-10-11T17:11:52.370" v="922"/>
        <pc:sldMkLst>
          <pc:docMk/>
          <pc:sldMk cId="0" sldId="256"/>
        </pc:sldMkLst>
      </pc:sldChg>
      <pc:sldChg chg="modSp mod modTransition modNotes">
        <pc:chgData name="Janou De Buyser" userId="9e855837-ff07-4ba4-86ed-57f131032e08" providerId="ADAL" clId="{E6AEFF39-D5DE-49A5-AE36-7B9FC3E010AE}" dt="2026-10-12T05:48:13.793" v="1028" actId="20577"/>
        <pc:sldMkLst>
          <pc:docMk/>
          <pc:sldMk cId="0" sldId="257"/>
        </pc:sldMkLst>
        <pc:spChg chg="mod">
          <ac:chgData name="Janou De Buyser" userId="9e855837-ff07-4ba4-86ed-57f131032e08" providerId="ADAL" clId="{E6AEFF39-D5DE-49A5-AE36-7B9FC3E010AE}" dt="2026-10-11T17:11:53.045" v="923" actId="20577"/>
          <ac:spMkLst>
            <pc:docMk/>
            <pc:sldMk cId="0" sldId="257"/>
            <ac:spMk id="177" creationId="{00000000-0000-0000-0000-000000000000}"/>
          </ac:spMkLst>
        </pc:spChg>
        <pc:spChg chg="mod">
          <ac:chgData name="Janou De Buyser" userId="9e855837-ff07-4ba4-86ed-57f131032e08" providerId="ADAL" clId="{E6AEFF39-D5DE-49A5-AE36-7B9FC3E010AE}" dt="2026-10-12T05:48:13.793" v="1028" actId="20577"/>
          <ac:spMkLst>
            <pc:docMk/>
            <pc:sldMk cId="0" sldId="257"/>
            <ac:spMk id="179" creationId="{00000000-0000-0000-0000-000000000000}"/>
          </ac:spMkLst>
        </pc:spChg>
      </pc:sldChg>
      <pc:sldChg chg="modSp mod modTransition modNotes">
        <pc:chgData name="Janou De Buyser" userId="9e855837-ff07-4ba4-86ed-57f131032e08" providerId="ADAL" clId="{E6AEFF39-D5DE-49A5-AE36-7B9FC3E010AE}" dt="2026-10-11T17:11:53.128" v="928"/>
        <pc:sldMkLst>
          <pc:docMk/>
          <pc:sldMk cId="0" sldId="258"/>
        </pc:sldMkLst>
        <pc:spChg chg="mod">
          <ac:chgData name="Janou De Buyser" userId="9e855837-ff07-4ba4-86ed-57f131032e08" providerId="ADAL" clId="{E6AEFF39-D5DE-49A5-AE36-7B9FC3E010AE}" dt="2026-10-11T17:11:53.112" v="926" actId="20577"/>
          <ac:spMkLst>
            <pc:docMk/>
            <pc:sldMk cId="0" sldId="258"/>
            <ac:spMk id="13" creationId="{00000000-0000-0000-0000-000000000000}"/>
          </ac:spMkLst>
        </pc:spChg>
      </pc:sldChg>
      <pc:sldChg chg="modSp mod modTransition modNotes">
        <pc:chgData name="Janou De Buyser" userId="9e855837-ff07-4ba4-86ed-57f131032e08" providerId="ADAL" clId="{E6AEFF39-D5DE-49A5-AE36-7B9FC3E010AE}" dt="2026-10-12T05:48:14.245" v="1029" actId="20577"/>
        <pc:sldMkLst>
          <pc:docMk/>
          <pc:sldMk cId="0" sldId="259"/>
        </pc:sldMkLst>
        <pc:spChg chg="mod">
          <ac:chgData name="Janou De Buyser" userId="9e855837-ff07-4ba4-86ed-57f131032e08" providerId="ADAL" clId="{E6AEFF39-D5DE-49A5-AE36-7B9FC3E010AE}" dt="2026-10-11T17:11:53.207" v="929" actId="20577"/>
          <ac:spMkLst>
            <pc:docMk/>
            <pc:sldMk cId="0" sldId="259"/>
            <ac:spMk id="24" creationId="{00000000-0000-0000-0000-000000000000}"/>
          </ac:spMkLst>
        </pc:spChg>
        <pc:spChg chg="mod">
          <ac:chgData name="Janou De Buyser" userId="9e855837-ff07-4ba4-86ed-57f131032e08" providerId="ADAL" clId="{E6AEFF39-D5DE-49A5-AE36-7B9FC3E010AE}" dt="2026-10-12T05:48:14.245" v="1029" actId="20577"/>
          <ac:spMkLst>
            <pc:docMk/>
            <pc:sldMk cId="0" sldId="259"/>
            <ac:spMk id="26" creationId="{00000000-0000-0000-0000-000000000000}"/>
          </ac:spMkLst>
        </pc:spChg>
      </pc:sldChg>
      <pc:sldChg chg="modSp mod modTransition modNotes">
        <pc:chgData name="Janou De Buyser" userId="9e855837-ff07-4ba4-86ed-57f131032e08" providerId="ADAL" clId="{E6AEFF39-D5DE-49A5-AE36-7B9FC3E010AE}" dt="2026-10-11T17:11:53.259" v="934"/>
        <pc:sldMkLst>
          <pc:docMk/>
          <pc:sldMk cId="0" sldId="260"/>
        </pc:sldMkLst>
        <pc:spChg chg="mod">
          <ac:chgData name="Janou De Buyser" userId="9e855837-ff07-4ba4-86ed-57f131032e08" providerId="ADAL" clId="{E6AEFF39-D5DE-49A5-AE36-7B9FC3E010AE}" dt="2026-10-11T17:11:53.251" v="932" actId="20577"/>
          <ac:spMkLst>
            <pc:docMk/>
            <pc:sldMk cId="0" sldId="260"/>
            <ac:spMk id="9" creationId="{00000000-0000-0000-0000-000000000000}"/>
          </ac:spMkLst>
        </pc:spChg>
      </pc:sldChg>
      <pc:sldChg chg="modSp mod modTransition modNotes">
        <pc:chgData name="Janou De Buyser" userId="9e855837-ff07-4ba4-86ed-57f131032e08" providerId="ADAL" clId="{E6AEFF39-D5DE-49A5-AE36-7B9FC3E010AE}" dt="2026-10-11T17:11:53.309" v="937"/>
        <pc:sldMkLst>
          <pc:docMk/>
          <pc:sldMk cId="0" sldId="261"/>
        </pc:sldMkLst>
        <pc:spChg chg="mod">
          <ac:chgData name="Janou De Buyser" userId="9e855837-ff07-4ba4-86ed-57f131032e08" providerId="ADAL" clId="{E6AEFF39-D5DE-49A5-AE36-7B9FC3E010AE}" dt="2026-10-11T17:11:53.294" v="935" actId="20577"/>
          <ac:spMkLst>
            <pc:docMk/>
            <pc:sldMk cId="0" sldId="261"/>
            <ac:spMk id="17" creationId="{00000000-0000-0000-0000-000000000000}"/>
          </ac:spMkLst>
        </pc:spChg>
      </pc:sldChg>
      <pc:sldChg chg="modTransition modNotes">
        <pc:chgData name="Janou De Buyser" userId="9e855837-ff07-4ba4-86ed-57f131032e08" providerId="ADAL" clId="{E6AEFF39-D5DE-49A5-AE36-7B9FC3E010AE}" dt="2026-10-11T17:11:53.338" v="939"/>
        <pc:sldMkLst>
          <pc:docMk/>
          <pc:sldMk cId="0" sldId="263"/>
        </pc:sldMkLst>
      </pc:sldChg>
      <pc:sldChg chg="modSp mod modTransition modNotes">
        <pc:chgData name="Janou De Buyser" userId="9e855837-ff07-4ba4-86ed-57f131032e08" providerId="ADAL" clId="{E6AEFF39-D5DE-49A5-AE36-7B9FC3E010AE}" dt="2026-10-11T17:11:53.437" v="942"/>
        <pc:sldMkLst>
          <pc:docMk/>
          <pc:sldMk cId="0" sldId="264"/>
        </pc:sldMkLst>
        <pc:spChg chg="mod">
          <ac:chgData name="Janou De Buyser" userId="9e855837-ff07-4ba4-86ed-57f131032e08" providerId="ADAL" clId="{E6AEFF39-D5DE-49A5-AE36-7B9FC3E010AE}" dt="2026-10-11T17:11:53.425" v="940" actId="20577"/>
          <ac:spMkLst>
            <pc:docMk/>
            <pc:sldMk cId="0" sldId="264"/>
            <ac:spMk id="30" creationId="{00000000-0000-0000-0000-000000000000}"/>
          </ac:spMkLst>
        </pc:spChg>
      </pc:sldChg>
      <pc:sldChg chg="modSp mod modTransition modNotes">
        <pc:chgData name="Janou De Buyser" userId="9e855837-ff07-4ba4-86ed-57f131032e08" providerId="ADAL" clId="{E6AEFF39-D5DE-49A5-AE36-7B9FC3E010AE}" dt="2026-10-11T17:11:53.515" v="945"/>
        <pc:sldMkLst>
          <pc:docMk/>
          <pc:sldMk cId="0" sldId="265"/>
        </pc:sldMkLst>
        <pc:spChg chg="mod">
          <ac:chgData name="Janou De Buyser" userId="9e855837-ff07-4ba4-86ed-57f131032e08" providerId="ADAL" clId="{E6AEFF39-D5DE-49A5-AE36-7B9FC3E010AE}" dt="2026-10-11T17:11:53.503" v="943" actId="20577"/>
          <ac:spMkLst>
            <pc:docMk/>
            <pc:sldMk cId="0" sldId="265"/>
            <ac:spMk id="23" creationId="{00000000-0000-0000-0000-000000000000}"/>
          </ac:spMkLst>
        </pc:spChg>
      </pc:sldChg>
      <pc:sldChg chg="modSp mod modTransition modNotes">
        <pc:chgData name="Janou De Buyser" userId="9e855837-ff07-4ba4-86ed-57f131032e08" providerId="ADAL" clId="{E6AEFF39-D5DE-49A5-AE36-7B9FC3E010AE}" dt="2026-10-11T17:11:53.575" v="948"/>
        <pc:sldMkLst>
          <pc:docMk/>
          <pc:sldMk cId="0" sldId="266"/>
        </pc:sldMkLst>
        <pc:spChg chg="mod">
          <ac:chgData name="Janou De Buyser" userId="9e855837-ff07-4ba4-86ed-57f131032e08" providerId="ADAL" clId="{E6AEFF39-D5DE-49A5-AE36-7B9FC3E010AE}" dt="2026-10-11T17:11:53.564" v="946" actId="20577"/>
          <ac:spMkLst>
            <pc:docMk/>
            <pc:sldMk cId="0" sldId="266"/>
            <ac:spMk id="17" creationId="{00000000-0000-0000-0000-000000000000}"/>
          </ac:spMkLst>
        </pc:spChg>
      </pc:sldChg>
      <pc:sldChg chg="modSp mod modTransition modNotes">
        <pc:chgData name="Janou De Buyser" userId="9e855837-ff07-4ba4-86ed-57f131032e08" providerId="ADAL" clId="{E6AEFF39-D5DE-49A5-AE36-7B9FC3E010AE}" dt="2026-10-11T17:11:53.729" v="954"/>
        <pc:sldMkLst>
          <pc:docMk/>
          <pc:sldMk cId="0" sldId="267"/>
        </pc:sldMkLst>
        <pc:spChg chg="mod">
          <ac:chgData name="Janou De Buyser" userId="9e855837-ff07-4ba4-86ed-57f131032e08" providerId="ADAL" clId="{E6AEFF39-D5DE-49A5-AE36-7B9FC3E010AE}" dt="2026-10-11T17:11:53.724" v="952" actId="20577"/>
          <ac:spMkLst>
            <pc:docMk/>
            <pc:sldMk cId="0" sldId="267"/>
            <ac:spMk id="9" creationId="{00000000-0000-0000-0000-000000000000}"/>
          </ac:spMkLst>
        </pc:spChg>
      </pc:sldChg>
      <pc:sldChg chg="modSp mod modTransition modNotes">
        <pc:chgData name="Janou De Buyser" userId="9e855837-ff07-4ba4-86ed-57f131032e08" providerId="ADAL" clId="{E6AEFF39-D5DE-49A5-AE36-7B9FC3E010AE}" dt="2026-10-11T17:11:55.330" v="957"/>
        <pc:sldMkLst>
          <pc:docMk/>
          <pc:sldMk cId="0" sldId="268"/>
        </pc:sldMkLst>
        <pc:spChg chg="mod">
          <ac:chgData name="Janou De Buyser" userId="9e855837-ff07-4ba4-86ed-57f131032e08" providerId="ADAL" clId="{E6AEFF39-D5DE-49A5-AE36-7B9FC3E010AE}" dt="2026-10-11T17:11:55.294" v="955" actId="20577"/>
          <ac:spMkLst>
            <pc:docMk/>
            <pc:sldMk cId="0" sldId="268"/>
            <ac:spMk id="400" creationId="{00000000-0000-0000-0000-000000000000}"/>
          </ac:spMkLst>
        </pc:spChg>
      </pc:sldChg>
      <pc:sldChg chg="modSp mod modTransition modNotes">
        <pc:chgData name="Janou De Buyser" userId="9e855837-ff07-4ba4-86ed-57f131032e08" providerId="ADAL" clId="{E6AEFF39-D5DE-49A5-AE36-7B9FC3E010AE}" dt="2026-10-11T17:11:56.931" v="960"/>
        <pc:sldMkLst>
          <pc:docMk/>
          <pc:sldMk cId="0" sldId="269"/>
        </pc:sldMkLst>
        <pc:spChg chg="mod">
          <ac:chgData name="Janou De Buyser" userId="9e855837-ff07-4ba4-86ed-57f131032e08" providerId="ADAL" clId="{E6AEFF39-D5DE-49A5-AE36-7B9FC3E010AE}" dt="2026-10-11T17:11:56.908" v="958" actId="20577"/>
          <ac:spMkLst>
            <pc:docMk/>
            <pc:sldMk cId="0" sldId="269"/>
            <ac:spMk id="400" creationId="{00000000-0000-0000-0000-000000000000}"/>
          </ac:spMkLst>
        </pc:spChg>
      </pc:sldChg>
      <pc:sldChg chg="modTransition modNotes">
        <pc:chgData name="Janou De Buyser" userId="9e855837-ff07-4ba4-86ed-57f131032e08" providerId="ADAL" clId="{E6AEFF39-D5DE-49A5-AE36-7B9FC3E010AE}" dt="2026-10-11T17:11:56.970" v="962"/>
        <pc:sldMkLst>
          <pc:docMk/>
          <pc:sldMk cId="0" sldId="270"/>
        </pc:sldMkLst>
      </pc:sldChg>
      <pc:sldChg chg="modSp mod modTransition modNotes">
        <pc:chgData name="Janou De Buyser" userId="9e855837-ff07-4ba4-86ed-57f131032e08" providerId="ADAL" clId="{E6AEFF39-D5DE-49A5-AE36-7B9FC3E010AE}" dt="2026-10-11T17:11:57.037" v="965"/>
        <pc:sldMkLst>
          <pc:docMk/>
          <pc:sldMk cId="0" sldId="271"/>
        </pc:sldMkLst>
        <pc:spChg chg="mod">
          <ac:chgData name="Janou De Buyser" userId="9e855837-ff07-4ba4-86ed-57f131032e08" providerId="ADAL" clId="{E6AEFF39-D5DE-49A5-AE36-7B9FC3E010AE}" dt="2026-10-11T17:11:57.024" v="963" actId="20577"/>
          <ac:spMkLst>
            <pc:docMk/>
            <pc:sldMk cId="0" sldId="271"/>
            <ac:spMk id="9" creationId="{00000000-0000-0000-0000-000000000000}"/>
          </ac:spMkLst>
        </pc:spChg>
      </pc:sldChg>
      <pc:sldChg chg="modSp mod modTransition modNotes">
        <pc:chgData name="Janou De Buyser" userId="9e855837-ff07-4ba4-86ed-57f131032e08" providerId="ADAL" clId="{E6AEFF39-D5DE-49A5-AE36-7B9FC3E010AE}" dt="2026-10-11T17:11:57.717" v="971"/>
        <pc:sldMkLst>
          <pc:docMk/>
          <pc:sldMk cId="0" sldId="272"/>
        </pc:sldMkLst>
        <pc:spChg chg="mod">
          <ac:chgData name="Janou De Buyser" userId="9e855837-ff07-4ba4-86ed-57f131032e08" providerId="ADAL" clId="{E6AEFF39-D5DE-49A5-AE36-7B9FC3E010AE}" dt="2026-10-11T17:11:57.700" v="969" actId="20577"/>
          <ac:spMkLst>
            <pc:docMk/>
            <pc:sldMk cId="0" sldId="272"/>
            <ac:spMk id="46" creationId="{00000000-0000-0000-0000-000000000000}"/>
          </ac:spMkLst>
        </pc:spChg>
      </pc:sldChg>
      <pc:sldChg chg="modSp mod modTransition modNotes">
        <pc:chgData name="Janou De Buyser" userId="9e855837-ff07-4ba4-86ed-57f131032e08" providerId="ADAL" clId="{E6AEFF39-D5DE-49A5-AE36-7B9FC3E010AE}" dt="2026-10-11T17:11:58.859" v="980"/>
        <pc:sldMkLst>
          <pc:docMk/>
          <pc:sldMk cId="0" sldId="273"/>
        </pc:sldMkLst>
        <pc:spChg chg="mod">
          <ac:chgData name="Janou De Buyser" userId="9e855837-ff07-4ba4-86ed-57f131032e08" providerId="ADAL" clId="{E6AEFF39-D5DE-49A5-AE36-7B9FC3E010AE}" dt="2026-10-11T17:11:58.848" v="978" actId="20577"/>
          <ac:spMkLst>
            <pc:docMk/>
            <pc:sldMk cId="0" sldId="273"/>
            <ac:spMk id="28" creationId="{00000000-0000-0000-0000-000000000000}"/>
          </ac:spMkLst>
        </pc:spChg>
      </pc:sldChg>
      <pc:sldChg chg="modSp mod modTransition modNotes">
        <pc:chgData name="Janou De Buyser" userId="9e855837-ff07-4ba4-86ed-57f131032e08" providerId="ADAL" clId="{E6AEFF39-D5DE-49A5-AE36-7B9FC3E010AE}" dt="2026-10-12T05:48:14.576" v="1030" actId="20577"/>
        <pc:sldMkLst>
          <pc:docMk/>
          <pc:sldMk cId="0" sldId="274"/>
        </pc:sldMkLst>
        <pc:spChg chg="mod">
          <ac:chgData name="Janou De Buyser" userId="9e855837-ff07-4ba4-86ed-57f131032e08" providerId="ADAL" clId="{E6AEFF39-D5DE-49A5-AE36-7B9FC3E010AE}" dt="2026-10-11T17:11:58.892" v="981" actId="20577"/>
          <ac:spMkLst>
            <pc:docMk/>
            <pc:sldMk cId="0" sldId="274"/>
            <ac:spMk id="10" creationId="{00000000-0000-0000-0000-000000000000}"/>
          </ac:spMkLst>
        </pc:spChg>
        <pc:spChg chg="mod">
          <ac:chgData name="Janou De Buyser" userId="9e855837-ff07-4ba4-86ed-57f131032e08" providerId="ADAL" clId="{E6AEFF39-D5DE-49A5-AE36-7B9FC3E010AE}" dt="2026-10-12T05:48:14.576" v="1030" actId="20577"/>
          <ac:spMkLst>
            <pc:docMk/>
            <pc:sldMk cId="0" sldId="274"/>
            <ac:spMk id="12" creationId="{00000000-0000-0000-0000-000000000000}"/>
          </ac:spMkLst>
        </pc:spChg>
      </pc:sldChg>
      <pc:sldChg chg="modSp mod modTransition modNotes">
        <pc:chgData name="Janou De Buyser" userId="9e855837-ff07-4ba4-86ed-57f131032e08" providerId="ADAL" clId="{E6AEFF39-D5DE-49A5-AE36-7B9FC3E010AE}" dt="2026-10-11T17:11:59.126" v="989"/>
        <pc:sldMkLst>
          <pc:docMk/>
          <pc:sldMk cId="0" sldId="275"/>
        </pc:sldMkLst>
        <pc:spChg chg="mod">
          <ac:chgData name="Janou De Buyser" userId="9e855837-ff07-4ba4-86ed-57f131032e08" providerId="ADAL" clId="{E6AEFF39-D5DE-49A5-AE36-7B9FC3E010AE}" dt="2026-10-11T17:11:59.107" v="987" actId="20577"/>
          <ac:spMkLst>
            <pc:docMk/>
            <pc:sldMk cId="0" sldId="275"/>
            <ac:spMk id="36" creationId="{00000000-0000-0000-0000-000000000000}"/>
          </ac:spMkLst>
        </pc:spChg>
      </pc:sldChg>
      <pc:sldChg chg="modSp mod modTransition modNotes">
        <pc:chgData name="Janou De Buyser" userId="9e855837-ff07-4ba4-86ed-57f131032e08" providerId="ADAL" clId="{E6AEFF39-D5DE-49A5-AE36-7B9FC3E010AE}" dt="2026-10-11T17:11:59.277" v="992"/>
        <pc:sldMkLst>
          <pc:docMk/>
          <pc:sldMk cId="0" sldId="276"/>
        </pc:sldMkLst>
        <pc:spChg chg="mod">
          <ac:chgData name="Janou De Buyser" userId="9e855837-ff07-4ba4-86ed-57f131032e08" providerId="ADAL" clId="{E6AEFF39-D5DE-49A5-AE36-7B9FC3E010AE}" dt="2026-10-11T17:11:59.260" v="990" actId="20577"/>
          <ac:spMkLst>
            <pc:docMk/>
            <pc:sldMk cId="0" sldId="276"/>
            <ac:spMk id="22" creationId="{00000000-0000-0000-0000-000000000000}"/>
          </ac:spMkLst>
        </pc:spChg>
      </pc:sldChg>
      <pc:sldChg chg="modSp mod modTransition modNotes">
        <pc:chgData name="Janou De Buyser" userId="9e855837-ff07-4ba4-86ed-57f131032e08" providerId="ADAL" clId="{E6AEFF39-D5DE-49A5-AE36-7B9FC3E010AE}" dt="2026-10-11T17:11:59.450" v="995"/>
        <pc:sldMkLst>
          <pc:docMk/>
          <pc:sldMk cId="0" sldId="277"/>
        </pc:sldMkLst>
        <pc:spChg chg="mod">
          <ac:chgData name="Janou De Buyser" userId="9e855837-ff07-4ba4-86ed-57f131032e08" providerId="ADAL" clId="{E6AEFF39-D5DE-49A5-AE36-7B9FC3E010AE}" dt="2026-10-11T17:11:59.428" v="993" actId="20577"/>
          <ac:spMkLst>
            <pc:docMk/>
            <pc:sldMk cId="0" sldId="277"/>
            <ac:spMk id="23" creationId="{00000000-0000-0000-0000-000000000000}"/>
          </ac:spMkLst>
        </pc:spChg>
      </pc:sldChg>
      <pc:sldChg chg="modSp mod modTransition modNotes">
        <pc:chgData name="Janou De Buyser" userId="9e855837-ff07-4ba4-86ed-57f131032e08" providerId="ADAL" clId="{E6AEFF39-D5DE-49A5-AE36-7B9FC3E010AE}" dt="2026-10-11T17:11:59.596" v="998"/>
        <pc:sldMkLst>
          <pc:docMk/>
          <pc:sldMk cId="0" sldId="278"/>
        </pc:sldMkLst>
        <pc:spChg chg="mod">
          <ac:chgData name="Janou De Buyser" userId="9e855837-ff07-4ba4-86ed-57f131032e08" providerId="ADAL" clId="{E6AEFF39-D5DE-49A5-AE36-7B9FC3E010AE}" dt="2026-10-11T17:11:59.579" v="996" actId="20577"/>
          <ac:spMkLst>
            <pc:docMk/>
            <pc:sldMk cId="0" sldId="278"/>
            <ac:spMk id="31" creationId="{00000000-0000-0000-0000-000000000000}"/>
          </ac:spMkLst>
        </pc:spChg>
      </pc:sldChg>
      <pc:sldChg chg="modSp mod modTransition modNotes">
        <pc:chgData name="Janou De Buyser" userId="9e855837-ff07-4ba4-86ed-57f131032e08" providerId="ADAL" clId="{E6AEFF39-D5DE-49A5-AE36-7B9FC3E010AE}" dt="2026-10-11T17:11:59.857" v="1004"/>
        <pc:sldMkLst>
          <pc:docMk/>
          <pc:sldMk cId="0" sldId="279"/>
        </pc:sldMkLst>
        <pc:spChg chg="mod">
          <ac:chgData name="Janou De Buyser" userId="9e855837-ff07-4ba4-86ed-57f131032e08" providerId="ADAL" clId="{E6AEFF39-D5DE-49A5-AE36-7B9FC3E010AE}" dt="2026-10-11T17:11:59.841" v="1002" actId="20577"/>
          <ac:spMkLst>
            <pc:docMk/>
            <pc:sldMk cId="0" sldId="279"/>
            <ac:spMk id="23" creationId="{00000000-0000-0000-0000-000000000000}"/>
          </ac:spMkLst>
        </pc:spChg>
      </pc:sldChg>
      <pc:sldChg chg="modSp mod modTransition modNotes">
        <pc:chgData name="Janou De Buyser" userId="9e855837-ff07-4ba4-86ed-57f131032e08" providerId="ADAL" clId="{E6AEFF39-D5DE-49A5-AE36-7B9FC3E010AE}" dt="2026-10-11T17:11:59.975" v="1007"/>
        <pc:sldMkLst>
          <pc:docMk/>
          <pc:sldMk cId="0" sldId="280"/>
        </pc:sldMkLst>
        <pc:spChg chg="mod">
          <ac:chgData name="Janou De Buyser" userId="9e855837-ff07-4ba4-86ed-57f131032e08" providerId="ADAL" clId="{E6AEFF39-D5DE-49A5-AE36-7B9FC3E010AE}" dt="2026-10-11T17:11:59.961" v="1005" actId="20577"/>
          <ac:spMkLst>
            <pc:docMk/>
            <pc:sldMk cId="0" sldId="280"/>
            <ac:spMk id="21" creationId="{00000000-0000-0000-0000-000000000000}"/>
          </ac:spMkLst>
        </pc:spChg>
      </pc:sldChg>
      <pc:sldChg chg="modSp mod modTransition modNotes">
        <pc:chgData name="Janou De Buyser" userId="9e855837-ff07-4ba4-86ed-57f131032e08" providerId="ADAL" clId="{E6AEFF39-D5DE-49A5-AE36-7B9FC3E010AE}" dt="2026-10-11T17:12:00.232" v="1010"/>
        <pc:sldMkLst>
          <pc:docMk/>
          <pc:sldMk cId="0" sldId="281"/>
        </pc:sldMkLst>
        <pc:spChg chg="mod">
          <ac:chgData name="Janou De Buyser" userId="9e855837-ff07-4ba4-86ed-57f131032e08" providerId="ADAL" clId="{E6AEFF39-D5DE-49A5-AE36-7B9FC3E010AE}" dt="2026-10-11T17:12:00.215" v="1008" actId="20577"/>
          <ac:spMkLst>
            <pc:docMk/>
            <pc:sldMk cId="0" sldId="281"/>
            <ac:spMk id="28" creationId="{00000000-0000-0000-0000-000000000000}"/>
          </ac:spMkLst>
        </pc:spChg>
      </pc:sldChg>
      <pc:sldChg chg="del">
        <pc:chgData name="Janou De Buyser" userId="9e855837-ff07-4ba4-86ed-57f131032e08" providerId="ADAL" clId="{E6AEFF39-D5DE-49A5-AE36-7B9FC3E010AE}" dt="2026-10-11T17:11:48.630" v="0" actId="2696"/>
        <pc:sldMkLst>
          <pc:docMk/>
          <pc:sldMk cId="2407600021" sldId="282"/>
        </pc:sldMkLst>
      </pc:sldChg>
      <pc:sldChg chg="addSp delSp modSp mod modTransition modNotes">
        <pc:chgData name="Janou De Buyser" userId="9e855837-ff07-4ba4-86ed-57f131032e08" providerId="ADAL" clId="{E6AEFF39-D5DE-49A5-AE36-7B9FC3E010AE}" dt="2026-10-11T17:11:57.318" v="968"/>
        <pc:sldMkLst>
          <pc:docMk/>
          <pc:sldMk cId="1621244454" sldId="283"/>
        </pc:sldMkLst>
        <pc:spChg chg="del">
          <ac:chgData name="Janou De Buyser" userId="9e855837-ff07-4ba4-86ed-57f131032e08" providerId="ADAL" clId="{E6AEFF39-D5DE-49A5-AE36-7B9FC3E010AE}" dt="2026-10-11T17:11:49.843" v="383"/>
          <ac:spMkLst>
            <pc:docMk/>
            <pc:sldMk cId="1621244454" sldId="283"/>
            <ac:spMk id="5" creationId="{00000000-0000-0000-0000-000000000000}"/>
          </ac:spMkLst>
        </pc:spChg>
        <pc:spChg chg="del">
          <ac:chgData name="Janou De Buyser" userId="9e855837-ff07-4ba4-86ed-57f131032e08" providerId="ADAL" clId="{E6AEFF39-D5DE-49A5-AE36-7B9FC3E010AE}" dt="2026-10-11T17:11:49.847" v="385"/>
          <ac:spMkLst>
            <pc:docMk/>
            <pc:sldMk cId="1621244454" sldId="283"/>
            <ac:spMk id="6" creationId="{00000000-0000-0000-0000-000000000000}"/>
          </ac:spMkLst>
        </pc:spChg>
        <pc:spChg chg="del">
          <ac:chgData name="Janou De Buyser" userId="9e855837-ff07-4ba4-86ed-57f131032e08" providerId="ADAL" clId="{E6AEFF39-D5DE-49A5-AE36-7B9FC3E010AE}" dt="2026-10-11T17:11:49.850" v="387"/>
          <ac:spMkLst>
            <pc:docMk/>
            <pc:sldMk cId="1621244454" sldId="283"/>
            <ac:spMk id="7" creationId="{00000000-0000-0000-0000-000000000000}"/>
          </ac:spMkLst>
        </pc:spChg>
        <pc:spChg chg="del">
          <ac:chgData name="Janou De Buyser" userId="9e855837-ff07-4ba4-86ed-57f131032e08" providerId="ADAL" clId="{E6AEFF39-D5DE-49A5-AE36-7B9FC3E010AE}" dt="2026-10-11T17:11:49.854" v="389"/>
          <ac:spMkLst>
            <pc:docMk/>
            <pc:sldMk cId="1621244454" sldId="283"/>
            <ac:spMk id="8" creationId="{00000000-0000-0000-0000-000000000000}"/>
          </ac:spMkLst>
        </pc:spChg>
        <pc:spChg chg="del">
          <ac:chgData name="Janou De Buyser" userId="9e855837-ff07-4ba4-86ed-57f131032e08" providerId="ADAL" clId="{E6AEFF39-D5DE-49A5-AE36-7B9FC3E010AE}" dt="2026-10-11T17:11:49.857" v="391"/>
          <ac:spMkLst>
            <pc:docMk/>
            <pc:sldMk cId="1621244454" sldId="283"/>
            <ac:spMk id="9" creationId="{00000000-0000-0000-0000-000000000000}"/>
          </ac:spMkLst>
        </pc:spChg>
        <pc:spChg chg="del">
          <ac:chgData name="Janou De Buyser" userId="9e855837-ff07-4ba4-86ed-57f131032e08" providerId="ADAL" clId="{E6AEFF39-D5DE-49A5-AE36-7B9FC3E010AE}" dt="2026-10-11T17:11:49.839" v="381"/>
          <ac:spMkLst>
            <pc:docMk/>
            <pc:sldMk cId="1621244454" sldId="283"/>
            <ac:spMk id="10" creationId="{00000000-0000-0000-0000-000000000000}"/>
          </ac:spMkLst>
        </pc:spChg>
        <pc:spChg chg="add mod">
          <ac:chgData name="Janou De Buyser" userId="9e855837-ff07-4ba4-86ed-57f131032e08" providerId="ADAL" clId="{E6AEFF39-D5DE-49A5-AE36-7B9FC3E010AE}" dt="2026-10-11T17:11:49.988" v="404" actId="948"/>
          <ac:spMkLst>
            <pc:docMk/>
            <pc:sldMk cId="1621244454" sldId="283"/>
            <ac:spMk id="11" creationId="{4F60413A-8DDE-78AD-DDED-C8593D93507A}"/>
          </ac:spMkLst>
        </pc:spChg>
        <pc:spChg chg="mod">
          <ac:chgData name="Janou De Buyser" userId="9e855837-ff07-4ba4-86ed-57f131032e08" providerId="ADAL" clId="{E6AEFF39-D5DE-49A5-AE36-7B9FC3E010AE}" dt="2026-10-11T17:11:57.076" v="966" actId="20577"/>
          <ac:spMkLst>
            <pc:docMk/>
            <pc:sldMk cId="1621244454" sldId="283"/>
            <ac:spMk id="13" creationId="{00000000-0000-0000-0000-000000000000}"/>
          </ac:spMkLst>
        </pc:spChg>
        <pc:spChg chg="add mod">
          <ac:chgData name="Janou De Buyser" userId="9e855837-ff07-4ba4-86ed-57f131032e08" providerId="ADAL" clId="{E6AEFF39-D5DE-49A5-AE36-7B9FC3E010AE}" dt="2026-10-11T17:11:50.065" v="417" actId="948"/>
          <ac:spMkLst>
            <pc:docMk/>
            <pc:sldMk cId="1621244454" sldId="283"/>
            <ac:spMk id="15" creationId="{192E5F21-7901-98DF-6886-49D5C7EA09B5}"/>
          </ac:spMkLst>
        </pc:spChg>
        <pc:spChg chg="add mod">
          <ac:chgData name="Janou De Buyser" userId="9e855837-ff07-4ba4-86ed-57f131032e08" providerId="ADAL" clId="{E6AEFF39-D5DE-49A5-AE36-7B9FC3E010AE}" dt="2026-10-11T17:11:50.101" v="430" actId="948"/>
          <ac:spMkLst>
            <pc:docMk/>
            <pc:sldMk cId="1621244454" sldId="283"/>
            <ac:spMk id="16" creationId="{72752334-525F-8234-C8ED-C16BDE8B427C}"/>
          </ac:spMkLst>
        </pc:spChg>
        <pc:spChg chg="add mod">
          <ac:chgData name="Janou De Buyser" userId="9e855837-ff07-4ba4-86ed-57f131032e08" providerId="ADAL" clId="{E6AEFF39-D5DE-49A5-AE36-7B9FC3E010AE}" dt="2026-10-11T17:11:50.133" v="443" actId="948"/>
          <ac:spMkLst>
            <pc:docMk/>
            <pc:sldMk cId="1621244454" sldId="283"/>
            <ac:spMk id="17" creationId="{60AF1900-48A9-9487-D88B-4FCE0EDA981F}"/>
          </ac:spMkLst>
        </pc:spChg>
        <pc:spChg chg="add mod">
          <ac:chgData name="Janou De Buyser" userId="9e855837-ff07-4ba4-86ed-57f131032e08" providerId="ADAL" clId="{E6AEFF39-D5DE-49A5-AE36-7B9FC3E010AE}" dt="2026-10-11T17:11:50.185" v="456" actId="948"/>
          <ac:spMkLst>
            <pc:docMk/>
            <pc:sldMk cId="1621244454" sldId="283"/>
            <ac:spMk id="18" creationId="{94BF414A-2E94-F3CF-B6C5-BD4374C7C39F}"/>
          </ac:spMkLst>
        </pc:spChg>
        <pc:spChg chg="add mod">
          <ac:chgData name="Janou De Buyser" userId="9e855837-ff07-4ba4-86ed-57f131032e08" providerId="ADAL" clId="{E6AEFF39-D5DE-49A5-AE36-7B9FC3E010AE}" dt="2026-10-11T17:11:50.216" v="469" actId="948"/>
          <ac:spMkLst>
            <pc:docMk/>
            <pc:sldMk cId="1621244454" sldId="283"/>
            <ac:spMk id="19" creationId="{746F03D2-F0F1-F570-5908-E71A0BBFDB32}"/>
          </ac:spMkLst>
        </pc:spChg>
        <pc:spChg chg="add mod">
          <ac:chgData name="Janou De Buyser" userId="9e855837-ff07-4ba4-86ed-57f131032e08" providerId="ADAL" clId="{E6AEFF39-D5DE-49A5-AE36-7B9FC3E010AE}" dt="2026-10-11T17:11:50.249" v="482" actId="948"/>
          <ac:spMkLst>
            <pc:docMk/>
            <pc:sldMk cId="1621244454" sldId="283"/>
            <ac:spMk id="20" creationId="{E9061BD1-3B44-1C66-6CD3-8905D1DAB3D3}"/>
          </ac:spMkLst>
        </pc:spChg>
        <pc:spChg chg="add mod">
          <ac:chgData name="Janou De Buyser" userId="9e855837-ff07-4ba4-86ed-57f131032e08" providerId="ADAL" clId="{E6AEFF39-D5DE-49A5-AE36-7B9FC3E010AE}" dt="2026-10-11T17:11:50.289" v="495" actId="948"/>
          <ac:spMkLst>
            <pc:docMk/>
            <pc:sldMk cId="1621244454" sldId="283"/>
            <ac:spMk id="21" creationId="{C3F1ADE2-2534-2B2C-24C3-AD0035E9AAD9}"/>
          </ac:spMkLst>
        </pc:spChg>
        <pc:spChg chg="add mod">
          <ac:chgData name="Janou De Buyser" userId="9e855837-ff07-4ba4-86ed-57f131032e08" providerId="ADAL" clId="{E6AEFF39-D5DE-49A5-AE36-7B9FC3E010AE}" dt="2026-10-11T17:11:50.313" v="508" actId="948"/>
          <ac:spMkLst>
            <pc:docMk/>
            <pc:sldMk cId="1621244454" sldId="283"/>
            <ac:spMk id="22" creationId="{9511168A-DA3D-8CEF-C684-76EBAFE69190}"/>
          </ac:spMkLst>
        </pc:spChg>
        <pc:spChg chg="add mod">
          <ac:chgData name="Janou De Buyser" userId="9e855837-ff07-4ba4-86ed-57f131032e08" providerId="ADAL" clId="{E6AEFF39-D5DE-49A5-AE36-7B9FC3E010AE}" dt="2026-10-11T17:11:50.346" v="521" actId="948"/>
          <ac:spMkLst>
            <pc:docMk/>
            <pc:sldMk cId="1621244454" sldId="283"/>
            <ac:spMk id="23" creationId="{E9E89C82-58C2-4731-447E-0D1E67AAF44D}"/>
          </ac:spMkLst>
        </pc:spChg>
        <pc:spChg chg="add mod">
          <ac:chgData name="Janou De Buyser" userId="9e855837-ff07-4ba4-86ed-57f131032e08" providerId="ADAL" clId="{E6AEFF39-D5DE-49A5-AE36-7B9FC3E010AE}" dt="2026-10-11T17:11:50.393" v="534" actId="948"/>
          <ac:spMkLst>
            <pc:docMk/>
            <pc:sldMk cId="1621244454" sldId="283"/>
            <ac:spMk id="24" creationId="{0D4721DA-3458-7A4C-3997-C8C6C4A86BEB}"/>
          </ac:spMkLst>
        </pc:spChg>
        <pc:spChg chg="add mod">
          <ac:chgData name="Janou De Buyser" userId="9e855837-ff07-4ba4-86ed-57f131032e08" providerId="ADAL" clId="{E6AEFF39-D5DE-49A5-AE36-7B9FC3E010AE}" dt="2026-10-11T17:11:50.419" v="547" actId="948"/>
          <ac:spMkLst>
            <pc:docMk/>
            <pc:sldMk cId="1621244454" sldId="283"/>
            <ac:spMk id="25" creationId="{D9B54D53-9353-0C59-A7E7-CEDFC2227F31}"/>
          </ac:spMkLst>
        </pc:spChg>
        <pc:spChg chg="add mod">
          <ac:chgData name="Janou De Buyser" userId="9e855837-ff07-4ba4-86ed-57f131032e08" providerId="ADAL" clId="{E6AEFF39-D5DE-49A5-AE36-7B9FC3E010AE}" dt="2026-10-11T17:11:50.459" v="560" actId="948"/>
          <ac:spMkLst>
            <pc:docMk/>
            <pc:sldMk cId="1621244454" sldId="283"/>
            <ac:spMk id="26" creationId="{77E6D179-5F0B-C93D-DF56-093FE96CCA42}"/>
          </ac:spMkLst>
        </pc:spChg>
        <pc:spChg chg="add mod">
          <ac:chgData name="Janou De Buyser" userId="9e855837-ff07-4ba4-86ed-57f131032e08" providerId="ADAL" clId="{E6AEFF39-D5DE-49A5-AE36-7B9FC3E010AE}" dt="2026-10-11T17:11:50.493" v="573" actId="948"/>
          <ac:spMkLst>
            <pc:docMk/>
            <pc:sldMk cId="1621244454" sldId="283"/>
            <ac:spMk id="27" creationId="{52525483-FF20-8E2D-C4FC-942FB73BB8C9}"/>
          </ac:spMkLst>
        </pc:spChg>
        <pc:spChg chg="add mod">
          <ac:chgData name="Janou De Buyser" userId="9e855837-ff07-4ba4-86ed-57f131032e08" providerId="ADAL" clId="{E6AEFF39-D5DE-49A5-AE36-7B9FC3E010AE}" dt="2026-10-11T17:11:50.511" v="586" actId="948"/>
          <ac:spMkLst>
            <pc:docMk/>
            <pc:sldMk cId="1621244454" sldId="283"/>
            <ac:spMk id="28" creationId="{E0D9D39E-B4CF-0335-AB38-A06897B5562E}"/>
          </ac:spMkLst>
        </pc:spChg>
        <pc:spChg chg="add mod">
          <ac:chgData name="Janou De Buyser" userId="9e855837-ff07-4ba4-86ed-57f131032e08" providerId="ADAL" clId="{E6AEFF39-D5DE-49A5-AE36-7B9FC3E010AE}" dt="2026-10-11T17:11:50.562" v="599" actId="948"/>
          <ac:spMkLst>
            <pc:docMk/>
            <pc:sldMk cId="1621244454" sldId="283"/>
            <ac:spMk id="29" creationId="{9EB470EC-AECB-DF36-4BA9-A0501225DD0E}"/>
          </ac:spMkLst>
        </pc:spChg>
        <pc:spChg chg="add mod">
          <ac:chgData name="Janou De Buyser" userId="9e855837-ff07-4ba4-86ed-57f131032e08" providerId="ADAL" clId="{E6AEFF39-D5DE-49A5-AE36-7B9FC3E010AE}" dt="2026-10-11T17:11:50.584" v="612" actId="948"/>
          <ac:spMkLst>
            <pc:docMk/>
            <pc:sldMk cId="1621244454" sldId="283"/>
            <ac:spMk id="30" creationId="{6102B0B8-BD8C-F935-DEF9-85051109986D}"/>
          </ac:spMkLst>
        </pc:spChg>
        <pc:spChg chg="add mod">
          <ac:chgData name="Janou De Buyser" userId="9e855837-ff07-4ba4-86ed-57f131032e08" providerId="ADAL" clId="{E6AEFF39-D5DE-49A5-AE36-7B9FC3E010AE}" dt="2026-10-11T17:11:50.618" v="625" actId="948"/>
          <ac:spMkLst>
            <pc:docMk/>
            <pc:sldMk cId="1621244454" sldId="283"/>
            <ac:spMk id="31" creationId="{A60C8BEB-A330-C1DA-0768-B8F19258FD3E}"/>
          </ac:spMkLst>
        </pc:spChg>
        <pc:spChg chg="add mod">
          <ac:chgData name="Janou De Buyser" userId="9e855837-ff07-4ba4-86ed-57f131032e08" providerId="ADAL" clId="{E6AEFF39-D5DE-49A5-AE36-7B9FC3E010AE}" dt="2026-10-11T17:11:50.655" v="638" actId="948"/>
          <ac:spMkLst>
            <pc:docMk/>
            <pc:sldMk cId="1621244454" sldId="283"/>
            <ac:spMk id="32" creationId="{27404C85-5882-C06D-26E6-5C3A582110C3}"/>
          </ac:spMkLst>
        </pc:spChg>
        <pc:spChg chg="add mod">
          <ac:chgData name="Janou De Buyser" userId="9e855837-ff07-4ba4-86ed-57f131032e08" providerId="ADAL" clId="{E6AEFF39-D5DE-49A5-AE36-7B9FC3E010AE}" dt="2026-10-11T17:11:50.678" v="651" actId="948"/>
          <ac:spMkLst>
            <pc:docMk/>
            <pc:sldMk cId="1621244454" sldId="283"/>
            <ac:spMk id="33" creationId="{0BABA8D1-59E7-6922-CED7-74F6AE48DC07}"/>
          </ac:spMkLst>
        </pc:spChg>
        <pc:spChg chg="add mod">
          <ac:chgData name="Janou De Buyser" userId="9e855837-ff07-4ba4-86ed-57f131032e08" providerId="ADAL" clId="{E6AEFF39-D5DE-49A5-AE36-7B9FC3E010AE}" dt="2026-10-11T17:11:50.709" v="664" actId="948"/>
          <ac:spMkLst>
            <pc:docMk/>
            <pc:sldMk cId="1621244454" sldId="283"/>
            <ac:spMk id="34" creationId="{20ABA881-A773-E1EE-A4C3-CFF9AFF12C01}"/>
          </ac:spMkLst>
        </pc:spChg>
        <pc:spChg chg="add mod">
          <ac:chgData name="Janou De Buyser" userId="9e855837-ff07-4ba4-86ed-57f131032e08" providerId="ADAL" clId="{E6AEFF39-D5DE-49A5-AE36-7B9FC3E010AE}" dt="2026-10-11T17:11:50.755" v="677" actId="948"/>
          <ac:spMkLst>
            <pc:docMk/>
            <pc:sldMk cId="1621244454" sldId="283"/>
            <ac:spMk id="35" creationId="{0DE687C3-FC57-4179-634E-CE93575A0525}"/>
          </ac:spMkLst>
        </pc:spChg>
        <pc:spChg chg="add mod">
          <ac:chgData name="Janou De Buyser" userId="9e855837-ff07-4ba4-86ed-57f131032e08" providerId="ADAL" clId="{E6AEFF39-D5DE-49A5-AE36-7B9FC3E010AE}" dt="2026-10-11T17:11:50.785" v="690" actId="948"/>
          <ac:spMkLst>
            <pc:docMk/>
            <pc:sldMk cId="1621244454" sldId="283"/>
            <ac:spMk id="36" creationId="{22AD5D36-4EEA-B3CB-791C-A9A879533177}"/>
          </ac:spMkLst>
        </pc:spChg>
        <pc:spChg chg="add mod">
          <ac:chgData name="Janou De Buyser" userId="9e855837-ff07-4ba4-86ed-57f131032e08" providerId="ADAL" clId="{E6AEFF39-D5DE-49A5-AE36-7B9FC3E010AE}" dt="2026-10-11T17:11:50.819" v="703" actId="948"/>
          <ac:spMkLst>
            <pc:docMk/>
            <pc:sldMk cId="1621244454" sldId="283"/>
            <ac:spMk id="37" creationId="{3F1465A8-5FE6-A167-B167-5D815E288C66}"/>
          </ac:spMkLst>
        </pc:spChg>
        <pc:spChg chg="add mod">
          <ac:chgData name="Janou De Buyser" userId="9e855837-ff07-4ba4-86ed-57f131032e08" providerId="ADAL" clId="{E6AEFF39-D5DE-49A5-AE36-7B9FC3E010AE}" dt="2026-10-11T17:11:50.852" v="716" actId="948"/>
          <ac:spMkLst>
            <pc:docMk/>
            <pc:sldMk cId="1621244454" sldId="283"/>
            <ac:spMk id="38" creationId="{9A720363-A7EC-824C-57C1-D3386F76C988}"/>
          </ac:spMkLst>
        </pc:spChg>
        <pc:spChg chg="add mod">
          <ac:chgData name="Janou De Buyser" userId="9e855837-ff07-4ba4-86ed-57f131032e08" providerId="ADAL" clId="{E6AEFF39-D5DE-49A5-AE36-7B9FC3E010AE}" dt="2026-10-11T17:11:50.877" v="729" actId="948"/>
          <ac:spMkLst>
            <pc:docMk/>
            <pc:sldMk cId="1621244454" sldId="283"/>
            <ac:spMk id="39" creationId="{1DFC4A46-AA5F-2D82-0397-62CB0527FBE1}"/>
          </ac:spMkLst>
        </pc:spChg>
        <pc:spChg chg="add mod">
          <ac:chgData name="Janou De Buyser" userId="9e855837-ff07-4ba4-86ed-57f131032e08" providerId="ADAL" clId="{E6AEFF39-D5DE-49A5-AE36-7B9FC3E010AE}" dt="2026-10-11T17:11:50.915" v="742" actId="948"/>
          <ac:spMkLst>
            <pc:docMk/>
            <pc:sldMk cId="1621244454" sldId="283"/>
            <ac:spMk id="40" creationId="{3084CEED-2F19-809D-B54A-B09773BF66C3}"/>
          </ac:spMkLst>
        </pc:spChg>
        <pc:spChg chg="add mod">
          <ac:chgData name="Janou De Buyser" userId="9e855837-ff07-4ba4-86ed-57f131032e08" providerId="ADAL" clId="{E6AEFF39-D5DE-49A5-AE36-7B9FC3E010AE}" dt="2026-10-11T17:11:50.945" v="755" actId="948"/>
          <ac:spMkLst>
            <pc:docMk/>
            <pc:sldMk cId="1621244454" sldId="283"/>
            <ac:spMk id="41" creationId="{6FD9FF35-FA01-7CC8-1991-160C1F269F93}"/>
          </ac:spMkLst>
        </pc:spChg>
        <pc:spChg chg="add mod">
          <ac:chgData name="Janou De Buyser" userId="9e855837-ff07-4ba4-86ed-57f131032e08" providerId="ADAL" clId="{E6AEFF39-D5DE-49A5-AE36-7B9FC3E010AE}" dt="2026-10-11T17:11:50.966" v="768" actId="948"/>
          <ac:spMkLst>
            <pc:docMk/>
            <pc:sldMk cId="1621244454" sldId="283"/>
            <ac:spMk id="42" creationId="{D7BFA62F-C021-D50A-7B5E-68C8EB56E6C6}"/>
          </ac:spMkLst>
        </pc:spChg>
        <pc:spChg chg="add mod">
          <ac:chgData name="Janou De Buyser" userId="9e855837-ff07-4ba4-86ed-57f131032e08" providerId="ADAL" clId="{E6AEFF39-D5DE-49A5-AE36-7B9FC3E010AE}" dt="2026-10-11T17:11:51.011" v="781" actId="948"/>
          <ac:spMkLst>
            <pc:docMk/>
            <pc:sldMk cId="1621244454" sldId="283"/>
            <ac:spMk id="43" creationId="{3E8201BA-B4C6-2EE3-A076-50A09EC95613}"/>
          </ac:spMkLst>
        </pc:spChg>
        <pc:spChg chg="add mod">
          <ac:chgData name="Janou De Buyser" userId="9e855837-ff07-4ba4-86ed-57f131032e08" providerId="ADAL" clId="{E6AEFF39-D5DE-49A5-AE36-7B9FC3E010AE}" dt="2026-10-11T17:11:51.035" v="794" actId="948"/>
          <ac:spMkLst>
            <pc:docMk/>
            <pc:sldMk cId="1621244454" sldId="283"/>
            <ac:spMk id="44" creationId="{37C60B9E-9FD6-BBFE-702B-D3F1A2F7F7BE}"/>
          </ac:spMkLst>
        </pc:spChg>
        <pc:spChg chg="add mod">
          <ac:chgData name="Janou De Buyser" userId="9e855837-ff07-4ba4-86ed-57f131032e08" providerId="ADAL" clId="{E6AEFF39-D5DE-49A5-AE36-7B9FC3E010AE}" dt="2026-10-11T17:11:51.066" v="807" actId="948"/>
          <ac:spMkLst>
            <pc:docMk/>
            <pc:sldMk cId="1621244454" sldId="283"/>
            <ac:spMk id="45" creationId="{7F970108-1A94-C495-A9F4-2AD738C717D5}"/>
          </ac:spMkLst>
        </pc:spChg>
        <pc:spChg chg="add mod">
          <ac:chgData name="Janou De Buyser" userId="9e855837-ff07-4ba4-86ed-57f131032e08" providerId="ADAL" clId="{E6AEFF39-D5DE-49A5-AE36-7B9FC3E010AE}" dt="2026-10-11T17:11:51.108" v="820" actId="948"/>
          <ac:spMkLst>
            <pc:docMk/>
            <pc:sldMk cId="1621244454" sldId="283"/>
            <ac:spMk id="46" creationId="{599EE81C-5DB1-6CAC-4AF1-18EAC88E8D6C}"/>
          </ac:spMkLst>
        </pc:spChg>
        <pc:spChg chg="add mod">
          <ac:chgData name="Janou De Buyser" userId="9e855837-ff07-4ba4-86ed-57f131032e08" providerId="ADAL" clId="{E6AEFF39-D5DE-49A5-AE36-7B9FC3E010AE}" dt="2026-10-11T17:11:51.138" v="833" actId="948"/>
          <ac:spMkLst>
            <pc:docMk/>
            <pc:sldMk cId="1621244454" sldId="283"/>
            <ac:spMk id="47" creationId="{F4F169AE-0824-9639-2907-03F54E131B79}"/>
          </ac:spMkLst>
        </pc:spChg>
        <pc:spChg chg="add mod">
          <ac:chgData name="Janou De Buyser" userId="9e855837-ff07-4ba4-86ed-57f131032e08" providerId="ADAL" clId="{E6AEFF39-D5DE-49A5-AE36-7B9FC3E010AE}" dt="2026-10-11T17:11:51.166" v="846" actId="948"/>
          <ac:spMkLst>
            <pc:docMk/>
            <pc:sldMk cId="1621244454" sldId="283"/>
            <ac:spMk id="48" creationId="{5B64EE56-261F-2053-D325-EF76C7290B89}"/>
          </ac:spMkLst>
        </pc:spChg>
        <pc:spChg chg="add mod">
          <ac:chgData name="Janou De Buyser" userId="9e855837-ff07-4ba4-86ed-57f131032e08" providerId="ADAL" clId="{E6AEFF39-D5DE-49A5-AE36-7B9FC3E010AE}" dt="2026-10-11T17:11:51.198" v="859" actId="948"/>
          <ac:spMkLst>
            <pc:docMk/>
            <pc:sldMk cId="1621244454" sldId="283"/>
            <ac:spMk id="49" creationId="{3219DA9F-DD18-1CFE-47B9-D638BF7128AE}"/>
          </ac:spMkLst>
        </pc:spChg>
        <pc:spChg chg="add mod">
          <ac:chgData name="Janou De Buyser" userId="9e855837-ff07-4ba4-86ed-57f131032e08" providerId="ADAL" clId="{E6AEFF39-D5DE-49A5-AE36-7B9FC3E010AE}" dt="2026-10-11T17:11:51.282" v="872" actId="948"/>
          <ac:spMkLst>
            <pc:docMk/>
            <pc:sldMk cId="1621244454" sldId="283"/>
            <ac:spMk id="50" creationId="{70EAA15C-5432-4092-B189-61B3842FFBE0}"/>
          </ac:spMkLst>
        </pc:spChg>
        <pc:spChg chg="add mod">
          <ac:chgData name="Janou De Buyser" userId="9e855837-ff07-4ba4-86ed-57f131032e08" providerId="ADAL" clId="{E6AEFF39-D5DE-49A5-AE36-7B9FC3E010AE}" dt="2026-10-11T17:11:51.392" v="889"/>
          <ac:spMkLst>
            <pc:docMk/>
            <pc:sldMk cId="1621244454" sldId="283"/>
            <ac:spMk id="51" creationId="{358C9FFE-E70B-5B39-85C6-7BD282E194A6}"/>
          </ac:spMkLst>
        </pc:spChg>
        <pc:picChg chg="del">
          <ac:chgData name="Janou De Buyser" userId="9e855837-ff07-4ba4-86ed-57f131032e08" providerId="ADAL" clId="{E6AEFF39-D5DE-49A5-AE36-7B9FC3E010AE}" dt="2026-10-11T17:11:49.835" v="379"/>
          <ac:picMkLst>
            <pc:docMk/>
            <pc:sldMk cId="1621244454" sldId="283"/>
            <ac:picMk id="12" creationId="{62DF2562-8082-A916-26B5-EA3EFA3A211A}"/>
          </ac:picMkLst>
        </pc:picChg>
      </pc:sldChg>
      <pc:sldChg chg="addSp modSp add mod ord modTransition modNotes">
        <pc:chgData name="Janou De Buyser" userId="9e855837-ff07-4ba4-86ed-57f131032e08" providerId="ADAL" clId="{E6AEFF39-D5DE-49A5-AE36-7B9FC3E010AE}" dt="2026-10-12T05:48:15.242" v="1044" actId="207"/>
        <pc:sldMkLst>
          <pc:docMk/>
          <pc:sldMk cId="1828962801" sldId="284"/>
        </pc:sldMkLst>
        <pc:spChg chg="mod">
          <ac:chgData name="Janou De Buyser" userId="9e855837-ff07-4ba4-86ed-57f131032e08" providerId="ADAL" clId="{E6AEFF39-D5DE-49A5-AE36-7B9FC3E010AE}" dt="2026-10-11T17:11:48.772" v="16" actId="20577"/>
          <ac:spMkLst>
            <pc:docMk/>
            <pc:sldMk cId="1828962801" sldId="284"/>
            <ac:spMk id="3" creationId="{00000000-0000-0000-0000-000000000000}"/>
          </ac:spMkLst>
        </pc:spChg>
        <pc:spChg chg="mod">
          <ac:chgData name="Janou De Buyser" userId="9e855837-ff07-4ba4-86ed-57f131032e08" providerId="ADAL" clId="{E6AEFF39-D5DE-49A5-AE36-7B9FC3E010AE}" dt="2026-10-11T17:11:48.779" v="17" actId="20577"/>
          <ac:spMkLst>
            <pc:docMk/>
            <pc:sldMk cId="1828962801" sldId="284"/>
            <ac:spMk id="4" creationId="{00000000-0000-0000-0000-000000000000}"/>
          </ac:spMkLst>
        </pc:spChg>
        <pc:spChg chg="mod">
          <ac:chgData name="Janou De Buyser" userId="9e855837-ff07-4ba4-86ed-57f131032e08" providerId="ADAL" clId="{E6AEFF39-D5DE-49A5-AE36-7B9FC3E010AE}" dt="2026-10-11T17:11:48.779" v="18" actId="20577"/>
          <ac:spMkLst>
            <pc:docMk/>
            <pc:sldMk cId="1828962801" sldId="284"/>
            <ac:spMk id="6" creationId="{00000000-0000-0000-0000-000000000000}"/>
          </ac:spMkLst>
        </pc:spChg>
        <pc:spChg chg="mod">
          <ac:chgData name="Janou De Buyser" userId="9e855837-ff07-4ba4-86ed-57f131032e08" providerId="ADAL" clId="{E6AEFF39-D5DE-49A5-AE36-7B9FC3E010AE}" dt="2026-10-11T17:11:48.779" v="19" actId="20577"/>
          <ac:spMkLst>
            <pc:docMk/>
            <pc:sldMk cId="1828962801" sldId="284"/>
            <ac:spMk id="7" creationId="{00000000-0000-0000-0000-000000000000}"/>
          </ac:spMkLst>
        </pc:spChg>
        <pc:spChg chg="mod">
          <ac:chgData name="Janou De Buyser" userId="9e855837-ff07-4ba4-86ed-57f131032e08" providerId="ADAL" clId="{E6AEFF39-D5DE-49A5-AE36-7B9FC3E010AE}" dt="2026-10-11T17:11:48.794" v="20" actId="20577"/>
          <ac:spMkLst>
            <pc:docMk/>
            <pc:sldMk cId="1828962801" sldId="284"/>
            <ac:spMk id="9" creationId="{00000000-0000-0000-0000-000000000000}"/>
          </ac:spMkLst>
        </pc:spChg>
        <pc:spChg chg="mod">
          <ac:chgData name="Janou De Buyser" userId="9e855837-ff07-4ba4-86ed-57f131032e08" providerId="ADAL" clId="{E6AEFF39-D5DE-49A5-AE36-7B9FC3E010AE}" dt="2026-10-11T17:11:48.794" v="21" actId="20577"/>
          <ac:spMkLst>
            <pc:docMk/>
            <pc:sldMk cId="1828962801" sldId="284"/>
            <ac:spMk id="10" creationId="{00000000-0000-0000-0000-000000000000}"/>
          </ac:spMkLst>
        </pc:spChg>
        <pc:spChg chg="mod">
          <ac:chgData name="Janou De Buyser" userId="9e855837-ff07-4ba4-86ed-57f131032e08" providerId="ADAL" clId="{E6AEFF39-D5DE-49A5-AE36-7B9FC3E010AE}" dt="2026-10-11T17:11:48.794" v="22" actId="20577"/>
          <ac:spMkLst>
            <pc:docMk/>
            <pc:sldMk cId="1828962801" sldId="284"/>
            <ac:spMk id="12" creationId="{00000000-0000-0000-0000-000000000000}"/>
          </ac:spMkLst>
        </pc:spChg>
        <pc:spChg chg="mod">
          <ac:chgData name="Janou De Buyser" userId="9e855837-ff07-4ba4-86ed-57f131032e08" providerId="ADAL" clId="{E6AEFF39-D5DE-49A5-AE36-7B9FC3E010AE}" dt="2026-10-11T17:11:48.810" v="23" actId="20577"/>
          <ac:spMkLst>
            <pc:docMk/>
            <pc:sldMk cId="1828962801" sldId="284"/>
            <ac:spMk id="13" creationId="{00000000-0000-0000-0000-000000000000}"/>
          </ac:spMkLst>
        </pc:spChg>
        <pc:spChg chg="mod">
          <ac:chgData name="Janou De Buyser" userId="9e855837-ff07-4ba4-86ed-57f131032e08" providerId="ADAL" clId="{E6AEFF39-D5DE-49A5-AE36-7B9FC3E010AE}" dt="2026-10-11T17:11:48.810" v="24" actId="20577"/>
          <ac:spMkLst>
            <pc:docMk/>
            <pc:sldMk cId="1828962801" sldId="284"/>
            <ac:spMk id="15" creationId="{00000000-0000-0000-0000-000000000000}"/>
          </ac:spMkLst>
        </pc:spChg>
        <pc:spChg chg="mod">
          <ac:chgData name="Janou De Buyser" userId="9e855837-ff07-4ba4-86ed-57f131032e08" providerId="ADAL" clId="{E6AEFF39-D5DE-49A5-AE36-7B9FC3E010AE}" dt="2026-10-11T17:11:48.810" v="25" actId="20577"/>
          <ac:spMkLst>
            <pc:docMk/>
            <pc:sldMk cId="1828962801" sldId="284"/>
            <ac:spMk id="16" creationId="{00000000-0000-0000-0000-000000000000}"/>
          </ac:spMkLst>
        </pc:spChg>
        <pc:spChg chg="mod">
          <ac:chgData name="Janou De Buyser" userId="9e855837-ff07-4ba4-86ed-57f131032e08" providerId="ADAL" clId="{E6AEFF39-D5DE-49A5-AE36-7B9FC3E010AE}" dt="2026-10-11T17:11:53.649" v="949" actId="20577"/>
          <ac:spMkLst>
            <pc:docMk/>
            <pc:sldMk cId="1828962801" sldId="284"/>
            <ac:spMk id="17" creationId="{00000000-0000-0000-0000-000000000000}"/>
          </ac:spMkLst>
        </pc:spChg>
        <pc:spChg chg="mod">
          <ac:chgData name="Janou De Buyser" userId="9e855837-ff07-4ba4-86ed-57f131032e08" providerId="ADAL" clId="{E6AEFF39-D5DE-49A5-AE36-7B9FC3E010AE}" dt="2026-10-11T17:11:48.830" v="26" actId="20577"/>
          <ac:spMkLst>
            <pc:docMk/>
            <pc:sldMk cId="1828962801" sldId="284"/>
            <ac:spMk id="19" creationId="{00000000-0000-0000-0000-000000000000}"/>
          </ac:spMkLst>
        </pc:spChg>
        <pc:spChg chg="add mod">
          <ac:chgData name="Janou De Buyser" userId="9e855837-ff07-4ba4-86ed-57f131032e08" providerId="ADAL" clId="{E6AEFF39-D5DE-49A5-AE36-7B9FC3E010AE}" dt="2026-10-12T05:48:15.242" v="1044" actId="207"/>
          <ac:spMkLst>
            <pc:docMk/>
            <pc:sldMk cId="1828962801" sldId="284"/>
            <ac:spMk id="20" creationId="{2E1A374D-05AC-87DC-3A89-AF76A2CC2EEE}"/>
          </ac:spMkLst>
        </pc:spChg>
      </pc:sldChg>
      <pc:sldChg chg="modSp add mod ord modTransition modNotes">
        <pc:chgData name="Janou De Buyser" userId="9e855837-ff07-4ba4-86ed-57f131032e08" providerId="ADAL" clId="{E6AEFF39-D5DE-49A5-AE36-7B9FC3E010AE}" dt="2026-10-11T17:19:12.327" v="1027"/>
        <pc:sldMkLst>
          <pc:docMk/>
          <pc:sldMk cId="4184741799" sldId="285"/>
        </pc:sldMkLst>
        <pc:spChg chg="mod">
          <ac:chgData name="Janou De Buyser" userId="9e855837-ff07-4ba4-86ed-57f131032e08" providerId="ADAL" clId="{E6AEFF39-D5DE-49A5-AE36-7B9FC3E010AE}" dt="2026-10-11T17:11:48.845" v="27" actId="20577"/>
          <ac:spMkLst>
            <pc:docMk/>
            <pc:sldMk cId="4184741799" sldId="285"/>
            <ac:spMk id="3" creationId="{00000000-0000-0000-0000-000000000000}"/>
          </ac:spMkLst>
        </pc:spChg>
        <pc:spChg chg="mod">
          <ac:chgData name="Janou De Buyser" userId="9e855837-ff07-4ba4-86ed-57f131032e08" providerId="ADAL" clId="{E6AEFF39-D5DE-49A5-AE36-7B9FC3E010AE}" dt="2026-10-11T17:11:48.850" v="28" actId="20577"/>
          <ac:spMkLst>
            <pc:docMk/>
            <pc:sldMk cId="4184741799" sldId="285"/>
            <ac:spMk id="4" creationId="{00000000-0000-0000-0000-000000000000}"/>
          </ac:spMkLst>
        </pc:spChg>
        <pc:spChg chg="mod">
          <ac:chgData name="Janou De Buyser" userId="9e855837-ff07-4ba4-86ed-57f131032e08" providerId="ADAL" clId="{E6AEFF39-D5DE-49A5-AE36-7B9FC3E010AE}" dt="2026-10-11T17:11:48.855" v="29" actId="20577"/>
          <ac:spMkLst>
            <pc:docMk/>
            <pc:sldMk cId="4184741799" sldId="285"/>
            <ac:spMk id="6" creationId="{00000000-0000-0000-0000-000000000000}"/>
          </ac:spMkLst>
        </pc:spChg>
        <pc:spChg chg="mod">
          <ac:chgData name="Janou De Buyser" userId="9e855837-ff07-4ba4-86ed-57f131032e08" providerId="ADAL" clId="{E6AEFF39-D5DE-49A5-AE36-7B9FC3E010AE}" dt="2026-10-11T17:11:48.859" v="30" actId="20577"/>
          <ac:spMkLst>
            <pc:docMk/>
            <pc:sldMk cId="4184741799" sldId="285"/>
            <ac:spMk id="7" creationId="{00000000-0000-0000-0000-000000000000}"/>
          </ac:spMkLst>
        </pc:spChg>
        <pc:spChg chg="mod">
          <ac:chgData name="Janou De Buyser" userId="9e855837-ff07-4ba4-86ed-57f131032e08" providerId="ADAL" clId="{E6AEFF39-D5DE-49A5-AE36-7B9FC3E010AE}" dt="2026-10-11T17:19:12.293" v="1014"/>
          <ac:spMkLst>
            <pc:docMk/>
            <pc:sldMk cId="4184741799" sldId="285"/>
            <ac:spMk id="8" creationId="{00000000-0000-0000-0000-000000000000}"/>
          </ac:spMkLst>
        </pc:spChg>
        <pc:spChg chg="mod">
          <ac:chgData name="Janou De Buyser" userId="9e855837-ff07-4ba4-86ed-57f131032e08" providerId="ADAL" clId="{E6AEFF39-D5DE-49A5-AE36-7B9FC3E010AE}" dt="2026-10-11T17:19:12.314" v="1023"/>
          <ac:spMkLst>
            <pc:docMk/>
            <pc:sldMk cId="4184741799" sldId="285"/>
            <ac:spMk id="9" creationId="{00000000-0000-0000-0000-000000000000}"/>
          </ac:spMkLst>
        </pc:spChg>
        <pc:spChg chg="mod">
          <ac:chgData name="Janou De Buyser" userId="9e855837-ff07-4ba4-86ed-57f131032e08" providerId="ADAL" clId="{E6AEFF39-D5DE-49A5-AE36-7B9FC3E010AE}" dt="2026-10-11T17:19:12.327" v="1025"/>
          <ac:spMkLst>
            <pc:docMk/>
            <pc:sldMk cId="4184741799" sldId="285"/>
            <ac:spMk id="10" creationId="{00000000-0000-0000-0000-000000000000}"/>
          </ac:spMkLst>
        </pc:spChg>
        <pc:spChg chg="mod">
          <ac:chgData name="Janou De Buyser" userId="9e855837-ff07-4ba4-86ed-57f131032e08" providerId="ADAL" clId="{E6AEFF39-D5DE-49A5-AE36-7B9FC3E010AE}" dt="2026-10-11T17:11:48.869" v="33" actId="20577"/>
          <ac:spMkLst>
            <pc:docMk/>
            <pc:sldMk cId="4184741799" sldId="285"/>
            <ac:spMk id="12" creationId="{00000000-0000-0000-0000-000000000000}"/>
          </ac:spMkLst>
        </pc:spChg>
        <pc:spChg chg="mod">
          <ac:chgData name="Janou De Buyser" userId="9e855837-ff07-4ba4-86ed-57f131032e08" providerId="ADAL" clId="{E6AEFF39-D5DE-49A5-AE36-7B9FC3E010AE}" dt="2026-10-11T17:11:48.878" v="34" actId="20577"/>
          <ac:spMkLst>
            <pc:docMk/>
            <pc:sldMk cId="4184741799" sldId="285"/>
            <ac:spMk id="13" creationId="{00000000-0000-0000-0000-000000000000}"/>
          </ac:spMkLst>
        </pc:spChg>
        <pc:spChg chg="mod">
          <ac:chgData name="Janou De Buyser" userId="9e855837-ff07-4ba4-86ed-57f131032e08" providerId="ADAL" clId="{E6AEFF39-D5DE-49A5-AE36-7B9FC3E010AE}" dt="2026-10-11T17:19:12.300" v="1018"/>
          <ac:spMkLst>
            <pc:docMk/>
            <pc:sldMk cId="4184741799" sldId="285"/>
            <ac:spMk id="14" creationId="{00000000-0000-0000-0000-000000000000}"/>
          </ac:spMkLst>
        </pc:spChg>
        <pc:spChg chg="mod">
          <ac:chgData name="Janou De Buyser" userId="9e855837-ff07-4ba4-86ed-57f131032e08" providerId="ADAL" clId="{E6AEFF39-D5DE-49A5-AE36-7B9FC3E010AE}" dt="2026-10-11T17:19:12.314" v="1021"/>
          <ac:spMkLst>
            <pc:docMk/>
            <pc:sldMk cId="4184741799" sldId="285"/>
            <ac:spMk id="15" creationId="{00000000-0000-0000-0000-000000000000}"/>
          </ac:spMkLst>
        </pc:spChg>
        <pc:spChg chg="mod">
          <ac:chgData name="Janou De Buyser" userId="9e855837-ff07-4ba4-86ed-57f131032e08" providerId="ADAL" clId="{E6AEFF39-D5DE-49A5-AE36-7B9FC3E010AE}" dt="2026-10-11T17:19:12.327" v="1027"/>
          <ac:spMkLst>
            <pc:docMk/>
            <pc:sldMk cId="4184741799" sldId="285"/>
            <ac:spMk id="16" creationId="{00000000-0000-0000-0000-000000000000}"/>
          </ac:spMkLst>
        </pc:spChg>
        <pc:spChg chg="mod">
          <ac:chgData name="Janou De Buyser" userId="9e855837-ff07-4ba4-86ed-57f131032e08" providerId="ADAL" clId="{E6AEFF39-D5DE-49A5-AE36-7B9FC3E010AE}" dt="2026-10-11T17:11:58.674" v="972" actId="20577"/>
          <ac:spMkLst>
            <pc:docMk/>
            <pc:sldMk cId="4184741799" sldId="285"/>
            <ac:spMk id="17" creationId="{00000000-0000-0000-0000-000000000000}"/>
          </ac:spMkLst>
        </pc:spChg>
        <pc:spChg chg="mod">
          <ac:chgData name="Janou De Buyser" userId="9e855837-ff07-4ba4-86ed-57f131032e08" providerId="ADAL" clId="{E6AEFF39-D5DE-49A5-AE36-7B9FC3E010AE}" dt="2026-10-11T17:11:48.893" v="37" actId="20577"/>
          <ac:spMkLst>
            <pc:docMk/>
            <pc:sldMk cId="4184741799" sldId="285"/>
            <ac:spMk id="19" creationId="{00000000-0000-0000-0000-000000000000}"/>
          </ac:spMkLst>
        </pc:spChg>
      </pc:sldChg>
      <pc:sldChg chg="addSp modSp add mod ord modTransition modNotes">
        <pc:chgData name="Janou De Buyser" userId="9e855837-ff07-4ba4-86ed-57f131032e08" providerId="ADAL" clId="{E6AEFF39-D5DE-49A5-AE36-7B9FC3E010AE}" dt="2026-10-11T17:11:58.773" v="977"/>
        <pc:sldMkLst>
          <pc:docMk/>
          <pc:sldMk cId="527596910" sldId="286"/>
        </pc:sldMkLst>
        <pc:spChg chg="mod">
          <ac:chgData name="Janou De Buyser" userId="9e855837-ff07-4ba4-86ed-57f131032e08" providerId="ADAL" clId="{E6AEFF39-D5DE-49A5-AE36-7B9FC3E010AE}" dt="2026-10-11T17:11:48.949" v="51" actId="20577"/>
          <ac:spMkLst>
            <pc:docMk/>
            <pc:sldMk cId="527596910" sldId="286"/>
            <ac:spMk id="3" creationId="{00000000-0000-0000-0000-000000000000}"/>
          </ac:spMkLst>
        </pc:spChg>
        <pc:spChg chg="mod">
          <ac:chgData name="Janou De Buyser" userId="9e855837-ff07-4ba4-86ed-57f131032e08" providerId="ADAL" clId="{E6AEFF39-D5DE-49A5-AE36-7B9FC3E010AE}" dt="2026-10-11T17:11:48.954" v="52" actId="20577"/>
          <ac:spMkLst>
            <pc:docMk/>
            <pc:sldMk cId="527596910" sldId="286"/>
            <ac:spMk id="4" creationId="{00000000-0000-0000-0000-000000000000}"/>
          </ac:spMkLst>
        </pc:spChg>
        <pc:spChg chg="mod">
          <ac:chgData name="Janou De Buyser" userId="9e855837-ff07-4ba4-86ed-57f131032e08" providerId="ADAL" clId="{E6AEFF39-D5DE-49A5-AE36-7B9FC3E010AE}" dt="2026-10-11T17:11:49.077" v="86"/>
          <ac:spMkLst>
            <pc:docMk/>
            <pc:sldMk cId="527596910" sldId="286"/>
            <ac:spMk id="5" creationId="{00000000-0000-0000-0000-000000000000}"/>
          </ac:spMkLst>
        </pc:spChg>
        <pc:spChg chg="mod">
          <ac:chgData name="Janou De Buyser" userId="9e855837-ff07-4ba4-86ed-57f131032e08" providerId="ADAL" clId="{E6AEFF39-D5DE-49A5-AE36-7B9FC3E010AE}" dt="2026-10-11T17:11:49.093" v="88"/>
          <ac:spMkLst>
            <pc:docMk/>
            <pc:sldMk cId="527596910" sldId="286"/>
            <ac:spMk id="6" creationId="{00000000-0000-0000-0000-000000000000}"/>
          </ac:spMkLst>
        </pc:spChg>
        <pc:spChg chg="mod">
          <ac:chgData name="Janou De Buyser" userId="9e855837-ff07-4ba4-86ed-57f131032e08" providerId="ADAL" clId="{E6AEFF39-D5DE-49A5-AE36-7B9FC3E010AE}" dt="2026-10-11T17:11:49.093" v="90"/>
          <ac:spMkLst>
            <pc:docMk/>
            <pc:sldMk cId="527596910" sldId="286"/>
            <ac:spMk id="7" creationId="{00000000-0000-0000-0000-000000000000}"/>
          </ac:spMkLst>
        </pc:spChg>
        <pc:spChg chg="mod">
          <ac:chgData name="Janou De Buyser" userId="9e855837-ff07-4ba4-86ed-57f131032e08" providerId="ADAL" clId="{E6AEFF39-D5DE-49A5-AE36-7B9FC3E010AE}" dt="2026-10-11T17:11:49.093" v="92"/>
          <ac:spMkLst>
            <pc:docMk/>
            <pc:sldMk cId="527596910" sldId="286"/>
            <ac:spMk id="8" creationId="{00000000-0000-0000-0000-000000000000}"/>
          </ac:spMkLst>
        </pc:spChg>
        <pc:spChg chg="mod">
          <ac:chgData name="Janou De Buyser" userId="9e855837-ff07-4ba4-86ed-57f131032e08" providerId="ADAL" clId="{E6AEFF39-D5DE-49A5-AE36-7B9FC3E010AE}" dt="2026-10-11T17:11:49.130" v="102"/>
          <ac:spMkLst>
            <pc:docMk/>
            <pc:sldMk cId="527596910" sldId="286"/>
            <ac:spMk id="9" creationId="{00000000-0000-0000-0000-000000000000}"/>
          </ac:spMkLst>
        </pc:spChg>
        <pc:spChg chg="mod">
          <ac:chgData name="Janou De Buyser" userId="9e855837-ff07-4ba4-86ed-57f131032e08" providerId="ADAL" clId="{E6AEFF39-D5DE-49A5-AE36-7B9FC3E010AE}" dt="2026-10-11T17:11:49.133" v="104"/>
          <ac:spMkLst>
            <pc:docMk/>
            <pc:sldMk cId="527596910" sldId="286"/>
            <ac:spMk id="10" creationId="{00000000-0000-0000-0000-000000000000}"/>
          </ac:spMkLst>
        </pc:spChg>
        <pc:spChg chg="mod">
          <ac:chgData name="Janou De Buyser" userId="9e855837-ff07-4ba4-86ed-57f131032e08" providerId="ADAL" clId="{E6AEFF39-D5DE-49A5-AE36-7B9FC3E010AE}" dt="2026-10-11T17:11:49.136" v="106"/>
          <ac:spMkLst>
            <pc:docMk/>
            <pc:sldMk cId="527596910" sldId="286"/>
            <ac:spMk id="11" creationId="{00000000-0000-0000-0000-000000000000}"/>
          </ac:spMkLst>
        </pc:spChg>
        <pc:spChg chg="mod">
          <ac:chgData name="Janou De Buyser" userId="9e855837-ff07-4ba4-86ed-57f131032e08" providerId="ADAL" clId="{E6AEFF39-D5DE-49A5-AE36-7B9FC3E010AE}" dt="2026-10-11T17:11:49.139" v="108"/>
          <ac:spMkLst>
            <pc:docMk/>
            <pc:sldMk cId="527596910" sldId="286"/>
            <ac:spMk id="12" creationId="{00000000-0000-0000-0000-000000000000}"/>
          </ac:spMkLst>
        </pc:spChg>
        <pc:spChg chg="mod">
          <ac:chgData name="Janou De Buyser" userId="9e855837-ff07-4ba4-86ed-57f131032e08" providerId="ADAL" clId="{E6AEFF39-D5DE-49A5-AE36-7B9FC3E010AE}" dt="2026-10-11T17:11:49.164" v="118"/>
          <ac:spMkLst>
            <pc:docMk/>
            <pc:sldMk cId="527596910" sldId="286"/>
            <ac:spMk id="13" creationId="{00000000-0000-0000-0000-000000000000}"/>
          </ac:spMkLst>
        </pc:spChg>
        <pc:spChg chg="mod">
          <ac:chgData name="Janou De Buyser" userId="9e855837-ff07-4ba4-86ed-57f131032e08" providerId="ADAL" clId="{E6AEFF39-D5DE-49A5-AE36-7B9FC3E010AE}" dt="2026-10-11T17:11:49.164" v="120"/>
          <ac:spMkLst>
            <pc:docMk/>
            <pc:sldMk cId="527596910" sldId="286"/>
            <ac:spMk id="14" creationId="{00000000-0000-0000-0000-000000000000}"/>
          </ac:spMkLst>
        </pc:spChg>
        <pc:spChg chg="mod">
          <ac:chgData name="Janou De Buyser" userId="9e855837-ff07-4ba4-86ed-57f131032e08" providerId="ADAL" clId="{E6AEFF39-D5DE-49A5-AE36-7B9FC3E010AE}" dt="2026-10-11T17:11:49.175" v="122"/>
          <ac:spMkLst>
            <pc:docMk/>
            <pc:sldMk cId="527596910" sldId="286"/>
            <ac:spMk id="15" creationId="{00000000-0000-0000-0000-000000000000}"/>
          </ac:spMkLst>
        </pc:spChg>
        <pc:spChg chg="mod">
          <ac:chgData name="Janou De Buyser" userId="9e855837-ff07-4ba4-86ed-57f131032e08" providerId="ADAL" clId="{E6AEFF39-D5DE-49A5-AE36-7B9FC3E010AE}" dt="2026-10-11T17:11:49.177" v="124"/>
          <ac:spMkLst>
            <pc:docMk/>
            <pc:sldMk cId="527596910" sldId="286"/>
            <ac:spMk id="16" creationId="{00000000-0000-0000-0000-000000000000}"/>
          </ac:spMkLst>
        </pc:spChg>
        <pc:spChg chg="mod">
          <ac:chgData name="Janou De Buyser" userId="9e855837-ff07-4ba4-86ed-57f131032e08" providerId="ADAL" clId="{E6AEFF39-D5DE-49A5-AE36-7B9FC3E010AE}" dt="2026-10-11T17:11:49.205" v="134"/>
          <ac:spMkLst>
            <pc:docMk/>
            <pc:sldMk cId="527596910" sldId="286"/>
            <ac:spMk id="17" creationId="{00000000-0000-0000-0000-000000000000}"/>
          </ac:spMkLst>
        </pc:spChg>
        <pc:spChg chg="mod">
          <ac:chgData name="Janou De Buyser" userId="9e855837-ff07-4ba4-86ed-57f131032e08" providerId="ADAL" clId="{E6AEFF39-D5DE-49A5-AE36-7B9FC3E010AE}" dt="2026-10-11T17:11:49.207" v="136"/>
          <ac:spMkLst>
            <pc:docMk/>
            <pc:sldMk cId="527596910" sldId="286"/>
            <ac:spMk id="18" creationId="{00000000-0000-0000-0000-000000000000}"/>
          </ac:spMkLst>
        </pc:spChg>
        <pc:spChg chg="mod">
          <ac:chgData name="Janou De Buyser" userId="9e855837-ff07-4ba4-86ed-57f131032e08" providerId="ADAL" clId="{E6AEFF39-D5DE-49A5-AE36-7B9FC3E010AE}" dt="2026-10-11T17:11:49.210" v="138"/>
          <ac:spMkLst>
            <pc:docMk/>
            <pc:sldMk cId="527596910" sldId="286"/>
            <ac:spMk id="19" creationId="{00000000-0000-0000-0000-000000000000}"/>
          </ac:spMkLst>
        </pc:spChg>
        <pc:spChg chg="mod">
          <ac:chgData name="Janou De Buyser" userId="9e855837-ff07-4ba4-86ed-57f131032e08" providerId="ADAL" clId="{E6AEFF39-D5DE-49A5-AE36-7B9FC3E010AE}" dt="2026-10-11T17:11:49.213" v="140"/>
          <ac:spMkLst>
            <pc:docMk/>
            <pc:sldMk cId="527596910" sldId="286"/>
            <ac:spMk id="20" creationId="{00000000-0000-0000-0000-000000000000}"/>
          </ac:spMkLst>
        </pc:spChg>
        <pc:spChg chg="add mod">
          <ac:chgData name="Janou De Buyser" userId="9e855837-ff07-4ba4-86ed-57f131032e08" providerId="ADAL" clId="{E6AEFF39-D5DE-49A5-AE36-7B9FC3E010AE}" dt="2026-10-11T17:11:49.238" v="150"/>
          <ac:spMkLst>
            <pc:docMk/>
            <pc:sldMk cId="527596910" sldId="286"/>
            <ac:spMk id="21" creationId="{9800A204-6E25-7415-1656-CA2AE41AC8D3}"/>
          </ac:spMkLst>
        </pc:spChg>
        <pc:spChg chg="add mod">
          <ac:chgData name="Janou De Buyser" userId="9e855837-ff07-4ba4-86ed-57f131032e08" providerId="ADAL" clId="{E6AEFF39-D5DE-49A5-AE36-7B9FC3E010AE}" dt="2026-10-11T17:11:49.238" v="152"/>
          <ac:spMkLst>
            <pc:docMk/>
            <pc:sldMk cId="527596910" sldId="286"/>
            <ac:spMk id="22" creationId="{32F0A583-0B47-FCC3-8CFE-B6BCC96965B2}"/>
          </ac:spMkLst>
        </pc:spChg>
        <pc:spChg chg="mod">
          <ac:chgData name="Janou De Buyser" userId="9e855837-ff07-4ba4-86ed-57f131032e08" providerId="ADAL" clId="{E6AEFF39-D5DE-49A5-AE36-7B9FC3E010AE}" dt="2026-10-11T17:11:58.752" v="975" actId="20577"/>
          <ac:spMkLst>
            <pc:docMk/>
            <pc:sldMk cId="527596910" sldId="286"/>
            <ac:spMk id="23" creationId="{00000000-0000-0000-0000-000000000000}"/>
          </ac:spMkLst>
        </pc:spChg>
        <pc:spChg chg="add mod">
          <ac:chgData name="Janou De Buyser" userId="9e855837-ff07-4ba4-86ed-57f131032e08" providerId="ADAL" clId="{E6AEFF39-D5DE-49A5-AE36-7B9FC3E010AE}" dt="2026-10-11T17:11:49.244" v="154"/>
          <ac:spMkLst>
            <pc:docMk/>
            <pc:sldMk cId="527596910" sldId="286"/>
            <ac:spMk id="25" creationId="{48121CF9-029C-29B3-E400-293E86CEE25D}"/>
          </ac:spMkLst>
        </pc:spChg>
        <pc:spChg chg="add mod">
          <ac:chgData name="Janou De Buyser" userId="9e855837-ff07-4ba4-86ed-57f131032e08" providerId="ADAL" clId="{E6AEFF39-D5DE-49A5-AE36-7B9FC3E010AE}" dt="2026-10-11T17:11:49.246" v="156"/>
          <ac:spMkLst>
            <pc:docMk/>
            <pc:sldMk cId="527596910" sldId="286"/>
            <ac:spMk id="26" creationId="{F03E0BDD-F271-B330-F6D0-C5C783DCB2BE}"/>
          </ac:spMkLst>
        </pc:spChg>
        <pc:spChg chg="add mod">
          <ac:chgData name="Janou De Buyser" userId="9e855837-ff07-4ba4-86ed-57f131032e08" providerId="ADAL" clId="{E6AEFF39-D5DE-49A5-AE36-7B9FC3E010AE}" dt="2026-10-11T17:11:49.343" v="173"/>
          <ac:spMkLst>
            <pc:docMk/>
            <pc:sldMk cId="527596910" sldId="286"/>
            <ac:spMk id="27" creationId="{2C611D94-62A7-B930-46FE-1BA4ADF83865}"/>
          </ac:spMkLst>
        </pc:spChg>
      </pc:sldChg>
      <pc:sldChg chg="addSp modSp add mod ord modTransition modNotes">
        <pc:chgData name="Janou De Buyser" userId="9e855837-ff07-4ba4-86ed-57f131032e08" providerId="ADAL" clId="{E6AEFF39-D5DE-49A5-AE36-7B9FC3E010AE}" dt="2026-10-11T17:11:58.995" v="986"/>
        <pc:sldMkLst>
          <pc:docMk/>
          <pc:sldMk cId="1838734195" sldId="287"/>
        </pc:sldMkLst>
        <pc:spChg chg="mod">
          <ac:chgData name="Janou De Buyser" userId="9e855837-ff07-4ba4-86ed-57f131032e08" providerId="ADAL" clId="{E6AEFF39-D5DE-49A5-AE36-7B9FC3E010AE}" dt="2026-10-11T17:11:49.363" v="175" actId="20577"/>
          <ac:spMkLst>
            <pc:docMk/>
            <pc:sldMk cId="1838734195" sldId="287"/>
            <ac:spMk id="3" creationId="{00000000-0000-0000-0000-000000000000}"/>
          </ac:spMkLst>
        </pc:spChg>
        <pc:spChg chg="mod">
          <ac:chgData name="Janou De Buyser" userId="9e855837-ff07-4ba4-86ed-57f131032e08" providerId="ADAL" clId="{E6AEFF39-D5DE-49A5-AE36-7B9FC3E010AE}" dt="2026-10-11T17:11:49.364" v="176" actId="20577"/>
          <ac:spMkLst>
            <pc:docMk/>
            <pc:sldMk cId="1838734195" sldId="287"/>
            <ac:spMk id="4" creationId="{00000000-0000-0000-0000-000000000000}"/>
          </ac:spMkLst>
        </pc:spChg>
        <pc:spChg chg="mod">
          <ac:chgData name="Janou De Buyser" userId="9e855837-ff07-4ba4-86ed-57f131032e08" providerId="ADAL" clId="{E6AEFF39-D5DE-49A5-AE36-7B9FC3E010AE}" dt="2026-10-11T17:11:49.428" v="210"/>
          <ac:spMkLst>
            <pc:docMk/>
            <pc:sldMk cId="1838734195" sldId="287"/>
            <ac:spMk id="5" creationId="{00000000-0000-0000-0000-000000000000}"/>
          </ac:spMkLst>
        </pc:spChg>
        <pc:spChg chg="mod">
          <ac:chgData name="Janou De Buyser" userId="9e855837-ff07-4ba4-86ed-57f131032e08" providerId="ADAL" clId="{E6AEFF39-D5DE-49A5-AE36-7B9FC3E010AE}" dt="2026-10-11T17:11:49.444" v="212"/>
          <ac:spMkLst>
            <pc:docMk/>
            <pc:sldMk cId="1838734195" sldId="287"/>
            <ac:spMk id="6" creationId="{00000000-0000-0000-0000-000000000000}"/>
          </ac:spMkLst>
        </pc:spChg>
        <pc:spChg chg="mod">
          <ac:chgData name="Janou De Buyser" userId="9e855837-ff07-4ba4-86ed-57f131032e08" providerId="ADAL" clId="{E6AEFF39-D5DE-49A5-AE36-7B9FC3E010AE}" dt="2026-10-11T17:11:49.444" v="214"/>
          <ac:spMkLst>
            <pc:docMk/>
            <pc:sldMk cId="1838734195" sldId="287"/>
            <ac:spMk id="7" creationId="{00000000-0000-0000-0000-000000000000}"/>
          </ac:spMkLst>
        </pc:spChg>
        <pc:spChg chg="mod">
          <ac:chgData name="Janou De Buyser" userId="9e855837-ff07-4ba4-86ed-57f131032e08" providerId="ADAL" clId="{E6AEFF39-D5DE-49A5-AE36-7B9FC3E010AE}" dt="2026-10-11T17:11:49.444" v="216"/>
          <ac:spMkLst>
            <pc:docMk/>
            <pc:sldMk cId="1838734195" sldId="287"/>
            <ac:spMk id="8" creationId="{00000000-0000-0000-0000-000000000000}"/>
          </ac:spMkLst>
        </pc:spChg>
        <pc:spChg chg="mod">
          <ac:chgData name="Janou De Buyser" userId="9e855837-ff07-4ba4-86ed-57f131032e08" providerId="ADAL" clId="{E6AEFF39-D5DE-49A5-AE36-7B9FC3E010AE}" dt="2026-10-11T17:11:49.480" v="226"/>
          <ac:spMkLst>
            <pc:docMk/>
            <pc:sldMk cId="1838734195" sldId="287"/>
            <ac:spMk id="9" creationId="{00000000-0000-0000-0000-000000000000}"/>
          </ac:spMkLst>
        </pc:spChg>
        <pc:spChg chg="mod">
          <ac:chgData name="Janou De Buyser" userId="9e855837-ff07-4ba4-86ed-57f131032e08" providerId="ADAL" clId="{E6AEFF39-D5DE-49A5-AE36-7B9FC3E010AE}" dt="2026-10-11T17:11:49.483" v="228"/>
          <ac:spMkLst>
            <pc:docMk/>
            <pc:sldMk cId="1838734195" sldId="287"/>
            <ac:spMk id="10" creationId="{00000000-0000-0000-0000-000000000000}"/>
          </ac:spMkLst>
        </pc:spChg>
        <pc:spChg chg="mod">
          <ac:chgData name="Janou De Buyser" userId="9e855837-ff07-4ba4-86ed-57f131032e08" providerId="ADAL" clId="{E6AEFF39-D5DE-49A5-AE36-7B9FC3E010AE}" dt="2026-10-11T17:11:49.486" v="230"/>
          <ac:spMkLst>
            <pc:docMk/>
            <pc:sldMk cId="1838734195" sldId="287"/>
            <ac:spMk id="11" creationId="{00000000-0000-0000-0000-000000000000}"/>
          </ac:spMkLst>
        </pc:spChg>
        <pc:spChg chg="mod">
          <ac:chgData name="Janou De Buyser" userId="9e855837-ff07-4ba4-86ed-57f131032e08" providerId="ADAL" clId="{E6AEFF39-D5DE-49A5-AE36-7B9FC3E010AE}" dt="2026-10-11T17:11:49.488" v="232"/>
          <ac:spMkLst>
            <pc:docMk/>
            <pc:sldMk cId="1838734195" sldId="287"/>
            <ac:spMk id="12" creationId="{00000000-0000-0000-0000-000000000000}"/>
          </ac:spMkLst>
        </pc:spChg>
        <pc:spChg chg="mod">
          <ac:chgData name="Janou De Buyser" userId="9e855837-ff07-4ba4-86ed-57f131032e08" providerId="ADAL" clId="{E6AEFF39-D5DE-49A5-AE36-7B9FC3E010AE}" dt="2026-10-11T17:11:49.513" v="242"/>
          <ac:spMkLst>
            <pc:docMk/>
            <pc:sldMk cId="1838734195" sldId="287"/>
            <ac:spMk id="13" creationId="{00000000-0000-0000-0000-000000000000}"/>
          </ac:spMkLst>
        </pc:spChg>
        <pc:spChg chg="mod">
          <ac:chgData name="Janou De Buyser" userId="9e855837-ff07-4ba4-86ed-57f131032e08" providerId="ADAL" clId="{E6AEFF39-D5DE-49A5-AE36-7B9FC3E010AE}" dt="2026-10-11T17:11:49.513" v="244"/>
          <ac:spMkLst>
            <pc:docMk/>
            <pc:sldMk cId="1838734195" sldId="287"/>
            <ac:spMk id="14" creationId="{00000000-0000-0000-0000-000000000000}"/>
          </ac:spMkLst>
        </pc:spChg>
        <pc:spChg chg="mod">
          <ac:chgData name="Janou De Buyser" userId="9e855837-ff07-4ba4-86ed-57f131032e08" providerId="ADAL" clId="{E6AEFF39-D5DE-49A5-AE36-7B9FC3E010AE}" dt="2026-10-11T17:11:49.513" v="246"/>
          <ac:spMkLst>
            <pc:docMk/>
            <pc:sldMk cId="1838734195" sldId="287"/>
            <ac:spMk id="15" creationId="{00000000-0000-0000-0000-000000000000}"/>
          </ac:spMkLst>
        </pc:spChg>
        <pc:spChg chg="mod">
          <ac:chgData name="Janou De Buyser" userId="9e855837-ff07-4ba4-86ed-57f131032e08" providerId="ADAL" clId="{E6AEFF39-D5DE-49A5-AE36-7B9FC3E010AE}" dt="2026-10-11T17:11:49.513" v="248"/>
          <ac:spMkLst>
            <pc:docMk/>
            <pc:sldMk cId="1838734195" sldId="287"/>
            <ac:spMk id="16" creationId="{00000000-0000-0000-0000-000000000000}"/>
          </ac:spMkLst>
        </pc:spChg>
        <pc:spChg chg="mod">
          <ac:chgData name="Janou De Buyser" userId="9e855837-ff07-4ba4-86ed-57f131032e08" providerId="ADAL" clId="{E6AEFF39-D5DE-49A5-AE36-7B9FC3E010AE}" dt="2026-10-11T17:11:49.544" v="258"/>
          <ac:spMkLst>
            <pc:docMk/>
            <pc:sldMk cId="1838734195" sldId="287"/>
            <ac:spMk id="17" creationId="{00000000-0000-0000-0000-000000000000}"/>
          </ac:spMkLst>
        </pc:spChg>
        <pc:spChg chg="mod">
          <ac:chgData name="Janou De Buyser" userId="9e855837-ff07-4ba4-86ed-57f131032e08" providerId="ADAL" clId="{E6AEFF39-D5DE-49A5-AE36-7B9FC3E010AE}" dt="2026-10-11T17:11:49.544" v="260"/>
          <ac:spMkLst>
            <pc:docMk/>
            <pc:sldMk cId="1838734195" sldId="287"/>
            <ac:spMk id="18" creationId="{00000000-0000-0000-0000-000000000000}"/>
          </ac:spMkLst>
        </pc:spChg>
        <pc:spChg chg="mod">
          <ac:chgData name="Janou De Buyser" userId="9e855837-ff07-4ba4-86ed-57f131032e08" providerId="ADAL" clId="{E6AEFF39-D5DE-49A5-AE36-7B9FC3E010AE}" dt="2026-10-11T17:11:49.544" v="262"/>
          <ac:spMkLst>
            <pc:docMk/>
            <pc:sldMk cId="1838734195" sldId="287"/>
            <ac:spMk id="19" creationId="{00000000-0000-0000-0000-000000000000}"/>
          </ac:spMkLst>
        </pc:spChg>
        <pc:spChg chg="mod">
          <ac:chgData name="Janou De Buyser" userId="9e855837-ff07-4ba4-86ed-57f131032e08" providerId="ADAL" clId="{E6AEFF39-D5DE-49A5-AE36-7B9FC3E010AE}" dt="2026-10-11T17:11:49.544" v="264"/>
          <ac:spMkLst>
            <pc:docMk/>
            <pc:sldMk cId="1838734195" sldId="287"/>
            <ac:spMk id="20" creationId="{00000000-0000-0000-0000-000000000000}"/>
          </ac:spMkLst>
        </pc:spChg>
        <pc:spChg chg="add mod">
          <ac:chgData name="Janou De Buyser" userId="9e855837-ff07-4ba4-86ed-57f131032e08" providerId="ADAL" clId="{E6AEFF39-D5DE-49A5-AE36-7B9FC3E010AE}" dt="2026-10-11T17:11:49.584" v="274"/>
          <ac:spMkLst>
            <pc:docMk/>
            <pc:sldMk cId="1838734195" sldId="287"/>
            <ac:spMk id="21" creationId="{CC567B4D-9AEC-44D7-3BCB-4EBF4FA74DE8}"/>
          </ac:spMkLst>
        </pc:spChg>
        <pc:spChg chg="add mod">
          <ac:chgData name="Janou De Buyser" userId="9e855837-ff07-4ba4-86ed-57f131032e08" providerId="ADAL" clId="{E6AEFF39-D5DE-49A5-AE36-7B9FC3E010AE}" dt="2026-10-11T17:11:49.587" v="276"/>
          <ac:spMkLst>
            <pc:docMk/>
            <pc:sldMk cId="1838734195" sldId="287"/>
            <ac:spMk id="22" creationId="{CB205B41-7BE9-0EF0-A5F0-DDFBD567080D}"/>
          </ac:spMkLst>
        </pc:spChg>
        <pc:spChg chg="mod">
          <ac:chgData name="Janou De Buyser" userId="9e855837-ff07-4ba4-86ed-57f131032e08" providerId="ADAL" clId="{E6AEFF39-D5DE-49A5-AE36-7B9FC3E010AE}" dt="2026-10-11T17:11:58.978" v="984" actId="20577"/>
          <ac:spMkLst>
            <pc:docMk/>
            <pc:sldMk cId="1838734195" sldId="287"/>
            <ac:spMk id="23" creationId="{00000000-0000-0000-0000-000000000000}"/>
          </ac:spMkLst>
        </pc:spChg>
        <pc:spChg chg="add mod">
          <ac:chgData name="Janou De Buyser" userId="9e855837-ff07-4ba4-86ed-57f131032e08" providerId="ADAL" clId="{E6AEFF39-D5DE-49A5-AE36-7B9FC3E010AE}" dt="2026-10-11T17:11:49.588" v="278"/>
          <ac:spMkLst>
            <pc:docMk/>
            <pc:sldMk cId="1838734195" sldId="287"/>
            <ac:spMk id="25" creationId="{003C79C4-001E-FF54-0C43-BABA4AD2D471}"/>
          </ac:spMkLst>
        </pc:spChg>
        <pc:spChg chg="add mod">
          <ac:chgData name="Janou De Buyser" userId="9e855837-ff07-4ba4-86ed-57f131032e08" providerId="ADAL" clId="{E6AEFF39-D5DE-49A5-AE36-7B9FC3E010AE}" dt="2026-10-11T17:11:49.591" v="280"/>
          <ac:spMkLst>
            <pc:docMk/>
            <pc:sldMk cId="1838734195" sldId="287"/>
            <ac:spMk id="26" creationId="{EF2A9784-508A-4706-29A4-953BAB735B0A}"/>
          </ac:spMkLst>
        </pc:spChg>
        <pc:spChg chg="add mod">
          <ac:chgData name="Janou De Buyser" userId="9e855837-ff07-4ba4-86ed-57f131032e08" providerId="ADAL" clId="{E6AEFF39-D5DE-49A5-AE36-7B9FC3E010AE}" dt="2026-10-11T17:11:49.630" v="297"/>
          <ac:spMkLst>
            <pc:docMk/>
            <pc:sldMk cId="1838734195" sldId="287"/>
            <ac:spMk id="27" creationId="{E101AADC-1E07-F15E-58BA-34F396878936}"/>
          </ac:spMkLst>
        </pc:spChg>
      </pc:sldChg>
      <pc:sldChg chg="addSp modSp add mod ord modTransition modNotes">
        <pc:chgData name="Janou De Buyser" userId="9e855837-ff07-4ba4-86ed-57f131032e08" providerId="ADAL" clId="{E6AEFF39-D5DE-49A5-AE36-7B9FC3E010AE}" dt="2026-10-11T17:11:59.743" v="1001"/>
        <pc:sldMkLst>
          <pc:docMk/>
          <pc:sldMk cId="2236626852" sldId="288"/>
        </pc:sldMkLst>
        <pc:spChg chg="mod">
          <ac:chgData name="Janou De Buyser" userId="9e855837-ff07-4ba4-86ed-57f131032e08" providerId="ADAL" clId="{E6AEFF39-D5DE-49A5-AE36-7B9FC3E010AE}" dt="2026-10-11T17:11:49.648" v="299" actId="20577"/>
          <ac:spMkLst>
            <pc:docMk/>
            <pc:sldMk cId="2236626852" sldId="288"/>
            <ac:spMk id="3" creationId="{00000000-0000-0000-0000-000000000000}"/>
          </ac:spMkLst>
        </pc:spChg>
        <pc:spChg chg="mod">
          <ac:chgData name="Janou De Buyser" userId="9e855837-ff07-4ba4-86ed-57f131032e08" providerId="ADAL" clId="{E6AEFF39-D5DE-49A5-AE36-7B9FC3E010AE}" dt="2026-10-11T17:11:49.652" v="300" actId="20577"/>
          <ac:spMkLst>
            <pc:docMk/>
            <pc:sldMk cId="2236626852" sldId="288"/>
            <ac:spMk id="4" creationId="{00000000-0000-0000-0000-000000000000}"/>
          </ac:spMkLst>
        </pc:spChg>
        <pc:spChg chg="mod">
          <ac:chgData name="Janou De Buyser" userId="9e855837-ff07-4ba4-86ed-57f131032e08" providerId="ADAL" clId="{E6AEFF39-D5DE-49A5-AE36-7B9FC3E010AE}" dt="2026-10-11T17:11:49.675" v="309"/>
          <ac:spMkLst>
            <pc:docMk/>
            <pc:sldMk cId="2236626852" sldId="288"/>
            <ac:spMk id="5" creationId="{00000000-0000-0000-0000-000000000000}"/>
          </ac:spMkLst>
        </pc:spChg>
        <pc:spChg chg="mod">
          <ac:chgData name="Janou De Buyser" userId="9e855837-ff07-4ba4-86ed-57f131032e08" providerId="ADAL" clId="{E6AEFF39-D5DE-49A5-AE36-7B9FC3E010AE}" dt="2026-10-11T17:11:49.677" v="311"/>
          <ac:spMkLst>
            <pc:docMk/>
            <pc:sldMk cId="2236626852" sldId="288"/>
            <ac:spMk id="6" creationId="{00000000-0000-0000-0000-000000000000}"/>
          </ac:spMkLst>
        </pc:spChg>
        <pc:spChg chg="mod">
          <ac:chgData name="Janou De Buyser" userId="9e855837-ff07-4ba4-86ed-57f131032e08" providerId="ADAL" clId="{E6AEFF39-D5DE-49A5-AE36-7B9FC3E010AE}" dt="2026-10-11T17:11:49.679" v="313"/>
          <ac:spMkLst>
            <pc:docMk/>
            <pc:sldMk cId="2236626852" sldId="288"/>
            <ac:spMk id="7" creationId="{00000000-0000-0000-0000-000000000000}"/>
          </ac:spMkLst>
        </pc:spChg>
        <pc:spChg chg="mod">
          <ac:chgData name="Janou De Buyser" userId="9e855837-ff07-4ba4-86ed-57f131032e08" providerId="ADAL" clId="{E6AEFF39-D5DE-49A5-AE36-7B9FC3E010AE}" dt="2026-10-11T17:11:49.679" v="315"/>
          <ac:spMkLst>
            <pc:docMk/>
            <pc:sldMk cId="2236626852" sldId="288"/>
            <ac:spMk id="8" creationId="{00000000-0000-0000-0000-000000000000}"/>
          </ac:spMkLst>
        </pc:spChg>
        <pc:spChg chg="mod">
          <ac:chgData name="Janou De Buyser" userId="9e855837-ff07-4ba4-86ed-57f131032e08" providerId="ADAL" clId="{E6AEFF39-D5DE-49A5-AE36-7B9FC3E010AE}" dt="2026-10-11T17:11:49.694" v="324"/>
          <ac:spMkLst>
            <pc:docMk/>
            <pc:sldMk cId="2236626852" sldId="288"/>
            <ac:spMk id="9" creationId="{00000000-0000-0000-0000-000000000000}"/>
          </ac:spMkLst>
        </pc:spChg>
        <pc:spChg chg="mod">
          <ac:chgData name="Janou De Buyser" userId="9e855837-ff07-4ba4-86ed-57f131032e08" providerId="ADAL" clId="{E6AEFF39-D5DE-49A5-AE36-7B9FC3E010AE}" dt="2026-10-11T17:11:49.710" v="326"/>
          <ac:spMkLst>
            <pc:docMk/>
            <pc:sldMk cId="2236626852" sldId="288"/>
            <ac:spMk id="10" creationId="{00000000-0000-0000-0000-000000000000}"/>
          </ac:spMkLst>
        </pc:spChg>
        <pc:spChg chg="mod">
          <ac:chgData name="Janou De Buyser" userId="9e855837-ff07-4ba4-86ed-57f131032e08" providerId="ADAL" clId="{E6AEFF39-D5DE-49A5-AE36-7B9FC3E010AE}" dt="2026-10-11T17:11:49.710" v="328"/>
          <ac:spMkLst>
            <pc:docMk/>
            <pc:sldMk cId="2236626852" sldId="288"/>
            <ac:spMk id="11" creationId="{00000000-0000-0000-0000-000000000000}"/>
          </ac:spMkLst>
        </pc:spChg>
        <pc:spChg chg="mod">
          <ac:chgData name="Janou De Buyser" userId="9e855837-ff07-4ba4-86ed-57f131032e08" providerId="ADAL" clId="{E6AEFF39-D5DE-49A5-AE36-7B9FC3E010AE}" dt="2026-10-11T17:11:49.716" v="330"/>
          <ac:spMkLst>
            <pc:docMk/>
            <pc:sldMk cId="2236626852" sldId="288"/>
            <ac:spMk id="12" creationId="{00000000-0000-0000-0000-000000000000}"/>
          </ac:spMkLst>
        </pc:spChg>
        <pc:spChg chg="mod">
          <ac:chgData name="Janou De Buyser" userId="9e855837-ff07-4ba4-86ed-57f131032e08" providerId="ADAL" clId="{E6AEFF39-D5DE-49A5-AE36-7B9FC3E010AE}" dt="2026-10-11T17:11:49.741" v="339"/>
          <ac:spMkLst>
            <pc:docMk/>
            <pc:sldMk cId="2236626852" sldId="288"/>
            <ac:spMk id="13" creationId="{00000000-0000-0000-0000-000000000000}"/>
          </ac:spMkLst>
        </pc:spChg>
        <pc:spChg chg="mod">
          <ac:chgData name="Janou De Buyser" userId="9e855837-ff07-4ba4-86ed-57f131032e08" providerId="ADAL" clId="{E6AEFF39-D5DE-49A5-AE36-7B9FC3E010AE}" dt="2026-10-11T17:11:49.744" v="341"/>
          <ac:spMkLst>
            <pc:docMk/>
            <pc:sldMk cId="2236626852" sldId="288"/>
            <ac:spMk id="14" creationId="{00000000-0000-0000-0000-000000000000}"/>
          </ac:spMkLst>
        </pc:spChg>
        <pc:spChg chg="mod">
          <ac:chgData name="Janou De Buyser" userId="9e855837-ff07-4ba4-86ed-57f131032e08" providerId="ADAL" clId="{E6AEFF39-D5DE-49A5-AE36-7B9FC3E010AE}" dt="2026-10-11T17:11:49.747" v="343"/>
          <ac:spMkLst>
            <pc:docMk/>
            <pc:sldMk cId="2236626852" sldId="288"/>
            <ac:spMk id="15" creationId="{00000000-0000-0000-0000-000000000000}"/>
          </ac:spMkLst>
        </pc:spChg>
        <pc:spChg chg="mod">
          <ac:chgData name="Janou De Buyser" userId="9e855837-ff07-4ba4-86ed-57f131032e08" providerId="ADAL" clId="{E6AEFF39-D5DE-49A5-AE36-7B9FC3E010AE}" dt="2026-10-11T17:11:49.750" v="345"/>
          <ac:spMkLst>
            <pc:docMk/>
            <pc:sldMk cId="2236626852" sldId="288"/>
            <ac:spMk id="16" creationId="{00000000-0000-0000-0000-000000000000}"/>
          </ac:spMkLst>
        </pc:spChg>
        <pc:spChg chg="mod">
          <ac:chgData name="Janou De Buyser" userId="9e855837-ff07-4ba4-86ed-57f131032e08" providerId="ADAL" clId="{E6AEFF39-D5DE-49A5-AE36-7B9FC3E010AE}" dt="2026-10-11T17:11:49.765" v="354"/>
          <ac:spMkLst>
            <pc:docMk/>
            <pc:sldMk cId="2236626852" sldId="288"/>
            <ac:spMk id="17" creationId="{00000000-0000-0000-0000-000000000000}"/>
          </ac:spMkLst>
        </pc:spChg>
        <pc:spChg chg="mod">
          <ac:chgData name="Janou De Buyser" userId="9e855837-ff07-4ba4-86ed-57f131032e08" providerId="ADAL" clId="{E6AEFF39-D5DE-49A5-AE36-7B9FC3E010AE}" dt="2026-10-11T17:11:49.776" v="356"/>
          <ac:spMkLst>
            <pc:docMk/>
            <pc:sldMk cId="2236626852" sldId="288"/>
            <ac:spMk id="18" creationId="{00000000-0000-0000-0000-000000000000}"/>
          </ac:spMkLst>
        </pc:spChg>
        <pc:spChg chg="mod">
          <ac:chgData name="Janou De Buyser" userId="9e855837-ff07-4ba4-86ed-57f131032e08" providerId="ADAL" clId="{E6AEFF39-D5DE-49A5-AE36-7B9FC3E010AE}" dt="2026-10-11T17:11:49.778" v="358"/>
          <ac:spMkLst>
            <pc:docMk/>
            <pc:sldMk cId="2236626852" sldId="288"/>
            <ac:spMk id="19" creationId="{00000000-0000-0000-0000-000000000000}"/>
          </ac:spMkLst>
        </pc:spChg>
        <pc:spChg chg="mod">
          <ac:chgData name="Janou De Buyser" userId="9e855837-ff07-4ba4-86ed-57f131032e08" providerId="ADAL" clId="{E6AEFF39-D5DE-49A5-AE36-7B9FC3E010AE}" dt="2026-10-11T17:11:49.778" v="360"/>
          <ac:spMkLst>
            <pc:docMk/>
            <pc:sldMk cId="2236626852" sldId="288"/>
            <ac:spMk id="20" creationId="{00000000-0000-0000-0000-000000000000}"/>
          </ac:spMkLst>
        </pc:spChg>
        <pc:spChg chg="add mod">
          <ac:chgData name="Janou De Buyser" userId="9e855837-ff07-4ba4-86ed-57f131032e08" providerId="ADAL" clId="{E6AEFF39-D5DE-49A5-AE36-7B9FC3E010AE}" dt="2026-10-11T17:11:49.826" v="377"/>
          <ac:spMkLst>
            <pc:docMk/>
            <pc:sldMk cId="2236626852" sldId="288"/>
            <ac:spMk id="21" creationId="{6A071F0F-11B3-BC84-F874-6D3FF1F3C25F}"/>
          </ac:spMkLst>
        </pc:spChg>
        <pc:spChg chg="mod">
          <ac:chgData name="Janou De Buyser" userId="9e855837-ff07-4ba4-86ed-57f131032e08" providerId="ADAL" clId="{E6AEFF39-D5DE-49A5-AE36-7B9FC3E010AE}" dt="2026-10-11T17:11:59.709" v="999" actId="20577"/>
          <ac:spMkLst>
            <pc:docMk/>
            <pc:sldMk cId="2236626852" sldId="288"/>
            <ac:spMk id="23" creationId="{00000000-0000-0000-0000-000000000000}"/>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28001796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nl-NL"/>
              <a:t>Goeiedag. In een kwartier vertel ik wat PARADISE is, wat het voor AZ Groeninge betekent, en waar we vandaag staan. PARADISE staat voor drie woorden: de druk, het dragen en de educatie.</a:t>
            </a:r>
            <a:endParaRPr dirty="0"/>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nl-NL"/>
              <a:t>Honderdvierenveertig patiënten in zes voetklinieken: vierentwintig per centrum, twaalf in Optimal Care en twaalf in Usual Care. Usual Care krijgt dezelfde zool, maar zonder drukdoel, zonder feedback en zonder SEBIA. Er is één primair eindpunt: het recidief over achttien maanden. Blijft één centrum achter, dan haalt de studie het niet.</a:t>
            </a:r>
            <a:endParaRPr dirty="0"/>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nl-NL"/>
              <a:t>De studie loopt in zes voetklinieken in Vlaanderen, en AZ Groeninge is er één van. Elk centrum neemt vierentwintig deelnemers op, twaalf in elke arm. Samen maakt dat honderdvierenveertig.</a:t>
            </a:r>
            <a:endParaRPr dirty="0"/>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nl-NL"/>
              <a:t>Vier fasen. Van november tot april loopt de opleiding, in februari de piloot, en op 23 februari beslist de Executive Board over Go of No-Go. Daarna twaalf maanden includeren, drie per maand, en elke deelnemer achttien maanden opvolgen. De laatste visite valt eind augustus 2029. Alleen de inclusie verschuift de einddatum.</a:t>
            </a:r>
            <a:endParaRPr dirty="0"/>
          </a:p>
        </p:txBody>
      </p:sp>
      <p:sp>
        <p:nvSpPr>
          <p:cNvPr id="4" name="Slide Number Placeholder 3"/>
          <p:cNvSpPr>
            <a:spLocks noGrp="1"/>
          </p:cNvSpPr>
          <p:nvPr>
            <p:ph type="sldNum" sz="quarter" idx="5"/>
          </p:nvPr>
        </p:nvSpPr>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nl-NL"/>
              <a:t>Blok één: waarom. Ik geef u vier cijfers. Na het vierde weet u waarom deze studie twee normen heeft in plaats van één.</a:t>
            </a:r>
            <a:endParaRPr dirty="0"/>
          </a:p>
        </p:txBody>
      </p:sp>
      <p:sp>
        <p:nvSpPr>
          <p:cNvPr id="4" name="Slide Number Placeholder 3"/>
          <p:cNvSpPr>
            <a:spLocks noGrp="1"/>
          </p:cNvSpPr>
          <p:nvPr>
            <p:ph type="sldNum" sz="quarter" idx="5"/>
          </p:nvPr>
        </p:nvSpPr>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nl-NL"/>
              <a:t>Veertig procent krijgt binnen één jaar een nieuw ulcus, na vijf jaar is dat vijfenzestig procent. De sterfte ligt tweeënhalf keer hoger, en na een majeure amputatie zelfs boven de zeventig procent. Dit is geen wondprobleem, dit is een overlevingsprobleem.</a:t>
            </a:r>
            <a:endParaRPr dirty="0"/>
          </a:p>
        </p:txBody>
      </p:sp>
      <p:sp>
        <p:nvSpPr>
          <p:cNvPr id="4" name="Slide Number Placeholder 3"/>
          <p:cNvSpPr>
            <a:spLocks noGrp="1"/>
          </p:cNvSpPr>
          <p:nvPr>
            <p:ph type="sldNum" sz="quarter" idx="5"/>
          </p:nvPr>
        </p:nvSpPr>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nl-NL"/>
              <a:t>En dan het cijfer dat het moeilijk maakt. Driekwart van deze ulcera is in principe te voorkomen, en toch komt veertig procent binnen het jaar terug. Over dat gat tussen wat kan en wat gebeurt, gaat deze studie.</a:t>
            </a:r>
            <a:endParaRPr dirty="0"/>
          </a:p>
        </p:txBody>
      </p:sp>
      <p:sp>
        <p:nvSpPr>
          <p:cNvPr id="4" name="Slide Number Placeholder 3"/>
          <p:cNvSpPr>
            <a:spLocks noGrp="1"/>
          </p:cNvSpPr>
          <p:nvPr>
            <p:ph type="sldNum" sz="quarter" idx="5"/>
          </p:nvPr>
        </p:nvSpPr>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nl-NL"/>
              <a:t>Dit is de beste poging die er ligt: drukgeoptimaliseerd maatschoeisel, multicentrisch en gerandomiseerd, de DIAFOS-studie. Over iedereen samen: geen verschil. Bij wie de schoen droeg, minstens tachtig procent van de stappen: het recidief bijna gehalveerd. Het verschil zat dus niet alleen in de schoen, maar in het dragen.</a:t>
            </a:r>
            <a:endParaRPr dirty="0"/>
          </a:p>
        </p:txBody>
      </p:sp>
      <p:sp>
        <p:nvSpPr>
          <p:cNvPr id="4" name="Slide Number Placeholder 3"/>
          <p:cNvSpPr>
            <a:spLocks noGrp="1"/>
          </p:cNvSpPr>
          <p:nvPr>
            <p:ph type="sldNum" sz="quarter" idx="5"/>
          </p:nvPr>
        </p:nvSpPr>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nl-NL"/>
              <a:t>Daar zit het. Eenenzeventig procent draagtijd, gemeten met een sensor en niet gevraagd. Thuis zakt het naar eenenzestig procent, en juist thuis worden veel stappen gezet. De schoen staat in de gang, terwijl de patiënt door het huis loopt.</a:t>
            </a:r>
            <a:endParaRPr dirty="0"/>
          </a:p>
        </p:txBody>
      </p:sp>
      <p:sp>
        <p:nvSpPr>
          <p:cNvPr id="4" name="Slide Number Placeholder 3"/>
          <p:cNvSpPr>
            <a:spLocks noGrp="1"/>
          </p:cNvSpPr>
          <p:nvPr>
            <p:ph type="sldNum" sz="quarter" idx="5"/>
          </p:nvPr>
        </p:nvSpPr>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nl-NL"/>
              <a:t>Daarom doet PARADISE het anders: één dienst met twee normen. De zool moet de druk halen: onder tweehonderd kilopascal, of minstens vijfentwintig procent lager dan zonder zool, in dezelfde sessie. En de zool moet gedragen worden: tachtig procent van de eigen waaktijd, gemeten met een sensor in de zool. Daarbij hoort een SEBIA-gesprek op elke visite. Dat is nog nooit samen getoetst.</a:t>
            </a:r>
            <a:endParaRPr dirty="0"/>
          </a:p>
        </p:txBody>
      </p:sp>
      <p:sp>
        <p:nvSpPr>
          <p:cNvPr id="4" name="Slide Number Placeholder 3"/>
          <p:cNvSpPr>
            <a:spLocks noGrp="1"/>
          </p:cNvSpPr>
          <p:nvPr>
            <p:ph type="sldNum" sz="quarter" idx="5"/>
          </p:nvPr>
        </p:nvSpPr>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nl-NL"/>
              <a:t>Wat krijgt elke arm? Beide armen krijgen dezelfde zool, voetzorg om de drie maanden, de MoveMonitor bij de start en de sensor in de zool. Het verschil zit in wat er met de metingen gebeurt. In Optimal Care sturen de twee normen de zorg: de druk wordt per sessie getoetst en de zool zo nodig aangepast, de draagtijd wordt uitgelezen en samen besproken, en op elke visite volgt een SEBIA-gesprek. In Usual Care wordt de druk alleen bij de start en op maand 6 gemeten, geblindeerd; de sensor wordt uitgelezen zonder terugkoppeling, en voetzorg en educatie blijven zoals vandaag.</a:t>
            </a:r>
            <a:endParaRPr dirty="0"/>
          </a:p>
        </p:txBody>
      </p:sp>
      <p:sp>
        <p:nvSpPr>
          <p:cNvPr id="4" name="Slide Number Placeholder 3"/>
          <p:cNvSpPr>
            <a:spLocks noGrp="1"/>
          </p:cNvSpPr>
          <p:nvPr>
            <p:ph type="sldNum" sz="quarter" idx="5"/>
          </p:nvPr>
        </p:nvSpPr>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nl-NL"/>
              <a:t>Blok twee: de meting. Wat u meet, hoe u het meet, en wanneer het goed genoeg is.</a:t>
            </a:r>
            <a:endParaRPr dirty="0"/>
          </a:p>
        </p:txBody>
      </p:sp>
      <p:sp>
        <p:nvSpPr>
          <p:cNvPr id="4" name="Slide Number Placeholder 3"/>
          <p:cNvSpPr>
            <a:spLocks noGrp="1"/>
          </p:cNvSpPr>
          <p:nvPr>
            <p:ph type="sldNum" sz="quarter" idx="5"/>
          </p:nvPr>
        </p:nvSpPr>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nl-NL"/>
              <a:t>Elke sensor geeft een cijfer. Dit is een meting in de schoen, zonder de zool: driehonderdtwaalf kilopascal onder metatarsaal twee-drie. De pedar meet links en rechts tegelijk; uit drie metingen komt één gemiddeld piekdrukbeeld per voet.</a:t>
            </a:r>
            <a:endParaRPr dirty="0"/>
          </a:p>
        </p:txBody>
      </p:sp>
      <p:sp>
        <p:nvSpPr>
          <p:cNvPr id="4" name="Slide Number Placeholder 3"/>
          <p:cNvSpPr>
            <a:spLocks noGrp="1"/>
          </p:cNvSpPr>
          <p:nvPr>
            <p:ph type="sldNum" sz="quarter" idx="5"/>
          </p:nvPr>
        </p:nvSpPr>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nl-NL"/>
              <a:t>Zelfde voet, met de zool. Honderdzesentachtig kilopascal: veertig procent lager én onder de tweehonderd. De norm geldt per doelregio, en één van beide volstaat. Haalt een regio de norm niet, dan past de pedorthist de zool aan en meet u opnieuw, tot drie keer. Dat doen we op visite 2 en op maand 6, 12 en 18.</a:t>
            </a:r>
            <a:endParaRPr dirty="0"/>
          </a:p>
        </p:txBody>
      </p:sp>
      <p:sp>
        <p:nvSpPr>
          <p:cNvPr id="4" name="Slide Number Placeholder 3"/>
          <p:cNvSpPr>
            <a:spLocks noGrp="1"/>
          </p:cNvSpPr>
          <p:nvPr>
            <p:ph type="sldNum" sz="quarter" idx="5"/>
          </p:nvPr>
        </p:nvSpPr>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nl-NL"/>
              <a:t>Even stilstaan. Het doel is niet minder belasting. Het doel is belasting op een plek die het aankan. Dat is de hele interventie.</a:t>
            </a:r>
            <a:endParaRPr dirty="0"/>
          </a:p>
        </p:txBody>
      </p:sp>
      <p:sp>
        <p:nvSpPr>
          <p:cNvPr id="4" name="Slide Number Placeholder 3"/>
          <p:cNvSpPr>
            <a:spLocks noGrp="1"/>
          </p:cNvSpPr>
          <p:nvPr>
            <p:ph type="sldNum" sz="quarter" idx="5"/>
          </p:nvPr>
        </p:nvSpPr>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nl-NL"/>
              <a:t>Blok drie: het traject. Wie in aanmerking komt, en wat er op elke visite gebeurt.</a:t>
            </a:r>
            <a:endParaRPr dirty="0"/>
          </a:p>
        </p:txBody>
      </p:sp>
      <p:sp>
        <p:nvSpPr>
          <p:cNvPr id="4" name="Slide Number Placeholder 3"/>
          <p:cNvSpPr>
            <a:spLocks noGrp="1"/>
          </p:cNvSpPr>
          <p:nvPr>
            <p:ph type="sldNum" sz="quarter" idx="5"/>
          </p:nvPr>
        </p:nvSpPr>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nl-NL"/>
              <a:t>Wie komt in aanmerking? Onthoud VOETEN: vaten stabiel, onlangs een voetwonde, eigen stappen, type 1 of 2, echt beschermend schoeisel, Nederlands en volwassen. Alle zes moeten kloppen; één van de negen exclusiecriteria volstaat om uit te sluiten. Let op: een resectie van de eerste metatarsaalkop mag wél, een enkel-voetorthese niet, en wie de draagsensor weigert, valt af. De arts screent en vraagt de toestemming. U krijgt de zakkaart mee.</a:t>
            </a:r>
            <a:endParaRPr dirty="0"/>
          </a:p>
        </p:txBody>
      </p:sp>
      <p:sp>
        <p:nvSpPr>
          <p:cNvPr id="4" name="Slide Number Placeholder 3"/>
          <p:cNvSpPr>
            <a:spLocks noGrp="1"/>
          </p:cNvSpPr>
          <p:nvPr>
            <p:ph type="sldNum" sz="quarter" idx="5"/>
          </p:nvPr>
        </p:nvSpPr>
        <p:spPr/>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nl-NL"/>
              <a:t>Screening en negen visites over achttien maanden. De eerste drie liggen dicht bij elkaar: toestemming, baseline, en de zool binnen de maand. Daarna is het ritme elke drie maanden, hetzelfde ritme als de controle die deze patiënten al krijgen.</a:t>
            </a:r>
            <a:endParaRPr dirty="0"/>
          </a:p>
        </p:txBody>
      </p:sp>
      <p:sp>
        <p:nvSpPr>
          <p:cNvPr id="4" name="Slide Number Placeholder 3"/>
          <p:cNvSpPr>
            <a:spLocks noGrp="1"/>
          </p:cNvSpPr>
          <p:nvPr>
            <p:ph type="sldNum" sz="quarter" idx="5"/>
          </p:nvPr>
        </p:nvSpPr>
        <p:spPr/>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nl-NL"/>
              <a:t>Wat is SEBIA? De interventie in Optimal Care, zoals professor Fabienne Dobbels ze opbouwt, heeft twee componenten. Eén: diabetesvoetzorg, via educatie en skills training: kennis van goede voetzorg, goede voetzorg uitvoeren, en kennis van het belang van aangepast schoeisel en zolen. Twee: therapietrouw met het dragen van aangepast schoeisel en zolen: eerst de therapietrouw monitoren, dan verbeteren, door het belang en de motivatie te verhogen en barrières aan te pakken.</a:t>
            </a:r>
            <a:endParaRPr dirty="0"/>
          </a:p>
        </p:txBody>
      </p:sp>
      <p:sp>
        <p:nvSpPr>
          <p:cNvPr id="4" name="Slide Number Placeholder 3"/>
          <p:cNvSpPr>
            <a:spLocks noGrp="1"/>
          </p:cNvSpPr>
          <p:nvPr>
            <p:ph type="sldNum" sz="quarter" idx="5"/>
          </p:nvPr>
        </p:nvSpPr>
        <p:spPr/>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nl-NL"/>
              <a:t>Op elke visite een gesprek, met een eigen focus. Op visite 1 en 2 ligt de focus op educatie: mondelinge educatie en een demonstratie van goede voetzorg, en uitleg over de activity monitor; op visite 2 de kennis evalueren met de NAFF, met re-educatie, het belang van zolen en gepaste schoenen, en het doel van de sensor in de zolen. Op maand 3, 9 en 15 ligt de focus op therapietrouw: feedback op basis van de sensor, en therapietrouwverhogende interventies. Op maand 6 en 12 komen beide samen. Op maand 18 volgt een afrondend gesprek, zonder feedback of nieuwe interventies.</a:t>
            </a:r>
            <a:endParaRPr dirty="0"/>
          </a:p>
        </p:txBody>
      </p:sp>
      <p:sp>
        <p:nvSpPr>
          <p:cNvPr id="4" name="Slide Number Placeholder 3"/>
          <p:cNvSpPr>
            <a:spLocks noGrp="1"/>
          </p:cNvSpPr>
          <p:nvPr>
            <p:ph type="sldNum" sz="quarter" idx="5"/>
          </p:nvPr>
        </p:nvSpPr>
        <p:spPr/>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nl-NL"/>
              <a:t>Drie toestellen, drie taken. De Novel pedar meet de druk, in de schoen. De Orthotimer zit in de zool en registreert elk kwartier of de zool gedragen wordt; die leest u elke drie maanden uit. De MoveMonitor draagt de patiënt één week bij de start, om de waaktijd te kennen, en daarmee de draagnorm.</a:t>
            </a:r>
            <a:endParaRPr dirty="0"/>
          </a:p>
        </p:txBody>
      </p:sp>
      <p:sp>
        <p:nvSpPr>
          <p:cNvPr id="4" name="Slide Number Placeholder 3"/>
          <p:cNvSpPr>
            <a:spLocks noGrp="1"/>
          </p:cNvSpPr>
          <p:nvPr>
            <p:ph type="sldNum" sz="quarter" idx="5"/>
          </p:nvPr>
        </p:nvSpPr>
        <p:spPr/>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nl-NL"/>
              <a:t>Dit is de enige regel die u echt moet onthouden. In Usual Care meet u de druk alleen bij de start en op maand 6, geblindeerd: met een drempel van vijftig kilopascal en de waarden uit, zonder iets te tonen of te bespreken. De sensor wordt uitgelezen, maar zonder terugkoppeling. Bespreekt u de waarden toch, dan levert u de interventie. Klinische bevindingen zijn geen meetwaarden: een laesie meldt en behandelt u meteen, in beide groepen.</a:t>
            </a:r>
            <a:endParaRPr dirty="0"/>
          </a:p>
        </p:txBody>
      </p:sp>
      <p:sp>
        <p:nvSpPr>
          <p:cNvPr id="4" name="Slide Number Placeholder 3"/>
          <p:cNvSpPr>
            <a:spLocks noGrp="1"/>
          </p:cNvSpPr>
          <p:nvPr>
            <p:ph type="sldNum" sz="quarter" idx="5"/>
          </p:nvPr>
        </p:nvSpPr>
        <p:spPr/>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nl-NL"/>
              <a:t>Wat gebeurt er bij een nieuwe wonde? Dat is ons eindpunt: een nieuw ulcus, op dezelfde of een andere plek. Beide voeten worden op elke visite gescreend, en het ulcus wordt op dezelfde manier vastgesteld in beide armen. Verwittig meteen de investigator. Neem foto's, klasseer met PEDIS en WIfI en verzorg de wonde; de foto's worden geanonimiseerd opgeladen. Bij elk vervolgcontact noteert u de genezing, tot genezing, amputatie of overlijden. Een ernstig voorval, zoals een opname, meldt u binnen 72 uur. En het eindpunt is geen einde: de deelnemer blijft tot maand 18 in opvolging.</a:t>
            </a:r>
            <a:endParaRPr dirty="0"/>
          </a:p>
        </p:txBody>
      </p:sp>
      <p:sp>
        <p:nvSpPr>
          <p:cNvPr id="4" name="Slide Number Placeholder 3"/>
          <p:cNvSpPr>
            <a:spLocks noGrp="1"/>
          </p:cNvSpPr>
          <p:nvPr>
            <p:ph type="sldNum" sz="quarter" idx="5"/>
          </p:nvPr>
        </p:nvSpPr>
        <p:spPr/>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nl-NL"/>
              <a:t>Vier rollen. De podoloog meet, leest de sensoren uit en voert het SEBIA-gesprek. De pedorthist maakt de zool en past aan tot de norm. De arts screent, vraagt de toestemming, beoordeelt laesies en meldt voorvallen. Het management maakt tijd vrij en bewaakt de vierentwintig inclusies.</a:t>
            </a:r>
            <a:endParaRPr dirty="0"/>
          </a:p>
        </p:txBody>
      </p:sp>
      <p:sp>
        <p:nvSpPr>
          <p:cNvPr id="4" name="Slide Number Placeholder 3"/>
          <p:cNvSpPr>
            <a:spLocks noGrp="1"/>
          </p:cNvSpPr>
          <p:nvPr>
            <p:ph type="sldNum" sz="quarter" idx="5"/>
          </p:nvPr>
        </p:nvSpPr>
        <p:spPr/>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nl-NL"/>
              <a:t>Dit krijgt u van ons. De SEBIA-opleiding, in zes sessies door professor Fabienne Dobbels, voor alle podologen. SOP's en draaiboeken per handeling. Gegevensinvoer doet het onderzoeksteam: u vult de formulieren in, verder niets. En één contactpunt: paradise-tbm@kuleuven.be. Nul sancties: wijkt u af van het protocol, dan meldt u dat, en het wordt geregistreerd, niet afgestraft.</a:t>
            </a:r>
            <a:endParaRPr dirty="0"/>
          </a:p>
        </p:txBody>
      </p:sp>
      <p:sp>
        <p:nvSpPr>
          <p:cNvPr id="4" name="Slide Number Placeholder 3"/>
          <p:cNvSpPr>
            <a:spLocks noGrp="1"/>
          </p:cNvSpPr>
          <p:nvPr>
            <p:ph type="sldNum" sz="quarter" idx="5"/>
          </p:nvPr>
        </p:nvSpPr>
        <p:spPr/>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nl-NL"/>
              <a:t>Waar staan we vandaag? Protocol en formulieren liggen klaar. Uw dossier voor de ethische goedkeuring is volledig ingediend en ligt bij de externe diensten voor feedback; centraal wachten de ethische commissie van UZ Leuven en het FAGG op de lokale goedkeuringen. De pedar, de MoveMonitors en de Orthotimers staan bij u; de pedar installeren we vóór uw technologiesessie op 2 december. En er is één centrale databank: u vult papier in, wij voeren in.</a:t>
            </a:r>
            <a:endParaRPr dirty="0"/>
          </a:p>
        </p:txBody>
      </p:sp>
      <p:sp>
        <p:nvSpPr>
          <p:cNvPr id="4" name="Slide Number Placeholder 3"/>
          <p:cNvSpPr>
            <a:spLocks noGrp="1"/>
          </p:cNvSpPr>
          <p:nvPr>
            <p:ph type="sldNum" sz="quarter" idx="5"/>
          </p:nvPr>
        </p:nvSpPr>
        <p:spPr/>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nl-NL"/>
              <a:t>Dan uw data. In november het info draaiboek, online, op dinsdag 10 en 24 november over de middag. Op woensdagvoormiddag 2 december de technologie bij u, en op dinsdag 8 december online de gezondheidseconomie en de procesevaluatie. In januari SEBIA 1 en 2 op woensdag 6 januari, de datacollectie op dinsdag 12 januari, en de droogloop bij u op woensdag 20 januari. In februari de piloot, en na de Go/No-Go van 23 februari starten we. In maart en april volgen SEBIA 3 en 4 op maandag 1 maart, en het inoefenen bij u op dinsdag 20 april.</a:t>
            </a:r>
            <a:endParaRPr dirty="0"/>
          </a:p>
        </p:txBody>
      </p:sp>
      <p:sp>
        <p:nvSpPr>
          <p:cNvPr id="4" name="Slide Number Placeholder 3"/>
          <p:cNvSpPr>
            <a:spLocks noGrp="1"/>
          </p:cNvSpPr>
          <p:nvPr>
            <p:ph type="sldNum" sz="quarter" idx="5"/>
          </p:nvPr>
        </p:nvSpPr>
        <p:spPr/>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nl-NL"/>
              <a:t>Wat vraagt het van uw team? Per patiënt in Optimal Care ongeveer zestien uur over achttien maanden: twee uur bij de start en twee uur per visite. In Usual Care negen uur: twee bij de start en één per visite. Betaald wordt zeventien en tien uur per patiënt. Voor alle vierentwintig samen is dat zo'n driehonderd uur, en aan drie inclusies per maand ongeveer veertien uur per maand, zolang de inclusie loopt.</a:t>
            </a:r>
            <a:endParaRPr dirty="0"/>
          </a:p>
        </p:txBody>
      </p:sp>
      <p:sp>
        <p:nvSpPr>
          <p:cNvPr id="4" name="Slide Number Placeholder 3"/>
          <p:cNvSpPr>
            <a:spLocks noGrp="1"/>
          </p:cNvSpPr>
          <p:nvPr>
            <p:ph type="sldNum" sz="quarter" idx="5"/>
          </p:nvPr>
        </p:nvSpPr>
        <p:spPr/>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nl-NL"/>
              <a:t>Vier dingen hebben we van u nodig, en geen daarvan is gegevensinvoer. Twee zorgverleners die de opleiding volgen. Drie inclusies per maand: zo heeft u er vierentwintig binnen het jaar, met marge. Een looppad. En een back-up, iemand die kan invallen en die de droogloop meedoet.</a:t>
            </a:r>
            <a:endParaRPr dirty="0"/>
          </a:p>
        </p:txBody>
      </p:sp>
      <p:sp>
        <p:nvSpPr>
          <p:cNvPr id="4" name="Slide Number Placeholder 3"/>
          <p:cNvSpPr>
            <a:spLocks noGrp="1"/>
          </p:cNvSpPr>
          <p:nvPr>
            <p:ph type="sldNum" sz="quarter" idx="5"/>
          </p:nvPr>
        </p:nvSpPr>
        <p:spPr/>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nl-NL"/>
              <a:t>Tot slot: wie u aanspreekt. Praktische vragen, over inclusies, metingen, formulieren of sensoren, komen bij mij, via paradise-tbm@kuleuven.be. Wetenschappelijke vragen en afspraken op het niveau van uw centrum bij professor Deschamps. Dank u wel.</a:t>
            </a:r>
            <a:endParaRPr dirty="0"/>
          </a:p>
        </p:txBody>
      </p:sp>
      <p:sp>
        <p:nvSpPr>
          <p:cNvPr id="4" name="Slide Number Placeholder 3"/>
          <p:cNvSpPr>
            <a:spLocks noGrp="1"/>
          </p:cNvSpPr>
          <p:nvPr>
            <p:ph type="sldNum" sz="quarter" idx="5"/>
          </p:nvPr>
        </p:nvSpPr>
        <p:spPr/>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nl-NL"/>
              <a:t>Ter informatie: de bronnen bij de cijfers, genummerd zoals in het protocolmanuscript.</a:t>
            </a:r>
            <a:endParaRPr dirty="0"/>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10/12/2026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‹nr.›</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10/12/2026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‹nr.›</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10/12/2026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‹nr.›</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10/12/2026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‹nr.›</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10/12/2026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‹nr.›</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10/12/2026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‹nr.›</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10/12/2026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‹nr.›</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10/12/2026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‹nr.›</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10/12/2026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‹nr.›</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10/12/2026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‹nr.›</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10/12/2026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‹nr.›</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10/12/2026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‹nr.›</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xml"/><Relationship Id="rId1" Type="http://schemas.openxmlformats.org/officeDocument/2006/relationships/slideLayout" Target="../slideLayouts/slideLayout7.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3.xml"/><Relationship Id="rId1" Type="http://schemas.openxmlformats.org/officeDocument/2006/relationships/slideLayout" Target="../slideLayouts/slideLayout7.xml"/><Relationship Id="rId4" Type="http://schemas.openxmlformats.org/officeDocument/2006/relationships/image" Target="../media/image6.png"/></Relationships>
</file>

<file path=ppt/slides/_rels/slide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7.jpg"/><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3.xml"/><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4.xml"/><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3" Type="http://schemas.openxmlformats.org/officeDocument/2006/relationships/image" Target="../media/image8.jpg"/><Relationship Id="rId2" Type="http://schemas.openxmlformats.org/officeDocument/2006/relationships/notesSlide" Target="../notesSlides/notesSlide15.xml"/><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6.xml"/><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7.xml"/><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8.xml"/><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9.xml"/><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20.xml"/><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21.xml"/><Relationship Id="rId1" Type="http://schemas.openxmlformats.org/officeDocument/2006/relationships/slideLayout" Target="../slideLayouts/slideLayout7.xml"/><Relationship Id="rId6" Type="http://schemas.openxmlformats.org/officeDocument/2006/relationships/image" Target="../media/image5.png"/><Relationship Id="rId5" Type="http://schemas.openxmlformats.org/officeDocument/2006/relationships/image" Target="../media/image11.png"/><Relationship Id="rId4" Type="http://schemas.openxmlformats.org/officeDocument/2006/relationships/image" Target="../media/image10.png"/></Relationships>
</file>

<file path=ppt/slides/_rels/slide2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22.xml"/><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23.xml"/><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24.xml"/><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25.xml"/><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26.xml"/><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27.xml"/><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28.xml"/><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29.xml"/><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30.xml"/><Relationship Id="rId1" Type="http://schemas.openxmlformats.org/officeDocument/2006/relationships/slideLayout" Target="../slideLayouts/slideLayout7.xml"/><Relationship Id="rId4" Type="http://schemas.openxmlformats.org/officeDocument/2006/relationships/image" Target="../media/image5.png"/></Relationships>
</file>

<file path=ppt/slides/_rels/slide3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31.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7828"/>
          </a:xfrm>
          <a:prstGeom prst="rect">
            <a:avLst/>
          </a:prstGeom>
          <a:gradFill rotWithShape="1">
            <a:gsLst>
              <a:gs pos="0">
                <a:srgbClr val="072138"/>
              </a:gs>
              <a:gs pos="100000">
                <a:srgbClr val="04182A"/>
              </a:gs>
            </a:gsLst>
            <a:lin ang="5400000" scaled="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3" name="fotokader" descr="titel_voetonderzoek.jpg"/>
          <p:cNvPicPr>
            <a:picLocks noChangeAspect="1"/>
          </p:cNvPicPr>
          <p:nvPr/>
        </p:nvPicPr>
        <p:blipFill>
          <a:blip r:embed="rId3"/>
          <a:stretch>
            <a:fillRect/>
          </a:stretch>
        </p:blipFill>
        <p:spPr>
          <a:xfrm>
            <a:off x="-45491" y="0"/>
            <a:ext cx="12282678" cy="6857828"/>
          </a:xfrm>
          <a:prstGeom prst="rect">
            <a:avLst/>
          </a:prstGeom>
        </p:spPr>
      </p:pic>
      <p:sp>
        <p:nvSpPr>
          <p:cNvPr id="4" name="Rectangle 3"/>
          <p:cNvSpPr/>
          <p:nvPr/>
        </p:nvSpPr>
        <p:spPr>
          <a:xfrm>
            <a:off x="0" y="0"/>
            <a:ext cx="12191695" cy="6857828"/>
          </a:xfrm>
          <a:prstGeom prst="rect">
            <a:avLst/>
          </a:prstGeom>
          <a:gradFill rotWithShape="1">
            <a:gsLst>
              <a:gs pos="0">
                <a:srgbClr val="04182A">
                  <a:alpha val="10000"/>
                </a:srgbClr>
              </a:gs>
              <a:gs pos="62000">
                <a:srgbClr val="04182A">
                  <a:alpha val="96000"/>
                </a:srgbClr>
              </a:gs>
            </a:gsLst>
            <a:lin ang="5400000" scaled="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5" name="Picture 4" descr="paradise_merk.png"/>
          <p:cNvPicPr>
            <a:picLocks noChangeAspect="1"/>
          </p:cNvPicPr>
          <p:nvPr/>
        </p:nvPicPr>
        <p:blipFill>
          <a:blip r:embed="rId4"/>
          <a:stretch>
            <a:fillRect/>
          </a:stretch>
        </p:blipFill>
        <p:spPr>
          <a:xfrm>
            <a:off x="516169" y="482587"/>
            <a:ext cx="1177404" cy="1346166"/>
          </a:xfrm>
          <a:prstGeom prst="rect">
            <a:avLst/>
          </a:prstGeom>
        </p:spPr>
      </p:pic>
      <p:sp>
        <p:nvSpPr>
          <p:cNvPr id="6" name="hero"/>
          <p:cNvSpPr txBox="1"/>
          <p:nvPr/>
        </p:nvSpPr>
        <p:spPr>
          <a:xfrm>
            <a:off x="634984" y="3848003"/>
            <a:ext cx="8889777" cy="1650958"/>
          </a:xfrm>
          <a:prstGeom prst="rect">
            <a:avLst/>
          </a:prstGeom>
          <a:noFill/>
        </p:spPr>
        <p:txBody>
          <a:bodyPr wrap="none" lIns="0" tIns="0" rIns="0" bIns="0" anchor="t">
            <a:spAutoFit/>
          </a:bodyPr>
          <a:lstStyle/>
          <a:p>
            <a:pPr algn="l">
              <a:lnSpc>
                <a:spcPct val="90000"/>
              </a:lnSpc>
            </a:pPr>
            <a:r>
              <a:rPr sz="12400" b="1">
                <a:solidFill>
                  <a:srgbClr val="F2F8FC"/>
                </a:solidFill>
                <a:latin typeface="Segoe UI"/>
              </a:rPr>
              <a:t>PARADISE</a:t>
            </a:r>
          </a:p>
        </p:txBody>
      </p:sp>
      <p:sp>
        <p:nvSpPr>
          <p:cNvPr id="7" name="TextBox 6"/>
          <p:cNvSpPr txBox="1"/>
          <p:nvPr/>
        </p:nvSpPr>
        <p:spPr>
          <a:xfrm>
            <a:off x="673083" y="5397365"/>
            <a:ext cx="8889777" cy="380990"/>
          </a:xfrm>
          <a:prstGeom prst="rect">
            <a:avLst/>
          </a:prstGeom>
          <a:noFill/>
        </p:spPr>
        <p:txBody>
          <a:bodyPr wrap="square" lIns="0" tIns="0" rIns="0" bIns="0" anchor="t">
            <a:spAutoFit/>
          </a:bodyPr>
          <a:lstStyle/>
          <a:p>
            <a:pPr algn="l">
              <a:lnSpc>
                <a:spcPct val="125000"/>
              </a:lnSpc>
            </a:pPr>
            <a:r>
              <a:rPr sz="2800" b="1">
                <a:solidFill>
                  <a:srgbClr val="52BDEC"/>
                </a:solidFill>
                <a:latin typeface="Segoe UI"/>
              </a:rPr>
              <a:t>AZ Groeninge · toelichting en stand van zaken</a:t>
            </a:r>
          </a:p>
        </p:txBody>
      </p:sp>
      <p:sp>
        <p:nvSpPr>
          <p:cNvPr id="8" name="Rectangle 7"/>
          <p:cNvSpPr/>
          <p:nvPr/>
        </p:nvSpPr>
        <p:spPr>
          <a:xfrm>
            <a:off x="634984" y="5879952"/>
            <a:ext cx="10921726" cy="9524"/>
          </a:xfrm>
          <a:prstGeom prst="rect">
            <a:avLst/>
          </a:prstGeom>
          <a:solidFill>
            <a:srgbClr val="215B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ounded Rectangle 8"/>
          <p:cNvSpPr/>
          <p:nvPr/>
        </p:nvSpPr>
        <p:spPr>
          <a:xfrm>
            <a:off x="634984" y="6045048"/>
            <a:ext cx="1685893" cy="609584"/>
          </a:xfrm>
          <a:prstGeom prst="roundRect">
            <a:avLst>
              <a:gd name="adj" fmla="val 45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0" name="Picture 9" descr="kuleuven.png"/>
          <p:cNvPicPr>
            <a:picLocks noChangeAspect="1"/>
          </p:cNvPicPr>
          <p:nvPr/>
        </p:nvPicPr>
        <p:blipFill>
          <a:blip r:embed="rId5"/>
          <a:stretch>
            <a:fillRect/>
          </a:stretch>
        </p:blipFill>
        <p:spPr>
          <a:xfrm>
            <a:off x="787380" y="6152996"/>
            <a:ext cx="1381100" cy="393690"/>
          </a:xfrm>
          <a:prstGeom prst="rect">
            <a:avLst/>
          </a:prstGeom>
        </p:spPr>
      </p:pic>
      <p:sp>
        <p:nvSpPr>
          <p:cNvPr id="11" name="Rounded Rectangle 10"/>
          <p:cNvSpPr/>
          <p:nvPr/>
        </p:nvSpPr>
        <p:spPr>
          <a:xfrm>
            <a:off x="2574870" y="6045048"/>
            <a:ext cx="1420884" cy="609584"/>
          </a:xfrm>
          <a:prstGeom prst="roundRect">
            <a:avLst>
              <a:gd name="adj" fmla="val 45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2" name="Picture 11" descr="vub.png"/>
          <p:cNvPicPr>
            <a:picLocks noChangeAspect="1"/>
          </p:cNvPicPr>
          <p:nvPr/>
        </p:nvPicPr>
        <p:blipFill>
          <a:blip r:embed="rId6"/>
          <a:stretch>
            <a:fillRect/>
          </a:stretch>
        </p:blipFill>
        <p:spPr>
          <a:xfrm>
            <a:off x="2727267" y="6152996"/>
            <a:ext cx="1116092" cy="393690"/>
          </a:xfrm>
          <a:prstGeom prst="rect">
            <a:avLst/>
          </a:prstGeom>
        </p:spPr>
      </p:pic>
      <p:sp>
        <p:nvSpPr>
          <p:cNvPr id="13" name="TextBox 12"/>
          <p:cNvSpPr txBox="1"/>
          <p:nvPr/>
        </p:nvSpPr>
        <p:spPr>
          <a:xfrm>
            <a:off x="4249749" y="6095847"/>
            <a:ext cx="2158946" cy="253993"/>
          </a:xfrm>
          <a:prstGeom prst="rect">
            <a:avLst/>
          </a:prstGeom>
          <a:noFill/>
        </p:spPr>
        <p:txBody>
          <a:bodyPr wrap="square" lIns="0" tIns="0" rIns="0" bIns="0" anchor="t">
            <a:spAutoFit/>
          </a:bodyPr>
          <a:lstStyle/>
          <a:p>
            <a:pPr algn="l">
              <a:lnSpc>
                <a:spcPct val="125000"/>
              </a:lnSpc>
            </a:pPr>
            <a:r>
              <a:rPr sz="2100" b="1">
                <a:solidFill>
                  <a:srgbClr val="F2F8FC"/>
                </a:solidFill>
                <a:latin typeface="Segoe UI"/>
              </a:rPr>
              <a:t>FWO</a:t>
            </a:r>
          </a:p>
        </p:txBody>
      </p:sp>
      <p:sp>
        <p:nvSpPr>
          <p:cNvPr id="14" name="TextBox 13"/>
          <p:cNvSpPr txBox="1"/>
          <p:nvPr/>
        </p:nvSpPr>
        <p:spPr>
          <a:xfrm>
            <a:off x="4262449" y="6349841"/>
            <a:ext cx="2666933" cy="215894"/>
          </a:xfrm>
          <a:prstGeom prst="rect">
            <a:avLst/>
          </a:prstGeom>
          <a:noFill/>
        </p:spPr>
        <p:txBody>
          <a:bodyPr wrap="square" lIns="0" tIns="0" rIns="0" bIns="0" anchor="t">
            <a:spAutoFit/>
          </a:bodyPr>
          <a:lstStyle/>
          <a:p>
            <a:pPr algn="l">
              <a:lnSpc>
                <a:spcPct val="125000"/>
              </a:lnSpc>
            </a:pPr>
            <a:r>
              <a:rPr sz="1200" b="0">
                <a:solidFill>
                  <a:srgbClr val="8FB6D0"/>
                </a:solidFill>
                <a:latin typeface="Consolas"/>
              </a:rPr>
              <a:t>TBM T000226N</a:t>
            </a:r>
          </a:p>
        </p:txBody>
      </p:sp>
      <p:sp>
        <p:nvSpPr>
          <p:cNvPr id="15" name="TextBox 14"/>
          <p:cNvSpPr txBox="1"/>
          <p:nvPr/>
        </p:nvSpPr>
        <p:spPr>
          <a:xfrm>
            <a:off x="7111822" y="6565735"/>
            <a:ext cx="4571885" cy="190495"/>
          </a:xfrm>
          <a:prstGeom prst="rect">
            <a:avLst/>
          </a:prstGeom>
          <a:noFill/>
        </p:spPr>
        <p:txBody>
          <a:bodyPr wrap="none" lIns="0" tIns="0" rIns="0" bIns="0" anchor="t">
            <a:spAutoFit/>
          </a:bodyPr>
          <a:lstStyle/>
          <a:p>
            <a:pPr algn="r">
              <a:lnSpc>
                <a:spcPct val="125000"/>
              </a:lnSpc>
            </a:pPr>
            <a:r>
              <a:rPr sz="1100" b="0">
                <a:solidFill>
                  <a:srgbClr val="8FB6D0"/>
                </a:solidFill>
                <a:latin typeface="Consolas"/>
              </a:rPr>
              <a:t>Protocolversie 1.0 · 17 mei 2026 · S71769</a:t>
            </a:r>
          </a:p>
        </p:txBody>
      </p:sp>
    </p:spTree>
  </p:cSld>
  <p:clrMapOvr>
    <a:masterClrMapping/>
  </p:clrMapOvr>
  <mc:AlternateContent xmlns:mc="http://schemas.openxmlformats.org/markup-compatibility/2006" xmlns:p14="http://schemas.microsoft.com/office/powerpoint/2010/main">
    <mc:Choice Requires="p14">
      <p:transition spd="slow" p14:dur="900">
        <p:fade/>
      </p:transition>
    </mc:Choice>
    <mc:Fallback xmlns="">
      <p:transition spd="slow">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7828"/>
          </a:xfrm>
          <a:prstGeom prst="rect">
            <a:avLst/>
          </a:prstGeom>
          <a:gradFill rotWithShape="1">
            <a:gsLst>
              <a:gs pos="0">
                <a:srgbClr val="072138"/>
              </a:gs>
              <a:gs pos="100000">
                <a:srgbClr val="04182A"/>
              </a:gs>
            </a:gsLst>
            <a:lin ang="5400000" scaled="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634984" y="571485"/>
            <a:ext cx="9524761" cy="215894"/>
          </a:xfrm>
          <a:prstGeom prst="rect">
            <a:avLst/>
          </a:prstGeom>
          <a:noFill/>
        </p:spPr>
        <p:txBody>
          <a:bodyPr wrap="square" lIns="0" tIns="0" rIns="0" bIns="0" anchor="t">
            <a:spAutoFit/>
          </a:bodyPr>
          <a:lstStyle/>
          <a:p>
            <a:pPr algn="l">
              <a:lnSpc>
                <a:spcPct val="125000"/>
              </a:lnSpc>
            </a:pPr>
            <a:r>
              <a:rPr sz="1250" b="1" spc="240">
                <a:solidFill>
                  <a:srgbClr val="52BDEC"/>
                </a:solidFill>
                <a:latin typeface="Consolas"/>
              </a:rPr>
              <a:t>WAAR WE STAAN</a:t>
            </a:r>
          </a:p>
        </p:txBody>
      </p:sp>
      <p:sp>
        <p:nvSpPr>
          <p:cNvPr id="4" name="sectietitel"/>
          <p:cNvSpPr txBox="1"/>
          <p:nvPr/>
        </p:nvSpPr>
        <p:spPr>
          <a:xfrm>
            <a:off x="634984" y="838179"/>
            <a:ext cx="9905752" cy="1269968"/>
          </a:xfrm>
          <a:prstGeom prst="rect">
            <a:avLst/>
          </a:prstGeom>
          <a:noFill/>
        </p:spPr>
        <p:txBody>
          <a:bodyPr wrap="square" lIns="0" tIns="0" rIns="0" bIns="0" anchor="t">
            <a:spAutoFit/>
          </a:bodyPr>
          <a:lstStyle/>
          <a:p>
            <a:pPr algn="l">
              <a:lnSpc>
                <a:spcPct val="110000"/>
              </a:lnSpc>
            </a:pPr>
            <a:r>
              <a:rPr sz="4000" b="1">
                <a:solidFill>
                  <a:srgbClr val="F2F8FC"/>
                </a:solidFill>
                <a:latin typeface="Segoe UI"/>
              </a:rPr>
              <a:t>144 patiënten, 24 per centrum</a:t>
            </a:r>
          </a:p>
        </p:txBody>
      </p:sp>
      <p:sp>
        <p:nvSpPr>
          <p:cNvPr id="5" name="Oval 4"/>
          <p:cNvSpPr/>
          <p:nvPr/>
        </p:nvSpPr>
        <p:spPr>
          <a:xfrm>
            <a:off x="634984" y="1904952"/>
            <a:ext cx="165095" cy="165095"/>
          </a:xfrm>
          <a:prstGeom prst="ellipse">
            <a:avLst/>
          </a:prstGeom>
          <a:solidFill>
            <a:srgbClr val="52BD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Oval 5"/>
          <p:cNvSpPr/>
          <p:nvPr/>
        </p:nvSpPr>
        <p:spPr>
          <a:xfrm>
            <a:off x="876278" y="1904952"/>
            <a:ext cx="165095" cy="165095"/>
          </a:xfrm>
          <a:prstGeom prst="ellipse">
            <a:avLst/>
          </a:prstGeom>
          <a:solidFill>
            <a:srgbClr val="52BD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Oval 6"/>
          <p:cNvSpPr/>
          <p:nvPr/>
        </p:nvSpPr>
        <p:spPr>
          <a:xfrm>
            <a:off x="1117572" y="1904952"/>
            <a:ext cx="165095" cy="165095"/>
          </a:xfrm>
          <a:prstGeom prst="ellipse">
            <a:avLst/>
          </a:prstGeom>
          <a:solidFill>
            <a:srgbClr val="52BD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Oval 7"/>
          <p:cNvSpPr/>
          <p:nvPr/>
        </p:nvSpPr>
        <p:spPr>
          <a:xfrm>
            <a:off x="1358866" y="1904952"/>
            <a:ext cx="165095" cy="165095"/>
          </a:xfrm>
          <a:prstGeom prst="ellipse">
            <a:avLst/>
          </a:prstGeom>
          <a:solidFill>
            <a:srgbClr val="52BD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Oval 8"/>
          <p:cNvSpPr/>
          <p:nvPr/>
        </p:nvSpPr>
        <p:spPr>
          <a:xfrm>
            <a:off x="1600159" y="1904952"/>
            <a:ext cx="165095" cy="165095"/>
          </a:xfrm>
          <a:prstGeom prst="ellipse">
            <a:avLst/>
          </a:prstGeom>
          <a:solidFill>
            <a:srgbClr val="52BD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Oval 9"/>
          <p:cNvSpPr/>
          <p:nvPr/>
        </p:nvSpPr>
        <p:spPr>
          <a:xfrm>
            <a:off x="1841453" y="1904952"/>
            <a:ext cx="165095" cy="165095"/>
          </a:xfrm>
          <a:prstGeom prst="ellipse">
            <a:avLst/>
          </a:prstGeom>
          <a:solidFill>
            <a:srgbClr val="52BD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Oval 10"/>
          <p:cNvSpPr/>
          <p:nvPr/>
        </p:nvSpPr>
        <p:spPr>
          <a:xfrm>
            <a:off x="2082747" y="1904952"/>
            <a:ext cx="165095" cy="165095"/>
          </a:xfrm>
          <a:prstGeom prst="ellipse">
            <a:avLst/>
          </a:prstGeom>
          <a:solidFill>
            <a:srgbClr val="52BD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Oval 11"/>
          <p:cNvSpPr/>
          <p:nvPr/>
        </p:nvSpPr>
        <p:spPr>
          <a:xfrm>
            <a:off x="2324041" y="1904952"/>
            <a:ext cx="165095" cy="165095"/>
          </a:xfrm>
          <a:prstGeom prst="ellipse">
            <a:avLst/>
          </a:prstGeom>
          <a:solidFill>
            <a:srgbClr val="52BD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Oval 12"/>
          <p:cNvSpPr/>
          <p:nvPr/>
        </p:nvSpPr>
        <p:spPr>
          <a:xfrm>
            <a:off x="2565335" y="1904952"/>
            <a:ext cx="165095" cy="165095"/>
          </a:xfrm>
          <a:prstGeom prst="ellipse">
            <a:avLst/>
          </a:prstGeom>
          <a:solidFill>
            <a:srgbClr val="52BD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Oval 13"/>
          <p:cNvSpPr/>
          <p:nvPr/>
        </p:nvSpPr>
        <p:spPr>
          <a:xfrm>
            <a:off x="2806629" y="1904952"/>
            <a:ext cx="165095" cy="165095"/>
          </a:xfrm>
          <a:prstGeom prst="ellipse">
            <a:avLst/>
          </a:prstGeom>
          <a:solidFill>
            <a:srgbClr val="52BD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Oval 14"/>
          <p:cNvSpPr/>
          <p:nvPr/>
        </p:nvSpPr>
        <p:spPr>
          <a:xfrm>
            <a:off x="3047923" y="1904952"/>
            <a:ext cx="165095" cy="165095"/>
          </a:xfrm>
          <a:prstGeom prst="ellipse">
            <a:avLst/>
          </a:prstGeom>
          <a:solidFill>
            <a:srgbClr val="52BD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Oval 15"/>
          <p:cNvSpPr/>
          <p:nvPr/>
        </p:nvSpPr>
        <p:spPr>
          <a:xfrm>
            <a:off x="3289217" y="1904952"/>
            <a:ext cx="165095" cy="165095"/>
          </a:xfrm>
          <a:prstGeom prst="ellipse">
            <a:avLst/>
          </a:prstGeom>
          <a:solidFill>
            <a:srgbClr val="52BD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Oval 16"/>
          <p:cNvSpPr/>
          <p:nvPr/>
        </p:nvSpPr>
        <p:spPr>
          <a:xfrm>
            <a:off x="3530511" y="1904952"/>
            <a:ext cx="165095" cy="165095"/>
          </a:xfrm>
          <a:prstGeom prst="ellipse">
            <a:avLst/>
          </a:prstGeom>
          <a:solidFill>
            <a:srgbClr val="52BD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Oval 17"/>
          <p:cNvSpPr/>
          <p:nvPr/>
        </p:nvSpPr>
        <p:spPr>
          <a:xfrm>
            <a:off x="3771805" y="1904952"/>
            <a:ext cx="165095" cy="165095"/>
          </a:xfrm>
          <a:prstGeom prst="ellipse">
            <a:avLst/>
          </a:prstGeom>
          <a:solidFill>
            <a:srgbClr val="52BD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Oval 18"/>
          <p:cNvSpPr/>
          <p:nvPr/>
        </p:nvSpPr>
        <p:spPr>
          <a:xfrm>
            <a:off x="4013099" y="1904952"/>
            <a:ext cx="165095" cy="165095"/>
          </a:xfrm>
          <a:prstGeom prst="ellipse">
            <a:avLst/>
          </a:prstGeom>
          <a:solidFill>
            <a:srgbClr val="52BD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Oval 19"/>
          <p:cNvSpPr/>
          <p:nvPr/>
        </p:nvSpPr>
        <p:spPr>
          <a:xfrm>
            <a:off x="4254393" y="1904952"/>
            <a:ext cx="165095" cy="165095"/>
          </a:xfrm>
          <a:prstGeom prst="ellipse">
            <a:avLst/>
          </a:prstGeom>
          <a:solidFill>
            <a:srgbClr val="52BD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Oval 20"/>
          <p:cNvSpPr/>
          <p:nvPr/>
        </p:nvSpPr>
        <p:spPr>
          <a:xfrm>
            <a:off x="4495687" y="1904952"/>
            <a:ext cx="165095" cy="165095"/>
          </a:xfrm>
          <a:prstGeom prst="ellipse">
            <a:avLst/>
          </a:prstGeom>
          <a:solidFill>
            <a:srgbClr val="52BD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Oval 21"/>
          <p:cNvSpPr/>
          <p:nvPr/>
        </p:nvSpPr>
        <p:spPr>
          <a:xfrm>
            <a:off x="4736981" y="1904952"/>
            <a:ext cx="165095" cy="165095"/>
          </a:xfrm>
          <a:prstGeom prst="ellipse">
            <a:avLst/>
          </a:prstGeom>
          <a:solidFill>
            <a:srgbClr val="52BD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Oval 22"/>
          <p:cNvSpPr/>
          <p:nvPr/>
        </p:nvSpPr>
        <p:spPr>
          <a:xfrm>
            <a:off x="4978275" y="1904952"/>
            <a:ext cx="165095" cy="165095"/>
          </a:xfrm>
          <a:prstGeom prst="ellipse">
            <a:avLst/>
          </a:prstGeom>
          <a:solidFill>
            <a:srgbClr val="52BD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Oval 23"/>
          <p:cNvSpPr/>
          <p:nvPr/>
        </p:nvSpPr>
        <p:spPr>
          <a:xfrm>
            <a:off x="5219569" y="1904952"/>
            <a:ext cx="165095" cy="165095"/>
          </a:xfrm>
          <a:prstGeom prst="ellipse">
            <a:avLst/>
          </a:prstGeom>
          <a:solidFill>
            <a:srgbClr val="52BD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Oval 24"/>
          <p:cNvSpPr/>
          <p:nvPr/>
        </p:nvSpPr>
        <p:spPr>
          <a:xfrm>
            <a:off x="5460863" y="1904952"/>
            <a:ext cx="165095" cy="165095"/>
          </a:xfrm>
          <a:prstGeom prst="ellipse">
            <a:avLst/>
          </a:prstGeom>
          <a:solidFill>
            <a:srgbClr val="52BD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Oval 25"/>
          <p:cNvSpPr/>
          <p:nvPr/>
        </p:nvSpPr>
        <p:spPr>
          <a:xfrm>
            <a:off x="5702157" y="1904952"/>
            <a:ext cx="165095" cy="165095"/>
          </a:xfrm>
          <a:prstGeom prst="ellipse">
            <a:avLst/>
          </a:prstGeom>
          <a:solidFill>
            <a:srgbClr val="52BD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Oval 26"/>
          <p:cNvSpPr/>
          <p:nvPr/>
        </p:nvSpPr>
        <p:spPr>
          <a:xfrm>
            <a:off x="5943451" y="1904952"/>
            <a:ext cx="165095" cy="165095"/>
          </a:xfrm>
          <a:prstGeom prst="ellipse">
            <a:avLst/>
          </a:prstGeom>
          <a:solidFill>
            <a:srgbClr val="52BD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Oval 27"/>
          <p:cNvSpPr/>
          <p:nvPr/>
        </p:nvSpPr>
        <p:spPr>
          <a:xfrm>
            <a:off x="6184745" y="1904952"/>
            <a:ext cx="165095" cy="165095"/>
          </a:xfrm>
          <a:prstGeom prst="ellipse">
            <a:avLst/>
          </a:prstGeom>
          <a:solidFill>
            <a:srgbClr val="52BD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Oval 28"/>
          <p:cNvSpPr/>
          <p:nvPr/>
        </p:nvSpPr>
        <p:spPr>
          <a:xfrm>
            <a:off x="634984" y="2146246"/>
            <a:ext cx="165095" cy="165095"/>
          </a:xfrm>
          <a:prstGeom prst="ellipse">
            <a:avLst/>
          </a:prstGeom>
          <a:solidFill>
            <a:srgbClr val="52BD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Oval 29"/>
          <p:cNvSpPr/>
          <p:nvPr/>
        </p:nvSpPr>
        <p:spPr>
          <a:xfrm>
            <a:off x="876278" y="2146246"/>
            <a:ext cx="165095" cy="165095"/>
          </a:xfrm>
          <a:prstGeom prst="ellipse">
            <a:avLst/>
          </a:prstGeom>
          <a:solidFill>
            <a:srgbClr val="52BD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Oval 30"/>
          <p:cNvSpPr/>
          <p:nvPr/>
        </p:nvSpPr>
        <p:spPr>
          <a:xfrm>
            <a:off x="1117572" y="2146246"/>
            <a:ext cx="165095" cy="165095"/>
          </a:xfrm>
          <a:prstGeom prst="ellipse">
            <a:avLst/>
          </a:prstGeom>
          <a:solidFill>
            <a:srgbClr val="52BD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Oval 31"/>
          <p:cNvSpPr/>
          <p:nvPr/>
        </p:nvSpPr>
        <p:spPr>
          <a:xfrm>
            <a:off x="1358866" y="2146246"/>
            <a:ext cx="165095" cy="165095"/>
          </a:xfrm>
          <a:prstGeom prst="ellipse">
            <a:avLst/>
          </a:prstGeom>
          <a:solidFill>
            <a:srgbClr val="52BD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Oval 32"/>
          <p:cNvSpPr/>
          <p:nvPr/>
        </p:nvSpPr>
        <p:spPr>
          <a:xfrm>
            <a:off x="1600159" y="2146246"/>
            <a:ext cx="165095" cy="165095"/>
          </a:xfrm>
          <a:prstGeom prst="ellipse">
            <a:avLst/>
          </a:prstGeom>
          <a:solidFill>
            <a:srgbClr val="52BD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Oval 33"/>
          <p:cNvSpPr/>
          <p:nvPr/>
        </p:nvSpPr>
        <p:spPr>
          <a:xfrm>
            <a:off x="1841453" y="2146246"/>
            <a:ext cx="165095" cy="165095"/>
          </a:xfrm>
          <a:prstGeom prst="ellipse">
            <a:avLst/>
          </a:prstGeom>
          <a:solidFill>
            <a:srgbClr val="52BD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Oval 34"/>
          <p:cNvSpPr/>
          <p:nvPr/>
        </p:nvSpPr>
        <p:spPr>
          <a:xfrm>
            <a:off x="2082747" y="2146246"/>
            <a:ext cx="165095" cy="165095"/>
          </a:xfrm>
          <a:prstGeom prst="ellipse">
            <a:avLst/>
          </a:prstGeom>
          <a:solidFill>
            <a:srgbClr val="52BD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Oval 35"/>
          <p:cNvSpPr/>
          <p:nvPr/>
        </p:nvSpPr>
        <p:spPr>
          <a:xfrm>
            <a:off x="2324041" y="2146246"/>
            <a:ext cx="165095" cy="165095"/>
          </a:xfrm>
          <a:prstGeom prst="ellipse">
            <a:avLst/>
          </a:prstGeom>
          <a:solidFill>
            <a:srgbClr val="52BD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Oval 36"/>
          <p:cNvSpPr/>
          <p:nvPr/>
        </p:nvSpPr>
        <p:spPr>
          <a:xfrm>
            <a:off x="2565335" y="2146246"/>
            <a:ext cx="165095" cy="165095"/>
          </a:xfrm>
          <a:prstGeom prst="ellipse">
            <a:avLst/>
          </a:prstGeom>
          <a:solidFill>
            <a:srgbClr val="52BD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Oval 37"/>
          <p:cNvSpPr/>
          <p:nvPr/>
        </p:nvSpPr>
        <p:spPr>
          <a:xfrm>
            <a:off x="2806629" y="2146246"/>
            <a:ext cx="165095" cy="165095"/>
          </a:xfrm>
          <a:prstGeom prst="ellipse">
            <a:avLst/>
          </a:prstGeom>
          <a:solidFill>
            <a:srgbClr val="52BD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Oval 38"/>
          <p:cNvSpPr/>
          <p:nvPr/>
        </p:nvSpPr>
        <p:spPr>
          <a:xfrm>
            <a:off x="3047923" y="2146246"/>
            <a:ext cx="165095" cy="165095"/>
          </a:xfrm>
          <a:prstGeom prst="ellipse">
            <a:avLst/>
          </a:prstGeom>
          <a:solidFill>
            <a:srgbClr val="52BD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 name="Oval 39"/>
          <p:cNvSpPr/>
          <p:nvPr/>
        </p:nvSpPr>
        <p:spPr>
          <a:xfrm>
            <a:off x="3289217" y="2146246"/>
            <a:ext cx="165095" cy="165095"/>
          </a:xfrm>
          <a:prstGeom prst="ellipse">
            <a:avLst/>
          </a:prstGeom>
          <a:solidFill>
            <a:srgbClr val="52BD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 name="Oval 40"/>
          <p:cNvSpPr/>
          <p:nvPr/>
        </p:nvSpPr>
        <p:spPr>
          <a:xfrm>
            <a:off x="3530511" y="2146246"/>
            <a:ext cx="165095" cy="165095"/>
          </a:xfrm>
          <a:prstGeom prst="ellipse">
            <a:avLst/>
          </a:prstGeom>
          <a:solidFill>
            <a:srgbClr val="52BD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2" name="Oval 41"/>
          <p:cNvSpPr/>
          <p:nvPr/>
        </p:nvSpPr>
        <p:spPr>
          <a:xfrm>
            <a:off x="3771805" y="2146246"/>
            <a:ext cx="165095" cy="165095"/>
          </a:xfrm>
          <a:prstGeom prst="ellipse">
            <a:avLst/>
          </a:prstGeom>
          <a:solidFill>
            <a:srgbClr val="52BD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3" name="Oval 42"/>
          <p:cNvSpPr/>
          <p:nvPr/>
        </p:nvSpPr>
        <p:spPr>
          <a:xfrm>
            <a:off x="4013099" y="2146246"/>
            <a:ext cx="165095" cy="165095"/>
          </a:xfrm>
          <a:prstGeom prst="ellipse">
            <a:avLst/>
          </a:prstGeom>
          <a:solidFill>
            <a:srgbClr val="52BD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4" name="Oval 43"/>
          <p:cNvSpPr/>
          <p:nvPr/>
        </p:nvSpPr>
        <p:spPr>
          <a:xfrm>
            <a:off x="4254393" y="2146246"/>
            <a:ext cx="165095" cy="165095"/>
          </a:xfrm>
          <a:prstGeom prst="ellipse">
            <a:avLst/>
          </a:prstGeom>
          <a:solidFill>
            <a:srgbClr val="52BD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5" name="Oval 44"/>
          <p:cNvSpPr/>
          <p:nvPr/>
        </p:nvSpPr>
        <p:spPr>
          <a:xfrm>
            <a:off x="4495687" y="2146246"/>
            <a:ext cx="165095" cy="165095"/>
          </a:xfrm>
          <a:prstGeom prst="ellipse">
            <a:avLst/>
          </a:prstGeom>
          <a:solidFill>
            <a:srgbClr val="52BD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6" name="Oval 45"/>
          <p:cNvSpPr/>
          <p:nvPr/>
        </p:nvSpPr>
        <p:spPr>
          <a:xfrm>
            <a:off x="4736981" y="2146246"/>
            <a:ext cx="165095" cy="165095"/>
          </a:xfrm>
          <a:prstGeom prst="ellipse">
            <a:avLst/>
          </a:prstGeom>
          <a:solidFill>
            <a:srgbClr val="52BD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7" name="Oval 46"/>
          <p:cNvSpPr/>
          <p:nvPr/>
        </p:nvSpPr>
        <p:spPr>
          <a:xfrm>
            <a:off x="4978275" y="2146246"/>
            <a:ext cx="165095" cy="165095"/>
          </a:xfrm>
          <a:prstGeom prst="ellipse">
            <a:avLst/>
          </a:prstGeom>
          <a:solidFill>
            <a:srgbClr val="52BD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8" name="Oval 47"/>
          <p:cNvSpPr/>
          <p:nvPr/>
        </p:nvSpPr>
        <p:spPr>
          <a:xfrm>
            <a:off x="5219569" y="2146246"/>
            <a:ext cx="165095" cy="165095"/>
          </a:xfrm>
          <a:prstGeom prst="ellipse">
            <a:avLst/>
          </a:prstGeom>
          <a:solidFill>
            <a:srgbClr val="52BD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9" name="Oval 48"/>
          <p:cNvSpPr/>
          <p:nvPr/>
        </p:nvSpPr>
        <p:spPr>
          <a:xfrm>
            <a:off x="5460863" y="2146246"/>
            <a:ext cx="165095" cy="165095"/>
          </a:xfrm>
          <a:prstGeom prst="ellipse">
            <a:avLst/>
          </a:prstGeom>
          <a:solidFill>
            <a:srgbClr val="52BD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0" name="Oval 49"/>
          <p:cNvSpPr/>
          <p:nvPr/>
        </p:nvSpPr>
        <p:spPr>
          <a:xfrm>
            <a:off x="5702157" y="2146246"/>
            <a:ext cx="165095" cy="165095"/>
          </a:xfrm>
          <a:prstGeom prst="ellipse">
            <a:avLst/>
          </a:prstGeom>
          <a:solidFill>
            <a:srgbClr val="52BD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1" name="Oval 50"/>
          <p:cNvSpPr/>
          <p:nvPr/>
        </p:nvSpPr>
        <p:spPr>
          <a:xfrm>
            <a:off x="5943451" y="2146246"/>
            <a:ext cx="165095" cy="165095"/>
          </a:xfrm>
          <a:prstGeom prst="ellipse">
            <a:avLst/>
          </a:prstGeom>
          <a:solidFill>
            <a:srgbClr val="52BD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2" name="Oval 51"/>
          <p:cNvSpPr/>
          <p:nvPr/>
        </p:nvSpPr>
        <p:spPr>
          <a:xfrm>
            <a:off x="6184745" y="2146246"/>
            <a:ext cx="165095" cy="165095"/>
          </a:xfrm>
          <a:prstGeom prst="ellipse">
            <a:avLst/>
          </a:prstGeom>
          <a:solidFill>
            <a:srgbClr val="52BD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3" name="Oval 52"/>
          <p:cNvSpPr/>
          <p:nvPr/>
        </p:nvSpPr>
        <p:spPr>
          <a:xfrm>
            <a:off x="634984" y="2387540"/>
            <a:ext cx="165095" cy="165095"/>
          </a:xfrm>
          <a:prstGeom prst="ellipse">
            <a:avLst/>
          </a:prstGeom>
          <a:solidFill>
            <a:srgbClr val="52BD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4" name="Oval 53"/>
          <p:cNvSpPr/>
          <p:nvPr/>
        </p:nvSpPr>
        <p:spPr>
          <a:xfrm>
            <a:off x="876278" y="2387540"/>
            <a:ext cx="165095" cy="165095"/>
          </a:xfrm>
          <a:prstGeom prst="ellipse">
            <a:avLst/>
          </a:prstGeom>
          <a:solidFill>
            <a:srgbClr val="52BD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5" name="Oval 54"/>
          <p:cNvSpPr/>
          <p:nvPr/>
        </p:nvSpPr>
        <p:spPr>
          <a:xfrm>
            <a:off x="1117572" y="2387540"/>
            <a:ext cx="165095" cy="165095"/>
          </a:xfrm>
          <a:prstGeom prst="ellipse">
            <a:avLst/>
          </a:prstGeom>
          <a:solidFill>
            <a:srgbClr val="52BD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6" name="Oval 55"/>
          <p:cNvSpPr/>
          <p:nvPr/>
        </p:nvSpPr>
        <p:spPr>
          <a:xfrm>
            <a:off x="1358866" y="2387540"/>
            <a:ext cx="165095" cy="165095"/>
          </a:xfrm>
          <a:prstGeom prst="ellipse">
            <a:avLst/>
          </a:prstGeom>
          <a:solidFill>
            <a:srgbClr val="52BD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7" name="Oval 56"/>
          <p:cNvSpPr/>
          <p:nvPr/>
        </p:nvSpPr>
        <p:spPr>
          <a:xfrm>
            <a:off x="1600159" y="2387540"/>
            <a:ext cx="165095" cy="165095"/>
          </a:xfrm>
          <a:prstGeom prst="ellipse">
            <a:avLst/>
          </a:prstGeom>
          <a:solidFill>
            <a:srgbClr val="52BD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8" name="Oval 57"/>
          <p:cNvSpPr/>
          <p:nvPr/>
        </p:nvSpPr>
        <p:spPr>
          <a:xfrm>
            <a:off x="1841453" y="2387540"/>
            <a:ext cx="165095" cy="165095"/>
          </a:xfrm>
          <a:prstGeom prst="ellipse">
            <a:avLst/>
          </a:prstGeom>
          <a:solidFill>
            <a:srgbClr val="52BD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9" name="Oval 58"/>
          <p:cNvSpPr/>
          <p:nvPr/>
        </p:nvSpPr>
        <p:spPr>
          <a:xfrm>
            <a:off x="2082747" y="2387540"/>
            <a:ext cx="165095" cy="165095"/>
          </a:xfrm>
          <a:prstGeom prst="ellipse">
            <a:avLst/>
          </a:prstGeom>
          <a:solidFill>
            <a:srgbClr val="52BD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0" name="Oval 59"/>
          <p:cNvSpPr/>
          <p:nvPr/>
        </p:nvSpPr>
        <p:spPr>
          <a:xfrm>
            <a:off x="2324041" y="2387540"/>
            <a:ext cx="165095" cy="165095"/>
          </a:xfrm>
          <a:prstGeom prst="ellipse">
            <a:avLst/>
          </a:prstGeom>
          <a:solidFill>
            <a:srgbClr val="52BD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1" name="Oval 60"/>
          <p:cNvSpPr/>
          <p:nvPr/>
        </p:nvSpPr>
        <p:spPr>
          <a:xfrm>
            <a:off x="2565335" y="2387540"/>
            <a:ext cx="165095" cy="165095"/>
          </a:xfrm>
          <a:prstGeom prst="ellipse">
            <a:avLst/>
          </a:prstGeom>
          <a:solidFill>
            <a:srgbClr val="52BD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2" name="Oval 61"/>
          <p:cNvSpPr/>
          <p:nvPr/>
        </p:nvSpPr>
        <p:spPr>
          <a:xfrm>
            <a:off x="2806629" y="2387540"/>
            <a:ext cx="165095" cy="165095"/>
          </a:xfrm>
          <a:prstGeom prst="ellipse">
            <a:avLst/>
          </a:prstGeom>
          <a:solidFill>
            <a:srgbClr val="52BD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3" name="Oval 62"/>
          <p:cNvSpPr/>
          <p:nvPr/>
        </p:nvSpPr>
        <p:spPr>
          <a:xfrm>
            <a:off x="3047923" y="2387540"/>
            <a:ext cx="165095" cy="165095"/>
          </a:xfrm>
          <a:prstGeom prst="ellipse">
            <a:avLst/>
          </a:prstGeom>
          <a:solidFill>
            <a:srgbClr val="52BD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4" name="Oval 63"/>
          <p:cNvSpPr/>
          <p:nvPr/>
        </p:nvSpPr>
        <p:spPr>
          <a:xfrm>
            <a:off x="3289217" y="2387540"/>
            <a:ext cx="165095" cy="165095"/>
          </a:xfrm>
          <a:prstGeom prst="ellipse">
            <a:avLst/>
          </a:prstGeom>
          <a:solidFill>
            <a:srgbClr val="52BD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5" name="Oval 64"/>
          <p:cNvSpPr/>
          <p:nvPr/>
        </p:nvSpPr>
        <p:spPr>
          <a:xfrm>
            <a:off x="3530511" y="2387540"/>
            <a:ext cx="165095" cy="165095"/>
          </a:xfrm>
          <a:prstGeom prst="ellipse">
            <a:avLst/>
          </a:prstGeom>
          <a:solidFill>
            <a:srgbClr val="52BD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6" name="Oval 65"/>
          <p:cNvSpPr/>
          <p:nvPr/>
        </p:nvSpPr>
        <p:spPr>
          <a:xfrm>
            <a:off x="3771805" y="2387540"/>
            <a:ext cx="165095" cy="165095"/>
          </a:xfrm>
          <a:prstGeom prst="ellipse">
            <a:avLst/>
          </a:prstGeom>
          <a:solidFill>
            <a:srgbClr val="52BD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7" name="Oval 66"/>
          <p:cNvSpPr/>
          <p:nvPr/>
        </p:nvSpPr>
        <p:spPr>
          <a:xfrm>
            <a:off x="4013099" y="2387540"/>
            <a:ext cx="165095" cy="165095"/>
          </a:xfrm>
          <a:prstGeom prst="ellipse">
            <a:avLst/>
          </a:prstGeom>
          <a:solidFill>
            <a:srgbClr val="52BD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8" name="Oval 67"/>
          <p:cNvSpPr/>
          <p:nvPr/>
        </p:nvSpPr>
        <p:spPr>
          <a:xfrm>
            <a:off x="4254393" y="2387540"/>
            <a:ext cx="165095" cy="165095"/>
          </a:xfrm>
          <a:prstGeom prst="ellipse">
            <a:avLst/>
          </a:prstGeom>
          <a:solidFill>
            <a:srgbClr val="52BD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9" name="Oval 68"/>
          <p:cNvSpPr/>
          <p:nvPr/>
        </p:nvSpPr>
        <p:spPr>
          <a:xfrm>
            <a:off x="4495687" y="2387540"/>
            <a:ext cx="165095" cy="165095"/>
          </a:xfrm>
          <a:prstGeom prst="ellipse">
            <a:avLst/>
          </a:prstGeom>
          <a:solidFill>
            <a:srgbClr val="52BD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0" name="Oval 69"/>
          <p:cNvSpPr/>
          <p:nvPr/>
        </p:nvSpPr>
        <p:spPr>
          <a:xfrm>
            <a:off x="4736981" y="2387540"/>
            <a:ext cx="165095" cy="165095"/>
          </a:xfrm>
          <a:prstGeom prst="ellipse">
            <a:avLst/>
          </a:prstGeom>
          <a:solidFill>
            <a:srgbClr val="52BD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1" name="Oval 70"/>
          <p:cNvSpPr/>
          <p:nvPr/>
        </p:nvSpPr>
        <p:spPr>
          <a:xfrm>
            <a:off x="4978275" y="2387540"/>
            <a:ext cx="165095" cy="165095"/>
          </a:xfrm>
          <a:prstGeom prst="ellipse">
            <a:avLst/>
          </a:prstGeom>
          <a:solidFill>
            <a:srgbClr val="52BD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2" name="Oval 71"/>
          <p:cNvSpPr/>
          <p:nvPr/>
        </p:nvSpPr>
        <p:spPr>
          <a:xfrm>
            <a:off x="5219569" y="2387540"/>
            <a:ext cx="165095" cy="165095"/>
          </a:xfrm>
          <a:prstGeom prst="ellipse">
            <a:avLst/>
          </a:prstGeom>
          <a:solidFill>
            <a:srgbClr val="52BD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3" name="Oval 72"/>
          <p:cNvSpPr/>
          <p:nvPr/>
        </p:nvSpPr>
        <p:spPr>
          <a:xfrm>
            <a:off x="5460863" y="2387540"/>
            <a:ext cx="165095" cy="165095"/>
          </a:xfrm>
          <a:prstGeom prst="ellipse">
            <a:avLst/>
          </a:prstGeom>
          <a:solidFill>
            <a:srgbClr val="52BD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4" name="Oval 73"/>
          <p:cNvSpPr/>
          <p:nvPr/>
        </p:nvSpPr>
        <p:spPr>
          <a:xfrm>
            <a:off x="5702157" y="2387540"/>
            <a:ext cx="165095" cy="165095"/>
          </a:xfrm>
          <a:prstGeom prst="ellipse">
            <a:avLst/>
          </a:prstGeom>
          <a:solidFill>
            <a:srgbClr val="52BD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5" name="Oval 74"/>
          <p:cNvSpPr/>
          <p:nvPr/>
        </p:nvSpPr>
        <p:spPr>
          <a:xfrm>
            <a:off x="5943451" y="2387540"/>
            <a:ext cx="165095" cy="165095"/>
          </a:xfrm>
          <a:prstGeom prst="ellipse">
            <a:avLst/>
          </a:prstGeom>
          <a:solidFill>
            <a:srgbClr val="52BD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6" name="Oval 75"/>
          <p:cNvSpPr/>
          <p:nvPr/>
        </p:nvSpPr>
        <p:spPr>
          <a:xfrm>
            <a:off x="6184745" y="2387540"/>
            <a:ext cx="165095" cy="165095"/>
          </a:xfrm>
          <a:prstGeom prst="ellipse">
            <a:avLst/>
          </a:prstGeom>
          <a:solidFill>
            <a:srgbClr val="52BD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7" name="Oval 76"/>
          <p:cNvSpPr/>
          <p:nvPr/>
        </p:nvSpPr>
        <p:spPr>
          <a:xfrm>
            <a:off x="634984" y="2628834"/>
            <a:ext cx="165095" cy="165095"/>
          </a:xfrm>
          <a:prstGeom prst="ellipse">
            <a:avLst/>
          </a:prstGeom>
          <a:solidFill>
            <a:srgbClr val="FF7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8" name="Oval 77"/>
          <p:cNvSpPr/>
          <p:nvPr/>
        </p:nvSpPr>
        <p:spPr>
          <a:xfrm>
            <a:off x="876278" y="2628834"/>
            <a:ext cx="165095" cy="165095"/>
          </a:xfrm>
          <a:prstGeom prst="ellipse">
            <a:avLst/>
          </a:prstGeom>
          <a:solidFill>
            <a:srgbClr val="FF7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9" name="Oval 78"/>
          <p:cNvSpPr/>
          <p:nvPr/>
        </p:nvSpPr>
        <p:spPr>
          <a:xfrm>
            <a:off x="1117572" y="2628834"/>
            <a:ext cx="165095" cy="165095"/>
          </a:xfrm>
          <a:prstGeom prst="ellipse">
            <a:avLst/>
          </a:prstGeom>
          <a:solidFill>
            <a:srgbClr val="FF7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0" name="Oval 79"/>
          <p:cNvSpPr/>
          <p:nvPr/>
        </p:nvSpPr>
        <p:spPr>
          <a:xfrm>
            <a:off x="1358866" y="2628834"/>
            <a:ext cx="165095" cy="165095"/>
          </a:xfrm>
          <a:prstGeom prst="ellipse">
            <a:avLst/>
          </a:prstGeom>
          <a:solidFill>
            <a:srgbClr val="FF7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1" name="Oval 80"/>
          <p:cNvSpPr/>
          <p:nvPr/>
        </p:nvSpPr>
        <p:spPr>
          <a:xfrm>
            <a:off x="1600159" y="2628834"/>
            <a:ext cx="165095" cy="165095"/>
          </a:xfrm>
          <a:prstGeom prst="ellipse">
            <a:avLst/>
          </a:prstGeom>
          <a:solidFill>
            <a:srgbClr val="FF7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2" name="Oval 81"/>
          <p:cNvSpPr/>
          <p:nvPr/>
        </p:nvSpPr>
        <p:spPr>
          <a:xfrm>
            <a:off x="1841453" y="2628834"/>
            <a:ext cx="165095" cy="165095"/>
          </a:xfrm>
          <a:prstGeom prst="ellipse">
            <a:avLst/>
          </a:prstGeom>
          <a:solidFill>
            <a:srgbClr val="FF7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3" name="Oval 82"/>
          <p:cNvSpPr/>
          <p:nvPr/>
        </p:nvSpPr>
        <p:spPr>
          <a:xfrm>
            <a:off x="2082747" y="2628834"/>
            <a:ext cx="165095" cy="165095"/>
          </a:xfrm>
          <a:prstGeom prst="ellipse">
            <a:avLst/>
          </a:prstGeom>
          <a:solidFill>
            <a:srgbClr val="FF7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4" name="Oval 83"/>
          <p:cNvSpPr/>
          <p:nvPr/>
        </p:nvSpPr>
        <p:spPr>
          <a:xfrm>
            <a:off x="2324041" y="2628834"/>
            <a:ext cx="165095" cy="165095"/>
          </a:xfrm>
          <a:prstGeom prst="ellipse">
            <a:avLst/>
          </a:prstGeom>
          <a:solidFill>
            <a:srgbClr val="FF7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5" name="Oval 84"/>
          <p:cNvSpPr/>
          <p:nvPr/>
        </p:nvSpPr>
        <p:spPr>
          <a:xfrm>
            <a:off x="2565335" y="2628834"/>
            <a:ext cx="165095" cy="165095"/>
          </a:xfrm>
          <a:prstGeom prst="ellipse">
            <a:avLst/>
          </a:prstGeom>
          <a:solidFill>
            <a:srgbClr val="FF7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6" name="Oval 85"/>
          <p:cNvSpPr/>
          <p:nvPr/>
        </p:nvSpPr>
        <p:spPr>
          <a:xfrm>
            <a:off x="2806629" y="2628834"/>
            <a:ext cx="165095" cy="165095"/>
          </a:xfrm>
          <a:prstGeom prst="ellipse">
            <a:avLst/>
          </a:prstGeom>
          <a:solidFill>
            <a:srgbClr val="FF7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7" name="Oval 86"/>
          <p:cNvSpPr/>
          <p:nvPr/>
        </p:nvSpPr>
        <p:spPr>
          <a:xfrm>
            <a:off x="3047923" y="2628834"/>
            <a:ext cx="165095" cy="165095"/>
          </a:xfrm>
          <a:prstGeom prst="ellipse">
            <a:avLst/>
          </a:prstGeom>
          <a:solidFill>
            <a:srgbClr val="FF7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8" name="Oval 87"/>
          <p:cNvSpPr/>
          <p:nvPr/>
        </p:nvSpPr>
        <p:spPr>
          <a:xfrm>
            <a:off x="3289217" y="2628834"/>
            <a:ext cx="165095" cy="165095"/>
          </a:xfrm>
          <a:prstGeom prst="ellipse">
            <a:avLst/>
          </a:prstGeom>
          <a:solidFill>
            <a:srgbClr val="FF7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9" name="Oval 88"/>
          <p:cNvSpPr/>
          <p:nvPr/>
        </p:nvSpPr>
        <p:spPr>
          <a:xfrm>
            <a:off x="3530511" y="2628834"/>
            <a:ext cx="165095" cy="165095"/>
          </a:xfrm>
          <a:prstGeom prst="ellipse">
            <a:avLst/>
          </a:prstGeom>
          <a:solidFill>
            <a:srgbClr val="FF7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0" name="Oval 89"/>
          <p:cNvSpPr/>
          <p:nvPr/>
        </p:nvSpPr>
        <p:spPr>
          <a:xfrm>
            <a:off x="3771805" y="2628834"/>
            <a:ext cx="165095" cy="165095"/>
          </a:xfrm>
          <a:prstGeom prst="ellipse">
            <a:avLst/>
          </a:prstGeom>
          <a:solidFill>
            <a:srgbClr val="FF7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1" name="Oval 90"/>
          <p:cNvSpPr/>
          <p:nvPr/>
        </p:nvSpPr>
        <p:spPr>
          <a:xfrm>
            <a:off x="4013099" y="2628834"/>
            <a:ext cx="165095" cy="165095"/>
          </a:xfrm>
          <a:prstGeom prst="ellipse">
            <a:avLst/>
          </a:prstGeom>
          <a:solidFill>
            <a:srgbClr val="FF7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2" name="Oval 91"/>
          <p:cNvSpPr/>
          <p:nvPr/>
        </p:nvSpPr>
        <p:spPr>
          <a:xfrm>
            <a:off x="4254393" y="2628834"/>
            <a:ext cx="165095" cy="165095"/>
          </a:xfrm>
          <a:prstGeom prst="ellipse">
            <a:avLst/>
          </a:prstGeom>
          <a:solidFill>
            <a:srgbClr val="FF7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3" name="Oval 92"/>
          <p:cNvSpPr/>
          <p:nvPr/>
        </p:nvSpPr>
        <p:spPr>
          <a:xfrm>
            <a:off x="4495687" y="2628834"/>
            <a:ext cx="165095" cy="165095"/>
          </a:xfrm>
          <a:prstGeom prst="ellipse">
            <a:avLst/>
          </a:prstGeom>
          <a:solidFill>
            <a:srgbClr val="FF7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4" name="Oval 93"/>
          <p:cNvSpPr/>
          <p:nvPr/>
        </p:nvSpPr>
        <p:spPr>
          <a:xfrm>
            <a:off x="4736981" y="2628834"/>
            <a:ext cx="165095" cy="165095"/>
          </a:xfrm>
          <a:prstGeom prst="ellipse">
            <a:avLst/>
          </a:prstGeom>
          <a:solidFill>
            <a:srgbClr val="FF7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5" name="Oval 94"/>
          <p:cNvSpPr/>
          <p:nvPr/>
        </p:nvSpPr>
        <p:spPr>
          <a:xfrm>
            <a:off x="4978275" y="2628834"/>
            <a:ext cx="165095" cy="165095"/>
          </a:xfrm>
          <a:prstGeom prst="ellipse">
            <a:avLst/>
          </a:prstGeom>
          <a:solidFill>
            <a:srgbClr val="FF7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6" name="Oval 95"/>
          <p:cNvSpPr/>
          <p:nvPr/>
        </p:nvSpPr>
        <p:spPr>
          <a:xfrm>
            <a:off x="5219569" y="2628834"/>
            <a:ext cx="165095" cy="165095"/>
          </a:xfrm>
          <a:prstGeom prst="ellipse">
            <a:avLst/>
          </a:prstGeom>
          <a:solidFill>
            <a:srgbClr val="FF7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7" name="Oval 96"/>
          <p:cNvSpPr/>
          <p:nvPr/>
        </p:nvSpPr>
        <p:spPr>
          <a:xfrm>
            <a:off x="5460863" y="2628834"/>
            <a:ext cx="165095" cy="165095"/>
          </a:xfrm>
          <a:prstGeom prst="ellipse">
            <a:avLst/>
          </a:prstGeom>
          <a:solidFill>
            <a:srgbClr val="FF7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8" name="Oval 97"/>
          <p:cNvSpPr/>
          <p:nvPr/>
        </p:nvSpPr>
        <p:spPr>
          <a:xfrm>
            <a:off x="5702157" y="2628834"/>
            <a:ext cx="165095" cy="165095"/>
          </a:xfrm>
          <a:prstGeom prst="ellipse">
            <a:avLst/>
          </a:prstGeom>
          <a:solidFill>
            <a:srgbClr val="FF7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9" name="Oval 98"/>
          <p:cNvSpPr/>
          <p:nvPr/>
        </p:nvSpPr>
        <p:spPr>
          <a:xfrm>
            <a:off x="5943451" y="2628834"/>
            <a:ext cx="165095" cy="165095"/>
          </a:xfrm>
          <a:prstGeom prst="ellipse">
            <a:avLst/>
          </a:prstGeom>
          <a:solidFill>
            <a:srgbClr val="FF7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0" name="Oval 99"/>
          <p:cNvSpPr/>
          <p:nvPr/>
        </p:nvSpPr>
        <p:spPr>
          <a:xfrm>
            <a:off x="6184745" y="2628834"/>
            <a:ext cx="165095" cy="165095"/>
          </a:xfrm>
          <a:prstGeom prst="ellipse">
            <a:avLst/>
          </a:prstGeom>
          <a:solidFill>
            <a:srgbClr val="FF7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1" name="Oval 100"/>
          <p:cNvSpPr/>
          <p:nvPr/>
        </p:nvSpPr>
        <p:spPr>
          <a:xfrm>
            <a:off x="634984" y="2870128"/>
            <a:ext cx="165095" cy="165095"/>
          </a:xfrm>
          <a:prstGeom prst="ellipse">
            <a:avLst/>
          </a:prstGeom>
          <a:solidFill>
            <a:srgbClr val="FF7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2" name="Oval 101"/>
          <p:cNvSpPr/>
          <p:nvPr/>
        </p:nvSpPr>
        <p:spPr>
          <a:xfrm>
            <a:off x="876278" y="2870128"/>
            <a:ext cx="165095" cy="165095"/>
          </a:xfrm>
          <a:prstGeom prst="ellipse">
            <a:avLst/>
          </a:prstGeom>
          <a:solidFill>
            <a:srgbClr val="FF7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3" name="Oval 102"/>
          <p:cNvSpPr/>
          <p:nvPr/>
        </p:nvSpPr>
        <p:spPr>
          <a:xfrm>
            <a:off x="1117572" y="2870128"/>
            <a:ext cx="165095" cy="165095"/>
          </a:xfrm>
          <a:prstGeom prst="ellipse">
            <a:avLst/>
          </a:prstGeom>
          <a:solidFill>
            <a:srgbClr val="FF7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4" name="Oval 103"/>
          <p:cNvSpPr/>
          <p:nvPr/>
        </p:nvSpPr>
        <p:spPr>
          <a:xfrm>
            <a:off x="1358866" y="2870128"/>
            <a:ext cx="165095" cy="165095"/>
          </a:xfrm>
          <a:prstGeom prst="ellipse">
            <a:avLst/>
          </a:prstGeom>
          <a:solidFill>
            <a:srgbClr val="FF7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5" name="Oval 104"/>
          <p:cNvSpPr/>
          <p:nvPr/>
        </p:nvSpPr>
        <p:spPr>
          <a:xfrm>
            <a:off x="1600159" y="2870128"/>
            <a:ext cx="165095" cy="165095"/>
          </a:xfrm>
          <a:prstGeom prst="ellipse">
            <a:avLst/>
          </a:prstGeom>
          <a:solidFill>
            <a:srgbClr val="FF7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6" name="Oval 105"/>
          <p:cNvSpPr/>
          <p:nvPr/>
        </p:nvSpPr>
        <p:spPr>
          <a:xfrm>
            <a:off x="1841453" y="2870128"/>
            <a:ext cx="165095" cy="165095"/>
          </a:xfrm>
          <a:prstGeom prst="ellipse">
            <a:avLst/>
          </a:prstGeom>
          <a:solidFill>
            <a:srgbClr val="FF7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7" name="Oval 106"/>
          <p:cNvSpPr/>
          <p:nvPr/>
        </p:nvSpPr>
        <p:spPr>
          <a:xfrm>
            <a:off x="2082747" y="2870128"/>
            <a:ext cx="165095" cy="165095"/>
          </a:xfrm>
          <a:prstGeom prst="ellipse">
            <a:avLst/>
          </a:prstGeom>
          <a:solidFill>
            <a:srgbClr val="FF7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8" name="Oval 107"/>
          <p:cNvSpPr/>
          <p:nvPr/>
        </p:nvSpPr>
        <p:spPr>
          <a:xfrm>
            <a:off x="2324041" y="2870128"/>
            <a:ext cx="165095" cy="165095"/>
          </a:xfrm>
          <a:prstGeom prst="ellipse">
            <a:avLst/>
          </a:prstGeom>
          <a:solidFill>
            <a:srgbClr val="FF7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9" name="Oval 108"/>
          <p:cNvSpPr/>
          <p:nvPr/>
        </p:nvSpPr>
        <p:spPr>
          <a:xfrm>
            <a:off x="2565335" y="2870128"/>
            <a:ext cx="165095" cy="165095"/>
          </a:xfrm>
          <a:prstGeom prst="ellipse">
            <a:avLst/>
          </a:prstGeom>
          <a:solidFill>
            <a:srgbClr val="FF7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0" name="Oval 109"/>
          <p:cNvSpPr/>
          <p:nvPr/>
        </p:nvSpPr>
        <p:spPr>
          <a:xfrm>
            <a:off x="2806629" y="2870128"/>
            <a:ext cx="165095" cy="165095"/>
          </a:xfrm>
          <a:prstGeom prst="ellipse">
            <a:avLst/>
          </a:prstGeom>
          <a:solidFill>
            <a:srgbClr val="FF7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1" name="Oval 110"/>
          <p:cNvSpPr/>
          <p:nvPr/>
        </p:nvSpPr>
        <p:spPr>
          <a:xfrm>
            <a:off x="3047923" y="2870128"/>
            <a:ext cx="165095" cy="165095"/>
          </a:xfrm>
          <a:prstGeom prst="ellipse">
            <a:avLst/>
          </a:prstGeom>
          <a:solidFill>
            <a:srgbClr val="FF7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2" name="Oval 111"/>
          <p:cNvSpPr/>
          <p:nvPr/>
        </p:nvSpPr>
        <p:spPr>
          <a:xfrm>
            <a:off x="3289217" y="2870128"/>
            <a:ext cx="165095" cy="165095"/>
          </a:xfrm>
          <a:prstGeom prst="ellipse">
            <a:avLst/>
          </a:prstGeom>
          <a:solidFill>
            <a:srgbClr val="FF7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3" name="Oval 112"/>
          <p:cNvSpPr/>
          <p:nvPr/>
        </p:nvSpPr>
        <p:spPr>
          <a:xfrm>
            <a:off x="3530511" y="2870128"/>
            <a:ext cx="165095" cy="165095"/>
          </a:xfrm>
          <a:prstGeom prst="ellipse">
            <a:avLst/>
          </a:prstGeom>
          <a:solidFill>
            <a:srgbClr val="FF7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4" name="Oval 113"/>
          <p:cNvSpPr/>
          <p:nvPr/>
        </p:nvSpPr>
        <p:spPr>
          <a:xfrm>
            <a:off x="3771805" y="2870128"/>
            <a:ext cx="165095" cy="165095"/>
          </a:xfrm>
          <a:prstGeom prst="ellipse">
            <a:avLst/>
          </a:prstGeom>
          <a:solidFill>
            <a:srgbClr val="FF7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5" name="Oval 114"/>
          <p:cNvSpPr/>
          <p:nvPr/>
        </p:nvSpPr>
        <p:spPr>
          <a:xfrm>
            <a:off x="4013099" y="2870128"/>
            <a:ext cx="165095" cy="165095"/>
          </a:xfrm>
          <a:prstGeom prst="ellipse">
            <a:avLst/>
          </a:prstGeom>
          <a:solidFill>
            <a:srgbClr val="FF7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6" name="Oval 115"/>
          <p:cNvSpPr/>
          <p:nvPr/>
        </p:nvSpPr>
        <p:spPr>
          <a:xfrm>
            <a:off x="4254393" y="2870128"/>
            <a:ext cx="165095" cy="165095"/>
          </a:xfrm>
          <a:prstGeom prst="ellipse">
            <a:avLst/>
          </a:prstGeom>
          <a:solidFill>
            <a:srgbClr val="FF7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7" name="Oval 116"/>
          <p:cNvSpPr/>
          <p:nvPr/>
        </p:nvSpPr>
        <p:spPr>
          <a:xfrm>
            <a:off x="4495687" y="2870128"/>
            <a:ext cx="165095" cy="165095"/>
          </a:xfrm>
          <a:prstGeom prst="ellipse">
            <a:avLst/>
          </a:prstGeom>
          <a:solidFill>
            <a:srgbClr val="FF7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8" name="Oval 117"/>
          <p:cNvSpPr/>
          <p:nvPr/>
        </p:nvSpPr>
        <p:spPr>
          <a:xfrm>
            <a:off x="4736981" y="2870128"/>
            <a:ext cx="165095" cy="165095"/>
          </a:xfrm>
          <a:prstGeom prst="ellipse">
            <a:avLst/>
          </a:prstGeom>
          <a:solidFill>
            <a:srgbClr val="FF7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9" name="Oval 118"/>
          <p:cNvSpPr/>
          <p:nvPr/>
        </p:nvSpPr>
        <p:spPr>
          <a:xfrm>
            <a:off x="4978275" y="2870128"/>
            <a:ext cx="165095" cy="165095"/>
          </a:xfrm>
          <a:prstGeom prst="ellipse">
            <a:avLst/>
          </a:prstGeom>
          <a:solidFill>
            <a:srgbClr val="FF7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0" name="Oval 119"/>
          <p:cNvSpPr/>
          <p:nvPr/>
        </p:nvSpPr>
        <p:spPr>
          <a:xfrm>
            <a:off x="5219569" y="2870128"/>
            <a:ext cx="165095" cy="165095"/>
          </a:xfrm>
          <a:prstGeom prst="ellipse">
            <a:avLst/>
          </a:prstGeom>
          <a:solidFill>
            <a:srgbClr val="FF7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1" name="Oval 120"/>
          <p:cNvSpPr/>
          <p:nvPr/>
        </p:nvSpPr>
        <p:spPr>
          <a:xfrm>
            <a:off x="5460863" y="2870128"/>
            <a:ext cx="165095" cy="165095"/>
          </a:xfrm>
          <a:prstGeom prst="ellipse">
            <a:avLst/>
          </a:prstGeom>
          <a:solidFill>
            <a:srgbClr val="FF7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2" name="Oval 121"/>
          <p:cNvSpPr/>
          <p:nvPr/>
        </p:nvSpPr>
        <p:spPr>
          <a:xfrm>
            <a:off x="5702157" y="2870128"/>
            <a:ext cx="165095" cy="165095"/>
          </a:xfrm>
          <a:prstGeom prst="ellipse">
            <a:avLst/>
          </a:prstGeom>
          <a:solidFill>
            <a:srgbClr val="FF7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3" name="Oval 122"/>
          <p:cNvSpPr/>
          <p:nvPr/>
        </p:nvSpPr>
        <p:spPr>
          <a:xfrm>
            <a:off x="5943451" y="2870128"/>
            <a:ext cx="165095" cy="165095"/>
          </a:xfrm>
          <a:prstGeom prst="ellipse">
            <a:avLst/>
          </a:prstGeom>
          <a:solidFill>
            <a:srgbClr val="FF7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4" name="Oval 123"/>
          <p:cNvSpPr/>
          <p:nvPr/>
        </p:nvSpPr>
        <p:spPr>
          <a:xfrm>
            <a:off x="6184745" y="2870128"/>
            <a:ext cx="165095" cy="165095"/>
          </a:xfrm>
          <a:prstGeom prst="ellipse">
            <a:avLst/>
          </a:prstGeom>
          <a:solidFill>
            <a:srgbClr val="FF7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5" name="Oval 124"/>
          <p:cNvSpPr/>
          <p:nvPr/>
        </p:nvSpPr>
        <p:spPr>
          <a:xfrm>
            <a:off x="634984" y="3111422"/>
            <a:ext cx="165095" cy="165095"/>
          </a:xfrm>
          <a:prstGeom prst="ellipse">
            <a:avLst/>
          </a:prstGeom>
          <a:solidFill>
            <a:srgbClr val="FF7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6" name="Oval 125"/>
          <p:cNvSpPr/>
          <p:nvPr/>
        </p:nvSpPr>
        <p:spPr>
          <a:xfrm>
            <a:off x="876278" y="3111422"/>
            <a:ext cx="165095" cy="165095"/>
          </a:xfrm>
          <a:prstGeom prst="ellipse">
            <a:avLst/>
          </a:prstGeom>
          <a:solidFill>
            <a:srgbClr val="FF7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7" name="Oval 126"/>
          <p:cNvSpPr/>
          <p:nvPr/>
        </p:nvSpPr>
        <p:spPr>
          <a:xfrm>
            <a:off x="1117572" y="3111422"/>
            <a:ext cx="165095" cy="165095"/>
          </a:xfrm>
          <a:prstGeom prst="ellipse">
            <a:avLst/>
          </a:prstGeom>
          <a:solidFill>
            <a:srgbClr val="FF7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8" name="Oval 127"/>
          <p:cNvSpPr/>
          <p:nvPr/>
        </p:nvSpPr>
        <p:spPr>
          <a:xfrm>
            <a:off x="1358866" y="3111422"/>
            <a:ext cx="165095" cy="165095"/>
          </a:xfrm>
          <a:prstGeom prst="ellipse">
            <a:avLst/>
          </a:prstGeom>
          <a:solidFill>
            <a:srgbClr val="FF7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9" name="Oval 128"/>
          <p:cNvSpPr/>
          <p:nvPr/>
        </p:nvSpPr>
        <p:spPr>
          <a:xfrm>
            <a:off x="1600159" y="3111422"/>
            <a:ext cx="165095" cy="165095"/>
          </a:xfrm>
          <a:prstGeom prst="ellipse">
            <a:avLst/>
          </a:prstGeom>
          <a:solidFill>
            <a:srgbClr val="FF7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0" name="Oval 129"/>
          <p:cNvSpPr/>
          <p:nvPr/>
        </p:nvSpPr>
        <p:spPr>
          <a:xfrm>
            <a:off x="1841453" y="3111422"/>
            <a:ext cx="165095" cy="165095"/>
          </a:xfrm>
          <a:prstGeom prst="ellipse">
            <a:avLst/>
          </a:prstGeom>
          <a:solidFill>
            <a:srgbClr val="FF7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1" name="Oval 130"/>
          <p:cNvSpPr/>
          <p:nvPr/>
        </p:nvSpPr>
        <p:spPr>
          <a:xfrm>
            <a:off x="2082747" y="3111422"/>
            <a:ext cx="165095" cy="165095"/>
          </a:xfrm>
          <a:prstGeom prst="ellipse">
            <a:avLst/>
          </a:prstGeom>
          <a:solidFill>
            <a:srgbClr val="FF7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2" name="Oval 131"/>
          <p:cNvSpPr/>
          <p:nvPr/>
        </p:nvSpPr>
        <p:spPr>
          <a:xfrm>
            <a:off x="2324041" y="3111422"/>
            <a:ext cx="165095" cy="165095"/>
          </a:xfrm>
          <a:prstGeom prst="ellipse">
            <a:avLst/>
          </a:prstGeom>
          <a:solidFill>
            <a:srgbClr val="FF7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3" name="Oval 132"/>
          <p:cNvSpPr/>
          <p:nvPr/>
        </p:nvSpPr>
        <p:spPr>
          <a:xfrm>
            <a:off x="2565335" y="3111422"/>
            <a:ext cx="165095" cy="165095"/>
          </a:xfrm>
          <a:prstGeom prst="ellipse">
            <a:avLst/>
          </a:prstGeom>
          <a:solidFill>
            <a:srgbClr val="FF7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4" name="Oval 133"/>
          <p:cNvSpPr/>
          <p:nvPr/>
        </p:nvSpPr>
        <p:spPr>
          <a:xfrm>
            <a:off x="2806629" y="3111422"/>
            <a:ext cx="165095" cy="165095"/>
          </a:xfrm>
          <a:prstGeom prst="ellipse">
            <a:avLst/>
          </a:prstGeom>
          <a:solidFill>
            <a:srgbClr val="FF7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5" name="Oval 134"/>
          <p:cNvSpPr/>
          <p:nvPr/>
        </p:nvSpPr>
        <p:spPr>
          <a:xfrm>
            <a:off x="3047923" y="3111422"/>
            <a:ext cx="165095" cy="165095"/>
          </a:xfrm>
          <a:prstGeom prst="ellipse">
            <a:avLst/>
          </a:prstGeom>
          <a:solidFill>
            <a:srgbClr val="FF7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6" name="Oval 135"/>
          <p:cNvSpPr/>
          <p:nvPr/>
        </p:nvSpPr>
        <p:spPr>
          <a:xfrm>
            <a:off x="3289217" y="3111422"/>
            <a:ext cx="165095" cy="165095"/>
          </a:xfrm>
          <a:prstGeom prst="ellipse">
            <a:avLst/>
          </a:prstGeom>
          <a:solidFill>
            <a:srgbClr val="FF7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7" name="Oval 136"/>
          <p:cNvSpPr/>
          <p:nvPr/>
        </p:nvSpPr>
        <p:spPr>
          <a:xfrm>
            <a:off x="3530511" y="3111422"/>
            <a:ext cx="165095" cy="165095"/>
          </a:xfrm>
          <a:prstGeom prst="ellipse">
            <a:avLst/>
          </a:prstGeom>
          <a:solidFill>
            <a:srgbClr val="FF7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8" name="Oval 137"/>
          <p:cNvSpPr/>
          <p:nvPr/>
        </p:nvSpPr>
        <p:spPr>
          <a:xfrm>
            <a:off x="3771805" y="3111422"/>
            <a:ext cx="165095" cy="165095"/>
          </a:xfrm>
          <a:prstGeom prst="ellipse">
            <a:avLst/>
          </a:prstGeom>
          <a:solidFill>
            <a:srgbClr val="FF7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9" name="Oval 138"/>
          <p:cNvSpPr/>
          <p:nvPr/>
        </p:nvSpPr>
        <p:spPr>
          <a:xfrm>
            <a:off x="4013099" y="3111422"/>
            <a:ext cx="165095" cy="165095"/>
          </a:xfrm>
          <a:prstGeom prst="ellipse">
            <a:avLst/>
          </a:prstGeom>
          <a:solidFill>
            <a:srgbClr val="FF7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0" name="Oval 139"/>
          <p:cNvSpPr/>
          <p:nvPr/>
        </p:nvSpPr>
        <p:spPr>
          <a:xfrm>
            <a:off x="4254393" y="3111422"/>
            <a:ext cx="165095" cy="165095"/>
          </a:xfrm>
          <a:prstGeom prst="ellipse">
            <a:avLst/>
          </a:prstGeom>
          <a:solidFill>
            <a:srgbClr val="FF7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1" name="Oval 140"/>
          <p:cNvSpPr/>
          <p:nvPr/>
        </p:nvSpPr>
        <p:spPr>
          <a:xfrm>
            <a:off x="4495687" y="3111422"/>
            <a:ext cx="165095" cy="165095"/>
          </a:xfrm>
          <a:prstGeom prst="ellipse">
            <a:avLst/>
          </a:prstGeom>
          <a:solidFill>
            <a:srgbClr val="FF7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2" name="Oval 141"/>
          <p:cNvSpPr/>
          <p:nvPr/>
        </p:nvSpPr>
        <p:spPr>
          <a:xfrm>
            <a:off x="4736981" y="3111422"/>
            <a:ext cx="165095" cy="165095"/>
          </a:xfrm>
          <a:prstGeom prst="ellipse">
            <a:avLst/>
          </a:prstGeom>
          <a:solidFill>
            <a:srgbClr val="FF7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3" name="Oval 142"/>
          <p:cNvSpPr/>
          <p:nvPr/>
        </p:nvSpPr>
        <p:spPr>
          <a:xfrm>
            <a:off x="4978275" y="3111422"/>
            <a:ext cx="165095" cy="165095"/>
          </a:xfrm>
          <a:prstGeom prst="ellipse">
            <a:avLst/>
          </a:prstGeom>
          <a:solidFill>
            <a:srgbClr val="FF7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4" name="Oval 143"/>
          <p:cNvSpPr/>
          <p:nvPr/>
        </p:nvSpPr>
        <p:spPr>
          <a:xfrm>
            <a:off x="5219569" y="3111422"/>
            <a:ext cx="165095" cy="165095"/>
          </a:xfrm>
          <a:prstGeom prst="ellipse">
            <a:avLst/>
          </a:prstGeom>
          <a:solidFill>
            <a:srgbClr val="FF7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5" name="Oval 144"/>
          <p:cNvSpPr/>
          <p:nvPr/>
        </p:nvSpPr>
        <p:spPr>
          <a:xfrm>
            <a:off x="5460863" y="3111422"/>
            <a:ext cx="165095" cy="165095"/>
          </a:xfrm>
          <a:prstGeom prst="ellipse">
            <a:avLst/>
          </a:prstGeom>
          <a:solidFill>
            <a:srgbClr val="FF7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6" name="Oval 145"/>
          <p:cNvSpPr/>
          <p:nvPr/>
        </p:nvSpPr>
        <p:spPr>
          <a:xfrm>
            <a:off x="5702157" y="3111422"/>
            <a:ext cx="165095" cy="165095"/>
          </a:xfrm>
          <a:prstGeom prst="ellipse">
            <a:avLst/>
          </a:prstGeom>
          <a:solidFill>
            <a:srgbClr val="FF7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7" name="Oval 146"/>
          <p:cNvSpPr/>
          <p:nvPr/>
        </p:nvSpPr>
        <p:spPr>
          <a:xfrm>
            <a:off x="5943451" y="3111422"/>
            <a:ext cx="165095" cy="165095"/>
          </a:xfrm>
          <a:prstGeom prst="ellipse">
            <a:avLst/>
          </a:prstGeom>
          <a:solidFill>
            <a:srgbClr val="FF7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8" name="Oval 147"/>
          <p:cNvSpPr/>
          <p:nvPr/>
        </p:nvSpPr>
        <p:spPr>
          <a:xfrm>
            <a:off x="6184745" y="3111422"/>
            <a:ext cx="165095" cy="165095"/>
          </a:xfrm>
          <a:prstGeom prst="ellipse">
            <a:avLst/>
          </a:prstGeom>
          <a:solidFill>
            <a:srgbClr val="FF7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9" name="TextBox 148"/>
          <p:cNvSpPr txBox="1"/>
          <p:nvPr/>
        </p:nvSpPr>
        <p:spPr>
          <a:xfrm>
            <a:off x="634984" y="3301917"/>
            <a:ext cx="2539936" cy="230448"/>
          </a:xfrm>
          <a:prstGeom prst="rect">
            <a:avLst/>
          </a:prstGeom>
          <a:noFill/>
        </p:spPr>
        <p:txBody>
          <a:bodyPr wrap="square" lIns="0" tIns="0" rIns="0" bIns="0" anchor="t">
            <a:spAutoFit/>
          </a:bodyPr>
          <a:lstStyle/>
          <a:p>
            <a:pPr algn="l">
              <a:lnSpc>
                <a:spcPct val="125000"/>
              </a:lnSpc>
            </a:pPr>
            <a:r>
              <a:rPr lang="nl-BE" sz="1300" b="1" spc="140">
                <a:solidFill>
                  <a:srgbClr val="52BDEC"/>
                </a:solidFill>
                <a:latin typeface="Consolas"/>
              </a:rPr>
              <a:t>72 OPTIMAL CARE</a:t>
            </a:r>
            <a:endParaRPr sz="1300" b="1" spc="140">
              <a:solidFill>
                <a:srgbClr val="52BDEC"/>
              </a:solidFill>
              <a:latin typeface="Consolas"/>
            </a:endParaRPr>
          </a:p>
        </p:txBody>
      </p:sp>
      <p:sp>
        <p:nvSpPr>
          <p:cNvPr id="150" name="TextBox 149"/>
          <p:cNvSpPr txBox="1"/>
          <p:nvPr/>
        </p:nvSpPr>
        <p:spPr>
          <a:xfrm>
            <a:off x="2412939" y="3301917"/>
            <a:ext cx="2539936" cy="230448"/>
          </a:xfrm>
          <a:prstGeom prst="rect">
            <a:avLst/>
          </a:prstGeom>
          <a:noFill/>
        </p:spPr>
        <p:txBody>
          <a:bodyPr wrap="square" lIns="0" tIns="0" rIns="0" bIns="0" anchor="t">
            <a:spAutoFit/>
          </a:bodyPr>
          <a:lstStyle/>
          <a:p>
            <a:pPr algn="l">
              <a:lnSpc>
                <a:spcPct val="125000"/>
              </a:lnSpc>
            </a:pPr>
            <a:r>
              <a:rPr lang="nl-BE" sz="1300" b="1" spc="140">
                <a:solidFill>
                  <a:srgbClr val="FF7A00"/>
                </a:solidFill>
                <a:latin typeface="Consolas"/>
              </a:rPr>
              <a:t>72 USUAL CARE</a:t>
            </a:r>
            <a:endParaRPr sz="1300" b="1" spc="140">
              <a:solidFill>
                <a:srgbClr val="FF7A00"/>
              </a:solidFill>
              <a:latin typeface="Consolas"/>
            </a:endParaRPr>
          </a:p>
        </p:txBody>
      </p:sp>
      <p:sp>
        <p:nvSpPr>
          <p:cNvPr id="151" name="Rounded Rectangle 150"/>
          <p:cNvSpPr/>
          <p:nvPr/>
        </p:nvSpPr>
        <p:spPr>
          <a:xfrm>
            <a:off x="634984" y="3733706"/>
            <a:ext cx="5384538" cy="698482"/>
          </a:xfrm>
          <a:prstGeom prst="roundRect">
            <a:avLst>
              <a:gd name="adj" fmla="val 4500"/>
            </a:avLst>
          </a:prstGeom>
          <a:solidFill>
            <a:srgbClr val="0A2A44"/>
          </a:solidFill>
          <a:ln w="9525">
            <a:solidFill>
              <a:srgbClr val="215B8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2" name="TextBox 151"/>
          <p:cNvSpPr txBox="1"/>
          <p:nvPr/>
        </p:nvSpPr>
        <p:spPr>
          <a:xfrm>
            <a:off x="825479" y="3848003"/>
            <a:ext cx="5003547" cy="215894"/>
          </a:xfrm>
          <a:prstGeom prst="rect">
            <a:avLst/>
          </a:prstGeom>
          <a:noFill/>
        </p:spPr>
        <p:txBody>
          <a:bodyPr wrap="square" lIns="0" tIns="0" rIns="0" bIns="0" anchor="t">
            <a:spAutoFit/>
          </a:bodyPr>
          <a:lstStyle/>
          <a:p>
            <a:pPr algn="l">
              <a:lnSpc>
                <a:spcPct val="125000"/>
              </a:lnSpc>
            </a:pPr>
            <a:r>
              <a:rPr sz="1200" b="1" spc="140">
                <a:solidFill>
                  <a:srgbClr val="52BDEC"/>
                </a:solidFill>
                <a:latin typeface="Consolas"/>
              </a:rPr>
              <a:t>PER CENTRUM</a:t>
            </a:r>
          </a:p>
        </p:txBody>
      </p:sp>
      <p:sp>
        <p:nvSpPr>
          <p:cNvPr id="153" name="TextBox 152"/>
          <p:cNvSpPr txBox="1"/>
          <p:nvPr/>
        </p:nvSpPr>
        <p:spPr>
          <a:xfrm>
            <a:off x="825479" y="4089297"/>
            <a:ext cx="5003547" cy="268663"/>
          </a:xfrm>
          <a:prstGeom prst="rect">
            <a:avLst/>
          </a:prstGeom>
          <a:noFill/>
        </p:spPr>
        <p:txBody>
          <a:bodyPr wrap="square" lIns="0" tIns="0" rIns="0" bIns="0" anchor="t">
            <a:spAutoFit/>
          </a:bodyPr>
          <a:lstStyle/>
          <a:p>
            <a:pPr algn="l">
              <a:lnSpc>
                <a:spcPct val="125000"/>
              </a:lnSpc>
            </a:pPr>
            <a:r>
              <a:rPr lang="en-US" sz="1550" b="0">
                <a:solidFill>
                  <a:srgbClr val="F2F8FC"/>
                </a:solidFill>
                <a:latin typeface="Segoe UI"/>
              </a:rPr>
              <a:t>24 deelnemers — 12 Optimal Care en 12 Usual Care</a:t>
            </a:r>
            <a:endParaRPr sz="1550" b="0">
              <a:solidFill>
                <a:srgbClr val="F2F8FC"/>
              </a:solidFill>
              <a:latin typeface="Segoe UI"/>
            </a:endParaRPr>
          </a:p>
        </p:txBody>
      </p:sp>
      <p:sp>
        <p:nvSpPr>
          <p:cNvPr id="154" name="Rounded Rectangle 153"/>
          <p:cNvSpPr/>
          <p:nvPr/>
        </p:nvSpPr>
        <p:spPr>
          <a:xfrm>
            <a:off x="6171918" y="3733706"/>
            <a:ext cx="5384538" cy="698482"/>
          </a:xfrm>
          <a:prstGeom prst="roundRect">
            <a:avLst>
              <a:gd name="adj" fmla="val 4500"/>
            </a:avLst>
          </a:prstGeom>
          <a:solidFill>
            <a:srgbClr val="0A2A44"/>
          </a:solidFill>
          <a:ln w="9525">
            <a:solidFill>
              <a:srgbClr val="215B8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5" name="TextBox 154"/>
          <p:cNvSpPr txBox="1"/>
          <p:nvPr/>
        </p:nvSpPr>
        <p:spPr>
          <a:xfrm>
            <a:off x="6362413" y="3848003"/>
            <a:ext cx="5003547" cy="215894"/>
          </a:xfrm>
          <a:prstGeom prst="rect">
            <a:avLst/>
          </a:prstGeom>
          <a:noFill/>
        </p:spPr>
        <p:txBody>
          <a:bodyPr wrap="square" lIns="0" tIns="0" rIns="0" bIns="0" anchor="t">
            <a:spAutoFit/>
          </a:bodyPr>
          <a:lstStyle/>
          <a:p>
            <a:pPr algn="l">
              <a:lnSpc>
                <a:spcPct val="125000"/>
              </a:lnSpc>
            </a:pPr>
            <a:r>
              <a:rPr lang="nl-BE" sz="1200" b="1" spc="140">
                <a:solidFill>
                  <a:srgbClr val="52BDEC"/>
                </a:solidFill>
                <a:latin typeface="Consolas"/>
              </a:rPr>
              <a:t>USUAL CARE</a:t>
            </a:r>
            <a:endParaRPr sz="1200" b="1" spc="140">
              <a:solidFill>
                <a:srgbClr val="52BDEC"/>
              </a:solidFill>
              <a:latin typeface="Consolas"/>
            </a:endParaRPr>
          </a:p>
        </p:txBody>
      </p:sp>
      <p:sp>
        <p:nvSpPr>
          <p:cNvPr id="156" name="TextBox 155"/>
          <p:cNvSpPr txBox="1"/>
          <p:nvPr/>
        </p:nvSpPr>
        <p:spPr>
          <a:xfrm>
            <a:off x="6362413" y="4089297"/>
            <a:ext cx="5003547" cy="268663"/>
          </a:xfrm>
          <a:prstGeom prst="rect">
            <a:avLst/>
          </a:prstGeom>
          <a:noFill/>
        </p:spPr>
        <p:txBody>
          <a:bodyPr wrap="square" lIns="0" tIns="0" rIns="0" bIns="0" anchor="t">
            <a:spAutoFit/>
          </a:bodyPr>
          <a:lstStyle/>
          <a:p>
            <a:pPr algn="l">
              <a:lnSpc>
                <a:spcPct val="125000"/>
              </a:lnSpc>
            </a:pPr>
            <a:r>
              <a:rPr lang="nl-NL" sz="1550" b="0">
                <a:solidFill>
                  <a:srgbClr val="F2F8FC"/>
                </a:solidFill>
                <a:latin typeface="Segoe UI"/>
              </a:rPr>
              <a:t>Dezelfde zool, zonder drukdoel, feedback of SEBIA</a:t>
            </a:r>
            <a:endParaRPr sz="1550" b="0">
              <a:solidFill>
                <a:srgbClr val="F2F8FC"/>
              </a:solidFill>
              <a:latin typeface="Segoe UI"/>
            </a:endParaRPr>
          </a:p>
        </p:txBody>
      </p:sp>
      <p:sp>
        <p:nvSpPr>
          <p:cNvPr id="157" name="Rounded Rectangle 156"/>
          <p:cNvSpPr/>
          <p:nvPr/>
        </p:nvSpPr>
        <p:spPr>
          <a:xfrm>
            <a:off x="634984" y="4533786"/>
            <a:ext cx="5384538" cy="698482"/>
          </a:xfrm>
          <a:prstGeom prst="roundRect">
            <a:avLst>
              <a:gd name="adj" fmla="val 4500"/>
            </a:avLst>
          </a:prstGeom>
          <a:solidFill>
            <a:srgbClr val="0A2A44"/>
          </a:solidFill>
          <a:ln w="9525">
            <a:solidFill>
              <a:srgbClr val="215B8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8" name="TextBox 157"/>
          <p:cNvSpPr txBox="1"/>
          <p:nvPr/>
        </p:nvSpPr>
        <p:spPr>
          <a:xfrm>
            <a:off x="825479" y="4648083"/>
            <a:ext cx="5003547" cy="215894"/>
          </a:xfrm>
          <a:prstGeom prst="rect">
            <a:avLst/>
          </a:prstGeom>
          <a:noFill/>
        </p:spPr>
        <p:txBody>
          <a:bodyPr wrap="square" lIns="0" tIns="0" rIns="0" bIns="0" anchor="t">
            <a:spAutoFit/>
          </a:bodyPr>
          <a:lstStyle/>
          <a:p>
            <a:pPr algn="l">
              <a:lnSpc>
                <a:spcPct val="125000"/>
              </a:lnSpc>
            </a:pPr>
            <a:r>
              <a:rPr sz="1200" b="1" spc="140">
                <a:solidFill>
                  <a:srgbClr val="52BDEC"/>
                </a:solidFill>
                <a:latin typeface="Consolas"/>
              </a:rPr>
              <a:t>PRIMAIR</a:t>
            </a:r>
          </a:p>
        </p:txBody>
      </p:sp>
      <p:sp>
        <p:nvSpPr>
          <p:cNvPr id="159" name="TextBox 158"/>
          <p:cNvSpPr txBox="1"/>
          <p:nvPr/>
        </p:nvSpPr>
        <p:spPr>
          <a:xfrm>
            <a:off x="825479" y="4889377"/>
            <a:ext cx="5003547" cy="292092"/>
          </a:xfrm>
          <a:prstGeom prst="rect">
            <a:avLst/>
          </a:prstGeom>
          <a:noFill/>
        </p:spPr>
        <p:txBody>
          <a:bodyPr wrap="square" lIns="0" tIns="0" rIns="0" bIns="0" anchor="t">
            <a:spAutoFit/>
          </a:bodyPr>
          <a:lstStyle/>
          <a:p>
            <a:pPr algn="l">
              <a:lnSpc>
                <a:spcPct val="125000"/>
              </a:lnSpc>
            </a:pPr>
            <a:r>
              <a:rPr sz="1550" b="0">
                <a:solidFill>
                  <a:srgbClr val="F2F8FC"/>
                </a:solidFill>
                <a:latin typeface="Segoe UI"/>
              </a:rPr>
              <a:t>Recidief op 18 maanden</a:t>
            </a:r>
          </a:p>
        </p:txBody>
      </p:sp>
      <p:sp>
        <p:nvSpPr>
          <p:cNvPr id="160" name="Rounded Rectangle 159"/>
          <p:cNvSpPr/>
          <p:nvPr/>
        </p:nvSpPr>
        <p:spPr>
          <a:xfrm>
            <a:off x="6171918" y="4533786"/>
            <a:ext cx="5384538" cy="698482"/>
          </a:xfrm>
          <a:prstGeom prst="roundRect">
            <a:avLst>
              <a:gd name="adj" fmla="val 4500"/>
            </a:avLst>
          </a:prstGeom>
          <a:solidFill>
            <a:srgbClr val="0A2A44"/>
          </a:solidFill>
          <a:ln w="9525">
            <a:solidFill>
              <a:srgbClr val="215B8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1" name="TextBox 160"/>
          <p:cNvSpPr txBox="1"/>
          <p:nvPr/>
        </p:nvSpPr>
        <p:spPr>
          <a:xfrm>
            <a:off x="6362413" y="4648083"/>
            <a:ext cx="5003547" cy="215894"/>
          </a:xfrm>
          <a:prstGeom prst="rect">
            <a:avLst/>
          </a:prstGeom>
          <a:noFill/>
        </p:spPr>
        <p:txBody>
          <a:bodyPr wrap="square" lIns="0" tIns="0" rIns="0" bIns="0" anchor="t">
            <a:spAutoFit/>
          </a:bodyPr>
          <a:lstStyle/>
          <a:p>
            <a:pPr algn="l">
              <a:lnSpc>
                <a:spcPct val="125000"/>
              </a:lnSpc>
            </a:pPr>
            <a:r>
              <a:rPr sz="1200" b="1" spc="140">
                <a:solidFill>
                  <a:srgbClr val="52BDEC"/>
                </a:solidFill>
                <a:latin typeface="Consolas"/>
              </a:rPr>
              <a:t>POSITIEF</a:t>
            </a:r>
          </a:p>
        </p:txBody>
      </p:sp>
      <p:sp>
        <p:nvSpPr>
          <p:cNvPr id="162" name="TextBox 161"/>
          <p:cNvSpPr txBox="1"/>
          <p:nvPr/>
        </p:nvSpPr>
        <p:spPr>
          <a:xfrm>
            <a:off x="6362413" y="4889377"/>
            <a:ext cx="5003547" cy="292092"/>
          </a:xfrm>
          <a:prstGeom prst="rect">
            <a:avLst/>
          </a:prstGeom>
          <a:noFill/>
        </p:spPr>
        <p:txBody>
          <a:bodyPr wrap="square" lIns="0" tIns="0" rIns="0" bIns="0" anchor="t">
            <a:spAutoFit/>
          </a:bodyPr>
          <a:lstStyle/>
          <a:p>
            <a:pPr algn="l">
              <a:lnSpc>
                <a:spcPct val="125000"/>
              </a:lnSpc>
            </a:pPr>
            <a:r>
              <a:rPr sz="1550" b="0" dirty="0">
                <a:solidFill>
                  <a:srgbClr val="F2F8FC"/>
                </a:solidFill>
                <a:latin typeface="Segoe UI"/>
              </a:rPr>
              <a:t>Alleen </a:t>
            </a:r>
            <a:r>
              <a:rPr sz="1550" b="0" dirty="0" err="1">
                <a:solidFill>
                  <a:srgbClr val="F2F8FC"/>
                </a:solidFill>
                <a:latin typeface="Segoe UI"/>
              </a:rPr>
              <a:t>als</a:t>
            </a:r>
            <a:r>
              <a:rPr sz="1550" b="0" dirty="0">
                <a:solidFill>
                  <a:srgbClr val="F2F8FC"/>
                </a:solidFill>
                <a:latin typeface="Segoe UI"/>
              </a:rPr>
              <a:t> het </a:t>
            </a:r>
            <a:r>
              <a:rPr sz="1550" b="0" dirty="0" err="1">
                <a:solidFill>
                  <a:srgbClr val="F2F8FC"/>
                </a:solidFill>
                <a:latin typeface="Segoe UI"/>
              </a:rPr>
              <a:t>eindpunt</a:t>
            </a:r>
            <a:r>
              <a:rPr sz="1550" b="0" dirty="0">
                <a:solidFill>
                  <a:srgbClr val="F2F8FC"/>
                </a:solidFill>
                <a:latin typeface="Segoe UI"/>
              </a:rPr>
              <a:t> </a:t>
            </a:r>
            <a:r>
              <a:rPr sz="1550" b="0" dirty="0" err="1">
                <a:solidFill>
                  <a:srgbClr val="F2F8FC"/>
                </a:solidFill>
                <a:latin typeface="Segoe UI"/>
              </a:rPr>
              <a:t>behaald</a:t>
            </a:r>
            <a:r>
              <a:rPr sz="1550" b="0" dirty="0">
                <a:solidFill>
                  <a:srgbClr val="F2F8FC"/>
                </a:solidFill>
                <a:latin typeface="Segoe UI"/>
              </a:rPr>
              <a:t> is</a:t>
            </a:r>
          </a:p>
        </p:txBody>
      </p:sp>
      <p:sp>
        <p:nvSpPr>
          <p:cNvPr id="163" name="Rectangle 162"/>
          <p:cNvSpPr/>
          <p:nvPr/>
        </p:nvSpPr>
        <p:spPr>
          <a:xfrm>
            <a:off x="634984" y="5448163"/>
            <a:ext cx="10921726" cy="9524"/>
          </a:xfrm>
          <a:prstGeom prst="rect">
            <a:avLst/>
          </a:prstGeom>
          <a:solidFill>
            <a:srgbClr val="215B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4" name="TextBox 163"/>
          <p:cNvSpPr txBox="1"/>
          <p:nvPr/>
        </p:nvSpPr>
        <p:spPr>
          <a:xfrm>
            <a:off x="634984" y="5575160"/>
            <a:ext cx="5714857" cy="215894"/>
          </a:xfrm>
          <a:prstGeom prst="rect">
            <a:avLst/>
          </a:prstGeom>
          <a:noFill/>
        </p:spPr>
        <p:txBody>
          <a:bodyPr wrap="square" lIns="0" tIns="0" rIns="0" bIns="0" anchor="t">
            <a:spAutoFit/>
          </a:bodyPr>
          <a:lstStyle/>
          <a:p>
            <a:pPr algn="l">
              <a:lnSpc>
                <a:spcPct val="125000"/>
              </a:lnSpc>
            </a:pPr>
            <a:r>
              <a:rPr sz="1200" b="1" spc="140">
                <a:solidFill>
                  <a:srgbClr val="8FB6D0"/>
                </a:solidFill>
                <a:latin typeface="Consolas"/>
              </a:rPr>
              <a:t>DE ZES DEELNEMENDE VOETKLINIEKEN</a:t>
            </a:r>
          </a:p>
        </p:txBody>
      </p:sp>
      <p:sp>
        <p:nvSpPr>
          <p:cNvPr id="165" name="Rounded Rectangle 164"/>
          <p:cNvSpPr/>
          <p:nvPr/>
        </p:nvSpPr>
        <p:spPr>
          <a:xfrm>
            <a:off x="634984" y="5879952"/>
            <a:ext cx="1752556" cy="330191"/>
          </a:xfrm>
          <a:prstGeom prst="roundRect">
            <a:avLst>
              <a:gd name="adj" fmla="val 4500"/>
            </a:avLst>
          </a:prstGeom>
          <a:solidFill>
            <a:srgbClr val="113A57"/>
          </a:solidFill>
          <a:ln w="9525">
            <a:solidFill>
              <a:srgbClr val="215B8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6" name="TextBox 165"/>
          <p:cNvSpPr txBox="1"/>
          <p:nvPr/>
        </p:nvSpPr>
        <p:spPr>
          <a:xfrm>
            <a:off x="634984" y="5975200"/>
            <a:ext cx="1752556" cy="215894"/>
          </a:xfrm>
          <a:prstGeom prst="rect">
            <a:avLst/>
          </a:prstGeom>
          <a:noFill/>
        </p:spPr>
        <p:txBody>
          <a:bodyPr wrap="none" lIns="0" tIns="0" rIns="0" bIns="0" anchor="t">
            <a:spAutoFit/>
          </a:bodyPr>
          <a:lstStyle/>
          <a:p>
            <a:pPr algn="ctr">
              <a:lnSpc>
                <a:spcPct val="125000"/>
              </a:lnSpc>
            </a:pPr>
            <a:r>
              <a:rPr sz="1300" b="1">
                <a:solidFill>
                  <a:srgbClr val="F2F8FC"/>
                </a:solidFill>
                <a:latin typeface="Segoe UI"/>
              </a:rPr>
              <a:t>AZORG</a:t>
            </a:r>
          </a:p>
        </p:txBody>
      </p:sp>
      <p:sp>
        <p:nvSpPr>
          <p:cNvPr id="167" name="Rounded Rectangle 166"/>
          <p:cNvSpPr/>
          <p:nvPr/>
        </p:nvSpPr>
        <p:spPr>
          <a:xfrm>
            <a:off x="2463738" y="5879952"/>
            <a:ext cx="1752556" cy="330191"/>
          </a:xfrm>
          <a:prstGeom prst="roundRect">
            <a:avLst>
              <a:gd name="adj" fmla="val 4500"/>
            </a:avLst>
          </a:prstGeom>
          <a:solidFill>
            <a:srgbClr val="113A57"/>
          </a:solidFill>
          <a:ln w="9525">
            <a:solidFill>
              <a:srgbClr val="215B8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8" name="TextBox 167"/>
          <p:cNvSpPr txBox="1"/>
          <p:nvPr/>
        </p:nvSpPr>
        <p:spPr>
          <a:xfrm>
            <a:off x="2463738" y="5975200"/>
            <a:ext cx="1752556" cy="215894"/>
          </a:xfrm>
          <a:prstGeom prst="rect">
            <a:avLst/>
          </a:prstGeom>
          <a:noFill/>
        </p:spPr>
        <p:txBody>
          <a:bodyPr wrap="none" lIns="0" tIns="0" rIns="0" bIns="0" anchor="t">
            <a:spAutoFit/>
          </a:bodyPr>
          <a:lstStyle/>
          <a:p>
            <a:pPr algn="ctr">
              <a:lnSpc>
                <a:spcPct val="125000"/>
              </a:lnSpc>
            </a:pPr>
            <a:r>
              <a:rPr sz="1300" b="1">
                <a:solidFill>
                  <a:srgbClr val="F2F8FC"/>
                </a:solidFill>
                <a:latin typeface="Segoe UI"/>
              </a:rPr>
              <a:t>AZ Sint-Jan Brugge</a:t>
            </a:r>
          </a:p>
        </p:txBody>
      </p:sp>
      <p:sp>
        <p:nvSpPr>
          <p:cNvPr id="169" name="Rounded Rectangle 168"/>
          <p:cNvSpPr/>
          <p:nvPr/>
        </p:nvSpPr>
        <p:spPr>
          <a:xfrm>
            <a:off x="4292492" y="5879952"/>
            <a:ext cx="1752556" cy="330191"/>
          </a:xfrm>
          <a:prstGeom prst="roundRect">
            <a:avLst>
              <a:gd name="adj" fmla="val 4500"/>
            </a:avLst>
          </a:prstGeom>
          <a:solidFill>
            <a:srgbClr val="113A57"/>
          </a:solidFill>
          <a:ln w="9525">
            <a:solidFill>
              <a:srgbClr val="215B8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0" name="TextBox 169"/>
          <p:cNvSpPr txBox="1"/>
          <p:nvPr/>
        </p:nvSpPr>
        <p:spPr>
          <a:xfrm>
            <a:off x="4292492" y="5975200"/>
            <a:ext cx="1752556" cy="215894"/>
          </a:xfrm>
          <a:prstGeom prst="rect">
            <a:avLst/>
          </a:prstGeom>
          <a:noFill/>
        </p:spPr>
        <p:txBody>
          <a:bodyPr wrap="none" lIns="0" tIns="0" rIns="0" bIns="0" anchor="t">
            <a:spAutoFit/>
          </a:bodyPr>
          <a:lstStyle/>
          <a:p>
            <a:pPr algn="ctr">
              <a:lnSpc>
                <a:spcPct val="125000"/>
              </a:lnSpc>
            </a:pPr>
            <a:r>
              <a:rPr sz="1300" b="1">
                <a:solidFill>
                  <a:srgbClr val="F2F8FC"/>
                </a:solidFill>
                <a:latin typeface="Segoe UI"/>
              </a:rPr>
              <a:t>AZ Groeninge</a:t>
            </a:r>
          </a:p>
        </p:txBody>
      </p:sp>
      <p:sp>
        <p:nvSpPr>
          <p:cNvPr id="171" name="Rounded Rectangle 170"/>
          <p:cNvSpPr/>
          <p:nvPr/>
        </p:nvSpPr>
        <p:spPr>
          <a:xfrm>
            <a:off x="6121246" y="5879952"/>
            <a:ext cx="1752556" cy="330191"/>
          </a:xfrm>
          <a:prstGeom prst="roundRect">
            <a:avLst>
              <a:gd name="adj" fmla="val 4500"/>
            </a:avLst>
          </a:prstGeom>
          <a:solidFill>
            <a:srgbClr val="113A57"/>
          </a:solidFill>
          <a:ln w="9525">
            <a:solidFill>
              <a:srgbClr val="215B8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2" name="TextBox 171"/>
          <p:cNvSpPr txBox="1"/>
          <p:nvPr/>
        </p:nvSpPr>
        <p:spPr>
          <a:xfrm>
            <a:off x="6121246" y="5975200"/>
            <a:ext cx="1752556" cy="215894"/>
          </a:xfrm>
          <a:prstGeom prst="rect">
            <a:avLst/>
          </a:prstGeom>
          <a:noFill/>
        </p:spPr>
        <p:txBody>
          <a:bodyPr wrap="none" lIns="0" tIns="0" rIns="0" bIns="0" anchor="t">
            <a:spAutoFit/>
          </a:bodyPr>
          <a:lstStyle/>
          <a:p>
            <a:pPr algn="ctr">
              <a:lnSpc>
                <a:spcPct val="125000"/>
              </a:lnSpc>
            </a:pPr>
            <a:r>
              <a:rPr sz="1300" b="1">
                <a:solidFill>
                  <a:srgbClr val="F2F8FC"/>
                </a:solidFill>
                <a:latin typeface="Segoe UI"/>
              </a:rPr>
              <a:t>UZ Gent</a:t>
            </a:r>
          </a:p>
        </p:txBody>
      </p:sp>
      <p:sp>
        <p:nvSpPr>
          <p:cNvPr id="173" name="Rounded Rectangle 172"/>
          <p:cNvSpPr/>
          <p:nvPr/>
        </p:nvSpPr>
        <p:spPr>
          <a:xfrm>
            <a:off x="7950001" y="5879952"/>
            <a:ext cx="1752556" cy="330191"/>
          </a:xfrm>
          <a:prstGeom prst="roundRect">
            <a:avLst>
              <a:gd name="adj" fmla="val 4500"/>
            </a:avLst>
          </a:prstGeom>
          <a:solidFill>
            <a:srgbClr val="113A57"/>
          </a:solidFill>
          <a:ln w="9525">
            <a:solidFill>
              <a:srgbClr val="215B8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4" name="TextBox 173"/>
          <p:cNvSpPr txBox="1"/>
          <p:nvPr/>
        </p:nvSpPr>
        <p:spPr>
          <a:xfrm>
            <a:off x="7950001" y="5975200"/>
            <a:ext cx="1752556" cy="215894"/>
          </a:xfrm>
          <a:prstGeom prst="rect">
            <a:avLst/>
          </a:prstGeom>
          <a:noFill/>
        </p:spPr>
        <p:txBody>
          <a:bodyPr wrap="none" lIns="0" tIns="0" rIns="0" bIns="0" anchor="t">
            <a:spAutoFit/>
          </a:bodyPr>
          <a:lstStyle/>
          <a:p>
            <a:pPr algn="ctr">
              <a:lnSpc>
                <a:spcPct val="125000"/>
              </a:lnSpc>
            </a:pPr>
            <a:r>
              <a:rPr sz="1300" b="1">
                <a:solidFill>
                  <a:srgbClr val="F2F8FC"/>
                </a:solidFill>
                <a:latin typeface="Segoe UI"/>
              </a:rPr>
              <a:t>UZ Leuven</a:t>
            </a:r>
          </a:p>
        </p:txBody>
      </p:sp>
      <p:sp>
        <p:nvSpPr>
          <p:cNvPr id="175" name="Rounded Rectangle 174"/>
          <p:cNvSpPr/>
          <p:nvPr/>
        </p:nvSpPr>
        <p:spPr>
          <a:xfrm>
            <a:off x="9778755" y="5879952"/>
            <a:ext cx="1752556" cy="330191"/>
          </a:xfrm>
          <a:prstGeom prst="roundRect">
            <a:avLst>
              <a:gd name="adj" fmla="val 4500"/>
            </a:avLst>
          </a:prstGeom>
          <a:solidFill>
            <a:srgbClr val="113A57"/>
          </a:solidFill>
          <a:ln w="9525">
            <a:solidFill>
              <a:srgbClr val="215B8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6" name="TextBox 175"/>
          <p:cNvSpPr txBox="1"/>
          <p:nvPr/>
        </p:nvSpPr>
        <p:spPr>
          <a:xfrm>
            <a:off x="9778755" y="5975200"/>
            <a:ext cx="1752556" cy="215894"/>
          </a:xfrm>
          <a:prstGeom prst="rect">
            <a:avLst/>
          </a:prstGeom>
          <a:noFill/>
        </p:spPr>
        <p:txBody>
          <a:bodyPr wrap="none" lIns="0" tIns="0" rIns="0" bIns="0" anchor="t">
            <a:spAutoFit/>
          </a:bodyPr>
          <a:lstStyle/>
          <a:p>
            <a:pPr algn="ctr">
              <a:lnSpc>
                <a:spcPct val="125000"/>
              </a:lnSpc>
            </a:pPr>
            <a:r>
              <a:rPr sz="1300" b="1">
                <a:solidFill>
                  <a:srgbClr val="F2F8FC"/>
                </a:solidFill>
                <a:latin typeface="Segoe UI"/>
              </a:rPr>
              <a:t>UZ Antwerpen</a:t>
            </a:r>
          </a:p>
        </p:txBody>
      </p:sp>
      <p:sp>
        <p:nvSpPr>
          <p:cNvPr id="177" name="TextBox 176"/>
          <p:cNvSpPr txBox="1"/>
          <p:nvPr/>
        </p:nvSpPr>
        <p:spPr>
          <a:xfrm>
            <a:off x="10540736" y="6387940"/>
            <a:ext cx="1015974" cy="186141"/>
          </a:xfrm>
          <a:prstGeom prst="rect">
            <a:avLst/>
          </a:prstGeom>
          <a:noFill/>
        </p:spPr>
        <p:txBody>
          <a:bodyPr wrap="square" lIns="0" tIns="0" rIns="0" bIns="0" anchor="t">
            <a:spAutoFit/>
          </a:bodyPr>
          <a:lstStyle/>
          <a:p>
            <a:pPr algn="r">
              <a:lnSpc>
                <a:spcPct val="125000"/>
              </a:lnSpc>
            </a:pPr>
            <a:r>
              <a:rPr lang="nl-BE" sz="1050" b="0">
                <a:solidFill>
                  <a:srgbClr val="8FB6D0"/>
                </a:solidFill>
                <a:latin typeface="Consolas"/>
              </a:rPr>
              <a:t>02 / 31</a:t>
            </a:r>
            <a:endParaRPr sz="1050" b="0">
              <a:solidFill>
                <a:srgbClr val="8FB6D0"/>
              </a:solidFill>
              <a:latin typeface="Consolas"/>
            </a:endParaRPr>
          </a:p>
        </p:txBody>
      </p:sp>
      <p:pic>
        <p:nvPicPr>
          <p:cNvPr id="178" name="merk" descr="merk.png"/>
          <p:cNvPicPr>
            <a:picLocks noChangeAspect="1"/>
          </p:cNvPicPr>
          <p:nvPr/>
        </p:nvPicPr>
        <p:blipFill>
          <a:blip r:embed="rId3"/>
          <a:stretch>
            <a:fillRect/>
          </a:stretch>
        </p:blipFill>
        <p:spPr>
          <a:xfrm>
            <a:off x="11094166" y="368290"/>
            <a:ext cx="417101" cy="482587"/>
          </a:xfrm>
          <a:prstGeom prst="rect">
            <a:avLst/>
          </a:prstGeom>
        </p:spPr>
      </p:pic>
      <p:sp>
        <p:nvSpPr>
          <p:cNvPr id="179" name="TextBox 178"/>
          <p:cNvSpPr txBox="1"/>
          <p:nvPr/>
        </p:nvSpPr>
        <p:spPr>
          <a:xfrm>
            <a:off x="634984" y="6629234"/>
            <a:ext cx="10921726" cy="177795"/>
          </a:xfrm>
          <a:prstGeom prst="rect">
            <a:avLst/>
          </a:prstGeom>
          <a:noFill/>
        </p:spPr>
        <p:txBody>
          <a:bodyPr wrap="square" lIns="0" tIns="0" rIns="0" bIns="0" anchor="t">
            <a:spAutoFit/>
          </a:bodyPr>
          <a:lstStyle/>
          <a:p>
            <a:pPr algn="l">
              <a:lnSpc>
                <a:spcPct val="125000"/>
              </a:lnSpc>
            </a:pPr>
            <a:r>
              <a:rPr lang="nl-BE" sz="1000" b="0">
                <a:solidFill>
                  <a:srgbClr val="8FB6D0"/>
                </a:solidFill>
                <a:latin typeface="Consolas"/>
              </a:rPr>
              <a:t>Bron  studieprotocol S71769</a:t>
            </a:r>
            <a:endParaRPr sz="1000" b="0">
              <a:solidFill>
                <a:srgbClr val="8FB6D0"/>
              </a:solidFill>
              <a:latin typeface="Consolas"/>
            </a:endParaRP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200">
        <p159:morph option="byObject"/>
      </p:transition>
    </mc:Choice>
    <mc:Fallback xmlns="">
      <p:transition spd="slow">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7828"/>
          </a:xfrm>
          <a:prstGeom prst="rect">
            <a:avLst/>
          </a:prstGeom>
          <a:gradFill rotWithShape="1">
            <a:gsLst>
              <a:gs pos="0">
                <a:srgbClr val="072138"/>
              </a:gs>
              <a:gs pos="100000">
                <a:srgbClr val="04182A"/>
              </a:gs>
            </a:gsLst>
            <a:lin ang="5400000" scaled="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634984" y="571485"/>
            <a:ext cx="9524761" cy="215894"/>
          </a:xfrm>
          <a:prstGeom prst="rect">
            <a:avLst/>
          </a:prstGeom>
          <a:noFill/>
        </p:spPr>
        <p:txBody>
          <a:bodyPr wrap="square" lIns="0" tIns="0" rIns="0" bIns="0" anchor="t">
            <a:spAutoFit/>
          </a:bodyPr>
          <a:lstStyle/>
          <a:p>
            <a:pPr algn="l">
              <a:lnSpc>
                <a:spcPct val="125000"/>
              </a:lnSpc>
            </a:pPr>
            <a:r>
              <a:rPr sz="1250" b="1" spc="240">
                <a:solidFill>
                  <a:srgbClr val="52BDEC"/>
                </a:solidFill>
                <a:latin typeface="Consolas"/>
              </a:rPr>
              <a:t>DE ZES VOETKLINIEKEN</a:t>
            </a:r>
          </a:p>
        </p:txBody>
      </p:sp>
      <p:sp>
        <p:nvSpPr>
          <p:cNvPr id="4" name="!!sectietitel"/>
          <p:cNvSpPr txBox="1"/>
          <p:nvPr/>
        </p:nvSpPr>
        <p:spPr>
          <a:xfrm>
            <a:off x="634984" y="838179"/>
            <a:ext cx="9905752" cy="1269968"/>
          </a:xfrm>
          <a:prstGeom prst="rect">
            <a:avLst/>
          </a:prstGeom>
          <a:noFill/>
        </p:spPr>
        <p:txBody>
          <a:bodyPr wrap="square" lIns="0" tIns="0" rIns="0" bIns="0" anchor="t">
            <a:spAutoFit/>
          </a:bodyPr>
          <a:lstStyle/>
          <a:p>
            <a:pPr algn="l">
              <a:lnSpc>
                <a:spcPct val="110000"/>
              </a:lnSpc>
            </a:pPr>
            <a:r>
              <a:rPr sz="4000" b="1">
                <a:solidFill>
                  <a:srgbClr val="F2F8FC"/>
                </a:solidFill>
                <a:latin typeface="Segoe UI"/>
              </a:rPr>
              <a:t>Waar de studie loopt</a:t>
            </a:r>
          </a:p>
        </p:txBody>
      </p:sp>
      <p:sp>
        <p:nvSpPr>
          <p:cNvPr id="5" name="TextBox 4"/>
          <p:cNvSpPr txBox="1"/>
          <p:nvPr/>
        </p:nvSpPr>
        <p:spPr>
          <a:xfrm>
            <a:off x="634984" y="2489137"/>
            <a:ext cx="4063898" cy="228594"/>
          </a:xfrm>
          <a:prstGeom prst="rect">
            <a:avLst/>
          </a:prstGeom>
          <a:noFill/>
        </p:spPr>
        <p:txBody>
          <a:bodyPr wrap="square" lIns="0" tIns="0" rIns="0" bIns="0" anchor="t">
            <a:spAutoFit/>
          </a:bodyPr>
          <a:lstStyle/>
          <a:p>
            <a:pPr algn="l">
              <a:lnSpc>
                <a:spcPct val="125000"/>
              </a:lnSpc>
            </a:pPr>
            <a:r>
              <a:rPr sz="1100" b="1" spc="160">
                <a:solidFill>
                  <a:srgbClr val="8FB6D0"/>
                </a:solidFill>
                <a:latin typeface="Consolas"/>
              </a:rPr>
              <a:t>CENTRA</a:t>
            </a:r>
          </a:p>
        </p:txBody>
      </p:sp>
      <p:sp>
        <p:nvSpPr>
          <p:cNvPr id="6" name="TextBox 5"/>
          <p:cNvSpPr txBox="1"/>
          <p:nvPr/>
        </p:nvSpPr>
        <p:spPr>
          <a:xfrm>
            <a:off x="634984" y="2717732"/>
            <a:ext cx="4063898" cy="939776"/>
          </a:xfrm>
          <a:prstGeom prst="rect">
            <a:avLst/>
          </a:prstGeom>
          <a:noFill/>
        </p:spPr>
        <p:txBody>
          <a:bodyPr wrap="square" lIns="0" tIns="0" rIns="0" bIns="0" anchor="t">
            <a:spAutoFit/>
          </a:bodyPr>
          <a:lstStyle/>
          <a:p>
            <a:pPr algn="l">
              <a:lnSpc>
                <a:spcPct val="100000"/>
              </a:lnSpc>
            </a:pPr>
            <a:r>
              <a:rPr sz="5400" b="1">
                <a:solidFill>
                  <a:srgbClr val="52BDEC"/>
                </a:solidFill>
                <a:latin typeface="Segoe UI"/>
              </a:rPr>
              <a:t>6</a:t>
            </a:r>
          </a:p>
        </p:txBody>
      </p:sp>
      <p:sp>
        <p:nvSpPr>
          <p:cNvPr id="7" name="TextBox 6"/>
          <p:cNvSpPr txBox="1"/>
          <p:nvPr/>
        </p:nvSpPr>
        <p:spPr>
          <a:xfrm>
            <a:off x="634984" y="4038499"/>
            <a:ext cx="4063898" cy="228594"/>
          </a:xfrm>
          <a:prstGeom prst="rect">
            <a:avLst/>
          </a:prstGeom>
          <a:noFill/>
        </p:spPr>
        <p:txBody>
          <a:bodyPr wrap="square" lIns="0" tIns="0" rIns="0" bIns="0" anchor="t">
            <a:spAutoFit/>
          </a:bodyPr>
          <a:lstStyle/>
          <a:p>
            <a:pPr algn="l">
              <a:lnSpc>
                <a:spcPct val="125000"/>
              </a:lnSpc>
            </a:pPr>
            <a:r>
              <a:rPr sz="1100" b="1" spc="160">
                <a:solidFill>
                  <a:srgbClr val="8FB6D0"/>
                </a:solidFill>
                <a:latin typeface="Consolas"/>
              </a:rPr>
              <a:t>PER CENTRUM</a:t>
            </a:r>
          </a:p>
        </p:txBody>
      </p:sp>
      <p:sp>
        <p:nvSpPr>
          <p:cNvPr id="8" name="TextBox 7"/>
          <p:cNvSpPr txBox="1"/>
          <p:nvPr/>
        </p:nvSpPr>
        <p:spPr>
          <a:xfrm>
            <a:off x="634984" y="4267093"/>
            <a:ext cx="4063898" cy="939776"/>
          </a:xfrm>
          <a:prstGeom prst="rect">
            <a:avLst/>
          </a:prstGeom>
          <a:noFill/>
        </p:spPr>
        <p:txBody>
          <a:bodyPr wrap="square" lIns="0" tIns="0" rIns="0" bIns="0" anchor="t">
            <a:spAutoFit/>
          </a:bodyPr>
          <a:lstStyle/>
          <a:p>
            <a:pPr algn="l">
              <a:lnSpc>
                <a:spcPct val="100000"/>
              </a:lnSpc>
            </a:pPr>
            <a:r>
              <a:rPr sz="5400" b="1">
                <a:solidFill>
                  <a:srgbClr val="FF7A00"/>
                </a:solidFill>
                <a:latin typeface="Segoe UI"/>
              </a:rPr>
              <a:t>24</a:t>
            </a:r>
          </a:p>
        </p:txBody>
      </p:sp>
      <p:sp>
        <p:nvSpPr>
          <p:cNvPr id="9" name="TextBox 8"/>
          <p:cNvSpPr txBox="1"/>
          <p:nvPr/>
        </p:nvSpPr>
        <p:spPr>
          <a:xfrm>
            <a:off x="3230373" y="6286515"/>
            <a:ext cx="5968850" cy="279393"/>
          </a:xfrm>
          <a:prstGeom prst="rect">
            <a:avLst/>
          </a:prstGeom>
          <a:noFill/>
        </p:spPr>
        <p:txBody>
          <a:bodyPr wrap="square" lIns="0" tIns="0" rIns="0" bIns="0" anchor="t">
            <a:spAutoFit/>
          </a:bodyPr>
          <a:lstStyle/>
          <a:p>
            <a:pPr algn="l">
              <a:lnSpc>
                <a:spcPct val="125000"/>
              </a:lnSpc>
            </a:pPr>
            <a:r>
              <a:rPr sz="1300" b="0" dirty="0">
                <a:solidFill>
                  <a:srgbClr val="8FB6D0"/>
                </a:solidFill>
                <a:latin typeface="Segoe UI"/>
              </a:rPr>
              <a:t>AZ Groeninge is </a:t>
            </a:r>
            <a:r>
              <a:rPr sz="1300" b="0" dirty="0" err="1">
                <a:solidFill>
                  <a:srgbClr val="8FB6D0"/>
                </a:solidFill>
                <a:latin typeface="Segoe UI"/>
              </a:rPr>
              <a:t>één</a:t>
            </a:r>
            <a:r>
              <a:rPr sz="1300" b="0" dirty="0">
                <a:solidFill>
                  <a:srgbClr val="8FB6D0"/>
                </a:solidFill>
                <a:latin typeface="Segoe UI"/>
              </a:rPr>
              <a:t> van de </a:t>
            </a:r>
            <a:r>
              <a:rPr sz="1300" b="0" dirty="0" err="1">
                <a:solidFill>
                  <a:srgbClr val="8FB6D0"/>
                </a:solidFill>
                <a:latin typeface="Segoe UI"/>
              </a:rPr>
              <a:t>zes</a:t>
            </a:r>
            <a:endParaRPr sz="1300" b="0" dirty="0">
              <a:solidFill>
                <a:srgbClr val="8FB6D0"/>
              </a:solidFill>
              <a:latin typeface="Segoe UI"/>
            </a:endParaRPr>
          </a:p>
        </p:txBody>
      </p:sp>
      <p:sp>
        <p:nvSpPr>
          <p:cNvPr id="10" name="Rounded Rectangle 9"/>
          <p:cNvSpPr/>
          <p:nvPr/>
        </p:nvSpPr>
        <p:spPr>
          <a:xfrm>
            <a:off x="2901822" y="1628889"/>
            <a:ext cx="8804179" cy="4644754"/>
          </a:xfrm>
          <a:prstGeom prst="roundRect">
            <a:avLst>
              <a:gd name="adj" fmla="val 4500"/>
            </a:avLst>
          </a:prstGeom>
          <a:solidFill>
            <a:srgbClr val="0A2A44"/>
          </a:solidFill>
          <a:ln w="9525">
            <a:solidFill>
              <a:srgbClr val="215B8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10540736" y="6387940"/>
            <a:ext cx="1015974" cy="186141"/>
          </a:xfrm>
          <a:prstGeom prst="rect">
            <a:avLst/>
          </a:prstGeom>
          <a:noFill/>
        </p:spPr>
        <p:txBody>
          <a:bodyPr wrap="square" lIns="0" tIns="0" rIns="0" bIns="0" anchor="t">
            <a:spAutoFit/>
          </a:bodyPr>
          <a:lstStyle/>
          <a:p>
            <a:pPr algn="r">
              <a:lnSpc>
                <a:spcPct val="125000"/>
              </a:lnSpc>
            </a:pPr>
            <a:r>
              <a:rPr lang="nl-BE" sz="1050" b="0">
                <a:solidFill>
                  <a:srgbClr val="8FB6D0"/>
                </a:solidFill>
                <a:latin typeface="Consolas"/>
              </a:rPr>
              <a:t>03 / 31</a:t>
            </a:r>
            <a:endParaRPr sz="1050" b="0">
              <a:solidFill>
                <a:srgbClr val="8FB6D0"/>
              </a:solidFill>
              <a:latin typeface="Consolas"/>
            </a:endParaRPr>
          </a:p>
        </p:txBody>
      </p:sp>
      <p:pic>
        <p:nvPicPr>
          <p:cNvPr id="14" name="merk" descr="merk.png"/>
          <p:cNvPicPr>
            <a:picLocks noChangeAspect="1"/>
          </p:cNvPicPr>
          <p:nvPr/>
        </p:nvPicPr>
        <p:blipFill>
          <a:blip r:embed="rId3"/>
          <a:stretch>
            <a:fillRect/>
          </a:stretch>
        </p:blipFill>
        <p:spPr>
          <a:xfrm>
            <a:off x="11094166" y="368290"/>
            <a:ext cx="417101" cy="482587"/>
          </a:xfrm>
          <a:prstGeom prst="rect">
            <a:avLst/>
          </a:prstGeom>
        </p:spPr>
      </p:pic>
      <p:pic>
        <p:nvPicPr>
          <p:cNvPr id="16" name="Afbeelding 15">
            <a:extLst>
              <a:ext uri="{FF2B5EF4-FFF2-40B4-BE49-F238E27FC236}">
                <a16:creationId xmlns:a16="http://schemas.microsoft.com/office/drawing/2014/main" id="{6D0BA98C-5D93-CBF3-BAA0-5372CDA544CC}"/>
              </a:ext>
            </a:extLst>
          </p:cNvPr>
          <p:cNvPicPr>
            <a:picLocks noChangeAspect="1"/>
          </p:cNvPicPr>
          <p:nvPr/>
        </p:nvPicPr>
        <p:blipFill>
          <a:blip r:embed="rId4"/>
          <a:stretch>
            <a:fillRect/>
          </a:stretch>
        </p:blipFill>
        <p:spPr>
          <a:xfrm>
            <a:off x="3300772" y="1679683"/>
            <a:ext cx="8065443" cy="4536812"/>
          </a:xfrm>
          <a:prstGeom prst="rect">
            <a:avLst/>
          </a:prstGeom>
        </p:spPr>
      </p:pic>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200">
        <p159:morph option="byObject"/>
      </p:transition>
    </mc:Choice>
    <mc:Fallback xmlns="">
      <p:transition spd="slow">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7828"/>
          </a:xfrm>
          <a:prstGeom prst="rect">
            <a:avLst/>
          </a:prstGeom>
          <a:gradFill rotWithShape="1">
            <a:gsLst>
              <a:gs pos="0">
                <a:srgbClr val="072138"/>
              </a:gs>
              <a:gs pos="100000">
                <a:srgbClr val="04182A"/>
              </a:gs>
            </a:gsLst>
            <a:lin ang="5400000" scaled="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634984" y="571485"/>
            <a:ext cx="9524761" cy="215894"/>
          </a:xfrm>
          <a:prstGeom prst="rect">
            <a:avLst/>
          </a:prstGeom>
          <a:noFill/>
        </p:spPr>
        <p:txBody>
          <a:bodyPr wrap="square" lIns="0" tIns="0" rIns="0" bIns="0" anchor="t">
            <a:spAutoFit/>
          </a:bodyPr>
          <a:lstStyle/>
          <a:p>
            <a:pPr algn="l">
              <a:lnSpc>
                <a:spcPct val="125000"/>
              </a:lnSpc>
            </a:pPr>
            <a:r>
              <a:rPr sz="1250" b="1" spc="240">
                <a:solidFill>
                  <a:srgbClr val="52BDEC"/>
                </a:solidFill>
                <a:latin typeface="Consolas"/>
              </a:rPr>
              <a:t>WAAR WE STAAN</a:t>
            </a:r>
          </a:p>
        </p:txBody>
      </p:sp>
      <p:sp>
        <p:nvSpPr>
          <p:cNvPr id="4" name="!!sectietitel"/>
          <p:cNvSpPr txBox="1"/>
          <p:nvPr/>
        </p:nvSpPr>
        <p:spPr>
          <a:xfrm>
            <a:off x="634984" y="838179"/>
            <a:ext cx="9905752" cy="624017"/>
          </a:xfrm>
          <a:prstGeom prst="rect">
            <a:avLst/>
          </a:prstGeom>
          <a:noFill/>
        </p:spPr>
        <p:txBody>
          <a:bodyPr wrap="square" lIns="0" tIns="0" rIns="0" bIns="0" anchor="t">
            <a:spAutoFit/>
          </a:bodyPr>
          <a:lstStyle/>
          <a:p>
            <a:pPr algn="l">
              <a:lnSpc>
                <a:spcPct val="110000"/>
              </a:lnSpc>
            </a:pPr>
            <a:r>
              <a:rPr lang="nl-NL" sz="4000" b="1">
                <a:solidFill>
                  <a:srgbClr val="F2F8FC"/>
                </a:solidFill>
                <a:latin typeface="Segoe UI"/>
              </a:rPr>
              <a:t>Van opleiding tot laatste patiënt</a:t>
            </a:r>
            <a:endParaRPr sz="4000" b="1">
              <a:solidFill>
                <a:srgbClr val="F2F8FC"/>
              </a:solidFill>
              <a:latin typeface="Segoe UI"/>
            </a:endParaRPr>
          </a:p>
        </p:txBody>
      </p:sp>
      <p:sp>
        <p:nvSpPr>
          <p:cNvPr id="5" name="Rectangle 4"/>
          <p:cNvSpPr/>
          <p:nvPr/>
        </p:nvSpPr>
        <p:spPr>
          <a:xfrm>
            <a:off x="634984" y="2984425"/>
            <a:ext cx="10921726" cy="19049"/>
          </a:xfrm>
          <a:prstGeom prst="rect">
            <a:avLst/>
          </a:prstGeom>
          <a:solidFill>
            <a:srgbClr val="215B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Oval 5"/>
          <p:cNvSpPr/>
          <p:nvPr/>
        </p:nvSpPr>
        <p:spPr>
          <a:xfrm>
            <a:off x="1904952" y="2901877"/>
            <a:ext cx="190495" cy="190495"/>
          </a:xfrm>
          <a:prstGeom prst="ellipse">
            <a:avLst/>
          </a:prstGeom>
          <a:solidFill>
            <a:srgbClr val="FF7A00"/>
          </a:solidFill>
          <a:ln w="38100">
            <a:solidFill>
              <a:srgbClr val="04182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634984" y="2095447"/>
            <a:ext cx="2730431" cy="265907"/>
          </a:xfrm>
          <a:prstGeom prst="rect">
            <a:avLst/>
          </a:prstGeom>
          <a:noFill/>
        </p:spPr>
        <p:txBody>
          <a:bodyPr wrap="square" lIns="0" tIns="0" rIns="0" bIns="0" anchor="t">
            <a:spAutoFit/>
          </a:bodyPr>
          <a:lstStyle/>
          <a:p>
            <a:pPr algn="ctr">
              <a:lnSpc>
                <a:spcPct val="125000"/>
              </a:lnSpc>
            </a:pPr>
            <a:r>
              <a:rPr lang="nl-BE" sz="1500" b="1">
                <a:solidFill>
                  <a:srgbClr val="FF7A00"/>
                </a:solidFill>
                <a:latin typeface="Consolas"/>
              </a:rPr>
              <a:t>nov 2026 – feb 2027</a:t>
            </a:r>
            <a:endParaRPr sz="1500" b="1">
              <a:solidFill>
                <a:srgbClr val="FF7A00"/>
              </a:solidFill>
              <a:latin typeface="Consolas"/>
            </a:endParaRPr>
          </a:p>
        </p:txBody>
      </p:sp>
      <p:sp>
        <p:nvSpPr>
          <p:cNvPr id="8" name="TextBox 7"/>
          <p:cNvSpPr txBox="1"/>
          <p:nvPr/>
        </p:nvSpPr>
        <p:spPr>
          <a:xfrm>
            <a:off x="634984" y="2425639"/>
            <a:ext cx="2730431" cy="380990"/>
          </a:xfrm>
          <a:prstGeom prst="rect">
            <a:avLst/>
          </a:prstGeom>
          <a:noFill/>
        </p:spPr>
        <p:txBody>
          <a:bodyPr wrap="square" lIns="0" tIns="0" rIns="0" bIns="0" anchor="t">
            <a:spAutoFit/>
          </a:bodyPr>
          <a:lstStyle/>
          <a:p>
            <a:pPr algn="ctr">
              <a:lnSpc>
                <a:spcPct val="125000"/>
              </a:lnSpc>
            </a:pPr>
            <a:r>
              <a:rPr lang="nl-BE" sz="2200" b="1">
                <a:solidFill>
                  <a:srgbClr val="F2F8FC"/>
                </a:solidFill>
                <a:latin typeface="Segoe UI"/>
              </a:rPr>
              <a:t>Opleiding</a:t>
            </a:r>
            <a:endParaRPr sz="2200" b="1">
              <a:solidFill>
                <a:srgbClr val="F2F8FC"/>
              </a:solidFill>
              <a:latin typeface="Segoe UI"/>
            </a:endParaRPr>
          </a:p>
        </p:txBody>
      </p:sp>
      <p:sp>
        <p:nvSpPr>
          <p:cNvPr id="9" name="TextBox 8"/>
          <p:cNvSpPr txBox="1"/>
          <p:nvPr/>
        </p:nvSpPr>
        <p:spPr>
          <a:xfrm>
            <a:off x="761980" y="3340016"/>
            <a:ext cx="2476438" cy="1171796"/>
          </a:xfrm>
          <a:prstGeom prst="rect">
            <a:avLst/>
          </a:prstGeom>
          <a:noFill/>
        </p:spPr>
        <p:txBody>
          <a:bodyPr wrap="square" lIns="0" tIns="0" rIns="0" bIns="0" anchor="t">
            <a:spAutoFit/>
          </a:bodyPr>
          <a:lstStyle/>
          <a:p>
            <a:pPr algn="ctr">
              <a:lnSpc>
                <a:spcPct val="135000"/>
              </a:lnSpc>
            </a:pPr>
            <a:r>
              <a:rPr lang="nl-NL" sz="1450" b="0">
                <a:solidFill>
                  <a:srgbClr val="8FB6D0"/>
                </a:solidFill>
                <a:latin typeface="Segoe UI"/>
              </a:rPr>
              <a:t>Opleiding van november tot april. Piloot van 1 tot 19 februari, Go/No-Go op 23 februari.</a:t>
            </a:r>
            <a:endParaRPr sz="1450" b="0">
              <a:solidFill>
                <a:srgbClr val="8FB6D0"/>
              </a:solidFill>
              <a:latin typeface="Segoe UI"/>
            </a:endParaRPr>
          </a:p>
        </p:txBody>
      </p:sp>
      <p:sp>
        <p:nvSpPr>
          <p:cNvPr id="10" name="Oval 9"/>
          <p:cNvSpPr/>
          <p:nvPr/>
        </p:nvSpPr>
        <p:spPr>
          <a:xfrm>
            <a:off x="4660783" y="2927276"/>
            <a:ext cx="139696" cy="139696"/>
          </a:xfrm>
          <a:prstGeom prst="ellipse">
            <a:avLst/>
          </a:prstGeom>
          <a:solidFill>
            <a:srgbClr val="52BDEC"/>
          </a:solidFill>
          <a:ln w="38100">
            <a:solidFill>
              <a:srgbClr val="04182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3365415" y="2095447"/>
            <a:ext cx="2730431" cy="253993"/>
          </a:xfrm>
          <a:prstGeom prst="rect">
            <a:avLst/>
          </a:prstGeom>
          <a:noFill/>
        </p:spPr>
        <p:txBody>
          <a:bodyPr wrap="square" lIns="0" tIns="0" rIns="0" bIns="0" anchor="t">
            <a:spAutoFit/>
          </a:bodyPr>
          <a:lstStyle/>
          <a:p>
            <a:pPr algn="ctr">
              <a:lnSpc>
                <a:spcPct val="125000"/>
              </a:lnSpc>
            </a:pPr>
            <a:r>
              <a:rPr sz="1500" b="1">
                <a:solidFill>
                  <a:srgbClr val="8FB6D0"/>
                </a:solidFill>
                <a:latin typeface="Consolas"/>
              </a:rPr>
              <a:t>feb 2027 – feb 2028</a:t>
            </a:r>
          </a:p>
        </p:txBody>
      </p:sp>
      <p:sp>
        <p:nvSpPr>
          <p:cNvPr id="12" name="TextBox 11"/>
          <p:cNvSpPr txBox="1"/>
          <p:nvPr/>
        </p:nvSpPr>
        <p:spPr>
          <a:xfrm>
            <a:off x="3365415" y="2425639"/>
            <a:ext cx="2730431" cy="380990"/>
          </a:xfrm>
          <a:prstGeom prst="rect">
            <a:avLst/>
          </a:prstGeom>
          <a:noFill/>
        </p:spPr>
        <p:txBody>
          <a:bodyPr wrap="square" lIns="0" tIns="0" rIns="0" bIns="0" anchor="t">
            <a:spAutoFit/>
          </a:bodyPr>
          <a:lstStyle/>
          <a:p>
            <a:pPr algn="ctr">
              <a:lnSpc>
                <a:spcPct val="125000"/>
              </a:lnSpc>
            </a:pPr>
            <a:r>
              <a:rPr sz="2200" b="1">
                <a:solidFill>
                  <a:srgbClr val="F2F8FC"/>
                </a:solidFill>
                <a:latin typeface="Segoe UI"/>
              </a:rPr>
              <a:t>Inclusie</a:t>
            </a:r>
          </a:p>
        </p:txBody>
      </p:sp>
      <p:sp>
        <p:nvSpPr>
          <p:cNvPr id="13" name="TextBox 12"/>
          <p:cNvSpPr txBox="1"/>
          <p:nvPr/>
        </p:nvSpPr>
        <p:spPr>
          <a:xfrm>
            <a:off x="3492412" y="3340016"/>
            <a:ext cx="2476438" cy="870559"/>
          </a:xfrm>
          <a:prstGeom prst="rect">
            <a:avLst/>
          </a:prstGeom>
          <a:noFill/>
        </p:spPr>
        <p:txBody>
          <a:bodyPr wrap="square" lIns="0" tIns="0" rIns="0" bIns="0" anchor="t">
            <a:spAutoFit/>
          </a:bodyPr>
          <a:lstStyle/>
          <a:p>
            <a:pPr algn="ctr">
              <a:lnSpc>
                <a:spcPct val="135000"/>
              </a:lnSpc>
            </a:pPr>
            <a:r>
              <a:rPr lang="nl-NL" sz="1450" b="0">
                <a:solidFill>
                  <a:srgbClr val="8FB6D0"/>
                </a:solidFill>
                <a:latin typeface="Segoe UI"/>
              </a:rPr>
              <a:t>Twaalf maanden rekruteren. 24 deelnemers per centrum: drie per maand, met marge.</a:t>
            </a:r>
            <a:endParaRPr sz="1450" b="0">
              <a:solidFill>
                <a:srgbClr val="8FB6D0"/>
              </a:solidFill>
              <a:latin typeface="Segoe UI"/>
            </a:endParaRPr>
          </a:p>
        </p:txBody>
      </p:sp>
      <p:sp>
        <p:nvSpPr>
          <p:cNvPr id="14" name="Oval 13"/>
          <p:cNvSpPr/>
          <p:nvPr/>
        </p:nvSpPr>
        <p:spPr>
          <a:xfrm>
            <a:off x="7391215" y="2927276"/>
            <a:ext cx="139696" cy="139696"/>
          </a:xfrm>
          <a:prstGeom prst="ellipse">
            <a:avLst/>
          </a:prstGeom>
          <a:solidFill>
            <a:srgbClr val="52BDEC"/>
          </a:solidFill>
          <a:ln w="38100">
            <a:solidFill>
              <a:srgbClr val="04182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6095847" y="2095447"/>
            <a:ext cx="2730431" cy="265907"/>
          </a:xfrm>
          <a:prstGeom prst="rect">
            <a:avLst/>
          </a:prstGeom>
          <a:noFill/>
        </p:spPr>
        <p:txBody>
          <a:bodyPr wrap="square" lIns="0" tIns="0" rIns="0" bIns="0" anchor="t">
            <a:spAutoFit/>
          </a:bodyPr>
          <a:lstStyle/>
          <a:p>
            <a:pPr algn="ctr">
              <a:lnSpc>
                <a:spcPct val="125000"/>
              </a:lnSpc>
            </a:pPr>
            <a:r>
              <a:rPr lang="nl-BE" sz="1500" b="1">
                <a:solidFill>
                  <a:srgbClr val="8FB6D0"/>
                </a:solidFill>
                <a:latin typeface="Consolas"/>
              </a:rPr>
              <a:t>tot aug 2029</a:t>
            </a:r>
            <a:endParaRPr sz="1500" b="1">
              <a:solidFill>
                <a:srgbClr val="8FB6D0"/>
              </a:solidFill>
              <a:latin typeface="Consolas"/>
            </a:endParaRPr>
          </a:p>
        </p:txBody>
      </p:sp>
      <p:sp>
        <p:nvSpPr>
          <p:cNvPr id="16" name="TextBox 15"/>
          <p:cNvSpPr txBox="1"/>
          <p:nvPr/>
        </p:nvSpPr>
        <p:spPr>
          <a:xfrm>
            <a:off x="6095847" y="2425639"/>
            <a:ext cx="2730431" cy="380990"/>
          </a:xfrm>
          <a:prstGeom prst="rect">
            <a:avLst/>
          </a:prstGeom>
          <a:noFill/>
        </p:spPr>
        <p:txBody>
          <a:bodyPr wrap="square" lIns="0" tIns="0" rIns="0" bIns="0" anchor="t">
            <a:spAutoFit/>
          </a:bodyPr>
          <a:lstStyle/>
          <a:p>
            <a:pPr algn="ctr">
              <a:lnSpc>
                <a:spcPct val="125000"/>
              </a:lnSpc>
            </a:pPr>
            <a:r>
              <a:rPr sz="2200" b="1">
                <a:solidFill>
                  <a:srgbClr val="F2F8FC"/>
                </a:solidFill>
                <a:latin typeface="Segoe UI"/>
              </a:rPr>
              <a:t>Opvolging</a:t>
            </a:r>
          </a:p>
        </p:txBody>
      </p:sp>
      <p:sp>
        <p:nvSpPr>
          <p:cNvPr id="17" name="TextBox 16"/>
          <p:cNvSpPr txBox="1"/>
          <p:nvPr/>
        </p:nvSpPr>
        <p:spPr>
          <a:xfrm>
            <a:off x="6222844" y="3340016"/>
            <a:ext cx="2476438" cy="1269968"/>
          </a:xfrm>
          <a:prstGeom prst="rect">
            <a:avLst/>
          </a:prstGeom>
          <a:noFill/>
        </p:spPr>
        <p:txBody>
          <a:bodyPr wrap="square" lIns="0" tIns="0" rIns="0" bIns="0" anchor="t">
            <a:spAutoFit/>
          </a:bodyPr>
          <a:lstStyle/>
          <a:p>
            <a:pPr algn="ctr">
              <a:lnSpc>
                <a:spcPct val="135000"/>
              </a:lnSpc>
            </a:pPr>
            <a:r>
              <a:rPr sz="1450" b="0">
                <a:solidFill>
                  <a:srgbClr val="8FB6D0"/>
                </a:solidFill>
                <a:latin typeface="Segoe UI"/>
              </a:rPr>
              <a:t>Elke deelnemer achttien maanden. De laatste inclusie bepaalt de einddatum.</a:t>
            </a:r>
          </a:p>
        </p:txBody>
      </p:sp>
      <p:sp>
        <p:nvSpPr>
          <p:cNvPr id="18" name="Oval 17"/>
          <p:cNvSpPr/>
          <p:nvPr/>
        </p:nvSpPr>
        <p:spPr>
          <a:xfrm>
            <a:off x="10121646" y="2927276"/>
            <a:ext cx="139696" cy="139696"/>
          </a:xfrm>
          <a:prstGeom prst="ellipse">
            <a:avLst/>
          </a:prstGeom>
          <a:solidFill>
            <a:srgbClr val="52BDEC"/>
          </a:solidFill>
          <a:ln w="38100">
            <a:solidFill>
              <a:srgbClr val="04182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8826279" y="2095447"/>
            <a:ext cx="2730431" cy="253993"/>
          </a:xfrm>
          <a:prstGeom prst="rect">
            <a:avLst/>
          </a:prstGeom>
          <a:noFill/>
        </p:spPr>
        <p:txBody>
          <a:bodyPr wrap="square" lIns="0" tIns="0" rIns="0" bIns="0" anchor="t">
            <a:spAutoFit/>
          </a:bodyPr>
          <a:lstStyle/>
          <a:p>
            <a:pPr algn="ctr">
              <a:lnSpc>
                <a:spcPct val="125000"/>
              </a:lnSpc>
            </a:pPr>
            <a:r>
              <a:rPr sz="1500" b="1">
                <a:solidFill>
                  <a:srgbClr val="8FB6D0"/>
                </a:solidFill>
                <a:latin typeface="Consolas"/>
              </a:rPr>
              <a:t>2029 – 2030</a:t>
            </a:r>
          </a:p>
        </p:txBody>
      </p:sp>
      <p:sp>
        <p:nvSpPr>
          <p:cNvPr id="20" name="TextBox 19"/>
          <p:cNvSpPr txBox="1"/>
          <p:nvPr/>
        </p:nvSpPr>
        <p:spPr>
          <a:xfrm>
            <a:off x="8826279" y="2425639"/>
            <a:ext cx="2730431" cy="380990"/>
          </a:xfrm>
          <a:prstGeom prst="rect">
            <a:avLst/>
          </a:prstGeom>
          <a:noFill/>
        </p:spPr>
        <p:txBody>
          <a:bodyPr wrap="square" lIns="0" tIns="0" rIns="0" bIns="0" anchor="t">
            <a:spAutoFit/>
          </a:bodyPr>
          <a:lstStyle/>
          <a:p>
            <a:pPr algn="ctr">
              <a:lnSpc>
                <a:spcPct val="125000"/>
              </a:lnSpc>
            </a:pPr>
            <a:r>
              <a:rPr sz="2200" b="1">
                <a:solidFill>
                  <a:srgbClr val="F2F8FC"/>
                </a:solidFill>
                <a:latin typeface="Segoe UI"/>
              </a:rPr>
              <a:t>Analyse</a:t>
            </a:r>
          </a:p>
        </p:txBody>
      </p:sp>
      <p:sp>
        <p:nvSpPr>
          <p:cNvPr id="21" name="TextBox 20"/>
          <p:cNvSpPr txBox="1"/>
          <p:nvPr/>
        </p:nvSpPr>
        <p:spPr>
          <a:xfrm>
            <a:off x="8953276" y="3340016"/>
            <a:ext cx="2476438" cy="870559"/>
          </a:xfrm>
          <a:prstGeom prst="rect">
            <a:avLst/>
          </a:prstGeom>
          <a:noFill/>
        </p:spPr>
        <p:txBody>
          <a:bodyPr wrap="square" lIns="0" tIns="0" rIns="0" bIns="0" anchor="t">
            <a:spAutoFit/>
          </a:bodyPr>
          <a:lstStyle/>
          <a:p>
            <a:pPr algn="ctr">
              <a:lnSpc>
                <a:spcPct val="135000"/>
              </a:lnSpc>
            </a:pPr>
            <a:r>
              <a:rPr sz="1450" b="0" dirty="0" err="1">
                <a:solidFill>
                  <a:srgbClr val="8FB6D0"/>
                </a:solidFill>
                <a:latin typeface="Segoe UI"/>
              </a:rPr>
              <a:t>Uitkomsten</a:t>
            </a:r>
            <a:r>
              <a:rPr sz="1450" b="0" dirty="0">
                <a:solidFill>
                  <a:srgbClr val="8FB6D0"/>
                </a:solidFill>
                <a:latin typeface="Segoe UI"/>
              </a:rPr>
              <a:t>, </a:t>
            </a:r>
            <a:r>
              <a:rPr sz="1450" b="0" dirty="0" err="1">
                <a:solidFill>
                  <a:srgbClr val="8FB6D0"/>
                </a:solidFill>
                <a:latin typeface="Segoe UI"/>
              </a:rPr>
              <a:t>gezondheidseconomie</a:t>
            </a:r>
            <a:r>
              <a:rPr sz="1450" b="0" dirty="0">
                <a:solidFill>
                  <a:srgbClr val="8FB6D0"/>
                </a:solidFill>
                <a:latin typeface="Segoe UI"/>
              </a:rPr>
              <a:t> en </a:t>
            </a:r>
            <a:r>
              <a:rPr sz="1450" b="0" dirty="0" err="1">
                <a:solidFill>
                  <a:srgbClr val="8FB6D0"/>
                </a:solidFill>
                <a:latin typeface="Segoe UI"/>
              </a:rPr>
              <a:t>procesevaluatie</a:t>
            </a:r>
            <a:r>
              <a:rPr sz="1450" b="0" dirty="0">
                <a:solidFill>
                  <a:srgbClr val="8FB6D0"/>
                </a:solidFill>
                <a:latin typeface="Segoe UI"/>
              </a:rPr>
              <a:t>. </a:t>
            </a:r>
          </a:p>
        </p:txBody>
      </p:sp>
      <p:sp>
        <p:nvSpPr>
          <p:cNvPr id="22" name="Rounded Rectangle 21"/>
          <p:cNvSpPr/>
          <p:nvPr/>
        </p:nvSpPr>
        <p:spPr>
          <a:xfrm>
            <a:off x="634984" y="4990975"/>
            <a:ext cx="10921726" cy="1161868"/>
          </a:xfrm>
          <a:prstGeom prst="roundRect">
            <a:avLst>
              <a:gd name="adj" fmla="val 4500"/>
            </a:avLst>
          </a:prstGeom>
          <a:solidFill>
            <a:srgbClr val="0A2A44"/>
          </a:solidFill>
          <a:ln w="9525">
            <a:solidFill>
              <a:srgbClr val="52BD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952476" y="5156071"/>
            <a:ext cx="10286742" cy="907874"/>
          </a:xfrm>
          <a:prstGeom prst="rect">
            <a:avLst/>
          </a:prstGeom>
          <a:noFill/>
        </p:spPr>
        <p:txBody>
          <a:bodyPr wrap="square" lIns="0" tIns="0" rIns="0" bIns="0" anchor="t">
            <a:spAutoFit/>
          </a:bodyPr>
          <a:lstStyle/>
          <a:p>
            <a:pPr algn="l">
              <a:lnSpc>
                <a:spcPct val="140000"/>
              </a:lnSpc>
            </a:pPr>
            <a:r>
              <a:rPr sz="1800" b="0">
                <a:solidFill>
                  <a:srgbClr val="F2F8FC"/>
                </a:solidFill>
                <a:latin typeface="Segoe UI"/>
              </a:rPr>
              <a:t>De inclusieperiode is het enige wat de einddatum verschuift. Elke maand vertraging in de rekrutering is een maand later klaar.</a:t>
            </a:r>
          </a:p>
        </p:txBody>
      </p:sp>
      <p:sp>
        <p:nvSpPr>
          <p:cNvPr id="24" name="TextBox 23"/>
          <p:cNvSpPr txBox="1"/>
          <p:nvPr/>
        </p:nvSpPr>
        <p:spPr>
          <a:xfrm>
            <a:off x="10540736" y="6387940"/>
            <a:ext cx="1015974" cy="186141"/>
          </a:xfrm>
          <a:prstGeom prst="rect">
            <a:avLst/>
          </a:prstGeom>
          <a:noFill/>
        </p:spPr>
        <p:txBody>
          <a:bodyPr wrap="square" lIns="0" tIns="0" rIns="0" bIns="0" anchor="t">
            <a:spAutoFit/>
          </a:bodyPr>
          <a:lstStyle/>
          <a:p>
            <a:pPr algn="r">
              <a:lnSpc>
                <a:spcPct val="125000"/>
              </a:lnSpc>
            </a:pPr>
            <a:r>
              <a:rPr lang="nl-BE" sz="1050" b="0">
                <a:solidFill>
                  <a:srgbClr val="8FB6D0"/>
                </a:solidFill>
                <a:latin typeface="Consolas"/>
              </a:rPr>
              <a:t>04 / 31</a:t>
            </a:r>
            <a:endParaRPr sz="1050" b="0">
              <a:solidFill>
                <a:srgbClr val="8FB6D0"/>
              </a:solidFill>
              <a:latin typeface="Consolas"/>
            </a:endParaRPr>
          </a:p>
        </p:txBody>
      </p:sp>
      <p:pic>
        <p:nvPicPr>
          <p:cNvPr id="25" name="merk" descr="merk.png"/>
          <p:cNvPicPr>
            <a:picLocks noChangeAspect="1"/>
          </p:cNvPicPr>
          <p:nvPr/>
        </p:nvPicPr>
        <p:blipFill>
          <a:blip r:embed="rId3"/>
          <a:stretch>
            <a:fillRect/>
          </a:stretch>
        </p:blipFill>
        <p:spPr>
          <a:xfrm>
            <a:off x="11094166" y="368290"/>
            <a:ext cx="417101" cy="482587"/>
          </a:xfrm>
          <a:prstGeom prst="rect">
            <a:avLst/>
          </a:prstGeom>
        </p:spPr>
      </p:pic>
      <p:sp>
        <p:nvSpPr>
          <p:cNvPr id="26" name="TextBox 25"/>
          <p:cNvSpPr txBox="1"/>
          <p:nvPr/>
        </p:nvSpPr>
        <p:spPr>
          <a:xfrm>
            <a:off x="634984" y="6629234"/>
            <a:ext cx="10921726" cy="177795"/>
          </a:xfrm>
          <a:prstGeom prst="rect">
            <a:avLst/>
          </a:prstGeom>
          <a:noFill/>
        </p:spPr>
        <p:txBody>
          <a:bodyPr wrap="square" lIns="0" tIns="0" rIns="0" bIns="0" anchor="t">
            <a:spAutoFit/>
          </a:bodyPr>
          <a:lstStyle/>
          <a:p>
            <a:pPr algn="l">
              <a:lnSpc>
                <a:spcPct val="125000"/>
              </a:lnSpc>
            </a:pPr>
            <a:r>
              <a:rPr lang="nl-NL" sz="1000" b="0">
                <a:solidFill>
                  <a:srgbClr val="8FB6D0"/>
                </a:solidFill>
                <a:latin typeface="Consolas"/>
              </a:rPr>
              <a:t>Bron  studieprotocol S71769 · opleidingsplanning, 8 oktober 2026</a:t>
            </a:r>
            <a:endParaRPr sz="1000" b="0">
              <a:solidFill>
                <a:srgbClr val="8FB6D0"/>
              </a:solidFill>
              <a:latin typeface="Consolas"/>
            </a:endParaRP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200">
        <p159:morph option="byObject"/>
      </p:transition>
    </mc:Choice>
    <mc:Fallback xmlns="">
      <p:transition spd="slow">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7828"/>
          </a:xfrm>
          <a:prstGeom prst="rect">
            <a:avLst/>
          </a:prstGeom>
          <a:gradFill rotWithShape="1">
            <a:gsLst>
              <a:gs pos="0">
                <a:srgbClr val="072138"/>
              </a:gs>
              <a:gs pos="100000">
                <a:srgbClr val="04182A"/>
              </a:gs>
            </a:gsLst>
            <a:lin ang="5400000" scaled="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3" name="merkgroot" descr="merk.png"/>
          <p:cNvPicPr>
            <a:picLocks noChangeAspect="1"/>
          </p:cNvPicPr>
          <p:nvPr/>
        </p:nvPicPr>
        <p:blipFill>
          <a:blip r:embed="rId3">
            <a:alphaModFix amt="14000"/>
          </a:blip>
          <a:stretch>
            <a:fillRect/>
          </a:stretch>
        </p:blipFill>
        <p:spPr>
          <a:xfrm>
            <a:off x="6603834" y="-1126099"/>
            <a:ext cx="7873803" cy="9110028"/>
          </a:xfrm>
          <a:prstGeom prst="rect">
            <a:avLst/>
          </a:prstGeom>
        </p:spPr>
      </p:pic>
      <p:sp>
        <p:nvSpPr>
          <p:cNvPr id="4" name="hero"/>
          <p:cNvSpPr txBox="1"/>
          <p:nvPr/>
        </p:nvSpPr>
        <p:spPr>
          <a:xfrm>
            <a:off x="431789" y="723881"/>
            <a:ext cx="5714857" cy="2920926"/>
          </a:xfrm>
          <a:prstGeom prst="rect">
            <a:avLst/>
          </a:prstGeom>
          <a:noFill/>
        </p:spPr>
        <p:txBody>
          <a:bodyPr wrap="none" lIns="0" tIns="0" rIns="0" bIns="0" anchor="t">
            <a:spAutoFit/>
          </a:bodyPr>
          <a:lstStyle/>
          <a:p>
            <a:pPr algn="l">
              <a:lnSpc>
                <a:spcPct val="82000"/>
              </a:lnSpc>
            </a:pPr>
            <a:r>
              <a:rPr sz="26000" b="1">
                <a:solidFill>
                  <a:srgbClr val="52BDEC">
                    <a:alpha val="15000"/>
                  </a:srgbClr>
                </a:solidFill>
                <a:latin typeface="Segoe UI"/>
              </a:rPr>
              <a:t>01</a:t>
            </a:r>
          </a:p>
        </p:txBody>
      </p:sp>
      <p:sp>
        <p:nvSpPr>
          <p:cNvPr id="5" name="TextBox 4"/>
          <p:cNvSpPr txBox="1"/>
          <p:nvPr/>
        </p:nvSpPr>
        <p:spPr>
          <a:xfrm>
            <a:off x="634984" y="571485"/>
            <a:ext cx="9524761" cy="215894"/>
          </a:xfrm>
          <a:prstGeom prst="rect">
            <a:avLst/>
          </a:prstGeom>
          <a:noFill/>
        </p:spPr>
        <p:txBody>
          <a:bodyPr wrap="square" lIns="0" tIns="0" rIns="0" bIns="0" anchor="t">
            <a:spAutoFit/>
          </a:bodyPr>
          <a:lstStyle/>
          <a:p>
            <a:pPr algn="l">
              <a:lnSpc>
                <a:spcPct val="125000"/>
              </a:lnSpc>
            </a:pPr>
            <a:r>
              <a:rPr sz="1250" b="1" spc="240">
                <a:solidFill>
                  <a:srgbClr val="52BDEC"/>
                </a:solidFill>
                <a:latin typeface="Consolas"/>
              </a:rPr>
              <a:t>BLOK 01</a:t>
            </a:r>
          </a:p>
        </p:txBody>
      </p:sp>
      <p:sp>
        <p:nvSpPr>
          <p:cNvPr id="6" name="Rectangle 5"/>
          <p:cNvSpPr/>
          <p:nvPr/>
        </p:nvSpPr>
        <p:spPr>
          <a:xfrm>
            <a:off x="634984" y="3213019"/>
            <a:ext cx="812779" cy="50798"/>
          </a:xfrm>
          <a:prstGeom prst="rect">
            <a:avLst/>
          </a:prstGeom>
          <a:solidFill>
            <a:srgbClr val="FF7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sectietitel"/>
          <p:cNvSpPr txBox="1"/>
          <p:nvPr/>
        </p:nvSpPr>
        <p:spPr>
          <a:xfrm>
            <a:off x="634984" y="3555911"/>
            <a:ext cx="8889777" cy="1015974"/>
          </a:xfrm>
          <a:prstGeom prst="rect">
            <a:avLst/>
          </a:prstGeom>
          <a:noFill/>
        </p:spPr>
        <p:txBody>
          <a:bodyPr wrap="square" lIns="0" tIns="0" rIns="0" bIns="0" anchor="t">
            <a:spAutoFit/>
          </a:bodyPr>
          <a:lstStyle/>
          <a:p>
            <a:pPr algn="l">
              <a:lnSpc>
                <a:spcPct val="125000"/>
              </a:lnSpc>
            </a:pPr>
            <a:r>
              <a:rPr sz="7600" b="1">
                <a:solidFill>
                  <a:srgbClr val="F2F8FC"/>
                </a:solidFill>
                <a:latin typeface="Segoe UI"/>
              </a:rPr>
              <a:t>Waarom</a:t>
            </a:r>
          </a:p>
        </p:txBody>
      </p:sp>
      <p:sp>
        <p:nvSpPr>
          <p:cNvPr id="8" name="TextBox 7"/>
          <p:cNvSpPr txBox="1"/>
          <p:nvPr/>
        </p:nvSpPr>
        <p:spPr>
          <a:xfrm>
            <a:off x="660383" y="4825879"/>
            <a:ext cx="8254793" cy="507987"/>
          </a:xfrm>
          <a:prstGeom prst="rect">
            <a:avLst/>
          </a:prstGeom>
          <a:noFill/>
        </p:spPr>
        <p:txBody>
          <a:bodyPr wrap="square" lIns="0" tIns="0" rIns="0" bIns="0" anchor="t">
            <a:spAutoFit/>
          </a:bodyPr>
          <a:lstStyle/>
          <a:p>
            <a:pPr algn="l">
              <a:lnSpc>
                <a:spcPct val="125000"/>
              </a:lnSpc>
            </a:pPr>
            <a:r>
              <a:rPr sz="2300" b="0">
                <a:solidFill>
                  <a:srgbClr val="8FB6D0"/>
                </a:solidFill>
                <a:latin typeface="Segoe UI Light"/>
              </a:rPr>
              <a:t>Vier cijfers verklaren waarom er twee normen zijn.</a:t>
            </a:r>
          </a:p>
        </p:txBody>
      </p:sp>
      <p:sp>
        <p:nvSpPr>
          <p:cNvPr id="9" name="TextBox 8"/>
          <p:cNvSpPr txBox="1"/>
          <p:nvPr/>
        </p:nvSpPr>
        <p:spPr>
          <a:xfrm>
            <a:off x="10540736" y="6387940"/>
            <a:ext cx="1015974" cy="186141"/>
          </a:xfrm>
          <a:prstGeom prst="rect">
            <a:avLst/>
          </a:prstGeom>
          <a:noFill/>
        </p:spPr>
        <p:txBody>
          <a:bodyPr wrap="square" lIns="0" tIns="0" rIns="0" bIns="0" anchor="t">
            <a:spAutoFit/>
          </a:bodyPr>
          <a:lstStyle/>
          <a:p>
            <a:pPr algn="r">
              <a:lnSpc>
                <a:spcPct val="125000"/>
              </a:lnSpc>
            </a:pPr>
            <a:r>
              <a:rPr lang="nl-BE" sz="1050" b="0">
                <a:solidFill>
                  <a:srgbClr val="8FB6D0"/>
                </a:solidFill>
                <a:latin typeface="Consolas"/>
              </a:rPr>
              <a:t>05 / 31</a:t>
            </a:r>
            <a:endParaRPr sz="1050" b="0">
              <a:solidFill>
                <a:srgbClr val="8FB6D0"/>
              </a:solidFill>
              <a:latin typeface="Consolas"/>
            </a:endParaRP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200">
        <p159:morph option="byObject"/>
      </p:transition>
    </mc:Choice>
    <mc:Fallback xmlns="">
      <p:transition spd="slow">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7828"/>
          </a:xfrm>
          <a:prstGeom prst="rect">
            <a:avLst/>
          </a:prstGeom>
          <a:gradFill rotWithShape="1">
            <a:gsLst>
              <a:gs pos="0">
                <a:srgbClr val="072138"/>
              </a:gs>
              <a:gs pos="100000">
                <a:srgbClr val="04182A"/>
              </a:gs>
            </a:gsLst>
            <a:lin ang="5400000" scaled="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Oval 2"/>
          <p:cNvSpPr/>
          <p:nvPr/>
        </p:nvSpPr>
        <p:spPr>
          <a:xfrm>
            <a:off x="-1015974" y="253993"/>
            <a:ext cx="5206869" cy="5206869"/>
          </a:xfrm>
          <a:prstGeom prst="ellipse">
            <a:avLst/>
          </a:prstGeom>
          <a:solidFill>
            <a:srgbClr val="FF7A00">
              <a:alpha val="6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hero"/>
          <p:cNvSpPr txBox="1"/>
          <p:nvPr/>
        </p:nvSpPr>
        <p:spPr>
          <a:xfrm>
            <a:off x="380990" y="761980"/>
            <a:ext cx="7619809" cy="3301917"/>
          </a:xfrm>
          <a:prstGeom prst="rect">
            <a:avLst/>
          </a:prstGeom>
          <a:noFill/>
        </p:spPr>
        <p:txBody>
          <a:bodyPr wrap="square" lIns="0" tIns="0" rIns="0" bIns="0" anchor="t">
            <a:spAutoFit/>
          </a:bodyPr>
          <a:lstStyle/>
          <a:p>
            <a:pPr algn="l">
              <a:lnSpc>
                <a:spcPct val="82000"/>
              </a:lnSpc>
            </a:pPr>
            <a:r>
              <a:rPr sz="25000" b="1">
                <a:solidFill>
                  <a:srgbClr val="FF7A00"/>
                </a:solidFill>
                <a:latin typeface="Segoe UI"/>
              </a:rPr>
              <a:t>40</a:t>
            </a:r>
          </a:p>
        </p:txBody>
      </p:sp>
      <p:sp>
        <p:nvSpPr>
          <p:cNvPr id="5" name="TextBox 4"/>
          <p:cNvSpPr txBox="1"/>
          <p:nvPr/>
        </p:nvSpPr>
        <p:spPr>
          <a:xfrm>
            <a:off x="4444888" y="1320766"/>
            <a:ext cx="1523961" cy="1015974"/>
          </a:xfrm>
          <a:prstGeom prst="rect">
            <a:avLst/>
          </a:prstGeom>
          <a:noFill/>
        </p:spPr>
        <p:txBody>
          <a:bodyPr wrap="square" lIns="0" tIns="0" rIns="0" bIns="0" anchor="t">
            <a:spAutoFit/>
          </a:bodyPr>
          <a:lstStyle/>
          <a:p>
            <a:pPr algn="l">
              <a:lnSpc>
                <a:spcPct val="125000"/>
              </a:lnSpc>
            </a:pPr>
            <a:r>
              <a:rPr sz="7600" b="1">
                <a:solidFill>
                  <a:srgbClr val="FF7A00"/>
                </a:solidFill>
                <a:latin typeface="Segoe UI Light"/>
              </a:rPr>
              <a:t>%</a:t>
            </a:r>
          </a:p>
        </p:txBody>
      </p:sp>
      <p:sp>
        <p:nvSpPr>
          <p:cNvPr id="6" name="TextBox 5"/>
          <p:cNvSpPr txBox="1"/>
          <p:nvPr/>
        </p:nvSpPr>
        <p:spPr>
          <a:xfrm>
            <a:off x="660383" y="3975000"/>
            <a:ext cx="5460863" cy="1269968"/>
          </a:xfrm>
          <a:prstGeom prst="rect">
            <a:avLst/>
          </a:prstGeom>
          <a:noFill/>
        </p:spPr>
        <p:txBody>
          <a:bodyPr wrap="square" lIns="0" tIns="0" rIns="0" bIns="0" anchor="t">
            <a:spAutoFit/>
          </a:bodyPr>
          <a:lstStyle/>
          <a:p>
            <a:pPr algn="l">
              <a:lnSpc>
                <a:spcPct val="120000"/>
              </a:lnSpc>
            </a:pPr>
            <a:r>
              <a:rPr sz="3200" b="1">
                <a:solidFill>
                  <a:srgbClr val="F2F8FC"/>
                </a:solidFill>
                <a:latin typeface="Segoe UI"/>
              </a:rPr>
              <a:t>krijgt binnen een jaar</a:t>
            </a:r>
          </a:p>
          <a:p>
            <a:pPr algn="l">
              <a:lnSpc>
                <a:spcPct val="120000"/>
              </a:lnSpc>
              <a:spcBef>
                <a:spcPts val="500"/>
              </a:spcBef>
            </a:pPr>
            <a:r>
              <a:rPr sz="3200" b="1">
                <a:solidFill>
                  <a:srgbClr val="F2F8FC"/>
                </a:solidFill>
                <a:latin typeface="Segoe UI"/>
              </a:rPr>
              <a:t>een nieuw ulcus</a:t>
            </a:r>
          </a:p>
        </p:txBody>
      </p:sp>
      <p:sp>
        <p:nvSpPr>
          <p:cNvPr id="7" name="Rounded Rectangle 6"/>
          <p:cNvSpPr/>
          <p:nvPr/>
        </p:nvSpPr>
        <p:spPr>
          <a:xfrm>
            <a:off x="8017563" y="1142971"/>
            <a:ext cx="3538893" cy="1206469"/>
          </a:xfrm>
          <a:prstGeom prst="roundRect">
            <a:avLst>
              <a:gd name="adj" fmla="val 4500"/>
            </a:avLst>
          </a:prstGeom>
          <a:solidFill>
            <a:srgbClr val="0A2A44"/>
          </a:solidFill>
          <a:ln w="9525">
            <a:solidFill>
              <a:srgbClr val="215B8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8220758" y="1320766"/>
            <a:ext cx="3157903" cy="609584"/>
          </a:xfrm>
          <a:prstGeom prst="rect">
            <a:avLst/>
          </a:prstGeom>
          <a:noFill/>
        </p:spPr>
        <p:txBody>
          <a:bodyPr wrap="square" lIns="0" tIns="0" rIns="0" bIns="0" anchor="t">
            <a:spAutoFit/>
          </a:bodyPr>
          <a:lstStyle/>
          <a:p>
            <a:pPr algn="l">
              <a:lnSpc>
                <a:spcPct val="100000"/>
              </a:lnSpc>
            </a:pPr>
            <a:r>
              <a:rPr sz="4200" b="1">
                <a:solidFill>
                  <a:srgbClr val="F2F8FC"/>
                </a:solidFill>
                <a:latin typeface="Segoe UI"/>
              </a:rPr>
              <a:t>65%</a:t>
            </a:r>
          </a:p>
        </p:txBody>
      </p:sp>
      <p:sp>
        <p:nvSpPr>
          <p:cNvPr id="9" name="TextBox 8"/>
          <p:cNvSpPr txBox="1"/>
          <p:nvPr/>
        </p:nvSpPr>
        <p:spPr>
          <a:xfrm>
            <a:off x="8233458" y="1930351"/>
            <a:ext cx="3157903" cy="253993"/>
          </a:xfrm>
          <a:prstGeom prst="rect">
            <a:avLst/>
          </a:prstGeom>
          <a:noFill/>
        </p:spPr>
        <p:txBody>
          <a:bodyPr wrap="square" lIns="0" tIns="0" rIns="0" bIns="0" anchor="t">
            <a:spAutoFit/>
          </a:bodyPr>
          <a:lstStyle/>
          <a:p>
            <a:pPr algn="l">
              <a:lnSpc>
                <a:spcPct val="125000"/>
              </a:lnSpc>
            </a:pPr>
            <a:r>
              <a:rPr sz="1350" b="0" spc="130">
                <a:solidFill>
                  <a:srgbClr val="8FB6D0"/>
                </a:solidFill>
                <a:latin typeface="Consolas"/>
              </a:rPr>
              <a:t>NA VIJF JAAR</a:t>
            </a:r>
          </a:p>
        </p:txBody>
      </p:sp>
      <p:sp>
        <p:nvSpPr>
          <p:cNvPr id="10" name="Rounded Rectangle 9"/>
          <p:cNvSpPr/>
          <p:nvPr/>
        </p:nvSpPr>
        <p:spPr>
          <a:xfrm>
            <a:off x="8017563" y="2514537"/>
            <a:ext cx="3538893" cy="1206469"/>
          </a:xfrm>
          <a:prstGeom prst="roundRect">
            <a:avLst>
              <a:gd name="adj" fmla="val 4500"/>
            </a:avLst>
          </a:prstGeom>
          <a:solidFill>
            <a:srgbClr val="0A2A44"/>
          </a:solidFill>
          <a:ln w="9525">
            <a:solidFill>
              <a:srgbClr val="215B8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8220758" y="2692332"/>
            <a:ext cx="3157903" cy="609584"/>
          </a:xfrm>
          <a:prstGeom prst="rect">
            <a:avLst/>
          </a:prstGeom>
          <a:noFill/>
        </p:spPr>
        <p:txBody>
          <a:bodyPr wrap="square" lIns="0" tIns="0" rIns="0" bIns="0" anchor="t">
            <a:spAutoFit/>
          </a:bodyPr>
          <a:lstStyle/>
          <a:p>
            <a:pPr algn="l">
              <a:lnSpc>
                <a:spcPct val="100000"/>
              </a:lnSpc>
            </a:pPr>
            <a:r>
              <a:rPr sz="4200" b="1">
                <a:solidFill>
                  <a:srgbClr val="F2F8FC"/>
                </a:solidFill>
                <a:latin typeface="Segoe UI"/>
              </a:rPr>
              <a:t>2,5×</a:t>
            </a:r>
          </a:p>
        </p:txBody>
      </p:sp>
      <p:sp>
        <p:nvSpPr>
          <p:cNvPr id="12" name="TextBox 11"/>
          <p:cNvSpPr txBox="1"/>
          <p:nvPr/>
        </p:nvSpPr>
        <p:spPr>
          <a:xfrm>
            <a:off x="8233458" y="3301917"/>
            <a:ext cx="3157903" cy="253993"/>
          </a:xfrm>
          <a:prstGeom prst="rect">
            <a:avLst/>
          </a:prstGeom>
          <a:noFill/>
        </p:spPr>
        <p:txBody>
          <a:bodyPr wrap="square" lIns="0" tIns="0" rIns="0" bIns="0" anchor="t">
            <a:spAutoFit/>
          </a:bodyPr>
          <a:lstStyle/>
          <a:p>
            <a:pPr algn="l">
              <a:lnSpc>
                <a:spcPct val="125000"/>
              </a:lnSpc>
            </a:pPr>
            <a:r>
              <a:rPr sz="1350" b="0" spc="130">
                <a:solidFill>
                  <a:srgbClr val="8FB6D0"/>
                </a:solidFill>
                <a:latin typeface="Consolas"/>
              </a:rPr>
              <a:t>HOGERE STERFTE</a:t>
            </a:r>
          </a:p>
        </p:txBody>
      </p:sp>
      <p:sp>
        <p:nvSpPr>
          <p:cNvPr id="13" name="Rounded Rectangle 12"/>
          <p:cNvSpPr/>
          <p:nvPr/>
        </p:nvSpPr>
        <p:spPr>
          <a:xfrm>
            <a:off x="8017563" y="3886102"/>
            <a:ext cx="3538893" cy="1206469"/>
          </a:xfrm>
          <a:prstGeom prst="roundRect">
            <a:avLst>
              <a:gd name="adj" fmla="val 4500"/>
            </a:avLst>
          </a:prstGeom>
          <a:solidFill>
            <a:srgbClr val="0A2A44"/>
          </a:solidFill>
          <a:ln w="9525">
            <a:solidFill>
              <a:srgbClr val="215B8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8220758" y="4063898"/>
            <a:ext cx="3157903" cy="609584"/>
          </a:xfrm>
          <a:prstGeom prst="rect">
            <a:avLst/>
          </a:prstGeom>
          <a:noFill/>
        </p:spPr>
        <p:txBody>
          <a:bodyPr wrap="square" lIns="0" tIns="0" rIns="0" bIns="0" anchor="t">
            <a:spAutoFit/>
          </a:bodyPr>
          <a:lstStyle/>
          <a:p>
            <a:pPr algn="l">
              <a:lnSpc>
                <a:spcPct val="100000"/>
              </a:lnSpc>
            </a:pPr>
            <a:r>
              <a:rPr sz="4200" b="1">
                <a:solidFill>
                  <a:srgbClr val="F2F8FC"/>
                </a:solidFill>
                <a:latin typeface="Segoe UI"/>
              </a:rPr>
              <a:t>&gt; 70%</a:t>
            </a:r>
          </a:p>
        </p:txBody>
      </p:sp>
      <p:sp>
        <p:nvSpPr>
          <p:cNvPr id="15" name="TextBox 14"/>
          <p:cNvSpPr txBox="1"/>
          <p:nvPr/>
        </p:nvSpPr>
        <p:spPr>
          <a:xfrm>
            <a:off x="8233458" y="4673483"/>
            <a:ext cx="3157903" cy="253993"/>
          </a:xfrm>
          <a:prstGeom prst="rect">
            <a:avLst/>
          </a:prstGeom>
          <a:noFill/>
        </p:spPr>
        <p:txBody>
          <a:bodyPr wrap="square" lIns="0" tIns="0" rIns="0" bIns="0" anchor="t">
            <a:spAutoFit/>
          </a:bodyPr>
          <a:lstStyle/>
          <a:p>
            <a:pPr algn="l">
              <a:lnSpc>
                <a:spcPct val="125000"/>
              </a:lnSpc>
            </a:pPr>
            <a:r>
              <a:rPr sz="1350" b="0" spc="130">
                <a:solidFill>
                  <a:srgbClr val="8FB6D0"/>
                </a:solidFill>
                <a:latin typeface="Consolas"/>
              </a:rPr>
              <a:t>STERFTE NA MAJEURE AMPUTATIE</a:t>
            </a:r>
          </a:p>
        </p:txBody>
      </p:sp>
      <p:sp>
        <p:nvSpPr>
          <p:cNvPr id="16" name="TextBox 15"/>
          <p:cNvSpPr txBox="1"/>
          <p:nvPr/>
        </p:nvSpPr>
        <p:spPr>
          <a:xfrm>
            <a:off x="634984" y="6387940"/>
            <a:ext cx="8889777" cy="190495"/>
          </a:xfrm>
          <a:prstGeom prst="rect">
            <a:avLst/>
          </a:prstGeom>
          <a:noFill/>
        </p:spPr>
        <p:txBody>
          <a:bodyPr wrap="square" lIns="0" tIns="0" rIns="0" bIns="0" anchor="t">
            <a:spAutoFit/>
          </a:bodyPr>
          <a:lstStyle/>
          <a:p>
            <a:pPr algn="l">
              <a:lnSpc>
                <a:spcPct val="125000"/>
              </a:lnSpc>
            </a:pPr>
            <a:r>
              <a:rPr sz="1150" b="0">
                <a:solidFill>
                  <a:srgbClr val="8FB6D0"/>
                </a:solidFill>
                <a:latin typeface="Consolas"/>
              </a:rPr>
              <a:t>Armstrong, Boulton &amp; Bus · N Engl J Med 2017</a:t>
            </a:r>
          </a:p>
        </p:txBody>
      </p:sp>
      <p:sp>
        <p:nvSpPr>
          <p:cNvPr id="17" name="TextBox 16"/>
          <p:cNvSpPr txBox="1"/>
          <p:nvPr/>
        </p:nvSpPr>
        <p:spPr>
          <a:xfrm>
            <a:off x="10540736" y="6387940"/>
            <a:ext cx="1015974" cy="186141"/>
          </a:xfrm>
          <a:prstGeom prst="rect">
            <a:avLst/>
          </a:prstGeom>
          <a:noFill/>
        </p:spPr>
        <p:txBody>
          <a:bodyPr wrap="square" lIns="0" tIns="0" rIns="0" bIns="0" anchor="t">
            <a:spAutoFit/>
          </a:bodyPr>
          <a:lstStyle/>
          <a:p>
            <a:pPr algn="r">
              <a:lnSpc>
                <a:spcPct val="125000"/>
              </a:lnSpc>
            </a:pPr>
            <a:r>
              <a:rPr lang="nl-BE" sz="1050" b="0">
                <a:solidFill>
                  <a:srgbClr val="8FB6D0"/>
                </a:solidFill>
                <a:latin typeface="Consolas"/>
              </a:rPr>
              <a:t>06 / 31</a:t>
            </a:r>
            <a:endParaRPr sz="1050" b="0">
              <a:solidFill>
                <a:srgbClr val="8FB6D0"/>
              </a:solidFill>
              <a:latin typeface="Consolas"/>
            </a:endParaRPr>
          </a:p>
        </p:txBody>
      </p:sp>
      <p:pic>
        <p:nvPicPr>
          <p:cNvPr id="18" name="merk" descr="merk.png"/>
          <p:cNvPicPr>
            <a:picLocks noChangeAspect="1"/>
          </p:cNvPicPr>
          <p:nvPr/>
        </p:nvPicPr>
        <p:blipFill>
          <a:blip r:embed="rId3"/>
          <a:stretch>
            <a:fillRect/>
          </a:stretch>
        </p:blipFill>
        <p:spPr>
          <a:xfrm>
            <a:off x="11094166" y="368290"/>
            <a:ext cx="417101" cy="482587"/>
          </a:xfrm>
          <a:prstGeom prst="rect">
            <a:avLst/>
          </a:prstGeom>
        </p:spPr>
      </p:pic>
      <p:sp>
        <p:nvSpPr>
          <p:cNvPr id="19" name="TextBox 18"/>
          <p:cNvSpPr txBox="1"/>
          <p:nvPr/>
        </p:nvSpPr>
        <p:spPr>
          <a:xfrm>
            <a:off x="634984" y="6629234"/>
            <a:ext cx="10921726" cy="177795"/>
          </a:xfrm>
          <a:prstGeom prst="rect">
            <a:avLst/>
          </a:prstGeom>
          <a:noFill/>
        </p:spPr>
        <p:txBody>
          <a:bodyPr wrap="square" lIns="0" tIns="0" rIns="0" bIns="0" anchor="t">
            <a:spAutoFit/>
          </a:bodyPr>
          <a:lstStyle/>
          <a:p>
            <a:pPr algn="l">
              <a:lnSpc>
                <a:spcPct val="125000"/>
              </a:lnSpc>
            </a:pPr>
            <a:r>
              <a:rPr sz="1000" b="0">
                <a:solidFill>
                  <a:srgbClr val="8FB6D0"/>
                </a:solidFill>
                <a:latin typeface="Consolas"/>
              </a:rPr>
              <a:t>Bron  1 · Armstrong 2017</a:t>
            </a: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200">
        <p159:morph option="byObject"/>
      </p:transition>
    </mc:Choice>
    <mc:Fallback xmlns="">
      <p:transition spd="slow">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7828"/>
          </a:xfrm>
          <a:prstGeom prst="rect">
            <a:avLst/>
          </a:prstGeom>
          <a:gradFill rotWithShape="1">
            <a:gsLst>
              <a:gs pos="0">
                <a:srgbClr val="072138"/>
              </a:gs>
              <a:gs pos="100000">
                <a:srgbClr val="04182A"/>
              </a:gs>
            </a:gsLst>
            <a:lin ang="5400000" scaled="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3" name="!!beeld" descr="knal_voorkomen.jpg"/>
          <p:cNvPicPr>
            <a:picLocks noChangeAspect="1"/>
          </p:cNvPicPr>
          <p:nvPr/>
        </p:nvPicPr>
        <p:blipFill>
          <a:blip r:embed="rId3"/>
          <a:stretch>
            <a:fillRect/>
          </a:stretch>
        </p:blipFill>
        <p:spPr>
          <a:xfrm>
            <a:off x="-45491" y="0"/>
            <a:ext cx="12282678" cy="6857828"/>
          </a:xfrm>
          <a:prstGeom prst="rect">
            <a:avLst/>
          </a:prstGeom>
        </p:spPr>
      </p:pic>
      <p:sp>
        <p:nvSpPr>
          <p:cNvPr id="4" name="Rectangle 3"/>
          <p:cNvSpPr/>
          <p:nvPr/>
        </p:nvSpPr>
        <p:spPr>
          <a:xfrm>
            <a:off x="0" y="0"/>
            <a:ext cx="12191695" cy="6857828"/>
          </a:xfrm>
          <a:prstGeom prst="rect">
            <a:avLst/>
          </a:prstGeom>
          <a:gradFill rotWithShape="1">
            <a:gsLst>
              <a:gs pos="0">
                <a:srgbClr val="04182A">
                  <a:alpha val="68000"/>
                </a:srgbClr>
              </a:gs>
              <a:gs pos="100000">
                <a:srgbClr val="072138">
                  <a:alpha val="95000"/>
                </a:srgbClr>
              </a:gs>
            </a:gsLst>
            <a:lin ang="5400000" scaled="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952476" y="1231869"/>
            <a:ext cx="812779" cy="50798"/>
          </a:xfrm>
          <a:prstGeom prst="rect">
            <a:avLst/>
          </a:prstGeom>
          <a:solidFill>
            <a:srgbClr val="FF7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knal"/>
          <p:cNvSpPr txBox="1"/>
          <p:nvPr/>
        </p:nvSpPr>
        <p:spPr>
          <a:xfrm>
            <a:off x="952476" y="1523961"/>
            <a:ext cx="10286742" cy="4190895"/>
          </a:xfrm>
          <a:prstGeom prst="rect">
            <a:avLst/>
          </a:prstGeom>
          <a:noFill/>
        </p:spPr>
        <p:txBody>
          <a:bodyPr wrap="square" lIns="0" tIns="0" rIns="0" bIns="0" anchor="t">
            <a:spAutoFit/>
          </a:bodyPr>
          <a:lstStyle/>
          <a:p>
            <a:pPr algn="l">
              <a:lnSpc>
                <a:spcPct val="106000"/>
              </a:lnSpc>
            </a:pPr>
            <a:r>
              <a:rPr sz="6200" b="1">
                <a:solidFill>
                  <a:srgbClr val="FFFFFF"/>
                </a:solidFill>
                <a:latin typeface="Segoe UI"/>
              </a:rPr>
              <a:t>Driekwart is te voorkomen.</a:t>
            </a:r>
          </a:p>
          <a:p>
            <a:pPr algn="l">
              <a:lnSpc>
                <a:spcPct val="106000"/>
              </a:lnSpc>
              <a:spcBef>
                <a:spcPts val="500"/>
              </a:spcBef>
            </a:pPr>
            <a:r>
              <a:rPr sz="6200" b="1">
                <a:solidFill>
                  <a:srgbClr val="FFFFFF"/>
                </a:solidFill>
                <a:latin typeface="Segoe UI"/>
              </a:rPr>
              <a:t>Veertig procent komt terug.</a:t>
            </a: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200">
        <p159:morph option="byObject"/>
      </p:transition>
    </mc:Choice>
    <mc:Fallback xmlns="">
      <p:transition spd="slow">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7828"/>
          </a:xfrm>
          <a:prstGeom prst="rect">
            <a:avLst/>
          </a:prstGeom>
          <a:gradFill rotWithShape="1">
            <a:gsLst>
              <a:gs pos="0">
                <a:srgbClr val="072138"/>
              </a:gs>
              <a:gs pos="100000">
                <a:srgbClr val="04182A"/>
              </a:gs>
            </a:gsLst>
            <a:lin ang="5400000" scaled="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634984" y="571485"/>
            <a:ext cx="9524761" cy="215894"/>
          </a:xfrm>
          <a:prstGeom prst="rect">
            <a:avLst/>
          </a:prstGeom>
          <a:noFill/>
        </p:spPr>
        <p:txBody>
          <a:bodyPr wrap="square" lIns="0" tIns="0" rIns="0" bIns="0" anchor="t">
            <a:spAutoFit/>
          </a:bodyPr>
          <a:lstStyle/>
          <a:p>
            <a:pPr algn="l">
              <a:lnSpc>
                <a:spcPct val="125000"/>
              </a:lnSpc>
            </a:pPr>
            <a:r>
              <a:rPr sz="1250" b="1" spc="240">
                <a:solidFill>
                  <a:srgbClr val="52BDEC"/>
                </a:solidFill>
                <a:latin typeface="Consolas"/>
              </a:rPr>
              <a:t>DEZELFDE SCHOEN, TWEE UITKOMSTEN</a:t>
            </a:r>
          </a:p>
        </p:txBody>
      </p:sp>
      <p:sp>
        <p:nvSpPr>
          <p:cNvPr id="4" name="sectietitel"/>
          <p:cNvSpPr txBox="1"/>
          <p:nvPr/>
        </p:nvSpPr>
        <p:spPr>
          <a:xfrm>
            <a:off x="634984" y="838179"/>
            <a:ext cx="9905752" cy="1269968"/>
          </a:xfrm>
          <a:prstGeom prst="rect">
            <a:avLst/>
          </a:prstGeom>
          <a:noFill/>
        </p:spPr>
        <p:txBody>
          <a:bodyPr wrap="square" lIns="0" tIns="0" rIns="0" bIns="0" anchor="t">
            <a:spAutoFit/>
          </a:bodyPr>
          <a:lstStyle/>
          <a:p>
            <a:pPr algn="l">
              <a:lnSpc>
                <a:spcPct val="110000"/>
              </a:lnSpc>
            </a:pPr>
            <a:r>
              <a:rPr sz="4000" b="1">
                <a:solidFill>
                  <a:srgbClr val="F2F8FC"/>
                </a:solidFill>
                <a:latin typeface="Segoe UI"/>
              </a:rPr>
              <a:t>Waarom druk alléén niet volstaat</a:t>
            </a:r>
          </a:p>
        </p:txBody>
      </p:sp>
      <p:sp>
        <p:nvSpPr>
          <p:cNvPr id="5" name="Rectangle 4"/>
          <p:cNvSpPr/>
          <p:nvPr/>
        </p:nvSpPr>
        <p:spPr>
          <a:xfrm>
            <a:off x="634984" y="1828754"/>
            <a:ext cx="10921726" cy="9524"/>
          </a:xfrm>
          <a:prstGeom prst="rect">
            <a:avLst/>
          </a:prstGeom>
          <a:solidFill>
            <a:srgbClr val="215B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634984" y="1993850"/>
            <a:ext cx="3809904" cy="317492"/>
          </a:xfrm>
          <a:prstGeom prst="rect">
            <a:avLst/>
          </a:prstGeom>
          <a:noFill/>
        </p:spPr>
        <p:txBody>
          <a:bodyPr wrap="square" lIns="0" tIns="0" rIns="0" bIns="0" anchor="t">
            <a:spAutoFit/>
          </a:bodyPr>
          <a:lstStyle/>
          <a:p>
            <a:pPr algn="l">
              <a:lnSpc>
                <a:spcPct val="125000"/>
              </a:lnSpc>
            </a:pPr>
            <a:r>
              <a:rPr sz="2200" b="1">
                <a:solidFill>
                  <a:srgbClr val="F2F8FC"/>
                </a:solidFill>
                <a:latin typeface="Segoe UI"/>
              </a:rPr>
              <a:t>Iedereen</a:t>
            </a:r>
          </a:p>
        </p:txBody>
      </p:sp>
      <p:sp>
        <p:nvSpPr>
          <p:cNvPr id="7" name="TextBox 6"/>
          <p:cNvSpPr txBox="1"/>
          <p:nvPr/>
        </p:nvSpPr>
        <p:spPr>
          <a:xfrm>
            <a:off x="647683" y="2349441"/>
            <a:ext cx="3809904" cy="215894"/>
          </a:xfrm>
          <a:prstGeom prst="rect">
            <a:avLst/>
          </a:prstGeom>
          <a:noFill/>
        </p:spPr>
        <p:txBody>
          <a:bodyPr wrap="square" lIns="0" tIns="0" rIns="0" bIns="0" anchor="t">
            <a:spAutoFit/>
          </a:bodyPr>
          <a:lstStyle/>
          <a:p>
            <a:pPr algn="l">
              <a:lnSpc>
                <a:spcPct val="125000"/>
              </a:lnSpc>
            </a:pPr>
            <a:r>
              <a:rPr sz="1300" b="0">
                <a:solidFill>
                  <a:srgbClr val="8FB6D0"/>
                </a:solidFill>
                <a:latin typeface="Consolas"/>
              </a:rPr>
              <a:t>intention-to-treat</a:t>
            </a:r>
          </a:p>
        </p:txBody>
      </p:sp>
      <p:sp>
        <p:nvSpPr>
          <p:cNvPr id="8" name="TextBox 7"/>
          <p:cNvSpPr txBox="1"/>
          <p:nvPr/>
        </p:nvSpPr>
        <p:spPr>
          <a:xfrm>
            <a:off x="634984" y="2768530"/>
            <a:ext cx="2031949" cy="215894"/>
          </a:xfrm>
          <a:prstGeom prst="rect">
            <a:avLst/>
          </a:prstGeom>
          <a:noFill/>
        </p:spPr>
        <p:txBody>
          <a:bodyPr wrap="square" lIns="0" tIns="0" rIns="0" bIns="0" anchor="t">
            <a:spAutoFit/>
          </a:bodyPr>
          <a:lstStyle/>
          <a:p>
            <a:pPr algn="l">
              <a:lnSpc>
                <a:spcPct val="125000"/>
              </a:lnSpc>
            </a:pPr>
            <a:r>
              <a:rPr sz="1400" b="0">
                <a:solidFill>
                  <a:srgbClr val="8FB6D0"/>
                </a:solidFill>
                <a:latin typeface="Consolas"/>
              </a:rPr>
              <a:t>Gewone maatzool</a:t>
            </a:r>
          </a:p>
        </p:txBody>
      </p:sp>
      <p:sp>
        <p:nvSpPr>
          <p:cNvPr id="9" name="Rounded Rectangle 8"/>
          <p:cNvSpPr/>
          <p:nvPr/>
        </p:nvSpPr>
        <p:spPr>
          <a:xfrm>
            <a:off x="2793930" y="2717732"/>
            <a:ext cx="6857828" cy="292092"/>
          </a:xfrm>
          <a:prstGeom prst="roundRect">
            <a:avLst>
              <a:gd name="adj" fmla="val 50000"/>
            </a:avLst>
          </a:prstGeom>
          <a:solidFill>
            <a:srgbClr val="113A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ounded Rectangle 9"/>
          <p:cNvSpPr/>
          <p:nvPr/>
        </p:nvSpPr>
        <p:spPr>
          <a:xfrm>
            <a:off x="2793930" y="2717732"/>
            <a:ext cx="6062320" cy="292092"/>
          </a:xfrm>
          <a:prstGeom prst="roundRect">
            <a:avLst>
              <a:gd name="adj" fmla="val 50000"/>
            </a:avLst>
          </a:prstGeom>
          <a:solidFill>
            <a:srgbClr val="8FB6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9905752" y="2692332"/>
            <a:ext cx="1396965" cy="342891"/>
          </a:xfrm>
          <a:prstGeom prst="rect">
            <a:avLst/>
          </a:prstGeom>
          <a:noFill/>
        </p:spPr>
        <p:txBody>
          <a:bodyPr wrap="square" lIns="0" tIns="0" rIns="0" bIns="0" anchor="t">
            <a:spAutoFit/>
          </a:bodyPr>
          <a:lstStyle/>
          <a:p>
            <a:pPr algn="l">
              <a:lnSpc>
                <a:spcPct val="125000"/>
              </a:lnSpc>
            </a:pPr>
            <a:r>
              <a:rPr sz="2700" b="1">
                <a:solidFill>
                  <a:srgbClr val="8FB6D0"/>
                </a:solidFill>
                <a:latin typeface="Segoe UI"/>
              </a:rPr>
              <a:t>44,2%</a:t>
            </a:r>
          </a:p>
        </p:txBody>
      </p:sp>
      <p:sp>
        <p:nvSpPr>
          <p:cNvPr id="12" name="TextBox 11"/>
          <p:cNvSpPr txBox="1"/>
          <p:nvPr/>
        </p:nvSpPr>
        <p:spPr>
          <a:xfrm>
            <a:off x="634984" y="3187620"/>
            <a:ext cx="2031949" cy="215894"/>
          </a:xfrm>
          <a:prstGeom prst="rect">
            <a:avLst/>
          </a:prstGeom>
          <a:noFill/>
        </p:spPr>
        <p:txBody>
          <a:bodyPr wrap="square" lIns="0" tIns="0" rIns="0" bIns="0" anchor="t">
            <a:spAutoFit/>
          </a:bodyPr>
          <a:lstStyle/>
          <a:p>
            <a:pPr algn="l">
              <a:lnSpc>
                <a:spcPct val="125000"/>
              </a:lnSpc>
            </a:pPr>
            <a:r>
              <a:rPr sz="1400" b="0">
                <a:solidFill>
                  <a:srgbClr val="8FB6D0"/>
                </a:solidFill>
                <a:latin typeface="Consolas"/>
              </a:rPr>
              <a:t>Drukgeoptimaliseerd</a:t>
            </a:r>
          </a:p>
        </p:txBody>
      </p:sp>
      <p:sp>
        <p:nvSpPr>
          <p:cNvPr id="13" name="Rounded Rectangle 12"/>
          <p:cNvSpPr/>
          <p:nvPr/>
        </p:nvSpPr>
        <p:spPr>
          <a:xfrm>
            <a:off x="2793930" y="3136821"/>
            <a:ext cx="6857828" cy="292092"/>
          </a:xfrm>
          <a:prstGeom prst="roundRect">
            <a:avLst>
              <a:gd name="adj" fmla="val 50000"/>
            </a:avLst>
          </a:prstGeom>
          <a:solidFill>
            <a:srgbClr val="113A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ounded Rectangle 13"/>
          <p:cNvSpPr/>
          <p:nvPr/>
        </p:nvSpPr>
        <p:spPr>
          <a:xfrm>
            <a:off x="2793930" y="3136821"/>
            <a:ext cx="5321674" cy="292092"/>
          </a:xfrm>
          <a:prstGeom prst="roundRect">
            <a:avLst>
              <a:gd name="adj" fmla="val 50000"/>
            </a:avLst>
          </a:prstGeom>
          <a:solidFill>
            <a:srgbClr val="FF7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9905752" y="3111422"/>
            <a:ext cx="1396965" cy="342891"/>
          </a:xfrm>
          <a:prstGeom prst="rect">
            <a:avLst/>
          </a:prstGeom>
          <a:noFill/>
        </p:spPr>
        <p:txBody>
          <a:bodyPr wrap="square" lIns="0" tIns="0" rIns="0" bIns="0" anchor="t">
            <a:spAutoFit/>
          </a:bodyPr>
          <a:lstStyle/>
          <a:p>
            <a:pPr algn="l">
              <a:lnSpc>
                <a:spcPct val="125000"/>
              </a:lnSpc>
            </a:pPr>
            <a:r>
              <a:rPr sz="2700" b="1">
                <a:solidFill>
                  <a:srgbClr val="FF7A00"/>
                </a:solidFill>
                <a:latin typeface="Segoe UI"/>
              </a:rPr>
              <a:t>38,8%</a:t>
            </a:r>
          </a:p>
        </p:txBody>
      </p:sp>
      <p:sp>
        <p:nvSpPr>
          <p:cNvPr id="16" name="TextBox 15"/>
          <p:cNvSpPr txBox="1"/>
          <p:nvPr/>
        </p:nvSpPr>
        <p:spPr>
          <a:xfrm>
            <a:off x="634984" y="3568610"/>
            <a:ext cx="5714857" cy="279393"/>
          </a:xfrm>
          <a:prstGeom prst="rect">
            <a:avLst/>
          </a:prstGeom>
          <a:noFill/>
        </p:spPr>
        <p:txBody>
          <a:bodyPr wrap="square" lIns="0" tIns="0" rIns="0" bIns="0" anchor="t">
            <a:spAutoFit/>
          </a:bodyPr>
          <a:lstStyle/>
          <a:p>
            <a:pPr algn="l">
              <a:lnSpc>
                <a:spcPct val="125000"/>
              </a:lnSpc>
            </a:pPr>
            <a:r>
              <a:rPr sz="1800" b="1">
                <a:solidFill>
                  <a:srgbClr val="FF7A00"/>
                </a:solidFill>
                <a:latin typeface="Segoe UI"/>
              </a:rPr>
              <a:t>Geen verschil — p = 0,48</a:t>
            </a:r>
          </a:p>
        </p:txBody>
      </p:sp>
      <p:sp>
        <p:nvSpPr>
          <p:cNvPr id="17" name="Rectangle 16"/>
          <p:cNvSpPr/>
          <p:nvPr/>
        </p:nvSpPr>
        <p:spPr>
          <a:xfrm>
            <a:off x="634984" y="4089297"/>
            <a:ext cx="10921726" cy="9524"/>
          </a:xfrm>
          <a:prstGeom prst="rect">
            <a:avLst/>
          </a:prstGeom>
          <a:solidFill>
            <a:srgbClr val="215B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634984" y="4254393"/>
            <a:ext cx="3809904" cy="317492"/>
          </a:xfrm>
          <a:prstGeom prst="rect">
            <a:avLst/>
          </a:prstGeom>
          <a:noFill/>
        </p:spPr>
        <p:txBody>
          <a:bodyPr wrap="square" lIns="0" tIns="0" rIns="0" bIns="0" anchor="t">
            <a:spAutoFit/>
          </a:bodyPr>
          <a:lstStyle/>
          <a:p>
            <a:pPr algn="l">
              <a:lnSpc>
                <a:spcPct val="125000"/>
              </a:lnSpc>
            </a:pPr>
            <a:r>
              <a:rPr sz="2200" b="1">
                <a:solidFill>
                  <a:srgbClr val="F2F8FC"/>
                </a:solidFill>
                <a:latin typeface="Segoe UI"/>
              </a:rPr>
              <a:t>Wie hem droeg</a:t>
            </a:r>
          </a:p>
        </p:txBody>
      </p:sp>
      <p:sp>
        <p:nvSpPr>
          <p:cNvPr id="19" name="TextBox 18"/>
          <p:cNvSpPr txBox="1"/>
          <p:nvPr/>
        </p:nvSpPr>
        <p:spPr>
          <a:xfrm>
            <a:off x="647683" y="4609984"/>
            <a:ext cx="3809904" cy="215894"/>
          </a:xfrm>
          <a:prstGeom prst="rect">
            <a:avLst/>
          </a:prstGeom>
          <a:noFill/>
        </p:spPr>
        <p:txBody>
          <a:bodyPr wrap="square" lIns="0" tIns="0" rIns="0" bIns="0" anchor="t">
            <a:spAutoFit/>
          </a:bodyPr>
          <a:lstStyle/>
          <a:p>
            <a:pPr algn="l">
              <a:lnSpc>
                <a:spcPct val="125000"/>
              </a:lnSpc>
            </a:pPr>
            <a:r>
              <a:rPr sz="1300" b="0">
                <a:solidFill>
                  <a:srgbClr val="8FB6D0"/>
                </a:solidFill>
                <a:latin typeface="Consolas"/>
              </a:rPr>
              <a:t>≥ 80% van de stappen</a:t>
            </a:r>
          </a:p>
        </p:txBody>
      </p:sp>
      <p:sp>
        <p:nvSpPr>
          <p:cNvPr id="20" name="TextBox 19"/>
          <p:cNvSpPr txBox="1"/>
          <p:nvPr/>
        </p:nvSpPr>
        <p:spPr>
          <a:xfrm>
            <a:off x="634984" y="5029074"/>
            <a:ext cx="2031949" cy="215894"/>
          </a:xfrm>
          <a:prstGeom prst="rect">
            <a:avLst/>
          </a:prstGeom>
          <a:noFill/>
        </p:spPr>
        <p:txBody>
          <a:bodyPr wrap="square" lIns="0" tIns="0" rIns="0" bIns="0" anchor="t">
            <a:spAutoFit/>
          </a:bodyPr>
          <a:lstStyle/>
          <a:p>
            <a:pPr algn="l">
              <a:lnSpc>
                <a:spcPct val="125000"/>
              </a:lnSpc>
            </a:pPr>
            <a:r>
              <a:rPr sz="1400" b="0">
                <a:solidFill>
                  <a:srgbClr val="8FB6D0"/>
                </a:solidFill>
                <a:latin typeface="Consolas"/>
              </a:rPr>
              <a:t>Gewone maatzool</a:t>
            </a:r>
          </a:p>
        </p:txBody>
      </p:sp>
      <p:sp>
        <p:nvSpPr>
          <p:cNvPr id="21" name="Rounded Rectangle 20"/>
          <p:cNvSpPr/>
          <p:nvPr/>
        </p:nvSpPr>
        <p:spPr>
          <a:xfrm>
            <a:off x="2793930" y="4978275"/>
            <a:ext cx="6857828" cy="292092"/>
          </a:xfrm>
          <a:prstGeom prst="roundRect">
            <a:avLst>
              <a:gd name="adj" fmla="val 50000"/>
            </a:avLst>
          </a:prstGeom>
          <a:solidFill>
            <a:srgbClr val="113A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Rounded Rectangle 21"/>
          <p:cNvSpPr/>
          <p:nvPr/>
        </p:nvSpPr>
        <p:spPr>
          <a:xfrm>
            <a:off x="2793930" y="4978275"/>
            <a:ext cx="6556084" cy="292092"/>
          </a:xfrm>
          <a:prstGeom prst="roundRect">
            <a:avLst>
              <a:gd name="adj" fmla="val 50000"/>
            </a:avLst>
          </a:prstGeom>
          <a:solidFill>
            <a:srgbClr val="8FB6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9905752" y="4952876"/>
            <a:ext cx="1396965" cy="342891"/>
          </a:xfrm>
          <a:prstGeom prst="rect">
            <a:avLst/>
          </a:prstGeom>
          <a:noFill/>
        </p:spPr>
        <p:txBody>
          <a:bodyPr wrap="square" lIns="0" tIns="0" rIns="0" bIns="0" anchor="t">
            <a:spAutoFit/>
          </a:bodyPr>
          <a:lstStyle/>
          <a:p>
            <a:pPr algn="l">
              <a:lnSpc>
                <a:spcPct val="125000"/>
              </a:lnSpc>
            </a:pPr>
            <a:r>
              <a:rPr sz="2700" b="1">
                <a:solidFill>
                  <a:srgbClr val="8FB6D0"/>
                </a:solidFill>
                <a:latin typeface="Segoe UI"/>
              </a:rPr>
              <a:t>47,8%</a:t>
            </a:r>
          </a:p>
        </p:txBody>
      </p:sp>
      <p:sp>
        <p:nvSpPr>
          <p:cNvPr id="24" name="TextBox 23"/>
          <p:cNvSpPr txBox="1"/>
          <p:nvPr/>
        </p:nvSpPr>
        <p:spPr>
          <a:xfrm>
            <a:off x="634984" y="5448163"/>
            <a:ext cx="2031949" cy="215894"/>
          </a:xfrm>
          <a:prstGeom prst="rect">
            <a:avLst/>
          </a:prstGeom>
          <a:noFill/>
        </p:spPr>
        <p:txBody>
          <a:bodyPr wrap="square" lIns="0" tIns="0" rIns="0" bIns="0" anchor="t">
            <a:spAutoFit/>
          </a:bodyPr>
          <a:lstStyle/>
          <a:p>
            <a:pPr algn="l">
              <a:lnSpc>
                <a:spcPct val="125000"/>
              </a:lnSpc>
            </a:pPr>
            <a:r>
              <a:rPr sz="1400" b="0">
                <a:solidFill>
                  <a:srgbClr val="8FB6D0"/>
                </a:solidFill>
                <a:latin typeface="Consolas"/>
              </a:rPr>
              <a:t>Drukgeoptimaliseerd</a:t>
            </a:r>
          </a:p>
        </p:txBody>
      </p:sp>
      <p:sp>
        <p:nvSpPr>
          <p:cNvPr id="25" name="Rounded Rectangle 24"/>
          <p:cNvSpPr/>
          <p:nvPr/>
        </p:nvSpPr>
        <p:spPr>
          <a:xfrm>
            <a:off x="2793930" y="5397365"/>
            <a:ext cx="6857828" cy="292092"/>
          </a:xfrm>
          <a:prstGeom prst="roundRect">
            <a:avLst>
              <a:gd name="adj" fmla="val 50000"/>
            </a:avLst>
          </a:prstGeom>
          <a:solidFill>
            <a:srgbClr val="113A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Rounded Rectangle 25"/>
          <p:cNvSpPr/>
          <p:nvPr/>
        </p:nvSpPr>
        <p:spPr>
          <a:xfrm>
            <a:off x="2793930" y="5397365"/>
            <a:ext cx="3524923" cy="292092"/>
          </a:xfrm>
          <a:prstGeom prst="roundRect">
            <a:avLst>
              <a:gd name="adj" fmla="val 50000"/>
            </a:avLst>
          </a:prstGeom>
          <a:solidFill>
            <a:srgbClr val="52BD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9905752" y="5371965"/>
            <a:ext cx="1396965" cy="342891"/>
          </a:xfrm>
          <a:prstGeom prst="rect">
            <a:avLst/>
          </a:prstGeom>
          <a:noFill/>
        </p:spPr>
        <p:txBody>
          <a:bodyPr wrap="square" lIns="0" tIns="0" rIns="0" bIns="0" anchor="t">
            <a:spAutoFit/>
          </a:bodyPr>
          <a:lstStyle/>
          <a:p>
            <a:pPr algn="l">
              <a:lnSpc>
                <a:spcPct val="125000"/>
              </a:lnSpc>
            </a:pPr>
            <a:r>
              <a:rPr sz="2700" b="1">
                <a:solidFill>
                  <a:srgbClr val="52BDEC"/>
                </a:solidFill>
                <a:latin typeface="Segoe UI"/>
              </a:rPr>
              <a:t>25,7%</a:t>
            </a:r>
          </a:p>
        </p:txBody>
      </p:sp>
      <p:sp>
        <p:nvSpPr>
          <p:cNvPr id="28" name="TextBox 27"/>
          <p:cNvSpPr txBox="1"/>
          <p:nvPr/>
        </p:nvSpPr>
        <p:spPr>
          <a:xfrm>
            <a:off x="634984" y="5829154"/>
            <a:ext cx="5714857" cy="279393"/>
          </a:xfrm>
          <a:prstGeom prst="rect">
            <a:avLst/>
          </a:prstGeom>
          <a:noFill/>
        </p:spPr>
        <p:txBody>
          <a:bodyPr wrap="square" lIns="0" tIns="0" rIns="0" bIns="0" anchor="t">
            <a:spAutoFit/>
          </a:bodyPr>
          <a:lstStyle/>
          <a:p>
            <a:pPr algn="l">
              <a:lnSpc>
                <a:spcPct val="125000"/>
              </a:lnSpc>
            </a:pPr>
            <a:r>
              <a:rPr sz="1800" b="1">
                <a:solidFill>
                  <a:srgbClr val="52BDEC"/>
                </a:solidFill>
                <a:latin typeface="Segoe UI"/>
              </a:rPr>
              <a:t>Bijna gehalveerd — p = 0,045</a:t>
            </a:r>
          </a:p>
        </p:txBody>
      </p:sp>
      <p:sp>
        <p:nvSpPr>
          <p:cNvPr id="29" name="TextBox 28"/>
          <p:cNvSpPr txBox="1"/>
          <p:nvPr/>
        </p:nvSpPr>
        <p:spPr>
          <a:xfrm>
            <a:off x="634984" y="6387940"/>
            <a:ext cx="8889777" cy="190495"/>
          </a:xfrm>
          <a:prstGeom prst="rect">
            <a:avLst/>
          </a:prstGeom>
          <a:noFill/>
        </p:spPr>
        <p:txBody>
          <a:bodyPr wrap="square" lIns="0" tIns="0" rIns="0" bIns="0" anchor="t">
            <a:spAutoFit/>
          </a:bodyPr>
          <a:lstStyle/>
          <a:p>
            <a:pPr algn="l">
              <a:lnSpc>
                <a:spcPct val="125000"/>
              </a:lnSpc>
            </a:pPr>
            <a:r>
              <a:rPr sz="1150" b="0">
                <a:solidFill>
                  <a:srgbClr val="8FB6D0"/>
                </a:solidFill>
                <a:latin typeface="Consolas"/>
              </a:rPr>
              <a:t>Bus et al. · Diabetes Care 2013 · DIAFOS, 171 deelnemers</a:t>
            </a:r>
          </a:p>
        </p:txBody>
      </p:sp>
      <p:sp>
        <p:nvSpPr>
          <p:cNvPr id="30" name="TextBox 29"/>
          <p:cNvSpPr txBox="1"/>
          <p:nvPr/>
        </p:nvSpPr>
        <p:spPr>
          <a:xfrm>
            <a:off x="10540736" y="6387940"/>
            <a:ext cx="1015974" cy="186141"/>
          </a:xfrm>
          <a:prstGeom prst="rect">
            <a:avLst/>
          </a:prstGeom>
          <a:noFill/>
        </p:spPr>
        <p:txBody>
          <a:bodyPr wrap="square" lIns="0" tIns="0" rIns="0" bIns="0" anchor="t">
            <a:spAutoFit/>
          </a:bodyPr>
          <a:lstStyle/>
          <a:p>
            <a:pPr algn="r">
              <a:lnSpc>
                <a:spcPct val="125000"/>
              </a:lnSpc>
            </a:pPr>
            <a:r>
              <a:rPr lang="nl-BE" sz="1050" b="0">
                <a:solidFill>
                  <a:srgbClr val="8FB6D0"/>
                </a:solidFill>
                <a:latin typeface="Consolas"/>
              </a:rPr>
              <a:t>08 / 31</a:t>
            </a:r>
            <a:endParaRPr sz="1050" b="0">
              <a:solidFill>
                <a:srgbClr val="8FB6D0"/>
              </a:solidFill>
              <a:latin typeface="Consolas"/>
            </a:endParaRPr>
          </a:p>
        </p:txBody>
      </p:sp>
      <p:pic>
        <p:nvPicPr>
          <p:cNvPr id="31" name="merk" descr="merk.png"/>
          <p:cNvPicPr>
            <a:picLocks noChangeAspect="1"/>
          </p:cNvPicPr>
          <p:nvPr/>
        </p:nvPicPr>
        <p:blipFill>
          <a:blip r:embed="rId3"/>
          <a:stretch>
            <a:fillRect/>
          </a:stretch>
        </p:blipFill>
        <p:spPr>
          <a:xfrm>
            <a:off x="11094166" y="368290"/>
            <a:ext cx="417101" cy="482587"/>
          </a:xfrm>
          <a:prstGeom prst="rect">
            <a:avLst/>
          </a:prstGeom>
        </p:spPr>
      </p:pic>
      <p:sp>
        <p:nvSpPr>
          <p:cNvPr id="32" name="TextBox 31"/>
          <p:cNvSpPr txBox="1"/>
          <p:nvPr/>
        </p:nvSpPr>
        <p:spPr>
          <a:xfrm>
            <a:off x="634984" y="6629234"/>
            <a:ext cx="10921726" cy="177795"/>
          </a:xfrm>
          <a:prstGeom prst="rect">
            <a:avLst/>
          </a:prstGeom>
          <a:noFill/>
        </p:spPr>
        <p:txBody>
          <a:bodyPr wrap="square" lIns="0" tIns="0" rIns="0" bIns="0" anchor="t">
            <a:spAutoFit/>
          </a:bodyPr>
          <a:lstStyle/>
          <a:p>
            <a:pPr algn="l">
              <a:lnSpc>
                <a:spcPct val="125000"/>
              </a:lnSpc>
            </a:pPr>
            <a:r>
              <a:rPr sz="1000" b="0">
                <a:solidFill>
                  <a:srgbClr val="8FB6D0"/>
                </a:solidFill>
                <a:latin typeface="Consolas"/>
              </a:rPr>
              <a:t>Bron  9 · Bus 2013, DIAFOS</a:t>
            </a: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200">
        <p159:morph option="byObject"/>
      </p:transition>
    </mc:Choice>
    <mc:Fallback xmlns="">
      <p:transition spd="slow">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7828"/>
          </a:xfrm>
          <a:prstGeom prst="rect">
            <a:avLst/>
          </a:prstGeom>
          <a:gradFill rotWithShape="1">
            <a:gsLst>
              <a:gs pos="0">
                <a:srgbClr val="072138"/>
              </a:gs>
              <a:gs pos="100000">
                <a:srgbClr val="04182A"/>
              </a:gs>
            </a:gsLst>
            <a:lin ang="5400000" scaled="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Oval 2"/>
          <p:cNvSpPr/>
          <p:nvPr/>
        </p:nvSpPr>
        <p:spPr>
          <a:xfrm>
            <a:off x="-1015974" y="253993"/>
            <a:ext cx="5206869" cy="5206869"/>
          </a:xfrm>
          <a:prstGeom prst="ellipse">
            <a:avLst/>
          </a:prstGeom>
          <a:solidFill>
            <a:srgbClr val="52BDEC">
              <a:alpha val="6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hero"/>
          <p:cNvSpPr txBox="1"/>
          <p:nvPr/>
        </p:nvSpPr>
        <p:spPr>
          <a:xfrm>
            <a:off x="380990" y="761980"/>
            <a:ext cx="7619809" cy="3301917"/>
          </a:xfrm>
          <a:prstGeom prst="rect">
            <a:avLst/>
          </a:prstGeom>
          <a:noFill/>
        </p:spPr>
        <p:txBody>
          <a:bodyPr wrap="square" lIns="0" tIns="0" rIns="0" bIns="0" anchor="t">
            <a:spAutoFit/>
          </a:bodyPr>
          <a:lstStyle/>
          <a:p>
            <a:pPr algn="l">
              <a:lnSpc>
                <a:spcPct val="82000"/>
              </a:lnSpc>
            </a:pPr>
            <a:r>
              <a:rPr sz="25000" b="1">
                <a:solidFill>
                  <a:srgbClr val="52BDEC"/>
                </a:solidFill>
                <a:latin typeface="Segoe UI"/>
              </a:rPr>
              <a:t>71</a:t>
            </a:r>
          </a:p>
        </p:txBody>
      </p:sp>
      <p:sp>
        <p:nvSpPr>
          <p:cNvPr id="5" name="TextBox 4"/>
          <p:cNvSpPr txBox="1"/>
          <p:nvPr/>
        </p:nvSpPr>
        <p:spPr>
          <a:xfrm>
            <a:off x="4444888" y="1320766"/>
            <a:ext cx="1523961" cy="1015974"/>
          </a:xfrm>
          <a:prstGeom prst="rect">
            <a:avLst/>
          </a:prstGeom>
          <a:noFill/>
        </p:spPr>
        <p:txBody>
          <a:bodyPr wrap="square" lIns="0" tIns="0" rIns="0" bIns="0" anchor="t">
            <a:spAutoFit/>
          </a:bodyPr>
          <a:lstStyle/>
          <a:p>
            <a:pPr algn="l">
              <a:lnSpc>
                <a:spcPct val="125000"/>
              </a:lnSpc>
            </a:pPr>
            <a:r>
              <a:rPr sz="7600" b="1">
                <a:solidFill>
                  <a:srgbClr val="52BDEC"/>
                </a:solidFill>
                <a:latin typeface="Segoe UI Light"/>
              </a:rPr>
              <a:t>%</a:t>
            </a:r>
          </a:p>
        </p:txBody>
      </p:sp>
      <p:sp>
        <p:nvSpPr>
          <p:cNvPr id="6" name="TextBox 5"/>
          <p:cNvSpPr txBox="1"/>
          <p:nvPr/>
        </p:nvSpPr>
        <p:spPr>
          <a:xfrm>
            <a:off x="660383" y="3975000"/>
            <a:ext cx="5460863" cy="1269968"/>
          </a:xfrm>
          <a:prstGeom prst="rect">
            <a:avLst/>
          </a:prstGeom>
          <a:noFill/>
        </p:spPr>
        <p:txBody>
          <a:bodyPr wrap="square" lIns="0" tIns="0" rIns="0" bIns="0" anchor="t">
            <a:spAutoFit/>
          </a:bodyPr>
          <a:lstStyle/>
          <a:p>
            <a:pPr algn="l">
              <a:lnSpc>
                <a:spcPct val="120000"/>
              </a:lnSpc>
            </a:pPr>
            <a:r>
              <a:rPr sz="3200" b="1">
                <a:solidFill>
                  <a:srgbClr val="F2F8FC"/>
                </a:solidFill>
                <a:latin typeface="Segoe UI"/>
              </a:rPr>
              <a:t>draagtijd — gemeten,</a:t>
            </a:r>
          </a:p>
          <a:p>
            <a:pPr algn="l">
              <a:lnSpc>
                <a:spcPct val="120000"/>
              </a:lnSpc>
              <a:spcBef>
                <a:spcPts val="500"/>
              </a:spcBef>
            </a:pPr>
            <a:r>
              <a:rPr sz="3200" b="1">
                <a:solidFill>
                  <a:srgbClr val="F2F8FC"/>
                </a:solidFill>
                <a:latin typeface="Segoe UI"/>
              </a:rPr>
              <a:t>niet gevraagd</a:t>
            </a:r>
          </a:p>
        </p:txBody>
      </p:sp>
      <p:sp>
        <p:nvSpPr>
          <p:cNvPr id="7" name="TextBox 6"/>
          <p:cNvSpPr txBox="1"/>
          <p:nvPr/>
        </p:nvSpPr>
        <p:spPr>
          <a:xfrm>
            <a:off x="6349841" y="1904952"/>
            <a:ext cx="5079873" cy="228594"/>
          </a:xfrm>
          <a:prstGeom prst="rect">
            <a:avLst/>
          </a:prstGeom>
          <a:noFill/>
        </p:spPr>
        <p:txBody>
          <a:bodyPr wrap="square" lIns="0" tIns="0" rIns="0" bIns="0" anchor="t">
            <a:spAutoFit/>
          </a:bodyPr>
          <a:lstStyle/>
          <a:p>
            <a:pPr algn="l">
              <a:lnSpc>
                <a:spcPct val="125000"/>
              </a:lnSpc>
            </a:pPr>
            <a:r>
              <a:rPr sz="1300" b="0" spc="140">
                <a:solidFill>
                  <a:srgbClr val="8FB6D0"/>
                </a:solidFill>
                <a:latin typeface="Consolas"/>
              </a:rPr>
              <a:t>DRAAGTIJD TEGENOVER DE NORM VAN 80%</a:t>
            </a:r>
          </a:p>
        </p:txBody>
      </p:sp>
      <p:sp>
        <p:nvSpPr>
          <p:cNvPr id="8" name="TextBox 7"/>
          <p:cNvSpPr txBox="1"/>
          <p:nvPr/>
        </p:nvSpPr>
        <p:spPr>
          <a:xfrm>
            <a:off x="6349841" y="2222444"/>
            <a:ext cx="1650958" cy="228594"/>
          </a:xfrm>
          <a:prstGeom prst="rect">
            <a:avLst/>
          </a:prstGeom>
          <a:noFill/>
        </p:spPr>
        <p:txBody>
          <a:bodyPr wrap="square" lIns="0" tIns="0" rIns="0" bIns="0" anchor="t">
            <a:spAutoFit/>
          </a:bodyPr>
          <a:lstStyle/>
          <a:p>
            <a:pPr algn="l">
              <a:lnSpc>
                <a:spcPct val="125000"/>
              </a:lnSpc>
            </a:pPr>
            <a:r>
              <a:rPr sz="1500" b="0">
                <a:solidFill>
                  <a:srgbClr val="8FB6D0"/>
                </a:solidFill>
                <a:latin typeface="Segoe UI"/>
              </a:rPr>
              <a:t>Gemiddeld</a:t>
            </a:r>
          </a:p>
        </p:txBody>
      </p:sp>
      <p:sp>
        <p:nvSpPr>
          <p:cNvPr id="9" name="Rounded Rectangle 8"/>
          <p:cNvSpPr/>
          <p:nvPr/>
        </p:nvSpPr>
        <p:spPr>
          <a:xfrm>
            <a:off x="6349841" y="2489137"/>
            <a:ext cx="4444888" cy="253993"/>
          </a:xfrm>
          <a:prstGeom prst="roundRect">
            <a:avLst>
              <a:gd name="adj" fmla="val 50000"/>
            </a:avLst>
          </a:prstGeom>
          <a:solidFill>
            <a:srgbClr val="113A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ounded Rectangle 9"/>
          <p:cNvSpPr/>
          <p:nvPr/>
        </p:nvSpPr>
        <p:spPr>
          <a:xfrm>
            <a:off x="6349841" y="2489137"/>
            <a:ext cx="3155871" cy="253993"/>
          </a:xfrm>
          <a:prstGeom prst="roundRect">
            <a:avLst>
              <a:gd name="adj" fmla="val 50000"/>
            </a:avLst>
          </a:prstGeom>
          <a:solidFill>
            <a:srgbClr val="52BD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10921726" y="2463738"/>
            <a:ext cx="698482" cy="279393"/>
          </a:xfrm>
          <a:prstGeom prst="rect">
            <a:avLst/>
          </a:prstGeom>
          <a:noFill/>
        </p:spPr>
        <p:txBody>
          <a:bodyPr wrap="square" lIns="0" tIns="0" rIns="0" bIns="0" anchor="t">
            <a:spAutoFit/>
          </a:bodyPr>
          <a:lstStyle/>
          <a:p>
            <a:pPr algn="l">
              <a:lnSpc>
                <a:spcPct val="125000"/>
              </a:lnSpc>
            </a:pPr>
            <a:r>
              <a:rPr sz="2200" b="1">
                <a:solidFill>
                  <a:srgbClr val="F2F8FC"/>
                </a:solidFill>
                <a:latin typeface="Segoe UI"/>
              </a:rPr>
              <a:t>71%</a:t>
            </a:r>
          </a:p>
        </p:txBody>
      </p:sp>
      <p:sp>
        <p:nvSpPr>
          <p:cNvPr id="12" name="TextBox 11"/>
          <p:cNvSpPr txBox="1"/>
          <p:nvPr/>
        </p:nvSpPr>
        <p:spPr>
          <a:xfrm>
            <a:off x="6349841" y="2971725"/>
            <a:ext cx="1650958" cy="228594"/>
          </a:xfrm>
          <a:prstGeom prst="rect">
            <a:avLst/>
          </a:prstGeom>
          <a:noFill/>
        </p:spPr>
        <p:txBody>
          <a:bodyPr wrap="square" lIns="0" tIns="0" rIns="0" bIns="0" anchor="t">
            <a:spAutoFit/>
          </a:bodyPr>
          <a:lstStyle/>
          <a:p>
            <a:pPr algn="l">
              <a:lnSpc>
                <a:spcPct val="125000"/>
              </a:lnSpc>
            </a:pPr>
            <a:r>
              <a:rPr sz="1500" b="0">
                <a:solidFill>
                  <a:srgbClr val="8FB6D0"/>
                </a:solidFill>
                <a:latin typeface="Segoe UI"/>
              </a:rPr>
              <a:t>Thuis</a:t>
            </a:r>
          </a:p>
        </p:txBody>
      </p:sp>
      <p:sp>
        <p:nvSpPr>
          <p:cNvPr id="13" name="Rounded Rectangle 12"/>
          <p:cNvSpPr/>
          <p:nvPr/>
        </p:nvSpPr>
        <p:spPr>
          <a:xfrm>
            <a:off x="6349841" y="3238419"/>
            <a:ext cx="4444888" cy="253993"/>
          </a:xfrm>
          <a:prstGeom prst="roundRect">
            <a:avLst>
              <a:gd name="adj" fmla="val 50000"/>
            </a:avLst>
          </a:prstGeom>
          <a:solidFill>
            <a:srgbClr val="113A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ounded Rectangle 13"/>
          <p:cNvSpPr/>
          <p:nvPr/>
        </p:nvSpPr>
        <p:spPr>
          <a:xfrm>
            <a:off x="6349841" y="3238419"/>
            <a:ext cx="2711382" cy="253993"/>
          </a:xfrm>
          <a:prstGeom prst="roundRect">
            <a:avLst>
              <a:gd name="adj" fmla="val 50000"/>
            </a:avLst>
          </a:prstGeom>
          <a:solidFill>
            <a:srgbClr val="52BD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10921726" y="3213019"/>
            <a:ext cx="698482" cy="279393"/>
          </a:xfrm>
          <a:prstGeom prst="rect">
            <a:avLst/>
          </a:prstGeom>
          <a:noFill/>
        </p:spPr>
        <p:txBody>
          <a:bodyPr wrap="square" lIns="0" tIns="0" rIns="0" bIns="0" anchor="t">
            <a:spAutoFit/>
          </a:bodyPr>
          <a:lstStyle/>
          <a:p>
            <a:pPr algn="l">
              <a:lnSpc>
                <a:spcPct val="125000"/>
              </a:lnSpc>
            </a:pPr>
            <a:r>
              <a:rPr sz="2200" b="1">
                <a:solidFill>
                  <a:srgbClr val="F2F8FC"/>
                </a:solidFill>
                <a:latin typeface="Segoe UI"/>
              </a:rPr>
              <a:t>61%</a:t>
            </a:r>
          </a:p>
        </p:txBody>
      </p:sp>
      <p:sp>
        <p:nvSpPr>
          <p:cNvPr id="16" name="TextBox 15"/>
          <p:cNvSpPr txBox="1"/>
          <p:nvPr/>
        </p:nvSpPr>
        <p:spPr>
          <a:xfrm>
            <a:off x="6349841" y="3721006"/>
            <a:ext cx="1650958" cy="228594"/>
          </a:xfrm>
          <a:prstGeom prst="rect">
            <a:avLst/>
          </a:prstGeom>
          <a:noFill/>
        </p:spPr>
        <p:txBody>
          <a:bodyPr wrap="square" lIns="0" tIns="0" rIns="0" bIns="0" anchor="t">
            <a:spAutoFit/>
          </a:bodyPr>
          <a:lstStyle/>
          <a:p>
            <a:pPr algn="l">
              <a:lnSpc>
                <a:spcPct val="125000"/>
              </a:lnSpc>
            </a:pPr>
            <a:r>
              <a:rPr sz="1500" b="0">
                <a:solidFill>
                  <a:srgbClr val="8FB6D0"/>
                </a:solidFill>
                <a:latin typeface="Segoe UI"/>
              </a:rPr>
              <a:t>Buitenshuis</a:t>
            </a:r>
          </a:p>
        </p:txBody>
      </p:sp>
      <p:sp>
        <p:nvSpPr>
          <p:cNvPr id="17" name="Rounded Rectangle 16"/>
          <p:cNvSpPr/>
          <p:nvPr/>
        </p:nvSpPr>
        <p:spPr>
          <a:xfrm>
            <a:off x="6349841" y="3987700"/>
            <a:ext cx="4444888" cy="253993"/>
          </a:xfrm>
          <a:prstGeom prst="roundRect">
            <a:avLst>
              <a:gd name="adj" fmla="val 50000"/>
            </a:avLst>
          </a:prstGeom>
          <a:solidFill>
            <a:srgbClr val="113A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Rounded Rectangle 17"/>
          <p:cNvSpPr/>
          <p:nvPr/>
        </p:nvSpPr>
        <p:spPr>
          <a:xfrm>
            <a:off x="6349841" y="3987700"/>
            <a:ext cx="3867053" cy="253993"/>
          </a:xfrm>
          <a:prstGeom prst="roundRect">
            <a:avLst>
              <a:gd name="adj" fmla="val 50000"/>
            </a:avLst>
          </a:prstGeom>
          <a:solidFill>
            <a:srgbClr val="52BD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10921726" y="3962300"/>
            <a:ext cx="698482" cy="279393"/>
          </a:xfrm>
          <a:prstGeom prst="rect">
            <a:avLst/>
          </a:prstGeom>
          <a:noFill/>
        </p:spPr>
        <p:txBody>
          <a:bodyPr wrap="square" lIns="0" tIns="0" rIns="0" bIns="0" anchor="t">
            <a:spAutoFit/>
          </a:bodyPr>
          <a:lstStyle/>
          <a:p>
            <a:pPr algn="l">
              <a:lnSpc>
                <a:spcPct val="125000"/>
              </a:lnSpc>
            </a:pPr>
            <a:r>
              <a:rPr sz="2200" b="1">
                <a:solidFill>
                  <a:srgbClr val="F2F8FC"/>
                </a:solidFill>
                <a:latin typeface="Segoe UI"/>
              </a:rPr>
              <a:t>87%</a:t>
            </a:r>
          </a:p>
        </p:txBody>
      </p:sp>
      <p:sp>
        <p:nvSpPr>
          <p:cNvPr id="20" name="Rectangle 19"/>
          <p:cNvSpPr/>
          <p:nvPr/>
        </p:nvSpPr>
        <p:spPr>
          <a:xfrm>
            <a:off x="9905752" y="2184345"/>
            <a:ext cx="19049" cy="2209744"/>
          </a:xfrm>
          <a:prstGeom prst="rect">
            <a:avLst/>
          </a:prstGeom>
          <a:solidFill>
            <a:srgbClr val="FF7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9270768" y="4470288"/>
            <a:ext cx="1269968" cy="228594"/>
          </a:xfrm>
          <a:prstGeom prst="rect">
            <a:avLst/>
          </a:prstGeom>
          <a:noFill/>
        </p:spPr>
        <p:txBody>
          <a:bodyPr wrap="square" lIns="0" tIns="0" rIns="0" bIns="0" anchor="t">
            <a:spAutoFit/>
          </a:bodyPr>
          <a:lstStyle/>
          <a:p>
            <a:pPr algn="ctr">
              <a:lnSpc>
                <a:spcPct val="125000"/>
              </a:lnSpc>
            </a:pPr>
            <a:r>
              <a:rPr sz="1300" b="1">
                <a:solidFill>
                  <a:srgbClr val="FF7A00"/>
                </a:solidFill>
                <a:latin typeface="Consolas"/>
              </a:rPr>
              <a:t>norm 80%</a:t>
            </a:r>
          </a:p>
        </p:txBody>
      </p:sp>
      <p:sp>
        <p:nvSpPr>
          <p:cNvPr id="22" name="TextBox 21"/>
          <p:cNvSpPr txBox="1"/>
          <p:nvPr/>
        </p:nvSpPr>
        <p:spPr>
          <a:xfrm>
            <a:off x="634984" y="6387940"/>
            <a:ext cx="8889777" cy="190495"/>
          </a:xfrm>
          <a:prstGeom prst="rect">
            <a:avLst/>
          </a:prstGeom>
          <a:noFill/>
        </p:spPr>
        <p:txBody>
          <a:bodyPr wrap="square" lIns="0" tIns="0" rIns="0" bIns="0" anchor="t">
            <a:spAutoFit/>
          </a:bodyPr>
          <a:lstStyle/>
          <a:p>
            <a:pPr algn="l">
              <a:lnSpc>
                <a:spcPct val="125000"/>
              </a:lnSpc>
            </a:pPr>
            <a:r>
              <a:rPr sz="1150" b="0">
                <a:solidFill>
                  <a:srgbClr val="8FB6D0"/>
                </a:solidFill>
                <a:latin typeface="Consolas"/>
              </a:rPr>
              <a:t>Waaijman et al. · Diabetes Care 2013 · 107 patiënten</a:t>
            </a:r>
          </a:p>
        </p:txBody>
      </p:sp>
      <p:sp>
        <p:nvSpPr>
          <p:cNvPr id="23" name="TextBox 22"/>
          <p:cNvSpPr txBox="1"/>
          <p:nvPr/>
        </p:nvSpPr>
        <p:spPr>
          <a:xfrm>
            <a:off x="10540736" y="6387940"/>
            <a:ext cx="1015974" cy="186141"/>
          </a:xfrm>
          <a:prstGeom prst="rect">
            <a:avLst/>
          </a:prstGeom>
          <a:noFill/>
        </p:spPr>
        <p:txBody>
          <a:bodyPr wrap="square" lIns="0" tIns="0" rIns="0" bIns="0" anchor="t">
            <a:spAutoFit/>
          </a:bodyPr>
          <a:lstStyle/>
          <a:p>
            <a:pPr algn="r">
              <a:lnSpc>
                <a:spcPct val="125000"/>
              </a:lnSpc>
            </a:pPr>
            <a:r>
              <a:rPr lang="nl-BE" sz="1050" b="0">
                <a:solidFill>
                  <a:srgbClr val="8FB6D0"/>
                </a:solidFill>
                <a:latin typeface="Consolas"/>
              </a:rPr>
              <a:t>09 / 31</a:t>
            </a:r>
            <a:endParaRPr sz="1050" b="0">
              <a:solidFill>
                <a:srgbClr val="8FB6D0"/>
              </a:solidFill>
              <a:latin typeface="Consolas"/>
            </a:endParaRPr>
          </a:p>
        </p:txBody>
      </p:sp>
      <p:pic>
        <p:nvPicPr>
          <p:cNvPr id="24" name="merk" descr="merk.png"/>
          <p:cNvPicPr>
            <a:picLocks noChangeAspect="1"/>
          </p:cNvPicPr>
          <p:nvPr/>
        </p:nvPicPr>
        <p:blipFill>
          <a:blip r:embed="rId3"/>
          <a:stretch>
            <a:fillRect/>
          </a:stretch>
        </p:blipFill>
        <p:spPr>
          <a:xfrm>
            <a:off x="11094166" y="368290"/>
            <a:ext cx="417101" cy="482587"/>
          </a:xfrm>
          <a:prstGeom prst="rect">
            <a:avLst/>
          </a:prstGeom>
        </p:spPr>
      </p:pic>
      <p:sp>
        <p:nvSpPr>
          <p:cNvPr id="25" name="TextBox 24"/>
          <p:cNvSpPr txBox="1"/>
          <p:nvPr/>
        </p:nvSpPr>
        <p:spPr>
          <a:xfrm>
            <a:off x="634984" y="6629234"/>
            <a:ext cx="10921726" cy="177795"/>
          </a:xfrm>
          <a:prstGeom prst="rect">
            <a:avLst/>
          </a:prstGeom>
          <a:noFill/>
        </p:spPr>
        <p:txBody>
          <a:bodyPr wrap="square" lIns="0" tIns="0" rIns="0" bIns="0" anchor="t">
            <a:spAutoFit/>
          </a:bodyPr>
          <a:lstStyle/>
          <a:p>
            <a:pPr algn="l">
              <a:lnSpc>
                <a:spcPct val="125000"/>
              </a:lnSpc>
            </a:pPr>
            <a:r>
              <a:rPr sz="1000" b="0">
                <a:solidFill>
                  <a:srgbClr val="8FB6D0"/>
                </a:solidFill>
                <a:latin typeface="Consolas"/>
              </a:rPr>
              <a:t>Bron  13 · Waaijman 2013</a:t>
            </a: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200">
        <p159:morph option="byObject"/>
      </p:transition>
    </mc:Choice>
    <mc:Fallback xmlns="">
      <p:transition spd="slow">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7828"/>
          </a:xfrm>
          <a:prstGeom prst="rect">
            <a:avLst/>
          </a:prstGeom>
          <a:gradFill rotWithShape="1">
            <a:gsLst>
              <a:gs pos="0">
                <a:srgbClr val="072138"/>
              </a:gs>
              <a:gs pos="100000">
                <a:srgbClr val="04182A"/>
              </a:gs>
            </a:gsLst>
            <a:lin ang="5400000" scaled="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634984" y="571485"/>
            <a:ext cx="9524761" cy="215894"/>
          </a:xfrm>
          <a:prstGeom prst="rect">
            <a:avLst/>
          </a:prstGeom>
          <a:noFill/>
        </p:spPr>
        <p:txBody>
          <a:bodyPr wrap="square" lIns="0" tIns="0" rIns="0" bIns="0" anchor="t">
            <a:spAutoFit/>
          </a:bodyPr>
          <a:lstStyle/>
          <a:p>
            <a:pPr algn="l">
              <a:lnSpc>
                <a:spcPct val="125000"/>
              </a:lnSpc>
            </a:pPr>
            <a:r>
              <a:rPr sz="1250" b="1" spc="240">
                <a:solidFill>
                  <a:srgbClr val="52BDEC"/>
                </a:solidFill>
                <a:latin typeface="Consolas"/>
              </a:rPr>
              <a:t>WAT PARADISE ANDERS DOET</a:t>
            </a:r>
          </a:p>
        </p:txBody>
      </p:sp>
      <p:sp>
        <p:nvSpPr>
          <p:cNvPr id="4" name="sectietitel"/>
          <p:cNvSpPr txBox="1"/>
          <p:nvPr/>
        </p:nvSpPr>
        <p:spPr>
          <a:xfrm>
            <a:off x="634984" y="838179"/>
            <a:ext cx="9905752" cy="624017"/>
          </a:xfrm>
          <a:prstGeom prst="rect">
            <a:avLst/>
          </a:prstGeom>
          <a:noFill/>
        </p:spPr>
        <p:txBody>
          <a:bodyPr wrap="square" lIns="0" tIns="0" rIns="0" bIns="0" anchor="t">
            <a:spAutoFit/>
          </a:bodyPr>
          <a:lstStyle/>
          <a:p>
            <a:pPr algn="l">
              <a:lnSpc>
                <a:spcPct val="110000"/>
              </a:lnSpc>
            </a:pPr>
            <a:r>
              <a:rPr sz="4000" b="1" dirty="0" err="1">
                <a:solidFill>
                  <a:srgbClr val="F2F8FC"/>
                </a:solidFill>
                <a:latin typeface="Segoe UI"/>
              </a:rPr>
              <a:t>Eén</a:t>
            </a:r>
            <a:r>
              <a:rPr sz="4000" b="1" dirty="0">
                <a:solidFill>
                  <a:srgbClr val="F2F8FC"/>
                </a:solidFill>
                <a:latin typeface="Segoe UI"/>
              </a:rPr>
              <a:t> </a:t>
            </a:r>
            <a:r>
              <a:rPr sz="4000" b="1" dirty="0" err="1">
                <a:solidFill>
                  <a:srgbClr val="F2F8FC"/>
                </a:solidFill>
                <a:latin typeface="Segoe UI"/>
              </a:rPr>
              <a:t>dienst</a:t>
            </a:r>
            <a:r>
              <a:rPr sz="4000" b="1" dirty="0">
                <a:solidFill>
                  <a:srgbClr val="F2F8FC"/>
                </a:solidFill>
                <a:latin typeface="Segoe UI"/>
              </a:rPr>
              <a:t>, </a:t>
            </a:r>
            <a:r>
              <a:rPr sz="4000" b="1" dirty="0" err="1">
                <a:solidFill>
                  <a:srgbClr val="F2F8FC"/>
                </a:solidFill>
                <a:latin typeface="Segoe UI"/>
              </a:rPr>
              <a:t>geen</a:t>
            </a:r>
            <a:r>
              <a:rPr sz="4000" b="1" dirty="0">
                <a:solidFill>
                  <a:srgbClr val="F2F8FC"/>
                </a:solidFill>
                <a:latin typeface="Segoe UI"/>
              </a:rPr>
              <a:t> </a:t>
            </a:r>
            <a:r>
              <a:rPr sz="4000" b="1" dirty="0" err="1">
                <a:solidFill>
                  <a:srgbClr val="F2F8FC"/>
                </a:solidFill>
                <a:latin typeface="Segoe UI"/>
              </a:rPr>
              <a:t>losse</a:t>
            </a:r>
            <a:r>
              <a:rPr sz="4000" b="1" dirty="0">
                <a:solidFill>
                  <a:srgbClr val="F2F8FC"/>
                </a:solidFill>
                <a:latin typeface="Segoe UI"/>
              </a:rPr>
              <a:t> </a:t>
            </a:r>
            <a:r>
              <a:rPr sz="4000" b="1" dirty="0" err="1">
                <a:solidFill>
                  <a:srgbClr val="F2F8FC"/>
                </a:solidFill>
                <a:latin typeface="Segoe UI"/>
              </a:rPr>
              <a:t>maatregelen</a:t>
            </a:r>
            <a:endParaRPr sz="4000" b="1" dirty="0">
              <a:solidFill>
                <a:srgbClr val="F2F8FC"/>
              </a:solidFill>
              <a:latin typeface="Segoe UI"/>
            </a:endParaRPr>
          </a:p>
        </p:txBody>
      </p:sp>
      <p:sp>
        <p:nvSpPr>
          <p:cNvPr id="5" name="Rounded Rectangle 4"/>
          <p:cNvSpPr/>
          <p:nvPr/>
        </p:nvSpPr>
        <p:spPr>
          <a:xfrm>
            <a:off x="634984" y="2031949"/>
            <a:ext cx="5384538" cy="3822604"/>
          </a:xfrm>
          <a:prstGeom prst="roundRect">
            <a:avLst>
              <a:gd name="adj" fmla="val 4500"/>
            </a:avLst>
          </a:prstGeom>
          <a:solidFill>
            <a:srgbClr val="0A2A44"/>
          </a:solidFill>
          <a:ln w="9525">
            <a:solidFill>
              <a:srgbClr val="215B8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888977" y="2247843"/>
            <a:ext cx="1269968" cy="380990"/>
          </a:xfrm>
          <a:prstGeom prst="rect">
            <a:avLst/>
          </a:prstGeom>
          <a:noFill/>
        </p:spPr>
        <p:txBody>
          <a:bodyPr wrap="square" lIns="0" tIns="0" rIns="0" bIns="0" anchor="t">
            <a:spAutoFit/>
          </a:bodyPr>
          <a:lstStyle/>
          <a:p>
            <a:pPr algn="l">
              <a:lnSpc>
                <a:spcPct val="125000"/>
              </a:lnSpc>
            </a:pPr>
            <a:r>
              <a:rPr sz="2600" b="1">
                <a:solidFill>
                  <a:srgbClr val="52BDEC"/>
                </a:solidFill>
                <a:latin typeface="Consolas"/>
              </a:rPr>
              <a:t>01</a:t>
            </a:r>
          </a:p>
        </p:txBody>
      </p:sp>
      <p:sp>
        <p:nvSpPr>
          <p:cNvPr id="7" name="TextBox 6"/>
          <p:cNvSpPr txBox="1"/>
          <p:nvPr/>
        </p:nvSpPr>
        <p:spPr>
          <a:xfrm>
            <a:off x="888977" y="2654233"/>
            <a:ext cx="4876551" cy="698482"/>
          </a:xfrm>
          <a:prstGeom prst="rect">
            <a:avLst/>
          </a:prstGeom>
          <a:noFill/>
        </p:spPr>
        <p:txBody>
          <a:bodyPr wrap="square" lIns="0" tIns="0" rIns="0" bIns="0" anchor="t">
            <a:spAutoFit/>
          </a:bodyPr>
          <a:lstStyle/>
          <a:p>
            <a:pPr algn="l">
              <a:lnSpc>
                <a:spcPct val="115000"/>
              </a:lnSpc>
            </a:pPr>
            <a:r>
              <a:rPr sz="2400" b="1">
                <a:solidFill>
                  <a:srgbClr val="F2F8FC"/>
                </a:solidFill>
                <a:latin typeface="Segoe UI"/>
              </a:rPr>
              <a:t>De zool háált de norm</a:t>
            </a:r>
          </a:p>
        </p:txBody>
      </p:sp>
      <p:sp>
        <p:nvSpPr>
          <p:cNvPr id="8" name="Rounded Rectangle 7"/>
          <p:cNvSpPr/>
          <p:nvPr/>
        </p:nvSpPr>
        <p:spPr>
          <a:xfrm>
            <a:off x="888977" y="3479713"/>
            <a:ext cx="4876551" cy="533386"/>
          </a:xfrm>
          <a:prstGeom prst="roundRect">
            <a:avLst>
              <a:gd name="adj" fmla="val 4500"/>
            </a:avLst>
          </a:prstGeom>
          <a:solidFill>
            <a:srgbClr val="1748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888977" y="3632109"/>
            <a:ext cx="4876551" cy="304792"/>
          </a:xfrm>
          <a:prstGeom prst="rect">
            <a:avLst/>
          </a:prstGeom>
          <a:noFill/>
        </p:spPr>
        <p:txBody>
          <a:bodyPr wrap="square" lIns="0" tIns="0" rIns="0" bIns="0" anchor="t">
            <a:spAutoFit/>
          </a:bodyPr>
          <a:lstStyle/>
          <a:p>
            <a:pPr algn="ctr">
              <a:lnSpc>
                <a:spcPct val="125000"/>
              </a:lnSpc>
            </a:pPr>
            <a:r>
              <a:rPr sz="1800" b="1">
                <a:solidFill>
                  <a:srgbClr val="52BDEC"/>
                </a:solidFill>
                <a:latin typeface="Consolas"/>
              </a:rPr>
              <a:t>&lt; 200 kPa óf 25% lager</a:t>
            </a:r>
          </a:p>
        </p:txBody>
      </p:sp>
      <p:sp>
        <p:nvSpPr>
          <p:cNvPr id="10" name="TextBox 9"/>
          <p:cNvSpPr txBox="1"/>
          <p:nvPr/>
        </p:nvSpPr>
        <p:spPr>
          <a:xfrm>
            <a:off x="888977" y="4165495"/>
            <a:ext cx="4876551" cy="1454565"/>
          </a:xfrm>
          <a:prstGeom prst="rect">
            <a:avLst/>
          </a:prstGeom>
          <a:noFill/>
        </p:spPr>
        <p:txBody>
          <a:bodyPr wrap="square" lIns="0" tIns="0" rIns="0" bIns="0" anchor="t">
            <a:spAutoFit/>
          </a:bodyPr>
          <a:lstStyle/>
          <a:p>
            <a:pPr algn="l">
              <a:lnSpc>
                <a:spcPct val="132000"/>
              </a:lnSpc>
            </a:pPr>
            <a:r>
              <a:rPr lang="nl-NL" sz="1450" b="0">
                <a:solidFill>
                  <a:srgbClr val="8FB6D0"/>
                </a:solidFill>
                <a:latin typeface="Segoe UI"/>
              </a:rPr>
              <a:t>Gemeten zonder en mét de zool, in dezelfde sessie.</a:t>
            </a:r>
            <a:endParaRPr sz="1450" b="0" dirty="0">
              <a:solidFill>
                <a:srgbClr val="8FB6D0"/>
              </a:solidFill>
              <a:latin typeface="Segoe UI"/>
            </a:endParaRPr>
          </a:p>
          <a:p>
            <a:pPr algn="l">
              <a:lnSpc>
                <a:spcPct val="132000"/>
              </a:lnSpc>
              <a:spcBef>
                <a:spcPts val="1200"/>
              </a:spcBef>
            </a:pPr>
            <a:r>
              <a:rPr lang="nl-NL" sz="1450" b="0">
                <a:solidFill>
                  <a:srgbClr val="8FB6D0"/>
                </a:solidFill>
                <a:latin typeface="Segoe UI"/>
              </a:rPr>
              <a:t>Aangepast per doelregio tot de norm gehaald is, tot drie keer.</a:t>
            </a:r>
            <a:endParaRPr sz="1450" b="0" dirty="0">
              <a:solidFill>
                <a:srgbClr val="8FB6D0"/>
              </a:solidFill>
              <a:latin typeface="Segoe UI"/>
            </a:endParaRPr>
          </a:p>
          <a:p>
            <a:pPr algn="l">
              <a:lnSpc>
                <a:spcPct val="132000"/>
              </a:lnSpc>
              <a:spcBef>
                <a:spcPts val="1200"/>
              </a:spcBef>
            </a:pPr>
            <a:r>
              <a:rPr lang="nl-NL" sz="1450" b="0">
                <a:solidFill>
                  <a:srgbClr val="8FB6D0"/>
                </a:solidFill>
                <a:latin typeface="Segoe UI"/>
              </a:rPr>
              <a:t>Op visite 2 en op maand 6, 12 en 18.</a:t>
            </a:r>
            <a:endParaRPr sz="1450" b="0" dirty="0">
              <a:solidFill>
                <a:srgbClr val="8FB6D0"/>
              </a:solidFill>
              <a:latin typeface="Segoe UI"/>
            </a:endParaRPr>
          </a:p>
        </p:txBody>
      </p:sp>
      <p:sp>
        <p:nvSpPr>
          <p:cNvPr id="11" name="Rounded Rectangle 10"/>
          <p:cNvSpPr/>
          <p:nvPr/>
        </p:nvSpPr>
        <p:spPr>
          <a:xfrm>
            <a:off x="6171918" y="2031949"/>
            <a:ext cx="5384538" cy="3822604"/>
          </a:xfrm>
          <a:prstGeom prst="roundRect">
            <a:avLst>
              <a:gd name="adj" fmla="val 4500"/>
            </a:avLst>
          </a:prstGeom>
          <a:solidFill>
            <a:srgbClr val="0A2A44"/>
          </a:solidFill>
          <a:ln w="9525">
            <a:solidFill>
              <a:srgbClr val="215B8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6425912" y="2247843"/>
            <a:ext cx="1269968" cy="380990"/>
          </a:xfrm>
          <a:prstGeom prst="rect">
            <a:avLst/>
          </a:prstGeom>
          <a:noFill/>
        </p:spPr>
        <p:txBody>
          <a:bodyPr wrap="square" lIns="0" tIns="0" rIns="0" bIns="0" anchor="t">
            <a:spAutoFit/>
          </a:bodyPr>
          <a:lstStyle/>
          <a:p>
            <a:pPr algn="l">
              <a:lnSpc>
                <a:spcPct val="125000"/>
              </a:lnSpc>
            </a:pPr>
            <a:r>
              <a:rPr sz="2600" b="1">
                <a:solidFill>
                  <a:srgbClr val="52BDEC"/>
                </a:solidFill>
                <a:latin typeface="Consolas"/>
              </a:rPr>
              <a:t>02</a:t>
            </a:r>
          </a:p>
        </p:txBody>
      </p:sp>
      <p:sp>
        <p:nvSpPr>
          <p:cNvPr id="13" name="TextBox 12"/>
          <p:cNvSpPr txBox="1"/>
          <p:nvPr/>
        </p:nvSpPr>
        <p:spPr>
          <a:xfrm>
            <a:off x="6425912" y="2654233"/>
            <a:ext cx="4876551" cy="698482"/>
          </a:xfrm>
          <a:prstGeom prst="rect">
            <a:avLst/>
          </a:prstGeom>
          <a:noFill/>
        </p:spPr>
        <p:txBody>
          <a:bodyPr wrap="square" lIns="0" tIns="0" rIns="0" bIns="0" anchor="t">
            <a:spAutoFit/>
          </a:bodyPr>
          <a:lstStyle/>
          <a:p>
            <a:pPr algn="l">
              <a:lnSpc>
                <a:spcPct val="115000"/>
              </a:lnSpc>
            </a:pPr>
            <a:r>
              <a:rPr sz="2400" b="1">
                <a:solidFill>
                  <a:srgbClr val="F2F8FC"/>
                </a:solidFill>
                <a:latin typeface="Segoe UI"/>
              </a:rPr>
              <a:t>En hij wórdt gedragen</a:t>
            </a:r>
          </a:p>
        </p:txBody>
      </p:sp>
      <p:sp>
        <p:nvSpPr>
          <p:cNvPr id="14" name="Rounded Rectangle 13"/>
          <p:cNvSpPr/>
          <p:nvPr/>
        </p:nvSpPr>
        <p:spPr>
          <a:xfrm>
            <a:off x="6425912" y="3479713"/>
            <a:ext cx="4876551" cy="533386"/>
          </a:xfrm>
          <a:prstGeom prst="roundRect">
            <a:avLst>
              <a:gd name="adj" fmla="val 4500"/>
            </a:avLst>
          </a:prstGeom>
          <a:solidFill>
            <a:srgbClr val="1748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6425912" y="3632109"/>
            <a:ext cx="4876551" cy="304792"/>
          </a:xfrm>
          <a:prstGeom prst="rect">
            <a:avLst/>
          </a:prstGeom>
          <a:noFill/>
        </p:spPr>
        <p:txBody>
          <a:bodyPr wrap="square" lIns="0" tIns="0" rIns="0" bIns="0" anchor="t">
            <a:spAutoFit/>
          </a:bodyPr>
          <a:lstStyle/>
          <a:p>
            <a:pPr algn="ctr">
              <a:lnSpc>
                <a:spcPct val="125000"/>
              </a:lnSpc>
            </a:pPr>
            <a:r>
              <a:rPr sz="1800" b="1">
                <a:solidFill>
                  <a:srgbClr val="52BDEC"/>
                </a:solidFill>
                <a:latin typeface="Consolas"/>
              </a:rPr>
              <a:t>80% van de eigen waaktijd</a:t>
            </a:r>
          </a:p>
        </p:txBody>
      </p:sp>
      <p:sp>
        <p:nvSpPr>
          <p:cNvPr id="16" name="TextBox 15"/>
          <p:cNvSpPr txBox="1"/>
          <p:nvPr/>
        </p:nvSpPr>
        <p:spPr>
          <a:xfrm>
            <a:off x="6425912" y="4165495"/>
            <a:ext cx="4876551" cy="1159998"/>
          </a:xfrm>
          <a:prstGeom prst="rect">
            <a:avLst/>
          </a:prstGeom>
          <a:noFill/>
        </p:spPr>
        <p:txBody>
          <a:bodyPr wrap="square" lIns="0" tIns="0" rIns="0" bIns="0" anchor="t">
            <a:spAutoFit/>
          </a:bodyPr>
          <a:lstStyle/>
          <a:p>
            <a:pPr algn="l">
              <a:lnSpc>
                <a:spcPct val="132000"/>
              </a:lnSpc>
            </a:pPr>
            <a:r>
              <a:rPr sz="1450" b="0">
                <a:solidFill>
                  <a:srgbClr val="8FB6D0"/>
                </a:solidFill>
                <a:latin typeface="Segoe UI"/>
              </a:rPr>
              <a:t>Een sensor in de zool meet de draagtijd, continu.</a:t>
            </a:r>
          </a:p>
          <a:p>
            <a:pPr algn="l">
              <a:lnSpc>
                <a:spcPct val="132000"/>
              </a:lnSpc>
              <a:spcBef>
                <a:spcPts val="1200"/>
              </a:spcBef>
            </a:pPr>
            <a:r>
              <a:rPr sz="1450" b="0">
                <a:solidFill>
                  <a:srgbClr val="8FB6D0"/>
                </a:solidFill>
                <a:latin typeface="Segoe UI"/>
              </a:rPr>
              <a:t>Elke drie maanden uitgelezen en samen bekeken.</a:t>
            </a:r>
          </a:p>
          <a:p>
            <a:pPr algn="l">
              <a:lnSpc>
                <a:spcPct val="132000"/>
              </a:lnSpc>
              <a:spcBef>
                <a:spcPts val="1200"/>
              </a:spcBef>
            </a:pPr>
            <a:r>
              <a:rPr lang="nl-NL" sz="1450" b="0">
                <a:solidFill>
                  <a:srgbClr val="8FB6D0"/>
                </a:solidFill>
                <a:latin typeface="Segoe UI"/>
              </a:rPr>
              <a:t>Een SEBIA-gesprek op elke visite.</a:t>
            </a:r>
            <a:endParaRPr sz="1450" b="0">
              <a:solidFill>
                <a:srgbClr val="8FB6D0"/>
              </a:solidFill>
              <a:latin typeface="Segoe UI"/>
            </a:endParaRPr>
          </a:p>
        </p:txBody>
      </p:sp>
      <p:sp>
        <p:nvSpPr>
          <p:cNvPr id="17" name="TextBox 16"/>
          <p:cNvSpPr txBox="1"/>
          <p:nvPr/>
        </p:nvSpPr>
        <p:spPr>
          <a:xfrm>
            <a:off x="10540736" y="6387940"/>
            <a:ext cx="1015974" cy="186141"/>
          </a:xfrm>
          <a:prstGeom prst="rect">
            <a:avLst/>
          </a:prstGeom>
          <a:noFill/>
        </p:spPr>
        <p:txBody>
          <a:bodyPr wrap="square" lIns="0" tIns="0" rIns="0" bIns="0" anchor="t">
            <a:spAutoFit/>
          </a:bodyPr>
          <a:lstStyle/>
          <a:p>
            <a:pPr algn="r">
              <a:lnSpc>
                <a:spcPct val="125000"/>
              </a:lnSpc>
            </a:pPr>
            <a:r>
              <a:rPr lang="nl-BE" sz="1050" b="0">
                <a:solidFill>
                  <a:srgbClr val="8FB6D0"/>
                </a:solidFill>
                <a:latin typeface="Consolas"/>
              </a:rPr>
              <a:t>10 / 31</a:t>
            </a:r>
            <a:endParaRPr sz="1050" b="0">
              <a:solidFill>
                <a:srgbClr val="8FB6D0"/>
              </a:solidFill>
              <a:latin typeface="Consolas"/>
            </a:endParaRPr>
          </a:p>
        </p:txBody>
      </p:sp>
      <p:pic>
        <p:nvPicPr>
          <p:cNvPr id="18" name="merk" descr="merk.png"/>
          <p:cNvPicPr>
            <a:picLocks noChangeAspect="1"/>
          </p:cNvPicPr>
          <p:nvPr/>
        </p:nvPicPr>
        <p:blipFill>
          <a:blip r:embed="rId3"/>
          <a:stretch>
            <a:fillRect/>
          </a:stretch>
        </p:blipFill>
        <p:spPr>
          <a:xfrm>
            <a:off x="11094166" y="368290"/>
            <a:ext cx="417101" cy="482587"/>
          </a:xfrm>
          <a:prstGeom prst="rect">
            <a:avLst/>
          </a:prstGeom>
        </p:spPr>
      </p:pic>
      <p:sp>
        <p:nvSpPr>
          <p:cNvPr id="19" name="TextBox 18"/>
          <p:cNvSpPr txBox="1"/>
          <p:nvPr/>
        </p:nvSpPr>
        <p:spPr>
          <a:xfrm>
            <a:off x="634984" y="6629234"/>
            <a:ext cx="10921726" cy="177795"/>
          </a:xfrm>
          <a:prstGeom prst="rect">
            <a:avLst/>
          </a:prstGeom>
          <a:noFill/>
        </p:spPr>
        <p:txBody>
          <a:bodyPr wrap="square" lIns="0" tIns="0" rIns="0" bIns="0" anchor="t">
            <a:spAutoFit/>
          </a:bodyPr>
          <a:lstStyle/>
          <a:p>
            <a:pPr algn="l">
              <a:lnSpc>
                <a:spcPct val="125000"/>
              </a:lnSpc>
            </a:pPr>
            <a:r>
              <a:rPr sz="1000" b="0">
                <a:solidFill>
                  <a:srgbClr val="8FB6D0"/>
                </a:solidFill>
                <a:latin typeface="Consolas"/>
              </a:rPr>
              <a:t>Bron  6 · Bus 2011   |   7 · Bus 2020   |   17 · Waaijman 2014</a:t>
            </a: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200">
        <p159:morph option="byObject"/>
      </p:transition>
    </mc:Choice>
    <mc:Fallback xmlns="">
      <p:transition spd="slow">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7828"/>
          </a:xfrm>
          <a:prstGeom prst="rect">
            <a:avLst/>
          </a:prstGeom>
          <a:gradFill rotWithShape="1">
            <a:gsLst>
              <a:gs pos="0">
                <a:srgbClr val="072138"/>
              </a:gs>
              <a:gs pos="100000">
                <a:srgbClr val="04182A"/>
              </a:gs>
            </a:gsLst>
            <a:lin ang="5400000" scaled="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634984" y="571485"/>
            <a:ext cx="9524761" cy="221599"/>
          </a:xfrm>
          <a:prstGeom prst="rect">
            <a:avLst/>
          </a:prstGeom>
          <a:noFill/>
        </p:spPr>
        <p:txBody>
          <a:bodyPr wrap="square" lIns="0" tIns="0" rIns="0" bIns="0" anchor="t">
            <a:spAutoFit/>
          </a:bodyPr>
          <a:lstStyle/>
          <a:p>
            <a:pPr algn="l">
              <a:lnSpc>
                <a:spcPct val="125000"/>
              </a:lnSpc>
            </a:pPr>
            <a:r>
              <a:rPr lang="nl-BE" sz="1250" b="1" spc="240">
                <a:solidFill>
                  <a:srgbClr val="52BDEC"/>
                </a:solidFill>
                <a:latin typeface="Consolas"/>
              </a:rPr>
              <a:t>TWEE ARMEN, ZELFDE ZOOL</a:t>
            </a:r>
            <a:endParaRPr sz="1250" b="1" spc="240">
              <a:solidFill>
                <a:srgbClr val="52BDEC"/>
              </a:solidFill>
              <a:latin typeface="Consolas"/>
            </a:endParaRPr>
          </a:p>
        </p:txBody>
      </p:sp>
      <p:sp>
        <p:nvSpPr>
          <p:cNvPr id="4" name="sectietitel"/>
          <p:cNvSpPr txBox="1"/>
          <p:nvPr/>
        </p:nvSpPr>
        <p:spPr>
          <a:xfrm>
            <a:off x="634984" y="838179"/>
            <a:ext cx="9905752" cy="624017"/>
          </a:xfrm>
          <a:prstGeom prst="rect">
            <a:avLst/>
          </a:prstGeom>
          <a:noFill/>
        </p:spPr>
        <p:txBody>
          <a:bodyPr wrap="square" lIns="0" tIns="0" rIns="0" bIns="0" anchor="t">
            <a:spAutoFit/>
          </a:bodyPr>
          <a:lstStyle/>
          <a:p>
            <a:pPr algn="l">
              <a:lnSpc>
                <a:spcPct val="110000"/>
              </a:lnSpc>
            </a:pPr>
            <a:r>
              <a:rPr lang="nl-BE" sz="4000" b="1">
                <a:solidFill>
                  <a:srgbClr val="F2F8FC"/>
                </a:solidFill>
                <a:latin typeface="Segoe UI"/>
              </a:rPr>
              <a:t>Wat elke arm krijgt</a:t>
            </a:r>
            <a:endParaRPr sz="4000" b="1" dirty="0">
              <a:solidFill>
                <a:srgbClr val="F2F8FC"/>
              </a:solidFill>
              <a:latin typeface="Segoe UI"/>
            </a:endParaRPr>
          </a:p>
        </p:txBody>
      </p:sp>
      <p:sp>
        <p:nvSpPr>
          <p:cNvPr id="5" name="Rounded Rectangle 4"/>
          <p:cNvSpPr/>
          <p:nvPr/>
        </p:nvSpPr>
        <p:spPr>
          <a:xfrm>
            <a:off x="634984" y="2031949"/>
            <a:ext cx="5384538" cy="3822604"/>
          </a:xfrm>
          <a:prstGeom prst="roundRect">
            <a:avLst>
              <a:gd name="adj" fmla="val 4500"/>
            </a:avLst>
          </a:prstGeom>
          <a:solidFill>
            <a:srgbClr val="0A2A44"/>
          </a:solidFill>
          <a:ln w="9525">
            <a:solidFill>
              <a:srgbClr val="215B8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888977" y="2247843"/>
            <a:ext cx="1269968" cy="460832"/>
          </a:xfrm>
          <a:prstGeom prst="rect">
            <a:avLst/>
          </a:prstGeom>
          <a:noFill/>
        </p:spPr>
        <p:txBody>
          <a:bodyPr wrap="square" lIns="0" tIns="0" rIns="0" bIns="0" anchor="t">
            <a:spAutoFit/>
          </a:bodyPr>
          <a:lstStyle/>
          <a:p>
            <a:pPr algn="l">
              <a:lnSpc>
                <a:spcPct val="125000"/>
              </a:lnSpc>
            </a:pPr>
            <a:r>
              <a:rPr lang="nl-BE" sz="2600" b="1">
                <a:solidFill>
                  <a:srgbClr val="52BDEC"/>
                </a:solidFill>
                <a:latin typeface="Consolas"/>
              </a:rPr>
              <a:t>01</a:t>
            </a:r>
            <a:endParaRPr sz="2600" b="1">
              <a:solidFill>
                <a:srgbClr val="52BDEC"/>
              </a:solidFill>
              <a:latin typeface="Consolas"/>
            </a:endParaRPr>
          </a:p>
        </p:txBody>
      </p:sp>
      <p:sp>
        <p:nvSpPr>
          <p:cNvPr id="7" name="TextBox 6"/>
          <p:cNvSpPr txBox="1"/>
          <p:nvPr/>
        </p:nvSpPr>
        <p:spPr>
          <a:xfrm>
            <a:off x="888977" y="2654233"/>
            <a:ext cx="4876551" cy="388248"/>
          </a:xfrm>
          <a:prstGeom prst="rect">
            <a:avLst/>
          </a:prstGeom>
          <a:noFill/>
        </p:spPr>
        <p:txBody>
          <a:bodyPr wrap="square" lIns="0" tIns="0" rIns="0" bIns="0" anchor="t">
            <a:spAutoFit/>
          </a:bodyPr>
          <a:lstStyle/>
          <a:p>
            <a:pPr algn="l">
              <a:lnSpc>
                <a:spcPct val="115000"/>
              </a:lnSpc>
            </a:pPr>
            <a:r>
              <a:rPr lang="nl-BE" sz="2400" b="1">
                <a:solidFill>
                  <a:srgbClr val="F2F8FC"/>
                </a:solidFill>
                <a:latin typeface="Segoe UI"/>
              </a:rPr>
              <a:t>Optimal Care</a:t>
            </a:r>
            <a:endParaRPr sz="2400" b="1">
              <a:solidFill>
                <a:srgbClr val="F2F8FC"/>
              </a:solidFill>
              <a:latin typeface="Segoe UI"/>
            </a:endParaRPr>
          </a:p>
        </p:txBody>
      </p:sp>
      <p:sp>
        <p:nvSpPr>
          <p:cNvPr id="8" name="Rounded Rectangle 7"/>
          <p:cNvSpPr/>
          <p:nvPr/>
        </p:nvSpPr>
        <p:spPr>
          <a:xfrm>
            <a:off x="888977" y="3479713"/>
            <a:ext cx="4876551" cy="533386"/>
          </a:xfrm>
          <a:prstGeom prst="roundRect">
            <a:avLst>
              <a:gd name="adj" fmla="val 4500"/>
            </a:avLst>
          </a:prstGeom>
          <a:solidFill>
            <a:srgbClr val="1748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888977" y="3632109"/>
            <a:ext cx="4876551" cy="319062"/>
          </a:xfrm>
          <a:prstGeom prst="rect">
            <a:avLst/>
          </a:prstGeom>
          <a:noFill/>
        </p:spPr>
        <p:txBody>
          <a:bodyPr wrap="square" lIns="0" tIns="0" rIns="0" bIns="0" anchor="t">
            <a:spAutoFit/>
          </a:bodyPr>
          <a:lstStyle/>
          <a:p>
            <a:pPr algn="ctr">
              <a:lnSpc>
                <a:spcPct val="125000"/>
              </a:lnSpc>
            </a:pPr>
            <a:r>
              <a:rPr lang="nl-BE" sz="1800" b="1">
                <a:solidFill>
                  <a:srgbClr val="52BDEC"/>
                </a:solidFill>
                <a:latin typeface="Consolas"/>
              </a:rPr>
              <a:t>twee normen en SEBIA</a:t>
            </a:r>
            <a:endParaRPr sz="1800" b="1">
              <a:solidFill>
                <a:srgbClr val="52BDEC"/>
              </a:solidFill>
              <a:latin typeface="Consolas"/>
            </a:endParaRPr>
          </a:p>
        </p:txBody>
      </p:sp>
      <p:sp>
        <p:nvSpPr>
          <p:cNvPr id="10" name="TextBox 9"/>
          <p:cNvSpPr txBox="1"/>
          <p:nvPr/>
        </p:nvSpPr>
        <p:spPr>
          <a:xfrm>
            <a:off x="888977" y="4165495"/>
            <a:ext cx="4876551" cy="852221"/>
          </a:xfrm>
          <a:prstGeom prst="rect">
            <a:avLst/>
          </a:prstGeom>
          <a:noFill/>
        </p:spPr>
        <p:txBody>
          <a:bodyPr wrap="square" lIns="0" tIns="0" rIns="0" bIns="0" anchor="t">
            <a:spAutoFit/>
          </a:bodyPr>
          <a:lstStyle/>
          <a:p>
            <a:pPr algn="l">
              <a:lnSpc>
                <a:spcPct val="132000"/>
              </a:lnSpc>
            </a:pPr>
            <a:r>
              <a:rPr lang="nl-NL" sz="1450" b="0">
                <a:solidFill>
                  <a:srgbClr val="8FB6D0"/>
                </a:solidFill>
                <a:latin typeface="Segoe UI"/>
              </a:rPr>
              <a:t>Druk per sessie getoetst, de zool zo nodig aangepast.</a:t>
            </a:r>
          </a:p>
          <a:p>
            <a:pPr algn="l">
              <a:lnSpc>
                <a:spcPct val="132000"/>
              </a:lnSpc>
            </a:pPr>
            <a:r>
              <a:rPr lang="nl-NL" sz="1450" b="0">
                <a:solidFill>
                  <a:srgbClr val="8FB6D0"/>
                </a:solidFill>
                <a:latin typeface="Segoe UI"/>
              </a:rPr>
              <a:t>De draagtijd uitgelezen en samen besproken.</a:t>
            </a:r>
          </a:p>
          <a:p>
            <a:pPr algn="l">
              <a:lnSpc>
                <a:spcPct val="132000"/>
              </a:lnSpc>
            </a:pPr>
            <a:r>
              <a:rPr lang="nl-NL" sz="1450" b="0">
                <a:solidFill>
                  <a:srgbClr val="8FB6D0"/>
                </a:solidFill>
                <a:latin typeface="Segoe UI"/>
              </a:rPr>
              <a:t>Een SEBIA-gesprek op elke visite.</a:t>
            </a:r>
            <a:endParaRPr sz="1450" b="0" dirty="0">
              <a:solidFill>
                <a:srgbClr val="8FB6D0"/>
              </a:solidFill>
              <a:latin typeface="Segoe UI"/>
            </a:endParaRPr>
          </a:p>
        </p:txBody>
      </p:sp>
      <p:sp>
        <p:nvSpPr>
          <p:cNvPr id="11" name="Rounded Rectangle 10"/>
          <p:cNvSpPr/>
          <p:nvPr/>
        </p:nvSpPr>
        <p:spPr>
          <a:xfrm>
            <a:off x="6171918" y="2031949"/>
            <a:ext cx="5384538" cy="3822604"/>
          </a:xfrm>
          <a:prstGeom prst="roundRect">
            <a:avLst>
              <a:gd name="adj" fmla="val 4500"/>
            </a:avLst>
          </a:prstGeom>
          <a:solidFill>
            <a:srgbClr val="0A2A44"/>
          </a:solidFill>
          <a:ln w="9525">
            <a:solidFill>
              <a:srgbClr val="215B8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6425912" y="2247843"/>
            <a:ext cx="1269968" cy="460832"/>
          </a:xfrm>
          <a:prstGeom prst="rect">
            <a:avLst/>
          </a:prstGeom>
          <a:noFill/>
        </p:spPr>
        <p:txBody>
          <a:bodyPr wrap="square" lIns="0" tIns="0" rIns="0" bIns="0" anchor="t">
            <a:spAutoFit/>
          </a:bodyPr>
          <a:lstStyle/>
          <a:p>
            <a:pPr algn="l">
              <a:lnSpc>
                <a:spcPct val="125000"/>
              </a:lnSpc>
            </a:pPr>
            <a:r>
              <a:rPr lang="nl-BE" sz="2600" b="1">
                <a:solidFill>
                  <a:srgbClr val="52BDEC"/>
                </a:solidFill>
                <a:latin typeface="Consolas"/>
              </a:rPr>
              <a:t>02</a:t>
            </a:r>
            <a:endParaRPr sz="2600" b="1">
              <a:solidFill>
                <a:srgbClr val="52BDEC"/>
              </a:solidFill>
              <a:latin typeface="Consolas"/>
            </a:endParaRPr>
          </a:p>
        </p:txBody>
      </p:sp>
      <p:sp>
        <p:nvSpPr>
          <p:cNvPr id="13" name="TextBox 12"/>
          <p:cNvSpPr txBox="1"/>
          <p:nvPr/>
        </p:nvSpPr>
        <p:spPr>
          <a:xfrm>
            <a:off x="6425912" y="2654233"/>
            <a:ext cx="4876551" cy="388248"/>
          </a:xfrm>
          <a:prstGeom prst="rect">
            <a:avLst/>
          </a:prstGeom>
          <a:noFill/>
        </p:spPr>
        <p:txBody>
          <a:bodyPr wrap="square" lIns="0" tIns="0" rIns="0" bIns="0" anchor="t">
            <a:spAutoFit/>
          </a:bodyPr>
          <a:lstStyle/>
          <a:p>
            <a:pPr algn="l">
              <a:lnSpc>
                <a:spcPct val="115000"/>
              </a:lnSpc>
            </a:pPr>
            <a:r>
              <a:rPr lang="nl-BE" sz="2400" b="1">
                <a:solidFill>
                  <a:srgbClr val="F2F8FC"/>
                </a:solidFill>
                <a:latin typeface="Segoe UI"/>
              </a:rPr>
              <a:t>Usual Care</a:t>
            </a:r>
            <a:endParaRPr sz="2400" b="1">
              <a:solidFill>
                <a:srgbClr val="F2F8FC"/>
              </a:solidFill>
              <a:latin typeface="Segoe UI"/>
            </a:endParaRPr>
          </a:p>
        </p:txBody>
      </p:sp>
      <p:sp>
        <p:nvSpPr>
          <p:cNvPr id="14" name="Rounded Rectangle 13"/>
          <p:cNvSpPr/>
          <p:nvPr/>
        </p:nvSpPr>
        <p:spPr>
          <a:xfrm>
            <a:off x="6425912" y="3479713"/>
            <a:ext cx="4876551" cy="533386"/>
          </a:xfrm>
          <a:prstGeom prst="roundRect">
            <a:avLst>
              <a:gd name="adj" fmla="val 4500"/>
            </a:avLst>
          </a:prstGeom>
          <a:solidFill>
            <a:srgbClr val="1748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6425912" y="3632109"/>
            <a:ext cx="4876551" cy="319062"/>
          </a:xfrm>
          <a:prstGeom prst="rect">
            <a:avLst/>
          </a:prstGeom>
          <a:noFill/>
        </p:spPr>
        <p:txBody>
          <a:bodyPr wrap="square" lIns="0" tIns="0" rIns="0" bIns="0" anchor="t">
            <a:spAutoFit/>
          </a:bodyPr>
          <a:lstStyle/>
          <a:p>
            <a:pPr algn="ctr">
              <a:lnSpc>
                <a:spcPct val="125000"/>
              </a:lnSpc>
            </a:pPr>
            <a:r>
              <a:rPr lang="nl-BE" sz="1800" b="1">
                <a:solidFill>
                  <a:srgbClr val="52BDEC"/>
                </a:solidFill>
                <a:latin typeface="Consolas"/>
              </a:rPr>
              <a:t>zelfde zool, geblindeerd</a:t>
            </a:r>
            <a:endParaRPr sz="1800" b="1">
              <a:solidFill>
                <a:srgbClr val="52BDEC"/>
              </a:solidFill>
              <a:latin typeface="Consolas"/>
            </a:endParaRPr>
          </a:p>
        </p:txBody>
      </p:sp>
      <p:sp>
        <p:nvSpPr>
          <p:cNvPr id="16" name="TextBox 15"/>
          <p:cNvSpPr txBox="1"/>
          <p:nvPr/>
        </p:nvSpPr>
        <p:spPr>
          <a:xfrm>
            <a:off x="6425912" y="4165495"/>
            <a:ext cx="4876551" cy="852221"/>
          </a:xfrm>
          <a:prstGeom prst="rect">
            <a:avLst/>
          </a:prstGeom>
          <a:noFill/>
        </p:spPr>
        <p:txBody>
          <a:bodyPr wrap="square" lIns="0" tIns="0" rIns="0" bIns="0" anchor="t">
            <a:spAutoFit/>
          </a:bodyPr>
          <a:lstStyle/>
          <a:p>
            <a:pPr algn="l">
              <a:lnSpc>
                <a:spcPct val="132000"/>
              </a:lnSpc>
            </a:pPr>
            <a:r>
              <a:rPr lang="nl-NL" sz="1450" b="0">
                <a:solidFill>
                  <a:srgbClr val="8FB6D0"/>
                </a:solidFill>
                <a:latin typeface="Segoe UI"/>
              </a:rPr>
              <a:t>Druk alleen bij de start en op maand 6, geblindeerd.</a:t>
            </a:r>
          </a:p>
          <a:p>
            <a:pPr algn="l">
              <a:lnSpc>
                <a:spcPct val="132000"/>
              </a:lnSpc>
            </a:pPr>
            <a:r>
              <a:rPr lang="nl-NL" sz="1450" b="0">
                <a:solidFill>
                  <a:srgbClr val="8FB6D0"/>
                </a:solidFill>
                <a:latin typeface="Segoe UI"/>
              </a:rPr>
              <a:t>De sensor uitgelezen, zonder terugkoppeling.</a:t>
            </a:r>
          </a:p>
          <a:p>
            <a:pPr algn="l">
              <a:lnSpc>
                <a:spcPct val="132000"/>
              </a:lnSpc>
            </a:pPr>
            <a:r>
              <a:rPr lang="nl-NL" sz="1450" b="0">
                <a:solidFill>
                  <a:srgbClr val="8FB6D0"/>
                </a:solidFill>
                <a:latin typeface="Segoe UI"/>
              </a:rPr>
              <a:t>Voetzorg en educatie zoals vandaag.</a:t>
            </a:r>
            <a:endParaRPr sz="1450" b="0">
              <a:solidFill>
                <a:srgbClr val="8FB6D0"/>
              </a:solidFill>
              <a:latin typeface="Segoe UI"/>
            </a:endParaRPr>
          </a:p>
        </p:txBody>
      </p:sp>
      <p:sp>
        <p:nvSpPr>
          <p:cNvPr id="17" name="TextBox 16"/>
          <p:cNvSpPr txBox="1"/>
          <p:nvPr/>
        </p:nvSpPr>
        <p:spPr>
          <a:xfrm>
            <a:off x="10540736" y="6387940"/>
            <a:ext cx="1015974" cy="186141"/>
          </a:xfrm>
          <a:prstGeom prst="rect">
            <a:avLst/>
          </a:prstGeom>
          <a:noFill/>
        </p:spPr>
        <p:txBody>
          <a:bodyPr wrap="square" lIns="0" tIns="0" rIns="0" bIns="0" anchor="t">
            <a:spAutoFit/>
          </a:bodyPr>
          <a:lstStyle/>
          <a:p>
            <a:pPr algn="r">
              <a:lnSpc>
                <a:spcPct val="125000"/>
              </a:lnSpc>
            </a:pPr>
            <a:r>
              <a:rPr lang="nl-BE" sz="1050" b="0">
                <a:solidFill>
                  <a:srgbClr val="8FB6D0"/>
                </a:solidFill>
                <a:latin typeface="Consolas"/>
              </a:rPr>
              <a:t>11 / 31</a:t>
            </a:r>
            <a:endParaRPr sz="1050" b="0">
              <a:solidFill>
                <a:srgbClr val="8FB6D0"/>
              </a:solidFill>
              <a:latin typeface="Consolas"/>
            </a:endParaRPr>
          </a:p>
        </p:txBody>
      </p:sp>
      <p:pic>
        <p:nvPicPr>
          <p:cNvPr id="18" name="merk" descr="merk.png"/>
          <p:cNvPicPr>
            <a:picLocks noChangeAspect="1"/>
          </p:cNvPicPr>
          <p:nvPr/>
        </p:nvPicPr>
        <p:blipFill>
          <a:blip r:embed="rId3"/>
          <a:stretch>
            <a:fillRect/>
          </a:stretch>
        </p:blipFill>
        <p:spPr>
          <a:xfrm>
            <a:off x="11094166" y="368290"/>
            <a:ext cx="417101" cy="482587"/>
          </a:xfrm>
          <a:prstGeom prst="rect">
            <a:avLst/>
          </a:prstGeom>
        </p:spPr>
      </p:pic>
      <p:sp>
        <p:nvSpPr>
          <p:cNvPr id="19" name="TextBox 18"/>
          <p:cNvSpPr txBox="1"/>
          <p:nvPr/>
        </p:nvSpPr>
        <p:spPr>
          <a:xfrm>
            <a:off x="634984" y="6629234"/>
            <a:ext cx="10921726" cy="177795"/>
          </a:xfrm>
          <a:prstGeom prst="rect">
            <a:avLst/>
          </a:prstGeom>
          <a:noFill/>
        </p:spPr>
        <p:txBody>
          <a:bodyPr wrap="square" lIns="0" tIns="0" rIns="0" bIns="0" anchor="t">
            <a:spAutoFit/>
          </a:bodyPr>
          <a:lstStyle/>
          <a:p>
            <a:pPr algn="l">
              <a:lnSpc>
                <a:spcPct val="125000"/>
              </a:lnSpc>
            </a:pPr>
            <a:r>
              <a:rPr lang="nl-NL" sz="1000" b="0">
                <a:solidFill>
                  <a:srgbClr val="8FB6D0"/>
                </a:solidFill>
                <a:latin typeface="Consolas"/>
              </a:rPr>
              <a:t>Bron  studieprotocol §5.4 · beslissingen 6 en 8 oktober 2026</a:t>
            </a:r>
            <a:endParaRPr sz="1000" b="0">
              <a:solidFill>
                <a:srgbClr val="8FB6D0"/>
              </a:solidFill>
              <a:latin typeface="Consolas"/>
            </a:endParaRPr>
          </a:p>
        </p:txBody>
      </p:sp>
      <p:sp>
        <p:nvSpPr>
          <p:cNvPr id="20" name="beide armen">
            <a:extLst>
              <a:ext uri="{FF2B5EF4-FFF2-40B4-BE49-F238E27FC236}">
                <a16:creationId xmlns:a16="http://schemas.microsoft.com/office/drawing/2014/main" id="{2E1A374D-05AC-87DC-3A89-AF76A2CC2EEE}"/>
              </a:ext>
            </a:extLst>
          </p:cNvPr>
          <p:cNvSpPr txBox="1"/>
          <p:nvPr/>
        </p:nvSpPr>
        <p:spPr>
          <a:xfrm>
            <a:off x="634984" y="1625600"/>
            <a:ext cx="10922000" cy="200055"/>
          </a:xfrm>
          <a:prstGeom prst="rect">
            <a:avLst/>
          </a:prstGeom>
          <a:noFill/>
        </p:spPr>
        <p:txBody>
          <a:bodyPr vert="horz" wrap="square" lIns="0" tIns="0" rIns="0" bIns="0" rtlCol="0">
            <a:spAutoFit/>
          </a:bodyPr>
          <a:lstStyle/>
          <a:p>
            <a:r>
              <a:rPr lang="nl-NL" sz="1300" b="1">
                <a:solidFill>
                  <a:srgbClr val="F2F8FC"/>
                </a:solidFill>
                <a:latin typeface="Segoe UI" panose="020B0502040204020203" pitchFamily="34" charset="0"/>
              </a:rPr>
              <a:t>Beide armen</a:t>
            </a:r>
            <a:r>
              <a:rPr lang="nl-NL" sz="1300">
                <a:solidFill>
                  <a:srgbClr val="8FB6D0"/>
                </a:solidFill>
                <a:latin typeface="Segoe UI" panose="020B0502040204020203" pitchFamily="34" charset="0"/>
              </a:rPr>
              <a:t>   dezelfde zool · voetzorg om de drie maanden · MoveMonitor bij de start · sensor in de zool</a:t>
            </a:r>
            <a:endParaRPr lang="nl-BE" sz="1300">
              <a:solidFill>
                <a:srgbClr val="8FB6D0"/>
              </a:solidFill>
              <a:latin typeface="Segoe UI" panose="020B0502040204020203" pitchFamily="34" charset="0"/>
            </a:endParaRPr>
          </a:p>
        </p:txBody>
      </p:sp>
    </p:spTree>
    <p:extLst>
      <p:ext uri="{BB962C8B-B14F-4D97-AF65-F5344CB8AC3E}">
        <p14:creationId xmlns:p14="http://schemas.microsoft.com/office/powerpoint/2010/main" val="1828962801"/>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200">
        <p159:morph option="byObject"/>
      </p:transition>
    </mc:Choice>
    <mc:Fallback xmlns="">
      <p:transition spd="slow">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7828"/>
          </a:xfrm>
          <a:prstGeom prst="rect">
            <a:avLst/>
          </a:prstGeom>
          <a:gradFill rotWithShape="1">
            <a:gsLst>
              <a:gs pos="0">
                <a:srgbClr val="072138"/>
              </a:gs>
              <a:gs pos="100000">
                <a:srgbClr val="04182A"/>
              </a:gs>
            </a:gsLst>
            <a:lin ang="5400000" scaled="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3" name="merkgroot" descr="merk.png"/>
          <p:cNvPicPr>
            <a:picLocks noChangeAspect="1"/>
          </p:cNvPicPr>
          <p:nvPr/>
        </p:nvPicPr>
        <p:blipFill>
          <a:blip r:embed="rId3">
            <a:alphaModFix amt="14000"/>
          </a:blip>
          <a:stretch>
            <a:fillRect/>
          </a:stretch>
        </p:blipFill>
        <p:spPr>
          <a:xfrm>
            <a:off x="6603834" y="-1126099"/>
            <a:ext cx="7873803" cy="9110028"/>
          </a:xfrm>
          <a:prstGeom prst="rect">
            <a:avLst/>
          </a:prstGeom>
        </p:spPr>
      </p:pic>
      <p:sp>
        <p:nvSpPr>
          <p:cNvPr id="4" name="hero"/>
          <p:cNvSpPr txBox="1"/>
          <p:nvPr/>
        </p:nvSpPr>
        <p:spPr>
          <a:xfrm>
            <a:off x="431789" y="723881"/>
            <a:ext cx="5714857" cy="2920926"/>
          </a:xfrm>
          <a:prstGeom prst="rect">
            <a:avLst/>
          </a:prstGeom>
          <a:noFill/>
        </p:spPr>
        <p:txBody>
          <a:bodyPr wrap="none" lIns="0" tIns="0" rIns="0" bIns="0" anchor="t">
            <a:spAutoFit/>
          </a:bodyPr>
          <a:lstStyle/>
          <a:p>
            <a:pPr algn="l">
              <a:lnSpc>
                <a:spcPct val="82000"/>
              </a:lnSpc>
            </a:pPr>
            <a:r>
              <a:rPr sz="26000" b="1">
                <a:solidFill>
                  <a:srgbClr val="52BDEC">
                    <a:alpha val="15000"/>
                  </a:srgbClr>
                </a:solidFill>
                <a:latin typeface="Segoe UI"/>
              </a:rPr>
              <a:t>02</a:t>
            </a:r>
          </a:p>
        </p:txBody>
      </p:sp>
      <p:sp>
        <p:nvSpPr>
          <p:cNvPr id="5" name="TextBox 4"/>
          <p:cNvSpPr txBox="1"/>
          <p:nvPr/>
        </p:nvSpPr>
        <p:spPr>
          <a:xfrm>
            <a:off x="634984" y="571485"/>
            <a:ext cx="9524761" cy="215894"/>
          </a:xfrm>
          <a:prstGeom prst="rect">
            <a:avLst/>
          </a:prstGeom>
          <a:noFill/>
        </p:spPr>
        <p:txBody>
          <a:bodyPr wrap="square" lIns="0" tIns="0" rIns="0" bIns="0" anchor="t">
            <a:spAutoFit/>
          </a:bodyPr>
          <a:lstStyle/>
          <a:p>
            <a:pPr algn="l">
              <a:lnSpc>
                <a:spcPct val="125000"/>
              </a:lnSpc>
            </a:pPr>
            <a:r>
              <a:rPr sz="1250" b="1" spc="240">
                <a:solidFill>
                  <a:srgbClr val="52BDEC"/>
                </a:solidFill>
                <a:latin typeface="Consolas"/>
              </a:rPr>
              <a:t>BLOK 02</a:t>
            </a:r>
          </a:p>
        </p:txBody>
      </p:sp>
      <p:sp>
        <p:nvSpPr>
          <p:cNvPr id="6" name="Rectangle 5"/>
          <p:cNvSpPr/>
          <p:nvPr/>
        </p:nvSpPr>
        <p:spPr>
          <a:xfrm>
            <a:off x="634984" y="3213019"/>
            <a:ext cx="812779" cy="50798"/>
          </a:xfrm>
          <a:prstGeom prst="rect">
            <a:avLst/>
          </a:prstGeom>
          <a:solidFill>
            <a:srgbClr val="FF7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sectietitel"/>
          <p:cNvSpPr txBox="1"/>
          <p:nvPr/>
        </p:nvSpPr>
        <p:spPr>
          <a:xfrm>
            <a:off x="634984" y="3555911"/>
            <a:ext cx="8889777" cy="1015974"/>
          </a:xfrm>
          <a:prstGeom prst="rect">
            <a:avLst/>
          </a:prstGeom>
          <a:noFill/>
        </p:spPr>
        <p:txBody>
          <a:bodyPr wrap="square" lIns="0" tIns="0" rIns="0" bIns="0" anchor="t">
            <a:spAutoFit/>
          </a:bodyPr>
          <a:lstStyle/>
          <a:p>
            <a:pPr algn="l">
              <a:lnSpc>
                <a:spcPct val="125000"/>
              </a:lnSpc>
            </a:pPr>
            <a:r>
              <a:rPr sz="7600" b="1">
                <a:solidFill>
                  <a:srgbClr val="F2F8FC"/>
                </a:solidFill>
                <a:latin typeface="Segoe UI"/>
              </a:rPr>
              <a:t>De meting</a:t>
            </a:r>
          </a:p>
        </p:txBody>
      </p:sp>
      <p:sp>
        <p:nvSpPr>
          <p:cNvPr id="8" name="TextBox 7"/>
          <p:cNvSpPr txBox="1"/>
          <p:nvPr/>
        </p:nvSpPr>
        <p:spPr>
          <a:xfrm>
            <a:off x="660383" y="4825879"/>
            <a:ext cx="8254793" cy="507987"/>
          </a:xfrm>
          <a:prstGeom prst="rect">
            <a:avLst/>
          </a:prstGeom>
          <a:noFill/>
        </p:spPr>
        <p:txBody>
          <a:bodyPr wrap="square" lIns="0" tIns="0" rIns="0" bIns="0" anchor="t">
            <a:spAutoFit/>
          </a:bodyPr>
          <a:lstStyle/>
          <a:p>
            <a:pPr algn="l">
              <a:lnSpc>
                <a:spcPct val="125000"/>
              </a:lnSpc>
            </a:pPr>
            <a:r>
              <a:rPr sz="2300" b="0">
                <a:solidFill>
                  <a:srgbClr val="8FB6D0"/>
                </a:solidFill>
                <a:latin typeface="Segoe UI Light"/>
              </a:rPr>
              <a:t>Wat u meet, hoe u het meet, en wanneer het goed genoeg is.</a:t>
            </a:r>
          </a:p>
        </p:txBody>
      </p:sp>
      <p:sp>
        <p:nvSpPr>
          <p:cNvPr id="9" name="TextBox 8"/>
          <p:cNvSpPr txBox="1"/>
          <p:nvPr/>
        </p:nvSpPr>
        <p:spPr>
          <a:xfrm>
            <a:off x="10540736" y="6387940"/>
            <a:ext cx="1015974" cy="186141"/>
          </a:xfrm>
          <a:prstGeom prst="rect">
            <a:avLst/>
          </a:prstGeom>
          <a:noFill/>
        </p:spPr>
        <p:txBody>
          <a:bodyPr wrap="square" lIns="0" tIns="0" rIns="0" bIns="0" anchor="t">
            <a:spAutoFit/>
          </a:bodyPr>
          <a:lstStyle/>
          <a:p>
            <a:pPr algn="r">
              <a:lnSpc>
                <a:spcPct val="125000"/>
              </a:lnSpc>
            </a:pPr>
            <a:r>
              <a:rPr lang="nl-BE" sz="1050" b="0">
                <a:solidFill>
                  <a:srgbClr val="8FB6D0"/>
                </a:solidFill>
                <a:latin typeface="Consolas"/>
              </a:rPr>
              <a:t>12 / 31</a:t>
            </a:r>
            <a:endParaRPr sz="1050" b="0">
              <a:solidFill>
                <a:srgbClr val="8FB6D0"/>
              </a:solidFill>
              <a:latin typeface="Consolas"/>
            </a:endParaRP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200">
        <p159:morph option="byObject"/>
      </p:transition>
    </mc:Choice>
    <mc:Fallback xmlns="">
      <p:transition spd="slow">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7828"/>
          </a:xfrm>
          <a:prstGeom prst="rect">
            <a:avLst/>
          </a:prstGeom>
          <a:gradFill rotWithShape="1">
            <a:gsLst>
              <a:gs pos="0">
                <a:srgbClr val="072138"/>
              </a:gs>
              <a:gs pos="100000">
                <a:srgbClr val="04182A"/>
              </a:gs>
            </a:gsLst>
            <a:lin ang="5400000" scaled="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634984" y="571485"/>
            <a:ext cx="9524761" cy="215894"/>
          </a:xfrm>
          <a:prstGeom prst="rect">
            <a:avLst/>
          </a:prstGeom>
          <a:noFill/>
        </p:spPr>
        <p:txBody>
          <a:bodyPr wrap="square" lIns="0" tIns="0" rIns="0" bIns="0" anchor="t">
            <a:spAutoFit/>
          </a:bodyPr>
          <a:lstStyle/>
          <a:p>
            <a:pPr algn="l">
              <a:lnSpc>
                <a:spcPct val="125000"/>
              </a:lnSpc>
            </a:pPr>
            <a:r>
              <a:rPr sz="1250" b="1" spc="240">
                <a:solidFill>
                  <a:srgbClr val="52BDEC"/>
                </a:solidFill>
                <a:latin typeface="Consolas"/>
              </a:rPr>
              <a:t>BASELINE · IN DE SCHOEN</a:t>
            </a:r>
          </a:p>
        </p:txBody>
      </p:sp>
      <p:sp>
        <p:nvSpPr>
          <p:cNvPr id="4" name="!!sectietitel"/>
          <p:cNvSpPr txBox="1"/>
          <p:nvPr/>
        </p:nvSpPr>
        <p:spPr>
          <a:xfrm>
            <a:off x="634984" y="838179"/>
            <a:ext cx="9905752" cy="1269968"/>
          </a:xfrm>
          <a:prstGeom prst="rect">
            <a:avLst/>
          </a:prstGeom>
          <a:noFill/>
        </p:spPr>
        <p:txBody>
          <a:bodyPr wrap="square" lIns="0" tIns="0" rIns="0" bIns="0" anchor="t">
            <a:spAutoFit/>
          </a:bodyPr>
          <a:lstStyle/>
          <a:p>
            <a:pPr algn="l">
              <a:lnSpc>
                <a:spcPct val="110000"/>
              </a:lnSpc>
            </a:pPr>
            <a:r>
              <a:rPr sz="4000" b="1">
                <a:solidFill>
                  <a:srgbClr val="F2F8FC"/>
                </a:solidFill>
                <a:latin typeface="Segoe UI"/>
              </a:rPr>
              <a:t>Elke sensor een cijfer</a:t>
            </a:r>
          </a:p>
        </p:txBody>
      </p:sp>
      <p:sp>
        <p:nvSpPr>
          <p:cNvPr id="5" name="!!p00_07"/>
          <p:cNvSpPr/>
          <p:nvPr/>
        </p:nvSpPr>
        <p:spPr>
          <a:xfrm>
            <a:off x="1585505" y="5645727"/>
            <a:ext cx="99157" cy="99157"/>
          </a:xfrm>
          <a:prstGeom prst="roundRect">
            <a:avLst>
              <a:gd name="adj" fmla="val 30000"/>
            </a:avLst>
          </a:prstGeom>
          <a:solidFill>
            <a:srgbClr val="1A7DA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p00_08"/>
          <p:cNvSpPr/>
          <p:nvPr/>
        </p:nvSpPr>
        <p:spPr>
          <a:xfrm>
            <a:off x="1744251" y="5645727"/>
            <a:ext cx="99157" cy="99157"/>
          </a:xfrm>
          <a:prstGeom prst="roundRect">
            <a:avLst>
              <a:gd name="adj" fmla="val 30000"/>
            </a:avLst>
          </a:prstGeom>
          <a:solidFill>
            <a:srgbClr val="2897B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p00_09"/>
          <p:cNvSpPr/>
          <p:nvPr/>
        </p:nvSpPr>
        <p:spPr>
          <a:xfrm>
            <a:off x="1902997" y="5645727"/>
            <a:ext cx="99157" cy="99157"/>
          </a:xfrm>
          <a:prstGeom prst="roundRect">
            <a:avLst>
              <a:gd name="adj" fmla="val 30000"/>
            </a:avLst>
          </a:prstGeom>
          <a:solidFill>
            <a:srgbClr val="2897B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p00_10"/>
          <p:cNvSpPr/>
          <p:nvPr/>
        </p:nvSpPr>
        <p:spPr>
          <a:xfrm>
            <a:off x="2061743" y="5645727"/>
            <a:ext cx="99157" cy="99157"/>
          </a:xfrm>
          <a:prstGeom prst="roundRect">
            <a:avLst>
              <a:gd name="adj" fmla="val 30000"/>
            </a:avLst>
          </a:prstGeom>
          <a:solidFill>
            <a:srgbClr val="1A7C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p01_06"/>
          <p:cNvSpPr/>
          <p:nvPr/>
        </p:nvSpPr>
        <p:spPr>
          <a:xfrm>
            <a:off x="1426759" y="5530427"/>
            <a:ext cx="99157" cy="99157"/>
          </a:xfrm>
          <a:prstGeom prst="roundRect">
            <a:avLst>
              <a:gd name="adj" fmla="val 30000"/>
            </a:avLst>
          </a:prstGeom>
          <a:solidFill>
            <a:srgbClr val="145D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p01_07"/>
          <p:cNvSpPr/>
          <p:nvPr/>
        </p:nvSpPr>
        <p:spPr>
          <a:xfrm>
            <a:off x="1585505" y="5530427"/>
            <a:ext cx="99157" cy="99157"/>
          </a:xfrm>
          <a:prstGeom prst="roundRect">
            <a:avLst>
              <a:gd name="adj" fmla="val 30000"/>
            </a:avLst>
          </a:prstGeom>
          <a:solidFill>
            <a:srgbClr val="2191B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p01_08"/>
          <p:cNvSpPr/>
          <p:nvPr/>
        </p:nvSpPr>
        <p:spPr>
          <a:xfrm>
            <a:off x="1744251" y="5530427"/>
            <a:ext cx="99157" cy="99157"/>
          </a:xfrm>
          <a:prstGeom prst="roundRect">
            <a:avLst>
              <a:gd name="adj" fmla="val 30000"/>
            </a:avLst>
          </a:prstGeom>
          <a:solidFill>
            <a:srgbClr val="3BA9D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p01_09"/>
          <p:cNvSpPr/>
          <p:nvPr/>
        </p:nvSpPr>
        <p:spPr>
          <a:xfrm>
            <a:off x="1902997" y="5530427"/>
            <a:ext cx="99157" cy="99157"/>
          </a:xfrm>
          <a:prstGeom prst="roundRect">
            <a:avLst>
              <a:gd name="adj" fmla="val 30000"/>
            </a:avLst>
          </a:prstGeom>
          <a:solidFill>
            <a:srgbClr val="3BA8D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p01_10"/>
          <p:cNvSpPr/>
          <p:nvPr/>
        </p:nvSpPr>
        <p:spPr>
          <a:xfrm>
            <a:off x="2061743" y="5530427"/>
            <a:ext cx="99157" cy="99157"/>
          </a:xfrm>
          <a:prstGeom prst="roundRect">
            <a:avLst>
              <a:gd name="adj" fmla="val 30000"/>
            </a:avLst>
          </a:prstGeom>
          <a:solidFill>
            <a:srgbClr val="2191B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p01_11"/>
          <p:cNvSpPr/>
          <p:nvPr/>
        </p:nvSpPr>
        <p:spPr>
          <a:xfrm>
            <a:off x="2220489" y="5530427"/>
            <a:ext cx="99157" cy="99157"/>
          </a:xfrm>
          <a:prstGeom prst="roundRect">
            <a:avLst>
              <a:gd name="adj" fmla="val 30000"/>
            </a:avLst>
          </a:prstGeom>
          <a:solidFill>
            <a:srgbClr val="145C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p02_05"/>
          <p:cNvSpPr/>
          <p:nvPr/>
        </p:nvSpPr>
        <p:spPr>
          <a:xfrm>
            <a:off x="1268013" y="5415127"/>
            <a:ext cx="99157" cy="99157"/>
          </a:xfrm>
          <a:prstGeom prst="roundRect">
            <a:avLst>
              <a:gd name="adj" fmla="val 30000"/>
            </a:avLst>
          </a:prstGeom>
          <a:solidFill>
            <a:srgbClr val="0D3A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p02_06"/>
          <p:cNvSpPr/>
          <p:nvPr/>
        </p:nvSpPr>
        <p:spPr>
          <a:xfrm>
            <a:off x="1426759" y="5415127"/>
            <a:ext cx="99157" cy="99157"/>
          </a:xfrm>
          <a:prstGeom prst="roundRect">
            <a:avLst>
              <a:gd name="adj" fmla="val 30000"/>
            </a:avLst>
          </a:prstGeom>
          <a:solidFill>
            <a:srgbClr val="1669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p02_07"/>
          <p:cNvSpPr/>
          <p:nvPr/>
        </p:nvSpPr>
        <p:spPr>
          <a:xfrm>
            <a:off x="1585505" y="5415127"/>
            <a:ext cx="99157" cy="99157"/>
          </a:xfrm>
          <a:prstGeom prst="roundRect">
            <a:avLst>
              <a:gd name="adj" fmla="val 30000"/>
            </a:avLst>
          </a:prstGeom>
          <a:solidFill>
            <a:srgbClr val="2D9CC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p02_08"/>
          <p:cNvSpPr/>
          <p:nvPr/>
        </p:nvSpPr>
        <p:spPr>
          <a:xfrm>
            <a:off x="1744251" y="5415127"/>
            <a:ext cx="99157" cy="99157"/>
          </a:xfrm>
          <a:prstGeom prst="roundRect">
            <a:avLst>
              <a:gd name="adj" fmla="val 30000"/>
            </a:avLst>
          </a:prstGeom>
          <a:solidFill>
            <a:srgbClr val="4AB6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p02_09"/>
          <p:cNvSpPr/>
          <p:nvPr/>
        </p:nvSpPr>
        <p:spPr>
          <a:xfrm>
            <a:off x="1902997" y="5415127"/>
            <a:ext cx="99157" cy="99157"/>
          </a:xfrm>
          <a:prstGeom prst="roundRect">
            <a:avLst>
              <a:gd name="adj" fmla="val 30000"/>
            </a:avLst>
          </a:prstGeom>
          <a:solidFill>
            <a:srgbClr val="4AB6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p02_10"/>
          <p:cNvSpPr/>
          <p:nvPr/>
        </p:nvSpPr>
        <p:spPr>
          <a:xfrm>
            <a:off x="2061743" y="5415127"/>
            <a:ext cx="99157" cy="99157"/>
          </a:xfrm>
          <a:prstGeom prst="roundRect">
            <a:avLst>
              <a:gd name="adj" fmla="val 30000"/>
            </a:avLst>
          </a:prstGeom>
          <a:solidFill>
            <a:srgbClr val="2D9BC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p02_11"/>
          <p:cNvSpPr/>
          <p:nvPr/>
        </p:nvSpPr>
        <p:spPr>
          <a:xfrm>
            <a:off x="2220489" y="5415127"/>
            <a:ext cx="99157" cy="99157"/>
          </a:xfrm>
          <a:prstGeom prst="roundRect">
            <a:avLst>
              <a:gd name="adj" fmla="val 30000"/>
            </a:avLst>
          </a:prstGeom>
          <a:solidFill>
            <a:srgbClr val="16688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p02_12"/>
          <p:cNvSpPr/>
          <p:nvPr/>
        </p:nvSpPr>
        <p:spPr>
          <a:xfrm>
            <a:off x="2379235" y="5415127"/>
            <a:ext cx="99157" cy="99157"/>
          </a:xfrm>
          <a:prstGeom prst="roundRect">
            <a:avLst>
              <a:gd name="adj" fmla="val 30000"/>
            </a:avLst>
          </a:prstGeom>
          <a:solidFill>
            <a:srgbClr val="0D396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p03_05"/>
          <p:cNvSpPr/>
          <p:nvPr/>
        </p:nvSpPr>
        <p:spPr>
          <a:xfrm>
            <a:off x="1268013" y="5299828"/>
            <a:ext cx="99157" cy="99157"/>
          </a:xfrm>
          <a:prstGeom prst="roundRect">
            <a:avLst>
              <a:gd name="adj" fmla="val 30000"/>
            </a:avLst>
          </a:prstGeom>
          <a:solidFill>
            <a:srgbClr val="0E3F6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p03_06"/>
          <p:cNvSpPr/>
          <p:nvPr/>
        </p:nvSpPr>
        <p:spPr>
          <a:xfrm>
            <a:off x="1426759" y="5299828"/>
            <a:ext cx="99157" cy="99157"/>
          </a:xfrm>
          <a:prstGeom prst="roundRect">
            <a:avLst>
              <a:gd name="adj" fmla="val 30000"/>
            </a:avLst>
          </a:prstGeom>
          <a:solidFill>
            <a:srgbClr val="18719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p03_07"/>
          <p:cNvSpPr/>
          <p:nvPr/>
        </p:nvSpPr>
        <p:spPr>
          <a:xfrm>
            <a:off x="1585505" y="5299828"/>
            <a:ext cx="99157" cy="99157"/>
          </a:xfrm>
          <a:prstGeom prst="roundRect">
            <a:avLst>
              <a:gd name="adj" fmla="val 30000"/>
            </a:avLst>
          </a:prstGeom>
          <a:solidFill>
            <a:srgbClr val="34A2C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p03_08"/>
          <p:cNvSpPr/>
          <p:nvPr/>
        </p:nvSpPr>
        <p:spPr>
          <a:xfrm>
            <a:off x="1744251" y="5299828"/>
            <a:ext cx="99157" cy="99157"/>
          </a:xfrm>
          <a:prstGeom prst="roundRect">
            <a:avLst>
              <a:gd name="adj" fmla="val 30000"/>
            </a:avLst>
          </a:prstGeom>
          <a:solidFill>
            <a:srgbClr val="54BD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p03_09"/>
          <p:cNvSpPr/>
          <p:nvPr/>
        </p:nvSpPr>
        <p:spPr>
          <a:xfrm>
            <a:off x="1902997" y="5299828"/>
            <a:ext cx="99157" cy="99157"/>
          </a:xfrm>
          <a:prstGeom prst="roundRect">
            <a:avLst>
              <a:gd name="adj" fmla="val 30000"/>
            </a:avLst>
          </a:prstGeom>
          <a:solidFill>
            <a:srgbClr val="54BD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p03_10"/>
          <p:cNvSpPr/>
          <p:nvPr/>
        </p:nvSpPr>
        <p:spPr>
          <a:xfrm>
            <a:off x="2061743" y="5299828"/>
            <a:ext cx="99157" cy="99157"/>
          </a:xfrm>
          <a:prstGeom prst="roundRect">
            <a:avLst>
              <a:gd name="adj" fmla="val 30000"/>
            </a:avLst>
          </a:prstGeom>
          <a:solidFill>
            <a:srgbClr val="34A1C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p03_11"/>
          <p:cNvSpPr/>
          <p:nvPr/>
        </p:nvSpPr>
        <p:spPr>
          <a:xfrm>
            <a:off x="2220489" y="5299828"/>
            <a:ext cx="99157" cy="99157"/>
          </a:xfrm>
          <a:prstGeom prst="roundRect">
            <a:avLst>
              <a:gd name="adj" fmla="val 30000"/>
            </a:avLst>
          </a:prstGeom>
          <a:solidFill>
            <a:srgbClr val="176F9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p03_12"/>
          <p:cNvSpPr/>
          <p:nvPr/>
        </p:nvSpPr>
        <p:spPr>
          <a:xfrm>
            <a:off x="2379235" y="5299828"/>
            <a:ext cx="99157" cy="99157"/>
          </a:xfrm>
          <a:prstGeom prst="roundRect">
            <a:avLst>
              <a:gd name="adj" fmla="val 30000"/>
            </a:avLst>
          </a:prstGeom>
          <a:solidFill>
            <a:srgbClr val="0E3D6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p04_05"/>
          <p:cNvSpPr/>
          <p:nvPr/>
        </p:nvSpPr>
        <p:spPr>
          <a:xfrm>
            <a:off x="1268013" y="5184528"/>
            <a:ext cx="99157" cy="99157"/>
          </a:xfrm>
          <a:prstGeom prst="roundRect">
            <a:avLst>
              <a:gd name="adj" fmla="val 30000"/>
            </a:avLst>
          </a:prstGeom>
          <a:solidFill>
            <a:srgbClr val="0E41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p04_06"/>
          <p:cNvSpPr/>
          <p:nvPr/>
        </p:nvSpPr>
        <p:spPr>
          <a:xfrm>
            <a:off x="1426759" y="5184528"/>
            <a:ext cx="99157" cy="99157"/>
          </a:xfrm>
          <a:prstGeom prst="roundRect">
            <a:avLst>
              <a:gd name="adj" fmla="val 30000"/>
            </a:avLst>
          </a:prstGeom>
          <a:solidFill>
            <a:srgbClr val="18739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p04_07"/>
          <p:cNvSpPr/>
          <p:nvPr/>
        </p:nvSpPr>
        <p:spPr>
          <a:xfrm>
            <a:off x="1585505" y="5184528"/>
            <a:ext cx="99157" cy="99157"/>
          </a:xfrm>
          <a:prstGeom prst="roundRect">
            <a:avLst>
              <a:gd name="adj" fmla="val 30000"/>
            </a:avLst>
          </a:prstGeom>
          <a:solidFill>
            <a:srgbClr val="35A3C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p04_08"/>
          <p:cNvSpPr/>
          <p:nvPr/>
        </p:nvSpPr>
        <p:spPr>
          <a:xfrm>
            <a:off x="1744251" y="5184528"/>
            <a:ext cx="99157" cy="99157"/>
          </a:xfrm>
          <a:prstGeom prst="roundRect">
            <a:avLst>
              <a:gd name="adj" fmla="val 30000"/>
            </a:avLst>
          </a:prstGeom>
          <a:solidFill>
            <a:srgbClr val="57BE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p04_09"/>
          <p:cNvSpPr/>
          <p:nvPr/>
        </p:nvSpPr>
        <p:spPr>
          <a:xfrm>
            <a:off x="1902997" y="5184528"/>
            <a:ext cx="99157" cy="99157"/>
          </a:xfrm>
          <a:prstGeom prst="roundRect">
            <a:avLst>
              <a:gd name="adj" fmla="val 30000"/>
            </a:avLst>
          </a:prstGeom>
          <a:solidFill>
            <a:srgbClr val="57BE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p04_10"/>
          <p:cNvSpPr/>
          <p:nvPr/>
        </p:nvSpPr>
        <p:spPr>
          <a:xfrm>
            <a:off x="2061743" y="5184528"/>
            <a:ext cx="99157" cy="99157"/>
          </a:xfrm>
          <a:prstGeom prst="roundRect">
            <a:avLst>
              <a:gd name="adj" fmla="val 30000"/>
            </a:avLst>
          </a:prstGeom>
          <a:solidFill>
            <a:srgbClr val="35A3C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p04_11"/>
          <p:cNvSpPr/>
          <p:nvPr/>
        </p:nvSpPr>
        <p:spPr>
          <a:xfrm>
            <a:off x="2220489" y="5184528"/>
            <a:ext cx="99157" cy="99157"/>
          </a:xfrm>
          <a:prstGeom prst="roundRect">
            <a:avLst>
              <a:gd name="adj" fmla="val 30000"/>
            </a:avLst>
          </a:prstGeom>
          <a:solidFill>
            <a:srgbClr val="18729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p04_12"/>
          <p:cNvSpPr/>
          <p:nvPr/>
        </p:nvSpPr>
        <p:spPr>
          <a:xfrm>
            <a:off x="2379235" y="5184528"/>
            <a:ext cx="99157" cy="99157"/>
          </a:xfrm>
          <a:prstGeom prst="roundRect">
            <a:avLst>
              <a:gd name="adj" fmla="val 30000"/>
            </a:avLst>
          </a:prstGeom>
          <a:solidFill>
            <a:srgbClr val="0E406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p05_05"/>
          <p:cNvSpPr/>
          <p:nvPr/>
        </p:nvSpPr>
        <p:spPr>
          <a:xfrm>
            <a:off x="1268013" y="5069228"/>
            <a:ext cx="99157" cy="99157"/>
          </a:xfrm>
          <a:prstGeom prst="roundRect">
            <a:avLst>
              <a:gd name="adj" fmla="val 30000"/>
            </a:avLst>
          </a:prstGeom>
          <a:solidFill>
            <a:srgbClr val="0E42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 name="!!p05_06"/>
          <p:cNvSpPr/>
          <p:nvPr/>
        </p:nvSpPr>
        <p:spPr>
          <a:xfrm>
            <a:off x="1426759" y="5069228"/>
            <a:ext cx="99157" cy="99157"/>
          </a:xfrm>
          <a:prstGeom prst="roundRect">
            <a:avLst>
              <a:gd name="adj" fmla="val 30000"/>
            </a:avLst>
          </a:prstGeom>
          <a:solidFill>
            <a:srgbClr val="17709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 name="!!p05_07"/>
          <p:cNvSpPr/>
          <p:nvPr/>
        </p:nvSpPr>
        <p:spPr>
          <a:xfrm>
            <a:off x="1585505" y="5069228"/>
            <a:ext cx="99157" cy="99157"/>
          </a:xfrm>
          <a:prstGeom prst="roundRect">
            <a:avLst>
              <a:gd name="adj" fmla="val 30000"/>
            </a:avLst>
          </a:prstGeom>
          <a:solidFill>
            <a:srgbClr val="319FC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2" name="!!p05_08"/>
          <p:cNvSpPr/>
          <p:nvPr/>
        </p:nvSpPr>
        <p:spPr>
          <a:xfrm>
            <a:off x="1744251" y="5069228"/>
            <a:ext cx="99157" cy="99157"/>
          </a:xfrm>
          <a:prstGeom prst="roundRect">
            <a:avLst>
              <a:gd name="adj" fmla="val 30000"/>
            </a:avLst>
          </a:prstGeom>
          <a:solidFill>
            <a:srgbClr val="4DB9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3" name="!!p05_09"/>
          <p:cNvSpPr/>
          <p:nvPr/>
        </p:nvSpPr>
        <p:spPr>
          <a:xfrm>
            <a:off x="1902997" y="5069228"/>
            <a:ext cx="99157" cy="99157"/>
          </a:xfrm>
          <a:prstGeom prst="roundRect">
            <a:avLst>
              <a:gd name="adj" fmla="val 30000"/>
            </a:avLst>
          </a:prstGeom>
          <a:solidFill>
            <a:srgbClr val="4DB9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4" name="!!p05_10"/>
          <p:cNvSpPr/>
          <p:nvPr/>
        </p:nvSpPr>
        <p:spPr>
          <a:xfrm>
            <a:off x="2061743" y="5069228"/>
            <a:ext cx="99157" cy="99157"/>
          </a:xfrm>
          <a:prstGeom prst="roundRect">
            <a:avLst>
              <a:gd name="adj" fmla="val 30000"/>
            </a:avLst>
          </a:prstGeom>
          <a:solidFill>
            <a:srgbClr val="319FC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5" name="!!p05_11"/>
          <p:cNvSpPr/>
          <p:nvPr/>
        </p:nvSpPr>
        <p:spPr>
          <a:xfrm>
            <a:off x="2220489" y="5069228"/>
            <a:ext cx="99157" cy="99157"/>
          </a:xfrm>
          <a:prstGeom prst="roundRect">
            <a:avLst>
              <a:gd name="adj" fmla="val 30000"/>
            </a:avLst>
          </a:prstGeom>
          <a:solidFill>
            <a:srgbClr val="17709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6" name="!!p05_12"/>
          <p:cNvSpPr/>
          <p:nvPr/>
        </p:nvSpPr>
        <p:spPr>
          <a:xfrm>
            <a:off x="2379235" y="5069228"/>
            <a:ext cx="99157" cy="99157"/>
          </a:xfrm>
          <a:prstGeom prst="roundRect">
            <a:avLst>
              <a:gd name="adj" fmla="val 30000"/>
            </a:avLst>
          </a:prstGeom>
          <a:solidFill>
            <a:srgbClr val="0E416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7" name="!!p06_05"/>
          <p:cNvSpPr/>
          <p:nvPr/>
        </p:nvSpPr>
        <p:spPr>
          <a:xfrm>
            <a:off x="1268013" y="4953928"/>
            <a:ext cx="99157" cy="99157"/>
          </a:xfrm>
          <a:prstGeom prst="roundRect">
            <a:avLst>
              <a:gd name="adj" fmla="val 30000"/>
            </a:avLst>
          </a:prstGeom>
          <a:solidFill>
            <a:srgbClr val="0E406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8" name="!!p06_06"/>
          <p:cNvSpPr/>
          <p:nvPr/>
        </p:nvSpPr>
        <p:spPr>
          <a:xfrm>
            <a:off x="1426759" y="4953928"/>
            <a:ext cx="99157" cy="99157"/>
          </a:xfrm>
          <a:prstGeom prst="roundRect">
            <a:avLst>
              <a:gd name="adj" fmla="val 30000"/>
            </a:avLst>
          </a:prstGeom>
          <a:solidFill>
            <a:srgbClr val="166A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9" name="!!p06_07"/>
          <p:cNvSpPr/>
          <p:nvPr/>
        </p:nvSpPr>
        <p:spPr>
          <a:xfrm>
            <a:off x="1585505" y="4953928"/>
            <a:ext cx="99157" cy="99157"/>
          </a:xfrm>
          <a:prstGeom prst="roundRect">
            <a:avLst>
              <a:gd name="adj" fmla="val 30000"/>
            </a:avLst>
          </a:prstGeom>
          <a:solidFill>
            <a:srgbClr val="2897B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0" name="!!p06_08"/>
          <p:cNvSpPr/>
          <p:nvPr/>
        </p:nvSpPr>
        <p:spPr>
          <a:xfrm>
            <a:off x="1744251" y="4953928"/>
            <a:ext cx="99157" cy="99157"/>
          </a:xfrm>
          <a:prstGeom prst="roundRect">
            <a:avLst>
              <a:gd name="adj" fmla="val 30000"/>
            </a:avLst>
          </a:prstGeom>
          <a:solidFill>
            <a:srgbClr val="41AE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1" name="!!p06_09"/>
          <p:cNvSpPr/>
          <p:nvPr/>
        </p:nvSpPr>
        <p:spPr>
          <a:xfrm>
            <a:off x="1902997" y="4953928"/>
            <a:ext cx="99157" cy="99157"/>
          </a:xfrm>
          <a:prstGeom prst="roundRect">
            <a:avLst>
              <a:gd name="adj" fmla="val 30000"/>
            </a:avLst>
          </a:prstGeom>
          <a:solidFill>
            <a:srgbClr val="42AED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2" name="!!p06_10"/>
          <p:cNvSpPr/>
          <p:nvPr/>
        </p:nvSpPr>
        <p:spPr>
          <a:xfrm>
            <a:off x="2061743" y="4953928"/>
            <a:ext cx="99157" cy="99157"/>
          </a:xfrm>
          <a:prstGeom prst="roundRect">
            <a:avLst>
              <a:gd name="adj" fmla="val 30000"/>
            </a:avLst>
          </a:prstGeom>
          <a:solidFill>
            <a:srgbClr val="2998B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3" name="!!p06_11"/>
          <p:cNvSpPr/>
          <p:nvPr/>
        </p:nvSpPr>
        <p:spPr>
          <a:xfrm>
            <a:off x="2220489" y="4953928"/>
            <a:ext cx="99157" cy="99157"/>
          </a:xfrm>
          <a:prstGeom prst="roundRect">
            <a:avLst>
              <a:gd name="adj" fmla="val 30000"/>
            </a:avLst>
          </a:prstGeom>
          <a:solidFill>
            <a:srgbClr val="176B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4" name="!!p06_12"/>
          <p:cNvSpPr/>
          <p:nvPr/>
        </p:nvSpPr>
        <p:spPr>
          <a:xfrm>
            <a:off x="2379235" y="4953928"/>
            <a:ext cx="99157" cy="99157"/>
          </a:xfrm>
          <a:prstGeom prst="roundRect">
            <a:avLst>
              <a:gd name="adj" fmla="val 30000"/>
            </a:avLst>
          </a:prstGeom>
          <a:solidFill>
            <a:srgbClr val="0E416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5" name="!!p07_05"/>
          <p:cNvSpPr/>
          <p:nvPr/>
        </p:nvSpPr>
        <p:spPr>
          <a:xfrm>
            <a:off x="1268013" y="4838629"/>
            <a:ext cx="99157" cy="99157"/>
          </a:xfrm>
          <a:prstGeom prst="roundRect">
            <a:avLst>
              <a:gd name="adj" fmla="val 30000"/>
            </a:avLst>
          </a:prstGeom>
          <a:solidFill>
            <a:srgbClr val="0E3E6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6" name="!!p07_06"/>
          <p:cNvSpPr/>
          <p:nvPr/>
        </p:nvSpPr>
        <p:spPr>
          <a:xfrm>
            <a:off x="1426759" y="4838629"/>
            <a:ext cx="99157" cy="99157"/>
          </a:xfrm>
          <a:prstGeom prst="roundRect">
            <a:avLst>
              <a:gd name="adj" fmla="val 30000"/>
            </a:avLst>
          </a:prstGeom>
          <a:solidFill>
            <a:srgbClr val="14618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7" name="!!p07_07"/>
          <p:cNvSpPr/>
          <p:nvPr/>
        </p:nvSpPr>
        <p:spPr>
          <a:xfrm>
            <a:off x="1585505" y="4838629"/>
            <a:ext cx="99157" cy="99157"/>
          </a:xfrm>
          <a:prstGeom prst="roundRect">
            <a:avLst>
              <a:gd name="adj" fmla="val 30000"/>
            </a:avLst>
          </a:prstGeom>
          <a:solidFill>
            <a:srgbClr val="1D8DB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8" name="!!p07_08"/>
          <p:cNvSpPr/>
          <p:nvPr/>
        </p:nvSpPr>
        <p:spPr>
          <a:xfrm>
            <a:off x="1744251" y="4838629"/>
            <a:ext cx="99157" cy="99157"/>
          </a:xfrm>
          <a:prstGeom prst="roundRect">
            <a:avLst>
              <a:gd name="adj" fmla="val 30000"/>
            </a:avLst>
          </a:prstGeom>
          <a:solidFill>
            <a:srgbClr val="32A0C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9" name="!!p07_09"/>
          <p:cNvSpPr/>
          <p:nvPr/>
        </p:nvSpPr>
        <p:spPr>
          <a:xfrm>
            <a:off x="1902997" y="4838629"/>
            <a:ext cx="99157" cy="99157"/>
          </a:xfrm>
          <a:prstGeom prst="roundRect">
            <a:avLst>
              <a:gd name="adj" fmla="val 30000"/>
            </a:avLst>
          </a:prstGeom>
          <a:solidFill>
            <a:srgbClr val="33A1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0" name="!!p07_10"/>
          <p:cNvSpPr/>
          <p:nvPr/>
        </p:nvSpPr>
        <p:spPr>
          <a:xfrm>
            <a:off x="2061743" y="4838629"/>
            <a:ext cx="99157" cy="99157"/>
          </a:xfrm>
          <a:prstGeom prst="roundRect">
            <a:avLst>
              <a:gd name="adj" fmla="val 30000"/>
            </a:avLst>
          </a:prstGeom>
          <a:solidFill>
            <a:srgbClr val="1F8FB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1" name="!!p07_11"/>
          <p:cNvSpPr/>
          <p:nvPr/>
        </p:nvSpPr>
        <p:spPr>
          <a:xfrm>
            <a:off x="2220489" y="4838629"/>
            <a:ext cx="99157" cy="99157"/>
          </a:xfrm>
          <a:prstGeom prst="roundRect">
            <a:avLst>
              <a:gd name="adj" fmla="val 30000"/>
            </a:avLst>
          </a:prstGeom>
          <a:solidFill>
            <a:srgbClr val="1565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2" name="!!p07_12"/>
          <p:cNvSpPr/>
          <p:nvPr/>
        </p:nvSpPr>
        <p:spPr>
          <a:xfrm>
            <a:off x="2379235" y="4838629"/>
            <a:ext cx="99157" cy="99157"/>
          </a:xfrm>
          <a:prstGeom prst="roundRect">
            <a:avLst>
              <a:gd name="adj" fmla="val 30000"/>
            </a:avLst>
          </a:prstGeom>
          <a:solidFill>
            <a:srgbClr val="0E406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3" name="!!p08_05"/>
          <p:cNvSpPr/>
          <p:nvPr/>
        </p:nvSpPr>
        <p:spPr>
          <a:xfrm>
            <a:off x="1268013" y="4723329"/>
            <a:ext cx="99157" cy="99157"/>
          </a:xfrm>
          <a:prstGeom prst="roundRect">
            <a:avLst>
              <a:gd name="adj" fmla="val 30000"/>
            </a:avLst>
          </a:prstGeom>
          <a:solidFill>
            <a:srgbClr val="0D3B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4" name="!!p08_06"/>
          <p:cNvSpPr/>
          <p:nvPr/>
        </p:nvSpPr>
        <p:spPr>
          <a:xfrm>
            <a:off x="1426759" y="4723329"/>
            <a:ext cx="99157" cy="99157"/>
          </a:xfrm>
          <a:prstGeom prst="roundRect">
            <a:avLst>
              <a:gd name="adj" fmla="val 30000"/>
            </a:avLst>
          </a:prstGeom>
          <a:solidFill>
            <a:srgbClr val="13577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5" name="!!p08_07"/>
          <p:cNvSpPr/>
          <p:nvPr/>
        </p:nvSpPr>
        <p:spPr>
          <a:xfrm>
            <a:off x="1585505" y="4723329"/>
            <a:ext cx="99157" cy="99157"/>
          </a:xfrm>
          <a:prstGeom prst="roundRect">
            <a:avLst>
              <a:gd name="adj" fmla="val 30000"/>
            </a:avLst>
          </a:prstGeom>
          <a:solidFill>
            <a:srgbClr val="197B9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6" name="!!p08_08"/>
          <p:cNvSpPr/>
          <p:nvPr/>
        </p:nvSpPr>
        <p:spPr>
          <a:xfrm>
            <a:off x="1744251" y="4723329"/>
            <a:ext cx="99157" cy="99157"/>
          </a:xfrm>
          <a:prstGeom prst="roundRect">
            <a:avLst>
              <a:gd name="adj" fmla="val 30000"/>
            </a:avLst>
          </a:prstGeom>
          <a:solidFill>
            <a:srgbClr val="2392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7" name="!!p08_09"/>
          <p:cNvSpPr/>
          <p:nvPr/>
        </p:nvSpPr>
        <p:spPr>
          <a:xfrm>
            <a:off x="1902997" y="4723329"/>
            <a:ext cx="99157" cy="99157"/>
          </a:xfrm>
          <a:prstGeom prst="roundRect">
            <a:avLst>
              <a:gd name="adj" fmla="val 30000"/>
            </a:avLst>
          </a:prstGeom>
          <a:solidFill>
            <a:srgbClr val="2494B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8" name="!!p08_10"/>
          <p:cNvSpPr/>
          <p:nvPr/>
        </p:nvSpPr>
        <p:spPr>
          <a:xfrm>
            <a:off x="2061743" y="4723329"/>
            <a:ext cx="99157" cy="99157"/>
          </a:xfrm>
          <a:prstGeom prst="roundRect">
            <a:avLst>
              <a:gd name="adj" fmla="val 30000"/>
            </a:avLst>
          </a:prstGeom>
          <a:solidFill>
            <a:srgbClr val="1B81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9" name="!!p08_11"/>
          <p:cNvSpPr/>
          <p:nvPr/>
        </p:nvSpPr>
        <p:spPr>
          <a:xfrm>
            <a:off x="2220489" y="4723329"/>
            <a:ext cx="99157" cy="99157"/>
          </a:xfrm>
          <a:prstGeom prst="roundRect">
            <a:avLst>
              <a:gd name="adj" fmla="val 30000"/>
            </a:avLst>
          </a:prstGeom>
          <a:solidFill>
            <a:srgbClr val="145E8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0" name="!!p08_12"/>
          <p:cNvSpPr/>
          <p:nvPr/>
        </p:nvSpPr>
        <p:spPr>
          <a:xfrm>
            <a:off x="2379235" y="4723329"/>
            <a:ext cx="99157" cy="99157"/>
          </a:xfrm>
          <a:prstGeom prst="roundRect">
            <a:avLst>
              <a:gd name="adj" fmla="val 30000"/>
            </a:avLst>
          </a:prstGeom>
          <a:solidFill>
            <a:srgbClr val="0E406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1" name="!!p09_05"/>
          <p:cNvSpPr/>
          <p:nvPr/>
        </p:nvSpPr>
        <p:spPr>
          <a:xfrm>
            <a:off x="1268013" y="4608029"/>
            <a:ext cx="99157" cy="99157"/>
          </a:xfrm>
          <a:prstGeom prst="roundRect">
            <a:avLst>
              <a:gd name="adj" fmla="val 30000"/>
            </a:avLst>
          </a:prstGeom>
          <a:solidFill>
            <a:srgbClr val="0D3A6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2" name="!!p09_06"/>
          <p:cNvSpPr/>
          <p:nvPr/>
        </p:nvSpPr>
        <p:spPr>
          <a:xfrm>
            <a:off x="1426759" y="4608029"/>
            <a:ext cx="99157" cy="99157"/>
          </a:xfrm>
          <a:prstGeom prst="roundRect">
            <a:avLst>
              <a:gd name="adj" fmla="val 30000"/>
            </a:avLst>
          </a:prstGeom>
          <a:solidFill>
            <a:srgbClr val="114F7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3" name="!!p09_07"/>
          <p:cNvSpPr/>
          <p:nvPr/>
        </p:nvSpPr>
        <p:spPr>
          <a:xfrm>
            <a:off x="1585505" y="4608029"/>
            <a:ext cx="99157" cy="99157"/>
          </a:xfrm>
          <a:prstGeom prst="roundRect">
            <a:avLst>
              <a:gd name="adj" fmla="val 30000"/>
            </a:avLst>
          </a:prstGeom>
          <a:solidFill>
            <a:srgbClr val="166A9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4" name="!!p09_08"/>
          <p:cNvSpPr/>
          <p:nvPr/>
        </p:nvSpPr>
        <p:spPr>
          <a:xfrm>
            <a:off x="1744251" y="4608029"/>
            <a:ext cx="99157" cy="99157"/>
          </a:xfrm>
          <a:prstGeom prst="roundRect">
            <a:avLst>
              <a:gd name="adj" fmla="val 30000"/>
            </a:avLst>
          </a:prstGeom>
          <a:solidFill>
            <a:srgbClr val="1B80A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5" name="!!p09_09"/>
          <p:cNvSpPr/>
          <p:nvPr/>
        </p:nvSpPr>
        <p:spPr>
          <a:xfrm>
            <a:off x="1902997" y="4608029"/>
            <a:ext cx="99157" cy="99157"/>
          </a:xfrm>
          <a:prstGeom prst="roundRect">
            <a:avLst>
              <a:gd name="adj" fmla="val 30000"/>
            </a:avLst>
          </a:prstGeom>
          <a:solidFill>
            <a:srgbClr val="1B84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6" name="!!p09_10"/>
          <p:cNvSpPr/>
          <p:nvPr/>
        </p:nvSpPr>
        <p:spPr>
          <a:xfrm>
            <a:off x="2061743" y="4608029"/>
            <a:ext cx="99157" cy="99157"/>
          </a:xfrm>
          <a:prstGeom prst="roundRect">
            <a:avLst>
              <a:gd name="adj" fmla="val 30000"/>
            </a:avLst>
          </a:prstGeom>
          <a:solidFill>
            <a:srgbClr val="18749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7" name="!!p09_11"/>
          <p:cNvSpPr/>
          <p:nvPr/>
        </p:nvSpPr>
        <p:spPr>
          <a:xfrm>
            <a:off x="2220489" y="4608029"/>
            <a:ext cx="99157" cy="99157"/>
          </a:xfrm>
          <a:prstGeom prst="roundRect">
            <a:avLst>
              <a:gd name="adj" fmla="val 30000"/>
            </a:avLst>
          </a:prstGeom>
          <a:solidFill>
            <a:srgbClr val="135A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8" name="!!p09_12"/>
          <p:cNvSpPr/>
          <p:nvPr/>
        </p:nvSpPr>
        <p:spPr>
          <a:xfrm>
            <a:off x="2379235" y="4608029"/>
            <a:ext cx="99157" cy="99157"/>
          </a:xfrm>
          <a:prstGeom prst="roundRect">
            <a:avLst>
              <a:gd name="adj" fmla="val 30000"/>
            </a:avLst>
          </a:prstGeom>
          <a:solidFill>
            <a:srgbClr val="0E406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9" name="!!p10_06"/>
          <p:cNvSpPr/>
          <p:nvPr/>
        </p:nvSpPr>
        <p:spPr>
          <a:xfrm>
            <a:off x="1426759" y="4492729"/>
            <a:ext cx="99157" cy="99157"/>
          </a:xfrm>
          <a:prstGeom prst="roundRect">
            <a:avLst>
              <a:gd name="adj" fmla="val 30000"/>
            </a:avLst>
          </a:prstGeom>
          <a:solidFill>
            <a:srgbClr val="10487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0" name="!!p10_07"/>
          <p:cNvSpPr/>
          <p:nvPr/>
        </p:nvSpPr>
        <p:spPr>
          <a:xfrm>
            <a:off x="1585505" y="4492729"/>
            <a:ext cx="99157" cy="99157"/>
          </a:xfrm>
          <a:prstGeom prst="roundRect">
            <a:avLst>
              <a:gd name="adj" fmla="val 30000"/>
            </a:avLst>
          </a:prstGeom>
          <a:solidFill>
            <a:srgbClr val="145D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1" name="!!p10_08"/>
          <p:cNvSpPr/>
          <p:nvPr/>
        </p:nvSpPr>
        <p:spPr>
          <a:xfrm>
            <a:off x="1744251" y="4492729"/>
            <a:ext cx="99157" cy="99157"/>
          </a:xfrm>
          <a:prstGeom prst="roundRect">
            <a:avLst>
              <a:gd name="adj" fmla="val 30000"/>
            </a:avLst>
          </a:prstGeom>
          <a:solidFill>
            <a:srgbClr val="176F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2" name="!!p10_09"/>
          <p:cNvSpPr/>
          <p:nvPr/>
        </p:nvSpPr>
        <p:spPr>
          <a:xfrm>
            <a:off x="1902997" y="4492729"/>
            <a:ext cx="99157" cy="99157"/>
          </a:xfrm>
          <a:prstGeom prst="roundRect">
            <a:avLst>
              <a:gd name="adj" fmla="val 30000"/>
            </a:avLst>
          </a:prstGeom>
          <a:solidFill>
            <a:srgbClr val="1875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3" name="!!p10_10"/>
          <p:cNvSpPr/>
          <p:nvPr/>
        </p:nvSpPr>
        <p:spPr>
          <a:xfrm>
            <a:off x="2061743" y="4492729"/>
            <a:ext cx="99157" cy="99157"/>
          </a:xfrm>
          <a:prstGeom prst="roundRect">
            <a:avLst>
              <a:gd name="adj" fmla="val 30000"/>
            </a:avLst>
          </a:prstGeom>
          <a:solidFill>
            <a:srgbClr val="166B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4" name="!!p10_11"/>
          <p:cNvSpPr/>
          <p:nvPr/>
        </p:nvSpPr>
        <p:spPr>
          <a:xfrm>
            <a:off x="2220489" y="4492729"/>
            <a:ext cx="99157" cy="99157"/>
          </a:xfrm>
          <a:prstGeom prst="roundRect">
            <a:avLst>
              <a:gd name="adj" fmla="val 30000"/>
            </a:avLst>
          </a:prstGeom>
          <a:solidFill>
            <a:srgbClr val="13577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5" name="!!p10_12"/>
          <p:cNvSpPr/>
          <p:nvPr/>
        </p:nvSpPr>
        <p:spPr>
          <a:xfrm>
            <a:off x="2379235" y="4492729"/>
            <a:ext cx="99157" cy="99157"/>
          </a:xfrm>
          <a:prstGeom prst="roundRect">
            <a:avLst>
              <a:gd name="adj" fmla="val 30000"/>
            </a:avLst>
          </a:prstGeom>
          <a:solidFill>
            <a:srgbClr val="0F42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6" name="!!p11_06"/>
          <p:cNvSpPr/>
          <p:nvPr/>
        </p:nvSpPr>
        <p:spPr>
          <a:xfrm>
            <a:off x="1426759" y="4377430"/>
            <a:ext cx="99157" cy="99157"/>
          </a:xfrm>
          <a:prstGeom prst="roundRect">
            <a:avLst>
              <a:gd name="adj" fmla="val 30000"/>
            </a:avLst>
          </a:prstGeom>
          <a:solidFill>
            <a:srgbClr val="0F436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7" name="!!p11_07"/>
          <p:cNvSpPr/>
          <p:nvPr/>
        </p:nvSpPr>
        <p:spPr>
          <a:xfrm>
            <a:off x="1585505" y="4377430"/>
            <a:ext cx="99157" cy="99157"/>
          </a:xfrm>
          <a:prstGeom prst="roundRect">
            <a:avLst>
              <a:gd name="adj" fmla="val 30000"/>
            </a:avLst>
          </a:prstGeom>
          <a:solidFill>
            <a:srgbClr val="1254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8" name="!!p11_08"/>
          <p:cNvSpPr/>
          <p:nvPr/>
        </p:nvSpPr>
        <p:spPr>
          <a:xfrm>
            <a:off x="1744251" y="4377430"/>
            <a:ext cx="99157" cy="99157"/>
          </a:xfrm>
          <a:prstGeom prst="roundRect">
            <a:avLst>
              <a:gd name="adj" fmla="val 30000"/>
            </a:avLst>
          </a:prstGeom>
          <a:solidFill>
            <a:srgbClr val="1563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9" name="!!p11_09"/>
          <p:cNvSpPr/>
          <p:nvPr/>
        </p:nvSpPr>
        <p:spPr>
          <a:xfrm>
            <a:off x="1902997" y="4377430"/>
            <a:ext cx="99157" cy="99157"/>
          </a:xfrm>
          <a:prstGeom prst="roundRect">
            <a:avLst>
              <a:gd name="adj" fmla="val 30000"/>
            </a:avLst>
          </a:prstGeom>
          <a:solidFill>
            <a:srgbClr val="166A9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0" name="!!p11_10"/>
          <p:cNvSpPr/>
          <p:nvPr/>
        </p:nvSpPr>
        <p:spPr>
          <a:xfrm>
            <a:off x="2061743" y="4377430"/>
            <a:ext cx="99157" cy="99157"/>
          </a:xfrm>
          <a:prstGeom prst="roundRect">
            <a:avLst>
              <a:gd name="adj" fmla="val 30000"/>
            </a:avLst>
          </a:prstGeom>
          <a:solidFill>
            <a:srgbClr val="1566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1" name="!!p11_11"/>
          <p:cNvSpPr/>
          <p:nvPr/>
        </p:nvSpPr>
        <p:spPr>
          <a:xfrm>
            <a:off x="2220489" y="4377430"/>
            <a:ext cx="99157" cy="99157"/>
          </a:xfrm>
          <a:prstGeom prst="roundRect">
            <a:avLst>
              <a:gd name="adj" fmla="val 30000"/>
            </a:avLst>
          </a:prstGeom>
          <a:solidFill>
            <a:srgbClr val="13577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2" name="!!p11_12"/>
          <p:cNvSpPr/>
          <p:nvPr/>
        </p:nvSpPr>
        <p:spPr>
          <a:xfrm>
            <a:off x="2379235" y="4377430"/>
            <a:ext cx="99157" cy="99157"/>
          </a:xfrm>
          <a:prstGeom prst="roundRect">
            <a:avLst>
              <a:gd name="adj" fmla="val 30000"/>
            </a:avLst>
          </a:prstGeom>
          <a:solidFill>
            <a:srgbClr val="0F456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3" name="!!p12_06"/>
          <p:cNvSpPr/>
          <p:nvPr/>
        </p:nvSpPr>
        <p:spPr>
          <a:xfrm>
            <a:off x="1426759" y="4262130"/>
            <a:ext cx="99157" cy="99157"/>
          </a:xfrm>
          <a:prstGeom prst="roundRect">
            <a:avLst>
              <a:gd name="adj" fmla="val 30000"/>
            </a:avLst>
          </a:prstGeom>
          <a:solidFill>
            <a:srgbClr val="0E406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4" name="!!p12_07"/>
          <p:cNvSpPr/>
          <p:nvPr/>
        </p:nvSpPr>
        <p:spPr>
          <a:xfrm>
            <a:off x="1585505" y="4262130"/>
            <a:ext cx="99157" cy="99157"/>
          </a:xfrm>
          <a:prstGeom prst="roundRect">
            <a:avLst>
              <a:gd name="adj" fmla="val 30000"/>
            </a:avLst>
          </a:prstGeom>
          <a:solidFill>
            <a:srgbClr val="114E7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5" name="!!p12_08"/>
          <p:cNvSpPr/>
          <p:nvPr/>
        </p:nvSpPr>
        <p:spPr>
          <a:xfrm>
            <a:off x="1744251" y="4262130"/>
            <a:ext cx="99157" cy="99157"/>
          </a:xfrm>
          <a:prstGeom prst="roundRect">
            <a:avLst>
              <a:gd name="adj" fmla="val 30000"/>
            </a:avLst>
          </a:prstGeom>
          <a:solidFill>
            <a:srgbClr val="135C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6" name="!!p12_09"/>
          <p:cNvSpPr/>
          <p:nvPr/>
        </p:nvSpPr>
        <p:spPr>
          <a:xfrm>
            <a:off x="1902997" y="4262130"/>
            <a:ext cx="99157" cy="99157"/>
          </a:xfrm>
          <a:prstGeom prst="roundRect">
            <a:avLst>
              <a:gd name="adj" fmla="val 30000"/>
            </a:avLst>
          </a:prstGeom>
          <a:solidFill>
            <a:srgbClr val="1565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7" name="!!p12_10"/>
          <p:cNvSpPr/>
          <p:nvPr/>
        </p:nvSpPr>
        <p:spPr>
          <a:xfrm>
            <a:off x="2061743" y="4262130"/>
            <a:ext cx="99157" cy="99157"/>
          </a:xfrm>
          <a:prstGeom prst="roundRect">
            <a:avLst>
              <a:gd name="adj" fmla="val 30000"/>
            </a:avLst>
          </a:prstGeom>
          <a:solidFill>
            <a:srgbClr val="1564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8" name="!!p12_11"/>
          <p:cNvSpPr/>
          <p:nvPr/>
        </p:nvSpPr>
        <p:spPr>
          <a:xfrm>
            <a:off x="2220489" y="4262130"/>
            <a:ext cx="99157" cy="99157"/>
          </a:xfrm>
          <a:prstGeom prst="roundRect">
            <a:avLst>
              <a:gd name="adj" fmla="val 30000"/>
            </a:avLst>
          </a:prstGeom>
          <a:solidFill>
            <a:srgbClr val="1359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9" name="!!p12_12"/>
          <p:cNvSpPr/>
          <p:nvPr/>
        </p:nvSpPr>
        <p:spPr>
          <a:xfrm>
            <a:off x="2379235" y="4262130"/>
            <a:ext cx="99157" cy="99157"/>
          </a:xfrm>
          <a:prstGeom prst="roundRect">
            <a:avLst>
              <a:gd name="adj" fmla="val 30000"/>
            </a:avLst>
          </a:prstGeom>
          <a:solidFill>
            <a:srgbClr val="10487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0" name="!!p13_06"/>
          <p:cNvSpPr/>
          <p:nvPr/>
        </p:nvSpPr>
        <p:spPr>
          <a:xfrm>
            <a:off x="1426759" y="4146830"/>
            <a:ext cx="99157" cy="99157"/>
          </a:xfrm>
          <a:prstGeom prst="roundRect">
            <a:avLst>
              <a:gd name="adj" fmla="val 30000"/>
            </a:avLst>
          </a:prstGeom>
          <a:solidFill>
            <a:srgbClr val="0E3F6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1" name="!!p13_07"/>
          <p:cNvSpPr/>
          <p:nvPr/>
        </p:nvSpPr>
        <p:spPr>
          <a:xfrm>
            <a:off x="1585505" y="4146830"/>
            <a:ext cx="99157" cy="99157"/>
          </a:xfrm>
          <a:prstGeom prst="roundRect">
            <a:avLst>
              <a:gd name="adj" fmla="val 30000"/>
            </a:avLst>
          </a:prstGeom>
          <a:solidFill>
            <a:srgbClr val="104B7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2" name="!!p13_08"/>
          <p:cNvSpPr/>
          <p:nvPr/>
        </p:nvSpPr>
        <p:spPr>
          <a:xfrm>
            <a:off x="1744251" y="4146830"/>
            <a:ext cx="99157" cy="99157"/>
          </a:xfrm>
          <a:prstGeom prst="roundRect">
            <a:avLst>
              <a:gd name="adj" fmla="val 30000"/>
            </a:avLst>
          </a:prstGeom>
          <a:solidFill>
            <a:srgbClr val="13587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3" name="!!p13_09"/>
          <p:cNvSpPr/>
          <p:nvPr/>
        </p:nvSpPr>
        <p:spPr>
          <a:xfrm>
            <a:off x="1902997" y="4146830"/>
            <a:ext cx="99157" cy="99157"/>
          </a:xfrm>
          <a:prstGeom prst="roundRect">
            <a:avLst>
              <a:gd name="adj" fmla="val 30000"/>
            </a:avLst>
          </a:prstGeom>
          <a:solidFill>
            <a:srgbClr val="1562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4" name="!!p13_10"/>
          <p:cNvSpPr/>
          <p:nvPr/>
        </p:nvSpPr>
        <p:spPr>
          <a:xfrm>
            <a:off x="2061743" y="4146830"/>
            <a:ext cx="99157" cy="99157"/>
          </a:xfrm>
          <a:prstGeom prst="roundRect">
            <a:avLst>
              <a:gd name="adj" fmla="val 30000"/>
            </a:avLst>
          </a:prstGeom>
          <a:solidFill>
            <a:srgbClr val="1564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5" name="!!p13_11"/>
          <p:cNvSpPr/>
          <p:nvPr/>
        </p:nvSpPr>
        <p:spPr>
          <a:xfrm>
            <a:off x="2220489" y="4146830"/>
            <a:ext cx="99157" cy="99157"/>
          </a:xfrm>
          <a:prstGeom prst="roundRect">
            <a:avLst>
              <a:gd name="adj" fmla="val 30000"/>
            </a:avLst>
          </a:prstGeom>
          <a:solidFill>
            <a:srgbClr val="135B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6" name="!!p13_12"/>
          <p:cNvSpPr/>
          <p:nvPr/>
        </p:nvSpPr>
        <p:spPr>
          <a:xfrm>
            <a:off x="2379235" y="4146830"/>
            <a:ext cx="99157" cy="99157"/>
          </a:xfrm>
          <a:prstGeom prst="roundRect">
            <a:avLst>
              <a:gd name="adj" fmla="val 30000"/>
            </a:avLst>
          </a:prstGeom>
          <a:solidFill>
            <a:srgbClr val="104B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7" name="!!p14_06"/>
          <p:cNvSpPr/>
          <p:nvPr/>
        </p:nvSpPr>
        <p:spPr>
          <a:xfrm>
            <a:off x="1426759" y="4031530"/>
            <a:ext cx="99157" cy="99157"/>
          </a:xfrm>
          <a:prstGeom prst="roundRect">
            <a:avLst>
              <a:gd name="adj" fmla="val 30000"/>
            </a:avLst>
          </a:prstGeom>
          <a:solidFill>
            <a:srgbClr val="0E3E6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8" name="!!p14_07"/>
          <p:cNvSpPr/>
          <p:nvPr/>
        </p:nvSpPr>
        <p:spPr>
          <a:xfrm>
            <a:off x="1585505" y="4031530"/>
            <a:ext cx="99157" cy="99157"/>
          </a:xfrm>
          <a:prstGeom prst="roundRect">
            <a:avLst>
              <a:gd name="adj" fmla="val 30000"/>
            </a:avLst>
          </a:prstGeom>
          <a:solidFill>
            <a:srgbClr val="1049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9" name="!!p14_08"/>
          <p:cNvSpPr/>
          <p:nvPr/>
        </p:nvSpPr>
        <p:spPr>
          <a:xfrm>
            <a:off x="1744251" y="4031530"/>
            <a:ext cx="99157" cy="99157"/>
          </a:xfrm>
          <a:prstGeom prst="roundRect">
            <a:avLst>
              <a:gd name="adj" fmla="val 30000"/>
            </a:avLst>
          </a:prstGeom>
          <a:solidFill>
            <a:srgbClr val="12557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0" name="!!p14_09"/>
          <p:cNvSpPr/>
          <p:nvPr/>
        </p:nvSpPr>
        <p:spPr>
          <a:xfrm>
            <a:off x="1902997" y="4031530"/>
            <a:ext cx="99157" cy="99157"/>
          </a:xfrm>
          <a:prstGeom prst="roundRect">
            <a:avLst>
              <a:gd name="adj" fmla="val 30000"/>
            </a:avLst>
          </a:prstGeom>
          <a:solidFill>
            <a:srgbClr val="14618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1" name="!!p14_10"/>
          <p:cNvSpPr/>
          <p:nvPr/>
        </p:nvSpPr>
        <p:spPr>
          <a:xfrm>
            <a:off x="2061743" y="4031530"/>
            <a:ext cx="99157" cy="99157"/>
          </a:xfrm>
          <a:prstGeom prst="roundRect">
            <a:avLst>
              <a:gd name="adj" fmla="val 30000"/>
            </a:avLst>
          </a:prstGeom>
          <a:solidFill>
            <a:srgbClr val="1564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2" name="!!p14_11"/>
          <p:cNvSpPr/>
          <p:nvPr/>
        </p:nvSpPr>
        <p:spPr>
          <a:xfrm>
            <a:off x="2220489" y="4031530"/>
            <a:ext cx="99157" cy="99157"/>
          </a:xfrm>
          <a:prstGeom prst="roundRect">
            <a:avLst>
              <a:gd name="adj" fmla="val 30000"/>
            </a:avLst>
          </a:prstGeom>
          <a:solidFill>
            <a:srgbClr val="145D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3" name="!!p14_12"/>
          <p:cNvSpPr/>
          <p:nvPr/>
        </p:nvSpPr>
        <p:spPr>
          <a:xfrm>
            <a:off x="2379235" y="4031530"/>
            <a:ext cx="99157" cy="99157"/>
          </a:xfrm>
          <a:prstGeom prst="roundRect">
            <a:avLst>
              <a:gd name="adj" fmla="val 30000"/>
            </a:avLst>
          </a:prstGeom>
          <a:solidFill>
            <a:srgbClr val="114D7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4" name="!!p15_07"/>
          <p:cNvSpPr/>
          <p:nvPr/>
        </p:nvSpPr>
        <p:spPr>
          <a:xfrm>
            <a:off x="1585505" y="3916231"/>
            <a:ext cx="99157" cy="99157"/>
          </a:xfrm>
          <a:prstGeom prst="roundRect">
            <a:avLst>
              <a:gd name="adj" fmla="val 30000"/>
            </a:avLst>
          </a:prstGeom>
          <a:solidFill>
            <a:srgbClr val="10487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5" name="!!p15_08"/>
          <p:cNvSpPr/>
          <p:nvPr/>
        </p:nvSpPr>
        <p:spPr>
          <a:xfrm>
            <a:off x="1744251" y="3916231"/>
            <a:ext cx="99157" cy="99157"/>
          </a:xfrm>
          <a:prstGeom prst="roundRect">
            <a:avLst>
              <a:gd name="adj" fmla="val 30000"/>
            </a:avLst>
          </a:prstGeom>
          <a:solidFill>
            <a:srgbClr val="1254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6" name="!!p15_09"/>
          <p:cNvSpPr/>
          <p:nvPr/>
        </p:nvSpPr>
        <p:spPr>
          <a:xfrm>
            <a:off x="1902997" y="3916231"/>
            <a:ext cx="99157" cy="99157"/>
          </a:xfrm>
          <a:prstGeom prst="roundRect">
            <a:avLst>
              <a:gd name="adj" fmla="val 30000"/>
            </a:avLst>
          </a:prstGeom>
          <a:solidFill>
            <a:srgbClr val="145F8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7" name="!!p15_10"/>
          <p:cNvSpPr/>
          <p:nvPr/>
        </p:nvSpPr>
        <p:spPr>
          <a:xfrm>
            <a:off x="2061743" y="3916231"/>
            <a:ext cx="99157" cy="99157"/>
          </a:xfrm>
          <a:prstGeom prst="roundRect">
            <a:avLst>
              <a:gd name="adj" fmla="val 30000"/>
            </a:avLst>
          </a:prstGeom>
          <a:solidFill>
            <a:srgbClr val="1564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8" name="!!p15_11"/>
          <p:cNvSpPr/>
          <p:nvPr/>
        </p:nvSpPr>
        <p:spPr>
          <a:xfrm>
            <a:off x="2220489" y="3916231"/>
            <a:ext cx="99157" cy="99157"/>
          </a:xfrm>
          <a:prstGeom prst="roundRect">
            <a:avLst>
              <a:gd name="adj" fmla="val 30000"/>
            </a:avLst>
          </a:prstGeom>
          <a:solidFill>
            <a:srgbClr val="145D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9" name="!!p15_12"/>
          <p:cNvSpPr/>
          <p:nvPr/>
        </p:nvSpPr>
        <p:spPr>
          <a:xfrm>
            <a:off x="2379235" y="3916231"/>
            <a:ext cx="99157" cy="99157"/>
          </a:xfrm>
          <a:prstGeom prst="roundRect">
            <a:avLst>
              <a:gd name="adj" fmla="val 30000"/>
            </a:avLst>
          </a:prstGeom>
          <a:solidFill>
            <a:srgbClr val="114E7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0" name="!!p15_13"/>
          <p:cNvSpPr/>
          <p:nvPr/>
        </p:nvSpPr>
        <p:spPr>
          <a:xfrm>
            <a:off x="2537981" y="3916231"/>
            <a:ext cx="99157" cy="99157"/>
          </a:xfrm>
          <a:prstGeom prst="roundRect">
            <a:avLst>
              <a:gd name="adj" fmla="val 30000"/>
            </a:avLst>
          </a:prstGeom>
          <a:solidFill>
            <a:srgbClr val="0D3C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1" name="!!p16_07"/>
          <p:cNvSpPr/>
          <p:nvPr/>
        </p:nvSpPr>
        <p:spPr>
          <a:xfrm>
            <a:off x="1585505" y="3800931"/>
            <a:ext cx="99157" cy="99157"/>
          </a:xfrm>
          <a:prstGeom prst="roundRect">
            <a:avLst>
              <a:gd name="adj" fmla="val 30000"/>
            </a:avLst>
          </a:prstGeom>
          <a:solidFill>
            <a:srgbClr val="10476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2" name="!!p16_08"/>
          <p:cNvSpPr/>
          <p:nvPr/>
        </p:nvSpPr>
        <p:spPr>
          <a:xfrm>
            <a:off x="1744251" y="3800931"/>
            <a:ext cx="99157" cy="99157"/>
          </a:xfrm>
          <a:prstGeom prst="roundRect">
            <a:avLst>
              <a:gd name="adj" fmla="val 30000"/>
            </a:avLst>
          </a:prstGeom>
          <a:solidFill>
            <a:srgbClr val="1253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3" name="!!p16_09"/>
          <p:cNvSpPr/>
          <p:nvPr/>
        </p:nvSpPr>
        <p:spPr>
          <a:xfrm>
            <a:off x="1902997" y="3800931"/>
            <a:ext cx="99157" cy="99157"/>
          </a:xfrm>
          <a:prstGeom prst="roundRect">
            <a:avLst>
              <a:gd name="adj" fmla="val 30000"/>
            </a:avLst>
          </a:prstGeom>
          <a:solidFill>
            <a:srgbClr val="145D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4" name="!!p16_10"/>
          <p:cNvSpPr/>
          <p:nvPr/>
        </p:nvSpPr>
        <p:spPr>
          <a:xfrm>
            <a:off x="2061743" y="3800931"/>
            <a:ext cx="99157" cy="99157"/>
          </a:xfrm>
          <a:prstGeom prst="roundRect">
            <a:avLst>
              <a:gd name="adj" fmla="val 30000"/>
            </a:avLst>
          </a:prstGeom>
          <a:solidFill>
            <a:srgbClr val="1561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5" name="!!p16_11"/>
          <p:cNvSpPr/>
          <p:nvPr/>
        </p:nvSpPr>
        <p:spPr>
          <a:xfrm>
            <a:off x="2220489" y="3800931"/>
            <a:ext cx="99157" cy="99157"/>
          </a:xfrm>
          <a:prstGeom prst="roundRect">
            <a:avLst>
              <a:gd name="adj" fmla="val 30000"/>
            </a:avLst>
          </a:prstGeom>
          <a:solidFill>
            <a:srgbClr val="145C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6" name="!!p16_12"/>
          <p:cNvSpPr/>
          <p:nvPr/>
        </p:nvSpPr>
        <p:spPr>
          <a:xfrm>
            <a:off x="2379235" y="3800931"/>
            <a:ext cx="99157" cy="99157"/>
          </a:xfrm>
          <a:prstGeom prst="roundRect">
            <a:avLst>
              <a:gd name="adj" fmla="val 30000"/>
            </a:avLst>
          </a:prstGeom>
          <a:solidFill>
            <a:srgbClr val="114D7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7" name="!!p16_13"/>
          <p:cNvSpPr/>
          <p:nvPr/>
        </p:nvSpPr>
        <p:spPr>
          <a:xfrm>
            <a:off x="2537981" y="3800931"/>
            <a:ext cx="99157" cy="99157"/>
          </a:xfrm>
          <a:prstGeom prst="roundRect">
            <a:avLst>
              <a:gd name="adj" fmla="val 30000"/>
            </a:avLst>
          </a:prstGeom>
          <a:solidFill>
            <a:srgbClr val="0D3C6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8" name="!!p17_07"/>
          <p:cNvSpPr/>
          <p:nvPr/>
        </p:nvSpPr>
        <p:spPr>
          <a:xfrm>
            <a:off x="1585505" y="3685631"/>
            <a:ext cx="99157" cy="99157"/>
          </a:xfrm>
          <a:prstGeom prst="roundRect">
            <a:avLst>
              <a:gd name="adj" fmla="val 30000"/>
            </a:avLst>
          </a:prstGeom>
          <a:solidFill>
            <a:srgbClr val="10476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9" name="!!p17_08"/>
          <p:cNvSpPr/>
          <p:nvPr/>
        </p:nvSpPr>
        <p:spPr>
          <a:xfrm>
            <a:off x="1744251" y="3685631"/>
            <a:ext cx="99157" cy="99157"/>
          </a:xfrm>
          <a:prstGeom prst="roundRect">
            <a:avLst>
              <a:gd name="adj" fmla="val 30000"/>
            </a:avLst>
          </a:prstGeom>
          <a:solidFill>
            <a:srgbClr val="12517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0" name="!!p17_09"/>
          <p:cNvSpPr/>
          <p:nvPr/>
        </p:nvSpPr>
        <p:spPr>
          <a:xfrm>
            <a:off x="1902997" y="3685631"/>
            <a:ext cx="99157" cy="99157"/>
          </a:xfrm>
          <a:prstGeom prst="roundRect">
            <a:avLst>
              <a:gd name="adj" fmla="val 30000"/>
            </a:avLst>
          </a:prstGeom>
          <a:solidFill>
            <a:srgbClr val="135A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1" name="!!p17_10"/>
          <p:cNvSpPr/>
          <p:nvPr/>
        </p:nvSpPr>
        <p:spPr>
          <a:xfrm>
            <a:off x="2061743" y="3685631"/>
            <a:ext cx="99157" cy="99157"/>
          </a:xfrm>
          <a:prstGeom prst="roundRect">
            <a:avLst>
              <a:gd name="adj" fmla="val 30000"/>
            </a:avLst>
          </a:prstGeom>
          <a:solidFill>
            <a:srgbClr val="145E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2" name="!!p17_11"/>
          <p:cNvSpPr/>
          <p:nvPr/>
        </p:nvSpPr>
        <p:spPr>
          <a:xfrm>
            <a:off x="2220489" y="3685631"/>
            <a:ext cx="99157" cy="99157"/>
          </a:xfrm>
          <a:prstGeom prst="roundRect">
            <a:avLst>
              <a:gd name="adj" fmla="val 30000"/>
            </a:avLst>
          </a:prstGeom>
          <a:solidFill>
            <a:srgbClr val="135A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3" name="!!p17_12"/>
          <p:cNvSpPr/>
          <p:nvPr/>
        </p:nvSpPr>
        <p:spPr>
          <a:xfrm>
            <a:off x="2379235" y="3685631"/>
            <a:ext cx="99157" cy="99157"/>
          </a:xfrm>
          <a:prstGeom prst="roundRect">
            <a:avLst>
              <a:gd name="adj" fmla="val 30000"/>
            </a:avLst>
          </a:prstGeom>
          <a:solidFill>
            <a:srgbClr val="114D7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4" name="!!p17_13"/>
          <p:cNvSpPr/>
          <p:nvPr/>
        </p:nvSpPr>
        <p:spPr>
          <a:xfrm>
            <a:off x="2537981" y="3685631"/>
            <a:ext cx="99157" cy="99157"/>
          </a:xfrm>
          <a:prstGeom prst="roundRect">
            <a:avLst>
              <a:gd name="adj" fmla="val 30000"/>
            </a:avLst>
          </a:prstGeom>
          <a:solidFill>
            <a:srgbClr val="0D3C6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5" name="!!p18_06"/>
          <p:cNvSpPr/>
          <p:nvPr/>
        </p:nvSpPr>
        <p:spPr>
          <a:xfrm>
            <a:off x="1426759" y="3570331"/>
            <a:ext cx="99157" cy="99157"/>
          </a:xfrm>
          <a:prstGeom prst="roundRect">
            <a:avLst>
              <a:gd name="adj" fmla="val 30000"/>
            </a:avLst>
          </a:prstGeom>
          <a:solidFill>
            <a:srgbClr val="0E406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6" name="!!p18_07"/>
          <p:cNvSpPr/>
          <p:nvPr/>
        </p:nvSpPr>
        <p:spPr>
          <a:xfrm>
            <a:off x="1585505" y="3570331"/>
            <a:ext cx="99157" cy="99157"/>
          </a:xfrm>
          <a:prstGeom prst="roundRect">
            <a:avLst>
              <a:gd name="adj" fmla="val 30000"/>
            </a:avLst>
          </a:prstGeom>
          <a:solidFill>
            <a:srgbClr val="104A7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7" name="!!p18_08"/>
          <p:cNvSpPr/>
          <p:nvPr/>
        </p:nvSpPr>
        <p:spPr>
          <a:xfrm>
            <a:off x="1744251" y="3570331"/>
            <a:ext cx="99157" cy="99157"/>
          </a:xfrm>
          <a:prstGeom prst="roundRect">
            <a:avLst>
              <a:gd name="adj" fmla="val 30000"/>
            </a:avLst>
          </a:prstGeom>
          <a:solidFill>
            <a:srgbClr val="1253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8" name="!!p18_09"/>
          <p:cNvSpPr/>
          <p:nvPr/>
        </p:nvSpPr>
        <p:spPr>
          <a:xfrm>
            <a:off x="1902997" y="3570331"/>
            <a:ext cx="99157" cy="99157"/>
          </a:xfrm>
          <a:prstGeom prst="roundRect">
            <a:avLst>
              <a:gd name="adj" fmla="val 30000"/>
            </a:avLst>
          </a:prstGeom>
          <a:solidFill>
            <a:srgbClr val="13577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9" name="!!p18_10"/>
          <p:cNvSpPr/>
          <p:nvPr/>
        </p:nvSpPr>
        <p:spPr>
          <a:xfrm>
            <a:off x="2061743" y="3570331"/>
            <a:ext cx="99157" cy="99157"/>
          </a:xfrm>
          <a:prstGeom prst="roundRect">
            <a:avLst>
              <a:gd name="adj" fmla="val 30000"/>
            </a:avLst>
          </a:prstGeom>
          <a:solidFill>
            <a:srgbClr val="135A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0" name="!!p18_11"/>
          <p:cNvSpPr/>
          <p:nvPr/>
        </p:nvSpPr>
        <p:spPr>
          <a:xfrm>
            <a:off x="2220489" y="3570331"/>
            <a:ext cx="99157" cy="99157"/>
          </a:xfrm>
          <a:prstGeom prst="roundRect">
            <a:avLst>
              <a:gd name="adj" fmla="val 30000"/>
            </a:avLst>
          </a:prstGeom>
          <a:solidFill>
            <a:srgbClr val="13597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1" name="!!p18_12"/>
          <p:cNvSpPr/>
          <p:nvPr/>
        </p:nvSpPr>
        <p:spPr>
          <a:xfrm>
            <a:off x="2379235" y="3570331"/>
            <a:ext cx="99157" cy="99157"/>
          </a:xfrm>
          <a:prstGeom prst="roundRect">
            <a:avLst>
              <a:gd name="adj" fmla="val 30000"/>
            </a:avLst>
          </a:prstGeom>
          <a:solidFill>
            <a:srgbClr val="11507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2" name="!!p18_13"/>
          <p:cNvSpPr/>
          <p:nvPr/>
        </p:nvSpPr>
        <p:spPr>
          <a:xfrm>
            <a:off x="2537981" y="3570331"/>
            <a:ext cx="99157" cy="99157"/>
          </a:xfrm>
          <a:prstGeom prst="roundRect">
            <a:avLst>
              <a:gd name="adj" fmla="val 30000"/>
            </a:avLst>
          </a:prstGeom>
          <a:solidFill>
            <a:srgbClr val="0E3E6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3" name="!!p19_06"/>
          <p:cNvSpPr/>
          <p:nvPr/>
        </p:nvSpPr>
        <p:spPr>
          <a:xfrm>
            <a:off x="1426759" y="3455032"/>
            <a:ext cx="99157" cy="99157"/>
          </a:xfrm>
          <a:prstGeom prst="roundRect">
            <a:avLst>
              <a:gd name="adj" fmla="val 30000"/>
            </a:avLst>
          </a:prstGeom>
          <a:solidFill>
            <a:srgbClr val="0F4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4" name="!!p19_07"/>
          <p:cNvSpPr/>
          <p:nvPr/>
        </p:nvSpPr>
        <p:spPr>
          <a:xfrm>
            <a:off x="1585505" y="3455032"/>
            <a:ext cx="99157" cy="99157"/>
          </a:xfrm>
          <a:prstGeom prst="roundRect">
            <a:avLst>
              <a:gd name="adj" fmla="val 30000"/>
            </a:avLst>
          </a:prstGeom>
          <a:solidFill>
            <a:srgbClr val="12557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5" name="!!p19_08"/>
          <p:cNvSpPr/>
          <p:nvPr/>
        </p:nvSpPr>
        <p:spPr>
          <a:xfrm>
            <a:off x="1744251" y="3455032"/>
            <a:ext cx="99157" cy="99157"/>
          </a:xfrm>
          <a:prstGeom prst="roundRect">
            <a:avLst>
              <a:gd name="adj" fmla="val 30000"/>
            </a:avLst>
          </a:prstGeom>
          <a:solidFill>
            <a:srgbClr val="135B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6" name="!!p19_09"/>
          <p:cNvSpPr/>
          <p:nvPr/>
        </p:nvSpPr>
        <p:spPr>
          <a:xfrm>
            <a:off x="1902997" y="3455032"/>
            <a:ext cx="99157" cy="99157"/>
          </a:xfrm>
          <a:prstGeom prst="roundRect">
            <a:avLst>
              <a:gd name="adj" fmla="val 30000"/>
            </a:avLst>
          </a:prstGeom>
          <a:solidFill>
            <a:srgbClr val="13577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7" name="!!p19_10"/>
          <p:cNvSpPr/>
          <p:nvPr/>
        </p:nvSpPr>
        <p:spPr>
          <a:xfrm>
            <a:off x="2061743" y="3455032"/>
            <a:ext cx="99157" cy="99157"/>
          </a:xfrm>
          <a:prstGeom prst="roundRect">
            <a:avLst>
              <a:gd name="adj" fmla="val 30000"/>
            </a:avLst>
          </a:prstGeom>
          <a:solidFill>
            <a:srgbClr val="13577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8" name="!!p19_11"/>
          <p:cNvSpPr/>
          <p:nvPr/>
        </p:nvSpPr>
        <p:spPr>
          <a:xfrm>
            <a:off x="2220489" y="3455032"/>
            <a:ext cx="99157" cy="99157"/>
          </a:xfrm>
          <a:prstGeom prst="roundRect">
            <a:avLst>
              <a:gd name="adj" fmla="val 30000"/>
            </a:avLst>
          </a:prstGeom>
          <a:solidFill>
            <a:srgbClr val="135B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9" name="!!p19_12"/>
          <p:cNvSpPr/>
          <p:nvPr/>
        </p:nvSpPr>
        <p:spPr>
          <a:xfrm>
            <a:off x="2379235" y="3455032"/>
            <a:ext cx="99157" cy="99157"/>
          </a:xfrm>
          <a:prstGeom prst="roundRect">
            <a:avLst>
              <a:gd name="adj" fmla="val 30000"/>
            </a:avLst>
          </a:prstGeom>
          <a:solidFill>
            <a:srgbClr val="1359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0" name="!!p19_13"/>
          <p:cNvSpPr/>
          <p:nvPr/>
        </p:nvSpPr>
        <p:spPr>
          <a:xfrm>
            <a:off x="2537981" y="3455032"/>
            <a:ext cx="99157" cy="99157"/>
          </a:xfrm>
          <a:prstGeom prst="roundRect">
            <a:avLst>
              <a:gd name="adj" fmla="val 30000"/>
            </a:avLst>
          </a:prstGeom>
          <a:solidFill>
            <a:srgbClr val="0F4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1" name="!!p20_06"/>
          <p:cNvSpPr/>
          <p:nvPr/>
        </p:nvSpPr>
        <p:spPr>
          <a:xfrm>
            <a:off x="1426759" y="3339732"/>
            <a:ext cx="99157" cy="99157"/>
          </a:xfrm>
          <a:prstGeom prst="roundRect">
            <a:avLst>
              <a:gd name="adj" fmla="val 30000"/>
            </a:avLst>
          </a:prstGeom>
          <a:solidFill>
            <a:srgbClr val="12567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2" name="!!p20_07"/>
          <p:cNvSpPr/>
          <p:nvPr/>
        </p:nvSpPr>
        <p:spPr>
          <a:xfrm>
            <a:off x="1585505" y="3339732"/>
            <a:ext cx="99157" cy="99157"/>
          </a:xfrm>
          <a:prstGeom prst="roundRect">
            <a:avLst>
              <a:gd name="adj" fmla="val 30000"/>
            </a:avLst>
          </a:prstGeom>
          <a:solidFill>
            <a:srgbClr val="17709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3" name="!!p20_08"/>
          <p:cNvSpPr/>
          <p:nvPr/>
        </p:nvSpPr>
        <p:spPr>
          <a:xfrm>
            <a:off x="1744251" y="3339732"/>
            <a:ext cx="99157" cy="99157"/>
          </a:xfrm>
          <a:prstGeom prst="roundRect">
            <a:avLst>
              <a:gd name="adj" fmla="val 30000"/>
            </a:avLst>
          </a:prstGeom>
          <a:solidFill>
            <a:srgbClr val="18719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4" name="!!p20_09"/>
          <p:cNvSpPr/>
          <p:nvPr/>
        </p:nvSpPr>
        <p:spPr>
          <a:xfrm>
            <a:off x="1902997" y="3339732"/>
            <a:ext cx="99157" cy="99157"/>
          </a:xfrm>
          <a:prstGeom prst="roundRect">
            <a:avLst>
              <a:gd name="adj" fmla="val 30000"/>
            </a:avLst>
          </a:prstGeom>
          <a:solidFill>
            <a:srgbClr val="145D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5" name="!!p20_10"/>
          <p:cNvSpPr/>
          <p:nvPr/>
        </p:nvSpPr>
        <p:spPr>
          <a:xfrm>
            <a:off x="2061743" y="3339732"/>
            <a:ext cx="99157" cy="99157"/>
          </a:xfrm>
          <a:prstGeom prst="roundRect">
            <a:avLst>
              <a:gd name="adj" fmla="val 30000"/>
            </a:avLst>
          </a:prstGeom>
          <a:solidFill>
            <a:srgbClr val="13577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6" name="!!p20_11"/>
          <p:cNvSpPr/>
          <p:nvPr/>
        </p:nvSpPr>
        <p:spPr>
          <a:xfrm>
            <a:off x="2220489" y="3339732"/>
            <a:ext cx="99157" cy="99157"/>
          </a:xfrm>
          <a:prstGeom prst="roundRect">
            <a:avLst>
              <a:gd name="adj" fmla="val 30000"/>
            </a:avLst>
          </a:prstGeom>
          <a:solidFill>
            <a:srgbClr val="1564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7" name="!!p20_12"/>
          <p:cNvSpPr/>
          <p:nvPr/>
        </p:nvSpPr>
        <p:spPr>
          <a:xfrm>
            <a:off x="2379235" y="3339732"/>
            <a:ext cx="99157" cy="99157"/>
          </a:xfrm>
          <a:prstGeom prst="roundRect">
            <a:avLst>
              <a:gd name="adj" fmla="val 30000"/>
            </a:avLst>
          </a:prstGeom>
          <a:solidFill>
            <a:srgbClr val="176D9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8" name="!!p20_13"/>
          <p:cNvSpPr/>
          <p:nvPr/>
        </p:nvSpPr>
        <p:spPr>
          <a:xfrm>
            <a:off x="2537981" y="3339732"/>
            <a:ext cx="99157" cy="99157"/>
          </a:xfrm>
          <a:prstGeom prst="roundRect">
            <a:avLst>
              <a:gd name="adj" fmla="val 30000"/>
            </a:avLst>
          </a:prstGeom>
          <a:solidFill>
            <a:srgbClr val="12557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9" name="!!p21_05"/>
          <p:cNvSpPr/>
          <p:nvPr/>
        </p:nvSpPr>
        <p:spPr>
          <a:xfrm>
            <a:off x="1268013" y="3224432"/>
            <a:ext cx="99157" cy="99157"/>
          </a:xfrm>
          <a:prstGeom prst="roundRect">
            <a:avLst>
              <a:gd name="adj" fmla="val 30000"/>
            </a:avLst>
          </a:prstGeom>
          <a:solidFill>
            <a:srgbClr val="13587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0" name="!!p21_06"/>
          <p:cNvSpPr/>
          <p:nvPr/>
        </p:nvSpPr>
        <p:spPr>
          <a:xfrm>
            <a:off x="1426759" y="3224432"/>
            <a:ext cx="99157" cy="99157"/>
          </a:xfrm>
          <a:prstGeom prst="roundRect">
            <a:avLst>
              <a:gd name="adj" fmla="val 30000"/>
            </a:avLst>
          </a:prstGeom>
          <a:solidFill>
            <a:srgbClr val="19769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1" name="!!p21_07"/>
          <p:cNvSpPr/>
          <p:nvPr/>
        </p:nvSpPr>
        <p:spPr>
          <a:xfrm>
            <a:off x="1585505" y="3224432"/>
            <a:ext cx="99157" cy="99157"/>
          </a:xfrm>
          <a:prstGeom prst="roundRect">
            <a:avLst>
              <a:gd name="adj" fmla="val 30000"/>
            </a:avLst>
          </a:prstGeom>
          <a:solidFill>
            <a:srgbClr val="2B99B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2" name="!!p21_08"/>
          <p:cNvSpPr/>
          <p:nvPr/>
        </p:nvSpPr>
        <p:spPr>
          <a:xfrm>
            <a:off x="1744251" y="3224432"/>
            <a:ext cx="99157" cy="99157"/>
          </a:xfrm>
          <a:prstGeom prst="roundRect">
            <a:avLst>
              <a:gd name="adj" fmla="val 30000"/>
            </a:avLst>
          </a:prstGeom>
          <a:solidFill>
            <a:srgbClr val="2897B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3" name="!!p21_09"/>
          <p:cNvSpPr/>
          <p:nvPr/>
        </p:nvSpPr>
        <p:spPr>
          <a:xfrm>
            <a:off x="1902997" y="3224432"/>
            <a:ext cx="99157" cy="99157"/>
          </a:xfrm>
          <a:prstGeom prst="roundRect">
            <a:avLst>
              <a:gd name="adj" fmla="val 30000"/>
            </a:avLst>
          </a:prstGeom>
          <a:solidFill>
            <a:srgbClr val="176D9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4" name="!!p21_10"/>
          <p:cNvSpPr/>
          <p:nvPr/>
        </p:nvSpPr>
        <p:spPr>
          <a:xfrm>
            <a:off x="2061743" y="3224432"/>
            <a:ext cx="99157" cy="99157"/>
          </a:xfrm>
          <a:prstGeom prst="roundRect">
            <a:avLst>
              <a:gd name="adj" fmla="val 30000"/>
            </a:avLst>
          </a:prstGeom>
          <a:solidFill>
            <a:srgbClr val="135A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5" name="!!p21_11"/>
          <p:cNvSpPr/>
          <p:nvPr/>
        </p:nvSpPr>
        <p:spPr>
          <a:xfrm>
            <a:off x="2220489" y="3224432"/>
            <a:ext cx="99157" cy="99157"/>
          </a:xfrm>
          <a:prstGeom prst="roundRect">
            <a:avLst>
              <a:gd name="adj" fmla="val 30000"/>
            </a:avLst>
          </a:prstGeom>
          <a:solidFill>
            <a:srgbClr val="18739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6" name="!!p21_12"/>
          <p:cNvSpPr/>
          <p:nvPr/>
        </p:nvSpPr>
        <p:spPr>
          <a:xfrm>
            <a:off x="2379235" y="3224432"/>
            <a:ext cx="99157" cy="99157"/>
          </a:xfrm>
          <a:prstGeom prst="roundRect">
            <a:avLst>
              <a:gd name="adj" fmla="val 30000"/>
            </a:avLst>
          </a:prstGeom>
          <a:solidFill>
            <a:srgbClr val="1C8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7" name="!!p21_13"/>
          <p:cNvSpPr/>
          <p:nvPr/>
        </p:nvSpPr>
        <p:spPr>
          <a:xfrm>
            <a:off x="2537981" y="3224432"/>
            <a:ext cx="99157" cy="99157"/>
          </a:xfrm>
          <a:prstGeom prst="roundRect">
            <a:avLst>
              <a:gd name="adj" fmla="val 30000"/>
            </a:avLst>
          </a:prstGeom>
          <a:solidFill>
            <a:srgbClr val="166A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8" name="!!p22_05"/>
          <p:cNvSpPr/>
          <p:nvPr/>
        </p:nvSpPr>
        <p:spPr>
          <a:xfrm>
            <a:off x="1268013" y="3109132"/>
            <a:ext cx="99157" cy="99157"/>
          </a:xfrm>
          <a:prstGeom prst="roundRect">
            <a:avLst>
              <a:gd name="adj" fmla="val 30000"/>
            </a:avLst>
          </a:prstGeom>
          <a:solidFill>
            <a:srgbClr val="1A7DA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9" name="!!p22_06"/>
          <p:cNvSpPr/>
          <p:nvPr/>
        </p:nvSpPr>
        <p:spPr>
          <a:xfrm>
            <a:off x="1426759" y="3109132"/>
            <a:ext cx="99157" cy="99157"/>
          </a:xfrm>
          <a:prstGeom prst="roundRect">
            <a:avLst>
              <a:gd name="adj" fmla="val 30000"/>
            </a:avLst>
          </a:prstGeom>
          <a:solidFill>
            <a:srgbClr val="2F9D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0" name="!!p22_07"/>
          <p:cNvSpPr/>
          <p:nvPr/>
        </p:nvSpPr>
        <p:spPr>
          <a:xfrm>
            <a:off x="1585505" y="3109132"/>
            <a:ext cx="99157" cy="99157"/>
          </a:xfrm>
          <a:prstGeom prst="roundRect">
            <a:avLst>
              <a:gd name="adj" fmla="val 30000"/>
            </a:avLst>
          </a:prstGeom>
          <a:solidFill>
            <a:srgbClr val="70C1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1" name="!!p22_08"/>
          <p:cNvSpPr/>
          <p:nvPr/>
        </p:nvSpPr>
        <p:spPr>
          <a:xfrm>
            <a:off x="1744251" y="3109132"/>
            <a:ext cx="99157" cy="99157"/>
          </a:xfrm>
          <a:prstGeom prst="roundRect">
            <a:avLst>
              <a:gd name="adj" fmla="val 30000"/>
            </a:avLst>
          </a:prstGeom>
          <a:solidFill>
            <a:srgbClr val="51BC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2" name="!!p22_09"/>
          <p:cNvSpPr/>
          <p:nvPr/>
        </p:nvSpPr>
        <p:spPr>
          <a:xfrm>
            <a:off x="1902997" y="3109132"/>
            <a:ext cx="99157" cy="99157"/>
          </a:xfrm>
          <a:prstGeom prst="roundRect">
            <a:avLst>
              <a:gd name="adj" fmla="val 30000"/>
            </a:avLst>
          </a:prstGeom>
          <a:solidFill>
            <a:srgbClr val="1B85A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3" name="!!p22_10"/>
          <p:cNvSpPr/>
          <p:nvPr/>
        </p:nvSpPr>
        <p:spPr>
          <a:xfrm>
            <a:off x="2061743" y="3109132"/>
            <a:ext cx="99157" cy="99157"/>
          </a:xfrm>
          <a:prstGeom prst="roundRect">
            <a:avLst>
              <a:gd name="adj" fmla="val 30000"/>
            </a:avLst>
          </a:prstGeom>
          <a:solidFill>
            <a:srgbClr val="145F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4" name="!!p22_11"/>
          <p:cNvSpPr/>
          <p:nvPr/>
        </p:nvSpPr>
        <p:spPr>
          <a:xfrm>
            <a:off x="2220489" y="3109132"/>
            <a:ext cx="99157" cy="99157"/>
          </a:xfrm>
          <a:prstGeom prst="roundRect">
            <a:avLst>
              <a:gd name="adj" fmla="val 30000"/>
            </a:avLst>
          </a:prstGeom>
          <a:solidFill>
            <a:srgbClr val="1B84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5" name="!!p22_12"/>
          <p:cNvSpPr/>
          <p:nvPr/>
        </p:nvSpPr>
        <p:spPr>
          <a:xfrm>
            <a:off x="2379235" y="3109132"/>
            <a:ext cx="99157" cy="99157"/>
          </a:xfrm>
          <a:prstGeom prst="roundRect">
            <a:avLst>
              <a:gd name="adj" fmla="val 30000"/>
            </a:avLst>
          </a:prstGeom>
          <a:solidFill>
            <a:srgbClr val="2E9DC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6" name="!!p22_13"/>
          <p:cNvSpPr/>
          <p:nvPr/>
        </p:nvSpPr>
        <p:spPr>
          <a:xfrm>
            <a:off x="2537981" y="3109132"/>
            <a:ext cx="99157" cy="99157"/>
          </a:xfrm>
          <a:prstGeom prst="roundRect">
            <a:avLst>
              <a:gd name="adj" fmla="val 30000"/>
            </a:avLst>
          </a:prstGeom>
          <a:solidFill>
            <a:srgbClr val="1A80A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7" name="!!p23_04"/>
          <p:cNvSpPr/>
          <p:nvPr/>
        </p:nvSpPr>
        <p:spPr>
          <a:xfrm>
            <a:off x="1109267" y="2993833"/>
            <a:ext cx="99157" cy="99157"/>
          </a:xfrm>
          <a:prstGeom prst="roundRect">
            <a:avLst>
              <a:gd name="adj" fmla="val 30000"/>
            </a:avLst>
          </a:prstGeom>
          <a:solidFill>
            <a:srgbClr val="1875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8" name="!!p23_05"/>
          <p:cNvSpPr/>
          <p:nvPr/>
        </p:nvSpPr>
        <p:spPr>
          <a:xfrm>
            <a:off x="1268013" y="2993833"/>
            <a:ext cx="99157" cy="99157"/>
          </a:xfrm>
          <a:prstGeom prst="roundRect">
            <a:avLst>
              <a:gd name="adj" fmla="val 30000"/>
            </a:avLst>
          </a:prstGeom>
          <a:solidFill>
            <a:srgbClr val="34A2C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9" name="!!p23_06"/>
          <p:cNvSpPr/>
          <p:nvPr/>
        </p:nvSpPr>
        <p:spPr>
          <a:xfrm>
            <a:off x="1426759" y="2993833"/>
            <a:ext cx="99157" cy="99157"/>
          </a:xfrm>
          <a:prstGeom prst="roundRect">
            <a:avLst>
              <a:gd name="adj" fmla="val 30000"/>
            </a:avLst>
          </a:prstGeom>
          <a:solidFill>
            <a:srgbClr val="62BFD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0" name="!!p23_07"/>
          <p:cNvSpPr/>
          <p:nvPr/>
        </p:nvSpPr>
        <p:spPr>
          <a:xfrm>
            <a:off x="1585505" y="2993833"/>
            <a:ext cx="99157" cy="99157"/>
          </a:xfrm>
          <a:prstGeom prst="roundRect">
            <a:avLst>
              <a:gd name="adj" fmla="val 30000"/>
            </a:avLst>
          </a:prstGeom>
          <a:solidFill>
            <a:srgbClr val="FFBE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1" name="!!p23_08"/>
          <p:cNvSpPr/>
          <p:nvPr/>
        </p:nvSpPr>
        <p:spPr>
          <a:xfrm>
            <a:off x="1744251" y="2993833"/>
            <a:ext cx="99157" cy="99157"/>
          </a:xfrm>
          <a:prstGeom prst="roundRect">
            <a:avLst>
              <a:gd name="adj" fmla="val 30000"/>
            </a:avLst>
          </a:prstGeom>
          <a:solidFill>
            <a:srgbClr val="F4D1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2" name="!!p23_09"/>
          <p:cNvSpPr/>
          <p:nvPr/>
        </p:nvSpPr>
        <p:spPr>
          <a:xfrm>
            <a:off x="1902997" y="2993833"/>
            <a:ext cx="99157" cy="99157"/>
          </a:xfrm>
          <a:prstGeom prst="roundRect">
            <a:avLst>
              <a:gd name="adj" fmla="val 30000"/>
            </a:avLst>
          </a:prstGeom>
          <a:solidFill>
            <a:srgbClr val="2998B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3" name="!!p23_10"/>
          <p:cNvSpPr/>
          <p:nvPr/>
        </p:nvSpPr>
        <p:spPr>
          <a:xfrm>
            <a:off x="2061743" y="2993833"/>
            <a:ext cx="99157" cy="99157"/>
          </a:xfrm>
          <a:prstGeom prst="roundRect">
            <a:avLst>
              <a:gd name="adj" fmla="val 30000"/>
            </a:avLst>
          </a:prstGeom>
          <a:solidFill>
            <a:srgbClr val="1564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4" name="!!p23_11"/>
          <p:cNvSpPr/>
          <p:nvPr/>
        </p:nvSpPr>
        <p:spPr>
          <a:xfrm>
            <a:off x="2220489" y="2993833"/>
            <a:ext cx="99157" cy="99157"/>
          </a:xfrm>
          <a:prstGeom prst="roundRect">
            <a:avLst>
              <a:gd name="adj" fmla="val 30000"/>
            </a:avLst>
          </a:prstGeom>
          <a:solidFill>
            <a:srgbClr val="1D8DB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5" name="!!p23_12"/>
          <p:cNvSpPr/>
          <p:nvPr/>
        </p:nvSpPr>
        <p:spPr>
          <a:xfrm>
            <a:off x="2379235" y="2993833"/>
            <a:ext cx="99157" cy="99157"/>
          </a:xfrm>
          <a:prstGeom prst="roundRect">
            <a:avLst>
              <a:gd name="adj" fmla="val 30000"/>
            </a:avLst>
          </a:prstGeom>
          <a:solidFill>
            <a:srgbClr val="39A7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6" name="!!p23_13"/>
          <p:cNvSpPr/>
          <p:nvPr/>
        </p:nvSpPr>
        <p:spPr>
          <a:xfrm>
            <a:off x="2537981" y="2993833"/>
            <a:ext cx="99157" cy="99157"/>
          </a:xfrm>
          <a:prstGeom prst="roundRect">
            <a:avLst>
              <a:gd name="adj" fmla="val 30000"/>
            </a:avLst>
          </a:prstGeom>
          <a:solidFill>
            <a:srgbClr val="1D8C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7" name="!!p23_14"/>
          <p:cNvSpPr/>
          <p:nvPr/>
        </p:nvSpPr>
        <p:spPr>
          <a:xfrm>
            <a:off x="2696727" y="2993833"/>
            <a:ext cx="99157" cy="99157"/>
          </a:xfrm>
          <a:prstGeom prst="roundRect">
            <a:avLst>
              <a:gd name="adj" fmla="val 30000"/>
            </a:avLst>
          </a:prstGeom>
          <a:solidFill>
            <a:srgbClr val="0F42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8" name="!!p24_04"/>
          <p:cNvSpPr/>
          <p:nvPr/>
        </p:nvSpPr>
        <p:spPr>
          <a:xfrm>
            <a:off x="1109267" y="2878533"/>
            <a:ext cx="99157" cy="99157"/>
          </a:xfrm>
          <a:prstGeom prst="roundRect">
            <a:avLst>
              <a:gd name="adj" fmla="val 30000"/>
            </a:avLst>
          </a:prstGeom>
          <a:solidFill>
            <a:srgbClr val="2292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9" name="!!p24_05"/>
          <p:cNvSpPr/>
          <p:nvPr/>
        </p:nvSpPr>
        <p:spPr>
          <a:xfrm>
            <a:off x="1268013" y="2878533"/>
            <a:ext cx="99157" cy="99157"/>
          </a:xfrm>
          <a:prstGeom prst="roundRect">
            <a:avLst>
              <a:gd name="adj" fmla="val 30000"/>
            </a:avLst>
          </a:prstGeom>
          <a:solidFill>
            <a:srgbClr val="5DBE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0" name="!!p24_06"/>
          <p:cNvSpPr/>
          <p:nvPr/>
        </p:nvSpPr>
        <p:spPr>
          <a:xfrm>
            <a:off x="1426759" y="2878533"/>
            <a:ext cx="99157" cy="99157"/>
          </a:xfrm>
          <a:prstGeom prst="roundRect">
            <a:avLst>
              <a:gd name="adj" fmla="val 30000"/>
            </a:avLst>
          </a:prstGeom>
          <a:solidFill>
            <a:srgbClr val="DBCE6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1" name="!!p24_07"/>
          <p:cNvSpPr/>
          <p:nvPr/>
        </p:nvSpPr>
        <p:spPr>
          <a:xfrm>
            <a:off x="1585505" y="2878533"/>
            <a:ext cx="99157" cy="99157"/>
          </a:xfrm>
          <a:prstGeom prst="roundRect">
            <a:avLst>
              <a:gd name="adj" fmla="val 30000"/>
            </a:avLst>
          </a:prstGeom>
          <a:solidFill>
            <a:srgbClr val="FF89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2" name="!!p24_08"/>
          <p:cNvSpPr/>
          <p:nvPr/>
        </p:nvSpPr>
        <p:spPr>
          <a:xfrm>
            <a:off x="1744251" y="2878533"/>
            <a:ext cx="99157" cy="99157"/>
          </a:xfrm>
          <a:prstGeom prst="roundRect">
            <a:avLst>
              <a:gd name="adj" fmla="val 30000"/>
            </a:avLst>
          </a:prstGeom>
          <a:solidFill>
            <a:srgbClr val="FFAA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3" name="!!p24_09"/>
          <p:cNvSpPr/>
          <p:nvPr/>
        </p:nvSpPr>
        <p:spPr>
          <a:xfrm>
            <a:off x="1902997" y="2878533"/>
            <a:ext cx="99157" cy="99157"/>
          </a:xfrm>
          <a:prstGeom prst="roundRect">
            <a:avLst>
              <a:gd name="adj" fmla="val 30000"/>
            </a:avLst>
          </a:prstGeom>
          <a:solidFill>
            <a:srgbClr val="34A2C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4" name="!!p24_10"/>
          <p:cNvSpPr/>
          <p:nvPr/>
        </p:nvSpPr>
        <p:spPr>
          <a:xfrm>
            <a:off x="2061743" y="2878533"/>
            <a:ext cx="99157" cy="99157"/>
          </a:xfrm>
          <a:prstGeom prst="roundRect">
            <a:avLst>
              <a:gd name="adj" fmla="val 30000"/>
            </a:avLst>
          </a:prstGeom>
          <a:solidFill>
            <a:srgbClr val="1563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5" name="!!p24_11"/>
          <p:cNvSpPr/>
          <p:nvPr/>
        </p:nvSpPr>
        <p:spPr>
          <a:xfrm>
            <a:off x="2220489" y="2878533"/>
            <a:ext cx="99157" cy="99157"/>
          </a:xfrm>
          <a:prstGeom prst="roundRect">
            <a:avLst>
              <a:gd name="adj" fmla="val 30000"/>
            </a:avLst>
          </a:prstGeom>
          <a:solidFill>
            <a:srgbClr val="1C88A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6" name="!!p24_12"/>
          <p:cNvSpPr/>
          <p:nvPr/>
        </p:nvSpPr>
        <p:spPr>
          <a:xfrm>
            <a:off x="2379235" y="2878533"/>
            <a:ext cx="99157" cy="99157"/>
          </a:xfrm>
          <a:prstGeom prst="roundRect">
            <a:avLst>
              <a:gd name="adj" fmla="val 30000"/>
            </a:avLst>
          </a:prstGeom>
          <a:solidFill>
            <a:srgbClr val="36A4C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7" name="!!p24_13"/>
          <p:cNvSpPr/>
          <p:nvPr/>
        </p:nvSpPr>
        <p:spPr>
          <a:xfrm>
            <a:off x="2537981" y="2878533"/>
            <a:ext cx="99157" cy="99157"/>
          </a:xfrm>
          <a:prstGeom prst="roundRect">
            <a:avLst>
              <a:gd name="adj" fmla="val 30000"/>
            </a:avLst>
          </a:prstGeom>
          <a:solidFill>
            <a:srgbClr val="1C89A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8" name="!!p24_14"/>
          <p:cNvSpPr/>
          <p:nvPr/>
        </p:nvSpPr>
        <p:spPr>
          <a:xfrm>
            <a:off x="2696727" y="2878533"/>
            <a:ext cx="99157" cy="99157"/>
          </a:xfrm>
          <a:prstGeom prst="roundRect">
            <a:avLst>
              <a:gd name="adj" fmla="val 30000"/>
            </a:avLst>
          </a:prstGeom>
          <a:solidFill>
            <a:srgbClr val="0E3F6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9" name="!!p25_04"/>
          <p:cNvSpPr/>
          <p:nvPr/>
        </p:nvSpPr>
        <p:spPr>
          <a:xfrm>
            <a:off x="1109267" y="2763233"/>
            <a:ext cx="99157" cy="99157"/>
          </a:xfrm>
          <a:prstGeom prst="roundRect">
            <a:avLst>
              <a:gd name="adj" fmla="val 30000"/>
            </a:avLst>
          </a:prstGeom>
          <a:solidFill>
            <a:srgbClr val="2E9CC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0" name="!!p25_05"/>
          <p:cNvSpPr/>
          <p:nvPr/>
        </p:nvSpPr>
        <p:spPr>
          <a:xfrm>
            <a:off x="1268013" y="2763233"/>
            <a:ext cx="99157" cy="99157"/>
          </a:xfrm>
          <a:prstGeom prst="roundRect">
            <a:avLst>
              <a:gd name="adj" fmla="val 30000"/>
            </a:avLst>
          </a:prstGeom>
          <a:solidFill>
            <a:srgbClr val="9CC6A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1" name="!!p25_06"/>
          <p:cNvSpPr/>
          <p:nvPr/>
        </p:nvSpPr>
        <p:spPr>
          <a:xfrm>
            <a:off x="1426759" y="2763233"/>
            <a:ext cx="99157" cy="99157"/>
          </a:xfrm>
          <a:prstGeom prst="roundRect">
            <a:avLst>
              <a:gd name="adj" fmla="val 30000"/>
            </a:avLst>
          </a:prstGeom>
          <a:solidFill>
            <a:srgbClr val="FFD14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2" name="!!p25_07"/>
          <p:cNvSpPr/>
          <p:nvPr/>
        </p:nvSpPr>
        <p:spPr>
          <a:xfrm>
            <a:off x="1585505" y="2763233"/>
            <a:ext cx="99157" cy="99157"/>
          </a:xfrm>
          <a:prstGeom prst="roundRect">
            <a:avLst>
              <a:gd name="adj" fmla="val 30000"/>
            </a:avLst>
          </a:prstGeom>
          <a:solidFill>
            <a:srgbClr val="FF840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3" name="!!p25_08"/>
          <p:cNvSpPr/>
          <p:nvPr/>
        </p:nvSpPr>
        <p:spPr>
          <a:xfrm>
            <a:off x="1744251" y="2763233"/>
            <a:ext cx="99157" cy="99157"/>
          </a:xfrm>
          <a:prstGeom prst="roundRect">
            <a:avLst>
              <a:gd name="adj" fmla="val 30000"/>
            </a:avLst>
          </a:prstGeom>
          <a:solidFill>
            <a:srgbClr val="FFA9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4" name="!!p25_09"/>
          <p:cNvSpPr/>
          <p:nvPr/>
        </p:nvSpPr>
        <p:spPr>
          <a:xfrm>
            <a:off x="1902997" y="2763233"/>
            <a:ext cx="99157" cy="99157"/>
          </a:xfrm>
          <a:prstGeom prst="roundRect">
            <a:avLst>
              <a:gd name="adj" fmla="val 30000"/>
            </a:avLst>
          </a:prstGeom>
          <a:solidFill>
            <a:srgbClr val="32A0C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5" name="!!p25_10"/>
          <p:cNvSpPr/>
          <p:nvPr/>
        </p:nvSpPr>
        <p:spPr>
          <a:xfrm>
            <a:off x="2061743" y="2763233"/>
            <a:ext cx="99157" cy="99157"/>
          </a:xfrm>
          <a:prstGeom prst="roundRect">
            <a:avLst>
              <a:gd name="adj" fmla="val 30000"/>
            </a:avLst>
          </a:prstGeom>
          <a:solidFill>
            <a:srgbClr val="135C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6" name="!!p25_11"/>
          <p:cNvSpPr/>
          <p:nvPr/>
        </p:nvSpPr>
        <p:spPr>
          <a:xfrm>
            <a:off x="2220489" y="2763233"/>
            <a:ext cx="99157" cy="99157"/>
          </a:xfrm>
          <a:prstGeom prst="roundRect">
            <a:avLst>
              <a:gd name="adj" fmla="val 30000"/>
            </a:avLst>
          </a:prstGeom>
          <a:solidFill>
            <a:srgbClr val="1876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7" name="!!p25_12"/>
          <p:cNvSpPr/>
          <p:nvPr/>
        </p:nvSpPr>
        <p:spPr>
          <a:xfrm>
            <a:off x="2379235" y="2763233"/>
            <a:ext cx="99157" cy="99157"/>
          </a:xfrm>
          <a:prstGeom prst="roundRect">
            <a:avLst>
              <a:gd name="adj" fmla="val 30000"/>
            </a:avLst>
          </a:prstGeom>
          <a:solidFill>
            <a:srgbClr val="2594B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8" name="!!p25_13"/>
          <p:cNvSpPr/>
          <p:nvPr/>
        </p:nvSpPr>
        <p:spPr>
          <a:xfrm>
            <a:off x="2537981" y="2763233"/>
            <a:ext cx="99157" cy="99157"/>
          </a:xfrm>
          <a:prstGeom prst="roundRect">
            <a:avLst>
              <a:gd name="adj" fmla="val 30000"/>
            </a:avLst>
          </a:prstGeom>
          <a:solidFill>
            <a:srgbClr val="1875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9" name="!!p25_14"/>
          <p:cNvSpPr/>
          <p:nvPr/>
        </p:nvSpPr>
        <p:spPr>
          <a:xfrm>
            <a:off x="2696727" y="2763233"/>
            <a:ext cx="99157" cy="99157"/>
          </a:xfrm>
          <a:prstGeom prst="roundRect">
            <a:avLst>
              <a:gd name="adj" fmla="val 30000"/>
            </a:avLst>
          </a:prstGeom>
          <a:solidFill>
            <a:srgbClr val="0D396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0" name="!!p26_03"/>
          <p:cNvSpPr/>
          <p:nvPr/>
        </p:nvSpPr>
        <p:spPr>
          <a:xfrm>
            <a:off x="950521" y="2647933"/>
            <a:ext cx="99157" cy="99157"/>
          </a:xfrm>
          <a:prstGeom prst="roundRect">
            <a:avLst>
              <a:gd name="adj" fmla="val 30000"/>
            </a:avLst>
          </a:prstGeom>
          <a:solidFill>
            <a:srgbClr val="0E416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1" name="!!p26_04"/>
          <p:cNvSpPr/>
          <p:nvPr/>
        </p:nvSpPr>
        <p:spPr>
          <a:xfrm>
            <a:off x="1109267" y="2647933"/>
            <a:ext cx="99157" cy="99157"/>
          </a:xfrm>
          <a:prstGeom prst="roundRect">
            <a:avLst>
              <a:gd name="adj" fmla="val 30000"/>
            </a:avLst>
          </a:prstGeom>
          <a:solidFill>
            <a:srgbClr val="2998B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2" name="!!p26_05"/>
          <p:cNvSpPr/>
          <p:nvPr/>
        </p:nvSpPr>
        <p:spPr>
          <a:xfrm>
            <a:off x="1268013" y="2647933"/>
            <a:ext cx="99157" cy="99157"/>
          </a:xfrm>
          <a:prstGeom prst="roundRect">
            <a:avLst>
              <a:gd name="adj" fmla="val 30000"/>
            </a:avLst>
          </a:prstGeom>
          <a:solidFill>
            <a:srgbClr val="7DC2C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3" name="!!p26_06"/>
          <p:cNvSpPr/>
          <p:nvPr/>
        </p:nvSpPr>
        <p:spPr>
          <a:xfrm>
            <a:off x="1426759" y="2647933"/>
            <a:ext cx="99157" cy="99157"/>
          </a:xfrm>
          <a:prstGeom prst="roundRect">
            <a:avLst>
              <a:gd name="adj" fmla="val 30000"/>
            </a:avLst>
          </a:prstGeom>
          <a:solidFill>
            <a:srgbClr val="BDCA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4" name="!!p26_07"/>
          <p:cNvSpPr/>
          <p:nvPr/>
        </p:nvSpPr>
        <p:spPr>
          <a:xfrm>
            <a:off x="1585505" y="2647933"/>
            <a:ext cx="99157" cy="99157"/>
          </a:xfrm>
          <a:prstGeom prst="roundRect">
            <a:avLst>
              <a:gd name="adj" fmla="val 30000"/>
            </a:avLst>
          </a:prstGeom>
          <a:solidFill>
            <a:srgbClr val="FFB3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5" name="!!p26_08"/>
          <p:cNvSpPr/>
          <p:nvPr/>
        </p:nvSpPr>
        <p:spPr>
          <a:xfrm>
            <a:off x="1744251" y="2647933"/>
            <a:ext cx="99157" cy="99157"/>
          </a:xfrm>
          <a:prstGeom prst="roundRect">
            <a:avLst>
              <a:gd name="adj" fmla="val 30000"/>
            </a:avLst>
          </a:prstGeom>
          <a:solidFill>
            <a:srgbClr val="F7D15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6" name="!!p26_09"/>
          <p:cNvSpPr/>
          <p:nvPr/>
        </p:nvSpPr>
        <p:spPr>
          <a:xfrm>
            <a:off x="1902997" y="2647933"/>
            <a:ext cx="99157" cy="99157"/>
          </a:xfrm>
          <a:prstGeom prst="roundRect">
            <a:avLst>
              <a:gd name="adj" fmla="val 30000"/>
            </a:avLst>
          </a:prstGeom>
          <a:solidFill>
            <a:srgbClr val="2493B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7" name="!!p26_10"/>
          <p:cNvSpPr/>
          <p:nvPr/>
        </p:nvSpPr>
        <p:spPr>
          <a:xfrm>
            <a:off x="2061743" y="2647933"/>
            <a:ext cx="99157" cy="99157"/>
          </a:xfrm>
          <a:prstGeom prst="roundRect">
            <a:avLst>
              <a:gd name="adj" fmla="val 30000"/>
            </a:avLst>
          </a:prstGeom>
          <a:solidFill>
            <a:srgbClr val="114F7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8" name="!!p26_11"/>
          <p:cNvSpPr/>
          <p:nvPr/>
        </p:nvSpPr>
        <p:spPr>
          <a:xfrm>
            <a:off x="2220489" y="2647933"/>
            <a:ext cx="99157" cy="99157"/>
          </a:xfrm>
          <a:prstGeom prst="roundRect">
            <a:avLst>
              <a:gd name="adj" fmla="val 30000"/>
            </a:avLst>
          </a:prstGeom>
          <a:solidFill>
            <a:srgbClr val="145D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9" name="!!p26_12"/>
          <p:cNvSpPr/>
          <p:nvPr/>
        </p:nvSpPr>
        <p:spPr>
          <a:xfrm>
            <a:off x="2379235" y="2647933"/>
            <a:ext cx="99157" cy="99157"/>
          </a:xfrm>
          <a:prstGeom prst="roundRect">
            <a:avLst>
              <a:gd name="adj" fmla="val 30000"/>
            </a:avLst>
          </a:prstGeom>
          <a:solidFill>
            <a:srgbClr val="18749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0" name="!!p26_13"/>
          <p:cNvSpPr/>
          <p:nvPr/>
        </p:nvSpPr>
        <p:spPr>
          <a:xfrm>
            <a:off x="2537981" y="2647933"/>
            <a:ext cx="99157" cy="99157"/>
          </a:xfrm>
          <a:prstGeom prst="roundRect">
            <a:avLst>
              <a:gd name="adj" fmla="val 30000"/>
            </a:avLst>
          </a:prstGeom>
          <a:solidFill>
            <a:srgbClr val="1359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1" name="!!p26_14"/>
          <p:cNvSpPr/>
          <p:nvPr/>
        </p:nvSpPr>
        <p:spPr>
          <a:xfrm>
            <a:off x="2696727" y="2647933"/>
            <a:ext cx="99157" cy="99157"/>
          </a:xfrm>
          <a:prstGeom prst="roundRect">
            <a:avLst>
              <a:gd name="adj" fmla="val 30000"/>
            </a:avLst>
          </a:prstGeom>
          <a:solidFill>
            <a:srgbClr val="0C36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2" name="!!p27_03"/>
          <p:cNvSpPr/>
          <p:nvPr/>
        </p:nvSpPr>
        <p:spPr>
          <a:xfrm>
            <a:off x="950521" y="2532634"/>
            <a:ext cx="99157" cy="99157"/>
          </a:xfrm>
          <a:prstGeom prst="roundRect">
            <a:avLst>
              <a:gd name="adj" fmla="val 30000"/>
            </a:avLst>
          </a:prstGeom>
          <a:solidFill>
            <a:srgbClr val="0D396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3" name="!!p27_04"/>
          <p:cNvSpPr/>
          <p:nvPr/>
        </p:nvSpPr>
        <p:spPr>
          <a:xfrm>
            <a:off x="1109267" y="2532634"/>
            <a:ext cx="99157" cy="99157"/>
          </a:xfrm>
          <a:prstGeom prst="roundRect">
            <a:avLst>
              <a:gd name="adj" fmla="val 30000"/>
            </a:avLst>
          </a:prstGeom>
          <a:solidFill>
            <a:srgbClr val="1B84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4" name="!!p27_05"/>
          <p:cNvSpPr/>
          <p:nvPr/>
        </p:nvSpPr>
        <p:spPr>
          <a:xfrm>
            <a:off x="1268013" y="2532634"/>
            <a:ext cx="99157" cy="99157"/>
          </a:xfrm>
          <a:prstGeom prst="roundRect">
            <a:avLst>
              <a:gd name="adj" fmla="val 30000"/>
            </a:avLst>
          </a:prstGeom>
          <a:solidFill>
            <a:srgbClr val="40ACD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5" name="!!p27_06"/>
          <p:cNvSpPr/>
          <p:nvPr/>
        </p:nvSpPr>
        <p:spPr>
          <a:xfrm>
            <a:off x="1426759" y="2532634"/>
            <a:ext cx="99157" cy="99157"/>
          </a:xfrm>
          <a:prstGeom prst="roundRect">
            <a:avLst>
              <a:gd name="adj" fmla="val 30000"/>
            </a:avLst>
          </a:prstGeom>
          <a:solidFill>
            <a:srgbClr val="48B4E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6" name="!!p27_07"/>
          <p:cNvSpPr/>
          <p:nvPr/>
        </p:nvSpPr>
        <p:spPr>
          <a:xfrm>
            <a:off x="1585505" y="2532634"/>
            <a:ext cx="99157" cy="99157"/>
          </a:xfrm>
          <a:prstGeom prst="roundRect">
            <a:avLst>
              <a:gd name="adj" fmla="val 30000"/>
            </a:avLst>
          </a:prstGeom>
          <a:solidFill>
            <a:srgbClr val="85C3B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7" name="!!p27_08"/>
          <p:cNvSpPr/>
          <p:nvPr/>
        </p:nvSpPr>
        <p:spPr>
          <a:xfrm>
            <a:off x="1744251" y="2532634"/>
            <a:ext cx="99157" cy="99157"/>
          </a:xfrm>
          <a:prstGeom prst="roundRect">
            <a:avLst>
              <a:gd name="adj" fmla="val 30000"/>
            </a:avLst>
          </a:prstGeom>
          <a:solidFill>
            <a:srgbClr val="4FBA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8" name="!!p27_09"/>
          <p:cNvSpPr/>
          <p:nvPr/>
        </p:nvSpPr>
        <p:spPr>
          <a:xfrm>
            <a:off x="1902997" y="2532634"/>
            <a:ext cx="99157" cy="99157"/>
          </a:xfrm>
          <a:prstGeom prst="roundRect">
            <a:avLst>
              <a:gd name="adj" fmla="val 30000"/>
            </a:avLst>
          </a:prstGeom>
          <a:solidFill>
            <a:srgbClr val="19769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9" name="!!p27_10"/>
          <p:cNvSpPr/>
          <p:nvPr/>
        </p:nvSpPr>
        <p:spPr>
          <a:xfrm>
            <a:off x="2061743" y="2532634"/>
            <a:ext cx="99157" cy="99157"/>
          </a:xfrm>
          <a:prstGeom prst="roundRect">
            <a:avLst>
              <a:gd name="adj" fmla="val 30000"/>
            </a:avLst>
          </a:prstGeom>
          <a:solidFill>
            <a:srgbClr val="0E406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0" name="!!p27_11"/>
          <p:cNvSpPr/>
          <p:nvPr/>
        </p:nvSpPr>
        <p:spPr>
          <a:xfrm>
            <a:off x="2220489" y="2532634"/>
            <a:ext cx="99157" cy="99157"/>
          </a:xfrm>
          <a:prstGeom prst="roundRect">
            <a:avLst>
              <a:gd name="adj" fmla="val 30000"/>
            </a:avLst>
          </a:prstGeom>
          <a:solidFill>
            <a:srgbClr val="0F456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1" name="!!p27_12"/>
          <p:cNvSpPr/>
          <p:nvPr/>
        </p:nvSpPr>
        <p:spPr>
          <a:xfrm>
            <a:off x="2379235" y="2532634"/>
            <a:ext cx="99157" cy="99157"/>
          </a:xfrm>
          <a:prstGeom prst="roundRect">
            <a:avLst>
              <a:gd name="adj" fmla="val 30000"/>
            </a:avLst>
          </a:prstGeom>
          <a:solidFill>
            <a:srgbClr val="1150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2" name="!!p27_13"/>
          <p:cNvSpPr/>
          <p:nvPr/>
        </p:nvSpPr>
        <p:spPr>
          <a:xfrm>
            <a:off x="2537981" y="2532634"/>
            <a:ext cx="99157" cy="99157"/>
          </a:xfrm>
          <a:prstGeom prst="roundRect">
            <a:avLst>
              <a:gd name="adj" fmla="val 30000"/>
            </a:avLst>
          </a:prstGeom>
          <a:solidFill>
            <a:srgbClr val="0E3F6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3" name="!!p27_14"/>
          <p:cNvSpPr/>
          <p:nvPr/>
        </p:nvSpPr>
        <p:spPr>
          <a:xfrm>
            <a:off x="2696727" y="2532634"/>
            <a:ext cx="99157" cy="99157"/>
          </a:xfrm>
          <a:prstGeom prst="roundRect">
            <a:avLst>
              <a:gd name="adj" fmla="val 30000"/>
            </a:avLst>
          </a:prstGeom>
          <a:solidFill>
            <a:srgbClr val="0B325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4" name="!!p28_03"/>
          <p:cNvSpPr/>
          <p:nvPr/>
        </p:nvSpPr>
        <p:spPr>
          <a:xfrm>
            <a:off x="950521" y="2417334"/>
            <a:ext cx="99157" cy="99157"/>
          </a:xfrm>
          <a:prstGeom prst="roundRect">
            <a:avLst>
              <a:gd name="adj" fmla="val 30000"/>
            </a:avLst>
          </a:prstGeom>
          <a:solidFill>
            <a:srgbClr val="0C35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5" name="!!p28_04"/>
          <p:cNvSpPr/>
          <p:nvPr/>
        </p:nvSpPr>
        <p:spPr>
          <a:xfrm>
            <a:off x="1109267" y="2417334"/>
            <a:ext cx="99157" cy="99157"/>
          </a:xfrm>
          <a:prstGeom prst="roundRect">
            <a:avLst>
              <a:gd name="adj" fmla="val 30000"/>
            </a:avLst>
          </a:prstGeom>
          <a:solidFill>
            <a:srgbClr val="1460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6" name="!!p28_05"/>
          <p:cNvSpPr/>
          <p:nvPr/>
        </p:nvSpPr>
        <p:spPr>
          <a:xfrm>
            <a:off x="1268013" y="2417334"/>
            <a:ext cx="99157" cy="99157"/>
          </a:xfrm>
          <a:prstGeom prst="roundRect">
            <a:avLst>
              <a:gd name="adj" fmla="val 30000"/>
            </a:avLst>
          </a:prstGeom>
          <a:solidFill>
            <a:srgbClr val="1C89A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7" name="!!p28_06"/>
          <p:cNvSpPr/>
          <p:nvPr/>
        </p:nvSpPr>
        <p:spPr>
          <a:xfrm>
            <a:off x="1426759" y="2417334"/>
            <a:ext cx="99157" cy="99157"/>
          </a:xfrm>
          <a:prstGeom prst="roundRect">
            <a:avLst>
              <a:gd name="adj" fmla="val 30000"/>
            </a:avLst>
          </a:prstGeom>
          <a:solidFill>
            <a:srgbClr val="1E8EB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8" name="!!p28_07"/>
          <p:cNvSpPr/>
          <p:nvPr/>
        </p:nvSpPr>
        <p:spPr>
          <a:xfrm>
            <a:off x="1585505" y="2417334"/>
            <a:ext cx="99157" cy="99157"/>
          </a:xfrm>
          <a:prstGeom prst="roundRect">
            <a:avLst>
              <a:gd name="adj" fmla="val 30000"/>
            </a:avLst>
          </a:prstGeom>
          <a:solidFill>
            <a:srgbClr val="2A99B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9" name="!!p28_08"/>
          <p:cNvSpPr/>
          <p:nvPr/>
        </p:nvSpPr>
        <p:spPr>
          <a:xfrm>
            <a:off x="1744251" y="2417334"/>
            <a:ext cx="99157" cy="99157"/>
          </a:xfrm>
          <a:prstGeom prst="roundRect">
            <a:avLst>
              <a:gd name="adj" fmla="val 30000"/>
            </a:avLst>
          </a:prstGeom>
          <a:solidFill>
            <a:srgbClr val="1F8F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0" name="!!p28_09"/>
          <p:cNvSpPr/>
          <p:nvPr/>
        </p:nvSpPr>
        <p:spPr>
          <a:xfrm>
            <a:off x="1902997" y="2417334"/>
            <a:ext cx="99157" cy="99157"/>
          </a:xfrm>
          <a:prstGeom prst="roundRect">
            <a:avLst>
              <a:gd name="adj" fmla="val 30000"/>
            </a:avLst>
          </a:prstGeom>
          <a:solidFill>
            <a:srgbClr val="12557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1" name="!!p28_10"/>
          <p:cNvSpPr/>
          <p:nvPr/>
        </p:nvSpPr>
        <p:spPr>
          <a:xfrm>
            <a:off x="2061743" y="2417334"/>
            <a:ext cx="99157" cy="99157"/>
          </a:xfrm>
          <a:prstGeom prst="roundRect">
            <a:avLst>
              <a:gd name="adj" fmla="val 30000"/>
            </a:avLst>
          </a:prstGeom>
          <a:solidFill>
            <a:srgbClr val="0C38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2" name="!!p28_11"/>
          <p:cNvSpPr/>
          <p:nvPr/>
        </p:nvSpPr>
        <p:spPr>
          <a:xfrm>
            <a:off x="2220489" y="2417334"/>
            <a:ext cx="99157" cy="99157"/>
          </a:xfrm>
          <a:prstGeom prst="roundRect">
            <a:avLst>
              <a:gd name="adj" fmla="val 30000"/>
            </a:avLst>
          </a:prstGeom>
          <a:solidFill>
            <a:srgbClr val="0C37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3" name="!!p28_12"/>
          <p:cNvSpPr/>
          <p:nvPr/>
        </p:nvSpPr>
        <p:spPr>
          <a:xfrm>
            <a:off x="2379235" y="2417334"/>
            <a:ext cx="99157" cy="99157"/>
          </a:xfrm>
          <a:prstGeom prst="roundRect">
            <a:avLst>
              <a:gd name="adj" fmla="val 30000"/>
            </a:avLst>
          </a:prstGeom>
          <a:solidFill>
            <a:srgbClr val="0D39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4" name="!!p28_13"/>
          <p:cNvSpPr/>
          <p:nvPr/>
        </p:nvSpPr>
        <p:spPr>
          <a:xfrm>
            <a:off x="2537981" y="2417334"/>
            <a:ext cx="99157" cy="99157"/>
          </a:xfrm>
          <a:prstGeom prst="roundRect">
            <a:avLst>
              <a:gd name="adj" fmla="val 30000"/>
            </a:avLst>
          </a:prstGeom>
          <a:solidFill>
            <a:srgbClr val="0C35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5" name="!!p28_14"/>
          <p:cNvSpPr/>
          <p:nvPr/>
        </p:nvSpPr>
        <p:spPr>
          <a:xfrm>
            <a:off x="2696727" y="2417334"/>
            <a:ext cx="99157" cy="99157"/>
          </a:xfrm>
          <a:prstGeom prst="roundRect">
            <a:avLst>
              <a:gd name="adj" fmla="val 30000"/>
            </a:avLst>
          </a:prstGeom>
          <a:solidFill>
            <a:srgbClr val="0A30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6" name="!!p29_03"/>
          <p:cNvSpPr/>
          <p:nvPr/>
        </p:nvSpPr>
        <p:spPr>
          <a:xfrm>
            <a:off x="950521" y="2302034"/>
            <a:ext cx="99157" cy="99157"/>
          </a:xfrm>
          <a:prstGeom prst="roundRect">
            <a:avLst>
              <a:gd name="adj" fmla="val 30000"/>
            </a:avLst>
          </a:prstGeom>
          <a:solidFill>
            <a:srgbClr val="0B325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7" name="!!p29_04"/>
          <p:cNvSpPr/>
          <p:nvPr/>
        </p:nvSpPr>
        <p:spPr>
          <a:xfrm>
            <a:off x="1109267" y="2302034"/>
            <a:ext cx="99157" cy="99157"/>
          </a:xfrm>
          <a:prstGeom prst="roundRect">
            <a:avLst>
              <a:gd name="adj" fmla="val 30000"/>
            </a:avLst>
          </a:prstGeom>
          <a:solidFill>
            <a:srgbClr val="0F446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8" name="!!p29_05"/>
          <p:cNvSpPr/>
          <p:nvPr/>
        </p:nvSpPr>
        <p:spPr>
          <a:xfrm>
            <a:off x="1268013" y="2302034"/>
            <a:ext cx="99157" cy="99157"/>
          </a:xfrm>
          <a:prstGeom prst="roundRect">
            <a:avLst>
              <a:gd name="adj" fmla="val 30000"/>
            </a:avLst>
          </a:prstGeom>
          <a:solidFill>
            <a:srgbClr val="135B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9" name="!!p29_06"/>
          <p:cNvSpPr/>
          <p:nvPr/>
        </p:nvSpPr>
        <p:spPr>
          <a:xfrm>
            <a:off x="1426759" y="2302034"/>
            <a:ext cx="99157" cy="99157"/>
          </a:xfrm>
          <a:prstGeom prst="roundRect">
            <a:avLst>
              <a:gd name="adj" fmla="val 30000"/>
            </a:avLst>
          </a:prstGeom>
          <a:solidFill>
            <a:srgbClr val="135A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0" name="!!p29_07"/>
          <p:cNvSpPr/>
          <p:nvPr/>
        </p:nvSpPr>
        <p:spPr>
          <a:xfrm>
            <a:off x="1585505" y="2302034"/>
            <a:ext cx="99157" cy="99157"/>
          </a:xfrm>
          <a:prstGeom prst="roundRect">
            <a:avLst>
              <a:gd name="adj" fmla="val 30000"/>
            </a:avLst>
          </a:prstGeom>
          <a:solidFill>
            <a:srgbClr val="1562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1" name="!!p29_08"/>
          <p:cNvSpPr/>
          <p:nvPr/>
        </p:nvSpPr>
        <p:spPr>
          <a:xfrm>
            <a:off x="1744251" y="2302034"/>
            <a:ext cx="99157" cy="99157"/>
          </a:xfrm>
          <a:prstGeom prst="roundRect">
            <a:avLst>
              <a:gd name="adj" fmla="val 30000"/>
            </a:avLst>
          </a:prstGeom>
          <a:solidFill>
            <a:srgbClr val="1359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2" name="!!p29_09"/>
          <p:cNvSpPr/>
          <p:nvPr/>
        </p:nvSpPr>
        <p:spPr>
          <a:xfrm>
            <a:off x="1902997" y="2302034"/>
            <a:ext cx="99157" cy="99157"/>
          </a:xfrm>
          <a:prstGeom prst="roundRect">
            <a:avLst>
              <a:gd name="adj" fmla="val 30000"/>
            </a:avLst>
          </a:prstGeom>
          <a:solidFill>
            <a:srgbClr val="0D3B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3" name="!!p29_10"/>
          <p:cNvSpPr/>
          <p:nvPr/>
        </p:nvSpPr>
        <p:spPr>
          <a:xfrm>
            <a:off x="2061743" y="2302034"/>
            <a:ext cx="99157" cy="99157"/>
          </a:xfrm>
          <a:prstGeom prst="roundRect">
            <a:avLst>
              <a:gd name="adj" fmla="val 30000"/>
            </a:avLst>
          </a:prstGeom>
          <a:solidFill>
            <a:srgbClr val="0B34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4" name="!!p29_11"/>
          <p:cNvSpPr/>
          <p:nvPr/>
        </p:nvSpPr>
        <p:spPr>
          <a:xfrm>
            <a:off x="2220489" y="2302034"/>
            <a:ext cx="99157" cy="99157"/>
          </a:xfrm>
          <a:prstGeom prst="roundRect">
            <a:avLst>
              <a:gd name="adj" fmla="val 30000"/>
            </a:avLst>
          </a:prstGeom>
          <a:solidFill>
            <a:srgbClr val="0B335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5" name="!!p29_12"/>
          <p:cNvSpPr/>
          <p:nvPr/>
        </p:nvSpPr>
        <p:spPr>
          <a:xfrm>
            <a:off x="2379235" y="2302034"/>
            <a:ext cx="99157" cy="99157"/>
          </a:xfrm>
          <a:prstGeom prst="roundRect">
            <a:avLst>
              <a:gd name="adj" fmla="val 30000"/>
            </a:avLst>
          </a:prstGeom>
          <a:solidFill>
            <a:srgbClr val="0B335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6" name="!!p29_13"/>
          <p:cNvSpPr/>
          <p:nvPr/>
        </p:nvSpPr>
        <p:spPr>
          <a:xfrm>
            <a:off x="2537981" y="2302034"/>
            <a:ext cx="99157" cy="99157"/>
          </a:xfrm>
          <a:prstGeom prst="roundRect">
            <a:avLst>
              <a:gd name="adj" fmla="val 30000"/>
            </a:avLst>
          </a:prstGeom>
          <a:solidFill>
            <a:srgbClr val="0A31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7" name="!!p30_03"/>
          <p:cNvSpPr/>
          <p:nvPr/>
        </p:nvSpPr>
        <p:spPr>
          <a:xfrm>
            <a:off x="950521" y="2186734"/>
            <a:ext cx="99157" cy="99157"/>
          </a:xfrm>
          <a:prstGeom prst="roundRect">
            <a:avLst>
              <a:gd name="adj" fmla="val 30000"/>
            </a:avLst>
          </a:prstGeom>
          <a:solidFill>
            <a:srgbClr val="0B31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8" name="!!p30_04"/>
          <p:cNvSpPr/>
          <p:nvPr/>
        </p:nvSpPr>
        <p:spPr>
          <a:xfrm>
            <a:off x="1109267" y="2186734"/>
            <a:ext cx="99157" cy="99157"/>
          </a:xfrm>
          <a:prstGeom prst="roundRect">
            <a:avLst>
              <a:gd name="adj" fmla="val 30000"/>
            </a:avLst>
          </a:prstGeom>
          <a:solidFill>
            <a:srgbClr val="0D3B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9" name="!!p30_05"/>
          <p:cNvSpPr/>
          <p:nvPr/>
        </p:nvSpPr>
        <p:spPr>
          <a:xfrm>
            <a:off x="1268013" y="2186734"/>
            <a:ext cx="99157" cy="99157"/>
          </a:xfrm>
          <a:prstGeom prst="roundRect">
            <a:avLst>
              <a:gd name="adj" fmla="val 30000"/>
            </a:avLst>
          </a:prstGeom>
          <a:solidFill>
            <a:srgbClr val="10487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0" name="!!p30_06"/>
          <p:cNvSpPr/>
          <p:nvPr/>
        </p:nvSpPr>
        <p:spPr>
          <a:xfrm>
            <a:off x="1426759" y="2186734"/>
            <a:ext cx="99157" cy="99157"/>
          </a:xfrm>
          <a:prstGeom prst="roundRect">
            <a:avLst>
              <a:gd name="adj" fmla="val 30000"/>
            </a:avLst>
          </a:prstGeom>
          <a:solidFill>
            <a:srgbClr val="0E3E6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1" name="!!p30_07"/>
          <p:cNvSpPr/>
          <p:nvPr/>
        </p:nvSpPr>
        <p:spPr>
          <a:xfrm>
            <a:off x="1585505" y="2186734"/>
            <a:ext cx="99157" cy="99157"/>
          </a:xfrm>
          <a:prstGeom prst="roundRect">
            <a:avLst>
              <a:gd name="adj" fmla="val 30000"/>
            </a:avLst>
          </a:prstGeom>
          <a:solidFill>
            <a:srgbClr val="0D3C6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2" name="!!p30_08"/>
          <p:cNvSpPr/>
          <p:nvPr/>
        </p:nvSpPr>
        <p:spPr>
          <a:xfrm>
            <a:off x="1744251" y="2186734"/>
            <a:ext cx="99157" cy="99157"/>
          </a:xfrm>
          <a:prstGeom prst="roundRect">
            <a:avLst>
              <a:gd name="adj" fmla="val 30000"/>
            </a:avLst>
          </a:prstGeom>
          <a:solidFill>
            <a:srgbClr val="0D396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3" name="!!p30_09"/>
          <p:cNvSpPr/>
          <p:nvPr/>
        </p:nvSpPr>
        <p:spPr>
          <a:xfrm>
            <a:off x="1902997" y="2186734"/>
            <a:ext cx="99157" cy="99157"/>
          </a:xfrm>
          <a:prstGeom prst="roundRect">
            <a:avLst>
              <a:gd name="adj" fmla="val 30000"/>
            </a:avLst>
          </a:prstGeom>
          <a:solidFill>
            <a:srgbClr val="0C35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4" name="!!p30_10"/>
          <p:cNvSpPr/>
          <p:nvPr/>
        </p:nvSpPr>
        <p:spPr>
          <a:xfrm>
            <a:off x="2061743" y="2186734"/>
            <a:ext cx="99157" cy="99157"/>
          </a:xfrm>
          <a:prstGeom prst="roundRect">
            <a:avLst>
              <a:gd name="adj" fmla="val 30000"/>
            </a:avLst>
          </a:prstGeom>
          <a:solidFill>
            <a:srgbClr val="0B325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5" name="!!p30_11"/>
          <p:cNvSpPr/>
          <p:nvPr/>
        </p:nvSpPr>
        <p:spPr>
          <a:xfrm>
            <a:off x="2220489" y="2186734"/>
            <a:ext cx="99157" cy="99157"/>
          </a:xfrm>
          <a:prstGeom prst="roundRect">
            <a:avLst>
              <a:gd name="adj" fmla="val 30000"/>
            </a:avLst>
          </a:prstGeom>
          <a:solidFill>
            <a:srgbClr val="0B31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6" name="!!p30_12"/>
          <p:cNvSpPr/>
          <p:nvPr/>
        </p:nvSpPr>
        <p:spPr>
          <a:xfrm>
            <a:off x="2379235" y="2186734"/>
            <a:ext cx="99157" cy="99157"/>
          </a:xfrm>
          <a:prstGeom prst="roundRect">
            <a:avLst>
              <a:gd name="adj" fmla="val 30000"/>
            </a:avLst>
          </a:prstGeom>
          <a:solidFill>
            <a:srgbClr val="0A305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7" name="!!p30_13"/>
          <p:cNvSpPr/>
          <p:nvPr/>
        </p:nvSpPr>
        <p:spPr>
          <a:xfrm>
            <a:off x="2537981" y="2186734"/>
            <a:ext cx="99157" cy="99157"/>
          </a:xfrm>
          <a:prstGeom prst="roundRect">
            <a:avLst>
              <a:gd name="adj" fmla="val 30000"/>
            </a:avLst>
          </a:prstGeom>
          <a:solidFill>
            <a:srgbClr val="0A2E5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8" name="!!p31_03"/>
          <p:cNvSpPr/>
          <p:nvPr/>
        </p:nvSpPr>
        <p:spPr>
          <a:xfrm>
            <a:off x="950521" y="2071435"/>
            <a:ext cx="99157" cy="99157"/>
          </a:xfrm>
          <a:prstGeom prst="roundRect">
            <a:avLst>
              <a:gd name="adj" fmla="val 30000"/>
            </a:avLst>
          </a:prstGeom>
          <a:solidFill>
            <a:srgbClr val="0B325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9" name="!!p31_04"/>
          <p:cNvSpPr/>
          <p:nvPr/>
        </p:nvSpPr>
        <p:spPr>
          <a:xfrm>
            <a:off x="1109267" y="2071435"/>
            <a:ext cx="99157" cy="99157"/>
          </a:xfrm>
          <a:prstGeom prst="roundRect">
            <a:avLst>
              <a:gd name="adj" fmla="val 30000"/>
            </a:avLst>
          </a:prstGeom>
          <a:solidFill>
            <a:srgbClr val="10487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0" name="!!p31_05"/>
          <p:cNvSpPr/>
          <p:nvPr/>
        </p:nvSpPr>
        <p:spPr>
          <a:xfrm>
            <a:off x="1268013" y="2071435"/>
            <a:ext cx="99157" cy="99157"/>
          </a:xfrm>
          <a:prstGeom prst="roundRect">
            <a:avLst>
              <a:gd name="adj" fmla="val 30000"/>
            </a:avLst>
          </a:prstGeom>
          <a:solidFill>
            <a:srgbClr val="1151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1" name="!!p31_06"/>
          <p:cNvSpPr/>
          <p:nvPr/>
        </p:nvSpPr>
        <p:spPr>
          <a:xfrm>
            <a:off x="1426759" y="2071435"/>
            <a:ext cx="99157" cy="99157"/>
          </a:xfrm>
          <a:prstGeom prst="roundRect">
            <a:avLst>
              <a:gd name="adj" fmla="val 30000"/>
            </a:avLst>
          </a:prstGeom>
          <a:solidFill>
            <a:srgbClr val="0D39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2" name="!!p31_07"/>
          <p:cNvSpPr/>
          <p:nvPr/>
        </p:nvSpPr>
        <p:spPr>
          <a:xfrm>
            <a:off x="1585505" y="2071435"/>
            <a:ext cx="99157" cy="99157"/>
          </a:xfrm>
          <a:prstGeom prst="roundRect">
            <a:avLst>
              <a:gd name="adj" fmla="val 30000"/>
            </a:avLst>
          </a:prstGeom>
          <a:solidFill>
            <a:srgbClr val="0B34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3" name="!!p31_08"/>
          <p:cNvSpPr/>
          <p:nvPr/>
        </p:nvSpPr>
        <p:spPr>
          <a:xfrm>
            <a:off x="1744251" y="2071435"/>
            <a:ext cx="99157" cy="99157"/>
          </a:xfrm>
          <a:prstGeom prst="roundRect">
            <a:avLst>
              <a:gd name="adj" fmla="val 30000"/>
            </a:avLst>
          </a:prstGeom>
          <a:solidFill>
            <a:srgbClr val="0B335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4" name="!!p31_09"/>
          <p:cNvSpPr/>
          <p:nvPr/>
        </p:nvSpPr>
        <p:spPr>
          <a:xfrm>
            <a:off x="1902997" y="2071435"/>
            <a:ext cx="99157" cy="99157"/>
          </a:xfrm>
          <a:prstGeom prst="roundRect">
            <a:avLst>
              <a:gd name="adj" fmla="val 30000"/>
            </a:avLst>
          </a:prstGeom>
          <a:solidFill>
            <a:srgbClr val="0B325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5" name="!!p31_10"/>
          <p:cNvSpPr/>
          <p:nvPr/>
        </p:nvSpPr>
        <p:spPr>
          <a:xfrm>
            <a:off x="2061743" y="2071435"/>
            <a:ext cx="99157" cy="99157"/>
          </a:xfrm>
          <a:prstGeom prst="roundRect">
            <a:avLst>
              <a:gd name="adj" fmla="val 30000"/>
            </a:avLst>
          </a:prstGeom>
          <a:solidFill>
            <a:srgbClr val="0A305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6" name="!!p31_11"/>
          <p:cNvSpPr/>
          <p:nvPr/>
        </p:nvSpPr>
        <p:spPr>
          <a:xfrm>
            <a:off x="2220489" y="2071435"/>
            <a:ext cx="99157" cy="99157"/>
          </a:xfrm>
          <a:prstGeom prst="roundRect">
            <a:avLst>
              <a:gd name="adj" fmla="val 30000"/>
            </a:avLst>
          </a:prstGeom>
          <a:solidFill>
            <a:srgbClr val="0A2F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7" name="!!p31_12"/>
          <p:cNvSpPr/>
          <p:nvPr/>
        </p:nvSpPr>
        <p:spPr>
          <a:xfrm>
            <a:off x="2379235" y="2071435"/>
            <a:ext cx="99157" cy="99157"/>
          </a:xfrm>
          <a:prstGeom prst="roundRect">
            <a:avLst>
              <a:gd name="adj" fmla="val 30000"/>
            </a:avLst>
          </a:prstGeom>
          <a:solidFill>
            <a:srgbClr val="0A2E5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8" name="!!p31_13"/>
          <p:cNvSpPr/>
          <p:nvPr/>
        </p:nvSpPr>
        <p:spPr>
          <a:xfrm>
            <a:off x="2537981" y="2071435"/>
            <a:ext cx="99157" cy="99157"/>
          </a:xfrm>
          <a:prstGeom prst="roundRect">
            <a:avLst>
              <a:gd name="adj" fmla="val 30000"/>
            </a:avLst>
          </a:prstGeom>
          <a:solidFill>
            <a:srgbClr val="092D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9" name="!!p32_03"/>
          <p:cNvSpPr/>
          <p:nvPr/>
        </p:nvSpPr>
        <p:spPr>
          <a:xfrm>
            <a:off x="950521" y="1956135"/>
            <a:ext cx="99157" cy="99157"/>
          </a:xfrm>
          <a:prstGeom prst="roundRect">
            <a:avLst>
              <a:gd name="adj" fmla="val 30000"/>
            </a:avLst>
          </a:prstGeom>
          <a:solidFill>
            <a:srgbClr val="0C35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0" name="!!p32_04"/>
          <p:cNvSpPr/>
          <p:nvPr/>
        </p:nvSpPr>
        <p:spPr>
          <a:xfrm>
            <a:off x="1109267" y="1956135"/>
            <a:ext cx="99157" cy="99157"/>
          </a:xfrm>
          <a:prstGeom prst="roundRect">
            <a:avLst>
              <a:gd name="adj" fmla="val 30000"/>
            </a:avLst>
          </a:prstGeom>
          <a:solidFill>
            <a:srgbClr val="1566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1" name="!!p32_05"/>
          <p:cNvSpPr/>
          <p:nvPr/>
        </p:nvSpPr>
        <p:spPr>
          <a:xfrm>
            <a:off x="1268013" y="1956135"/>
            <a:ext cx="99157" cy="99157"/>
          </a:xfrm>
          <a:prstGeom prst="roundRect">
            <a:avLst>
              <a:gd name="adj" fmla="val 30000"/>
            </a:avLst>
          </a:prstGeom>
          <a:solidFill>
            <a:srgbClr val="176D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2" name="!!p32_06"/>
          <p:cNvSpPr/>
          <p:nvPr/>
        </p:nvSpPr>
        <p:spPr>
          <a:xfrm>
            <a:off x="1426759" y="1956135"/>
            <a:ext cx="99157" cy="99157"/>
          </a:xfrm>
          <a:prstGeom prst="roundRect">
            <a:avLst>
              <a:gd name="adj" fmla="val 30000"/>
            </a:avLst>
          </a:prstGeom>
          <a:solidFill>
            <a:srgbClr val="0D3C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3" name="!!p32_07"/>
          <p:cNvSpPr/>
          <p:nvPr/>
        </p:nvSpPr>
        <p:spPr>
          <a:xfrm>
            <a:off x="1585505" y="1956135"/>
            <a:ext cx="99157" cy="99157"/>
          </a:xfrm>
          <a:prstGeom prst="roundRect">
            <a:avLst>
              <a:gd name="adj" fmla="val 30000"/>
            </a:avLst>
          </a:prstGeom>
          <a:solidFill>
            <a:srgbClr val="0B325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4" name="!!p32_08"/>
          <p:cNvSpPr/>
          <p:nvPr/>
        </p:nvSpPr>
        <p:spPr>
          <a:xfrm>
            <a:off x="1744251" y="1956135"/>
            <a:ext cx="99157" cy="99157"/>
          </a:xfrm>
          <a:prstGeom prst="roundRect">
            <a:avLst>
              <a:gd name="adj" fmla="val 30000"/>
            </a:avLst>
          </a:prstGeom>
          <a:solidFill>
            <a:srgbClr val="0A305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5" name="!!p32_09"/>
          <p:cNvSpPr/>
          <p:nvPr/>
        </p:nvSpPr>
        <p:spPr>
          <a:xfrm>
            <a:off x="1902997" y="1956135"/>
            <a:ext cx="99157" cy="99157"/>
          </a:xfrm>
          <a:prstGeom prst="roundRect">
            <a:avLst>
              <a:gd name="adj" fmla="val 30000"/>
            </a:avLst>
          </a:prstGeom>
          <a:solidFill>
            <a:srgbClr val="0A30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6" name="!!p32_10"/>
          <p:cNvSpPr/>
          <p:nvPr/>
        </p:nvSpPr>
        <p:spPr>
          <a:xfrm>
            <a:off x="2061743" y="1956135"/>
            <a:ext cx="99157" cy="99157"/>
          </a:xfrm>
          <a:prstGeom prst="roundRect">
            <a:avLst>
              <a:gd name="adj" fmla="val 30000"/>
            </a:avLst>
          </a:prstGeom>
          <a:solidFill>
            <a:srgbClr val="0A2F5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7" name="!!p32_11"/>
          <p:cNvSpPr/>
          <p:nvPr/>
        </p:nvSpPr>
        <p:spPr>
          <a:xfrm>
            <a:off x="2220489" y="1956135"/>
            <a:ext cx="99157" cy="99157"/>
          </a:xfrm>
          <a:prstGeom prst="roundRect">
            <a:avLst>
              <a:gd name="adj" fmla="val 30000"/>
            </a:avLst>
          </a:prstGeom>
          <a:solidFill>
            <a:srgbClr val="0A2E5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8" name="!!p32_12"/>
          <p:cNvSpPr/>
          <p:nvPr/>
        </p:nvSpPr>
        <p:spPr>
          <a:xfrm>
            <a:off x="2379235" y="1956135"/>
            <a:ext cx="99157" cy="99157"/>
          </a:xfrm>
          <a:prstGeom prst="roundRect">
            <a:avLst>
              <a:gd name="adj" fmla="val 30000"/>
            </a:avLst>
          </a:prstGeom>
          <a:solidFill>
            <a:srgbClr val="092D4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9" name="!!p33_03"/>
          <p:cNvSpPr/>
          <p:nvPr/>
        </p:nvSpPr>
        <p:spPr>
          <a:xfrm>
            <a:off x="950521" y="1840835"/>
            <a:ext cx="99157" cy="99157"/>
          </a:xfrm>
          <a:prstGeom prst="roundRect">
            <a:avLst>
              <a:gd name="adj" fmla="val 30000"/>
            </a:avLst>
          </a:prstGeom>
          <a:solidFill>
            <a:srgbClr val="0D386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0" name="!!p33_04"/>
          <p:cNvSpPr/>
          <p:nvPr/>
        </p:nvSpPr>
        <p:spPr>
          <a:xfrm>
            <a:off x="1109267" y="1840835"/>
            <a:ext cx="99157" cy="99157"/>
          </a:xfrm>
          <a:prstGeom prst="roundRect">
            <a:avLst>
              <a:gd name="adj" fmla="val 30000"/>
            </a:avLst>
          </a:prstGeom>
          <a:solidFill>
            <a:srgbClr val="1B85A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1" name="!!p33_05"/>
          <p:cNvSpPr/>
          <p:nvPr/>
        </p:nvSpPr>
        <p:spPr>
          <a:xfrm>
            <a:off x="1268013" y="1840835"/>
            <a:ext cx="99157" cy="99157"/>
          </a:xfrm>
          <a:prstGeom prst="roundRect">
            <a:avLst>
              <a:gd name="adj" fmla="val 30000"/>
            </a:avLst>
          </a:prstGeom>
          <a:solidFill>
            <a:srgbClr val="1D8DB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2" name="!!p33_06"/>
          <p:cNvSpPr/>
          <p:nvPr/>
        </p:nvSpPr>
        <p:spPr>
          <a:xfrm>
            <a:off x="1426759" y="1840835"/>
            <a:ext cx="99157" cy="99157"/>
          </a:xfrm>
          <a:prstGeom prst="roundRect">
            <a:avLst>
              <a:gd name="adj" fmla="val 30000"/>
            </a:avLst>
          </a:prstGeom>
          <a:solidFill>
            <a:srgbClr val="0F446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3" name="!!p33_07"/>
          <p:cNvSpPr/>
          <p:nvPr/>
        </p:nvSpPr>
        <p:spPr>
          <a:xfrm>
            <a:off x="1585505" y="1840835"/>
            <a:ext cx="99157" cy="99157"/>
          </a:xfrm>
          <a:prstGeom prst="roundRect">
            <a:avLst>
              <a:gd name="adj" fmla="val 30000"/>
            </a:avLst>
          </a:prstGeom>
          <a:solidFill>
            <a:srgbClr val="0A315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4" name="!!p33_08"/>
          <p:cNvSpPr/>
          <p:nvPr/>
        </p:nvSpPr>
        <p:spPr>
          <a:xfrm>
            <a:off x="1744251" y="1840835"/>
            <a:ext cx="99157" cy="99157"/>
          </a:xfrm>
          <a:prstGeom prst="roundRect">
            <a:avLst>
              <a:gd name="adj" fmla="val 30000"/>
            </a:avLst>
          </a:prstGeom>
          <a:solidFill>
            <a:srgbClr val="0A2F5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5" name="!!p33_09"/>
          <p:cNvSpPr/>
          <p:nvPr/>
        </p:nvSpPr>
        <p:spPr>
          <a:xfrm>
            <a:off x="1902997" y="1840835"/>
            <a:ext cx="99157" cy="99157"/>
          </a:xfrm>
          <a:prstGeom prst="roundRect">
            <a:avLst>
              <a:gd name="adj" fmla="val 30000"/>
            </a:avLst>
          </a:prstGeom>
          <a:solidFill>
            <a:srgbClr val="0A2E5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6" name="!!p33_10"/>
          <p:cNvSpPr/>
          <p:nvPr/>
        </p:nvSpPr>
        <p:spPr>
          <a:xfrm>
            <a:off x="2061743" y="1840835"/>
            <a:ext cx="99157" cy="99157"/>
          </a:xfrm>
          <a:prstGeom prst="roundRect">
            <a:avLst>
              <a:gd name="adj" fmla="val 30000"/>
            </a:avLst>
          </a:prstGeom>
          <a:solidFill>
            <a:srgbClr val="0A2E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7" name="!!p33_11"/>
          <p:cNvSpPr/>
          <p:nvPr/>
        </p:nvSpPr>
        <p:spPr>
          <a:xfrm>
            <a:off x="2220489" y="1840835"/>
            <a:ext cx="99157" cy="99157"/>
          </a:xfrm>
          <a:prstGeom prst="roundRect">
            <a:avLst>
              <a:gd name="adj" fmla="val 30000"/>
            </a:avLst>
          </a:prstGeom>
          <a:solidFill>
            <a:srgbClr val="092D4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8" name="!!p33_12"/>
          <p:cNvSpPr/>
          <p:nvPr/>
        </p:nvSpPr>
        <p:spPr>
          <a:xfrm>
            <a:off x="2379235" y="1840835"/>
            <a:ext cx="99157" cy="99157"/>
          </a:xfrm>
          <a:prstGeom prst="roundRect">
            <a:avLst>
              <a:gd name="adj" fmla="val 30000"/>
            </a:avLst>
          </a:prstGeom>
          <a:solidFill>
            <a:srgbClr val="092C4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9" name="!!p34_03"/>
          <p:cNvSpPr/>
          <p:nvPr/>
        </p:nvSpPr>
        <p:spPr>
          <a:xfrm>
            <a:off x="950521" y="1725535"/>
            <a:ext cx="99157" cy="99157"/>
          </a:xfrm>
          <a:prstGeom prst="roundRect">
            <a:avLst>
              <a:gd name="adj" fmla="val 30000"/>
            </a:avLst>
          </a:prstGeom>
          <a:solidFill>
            <a:srgbClr val="0D3A6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0" name="!!p34_04"/>
          <p:cNvSpPr/>
          <p:nvPr/>
        </p:nvSpPr>
        <p:spPr>
          <a:xfrm>
            <a:off x="1109267" y="1725535"/>
            <a:ext cx="99157" cy="99157"/>
          </a:xfrm>
          <a:prstGeom prst="roundRect">
            <a:avLst>
              <a:gd name="adj" fmla="val 30000"/>
            </a:avLst>
          </a:prstGeom>
          <a:solidFill>
            <a:srgbClr val="2090B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1" name="!!p34_05"/>
          <p:cNvSpPr/>
          <p:nvPr/>
        </p:nvSpPr>
        <p:spPr>
          <a:xfrm>
            <a:off x="1268013" y="1725535"/>
            <a:ext cx="99157" cy="99157"/>
          </a:xfrm>
          <a:prstGeom prst="roundRect">
            <a:avLst>
              <a:gd name="adj" fmla="val 30000"/>
            </a:avLst>
          </a:prstGeom>
          <a:solidFill>
            <a:srgbClr val="2695B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2" name="!!p34_06"/>
          <p:cNvSpPr/>
          <p:nvPr/>
        </p:nvSpPr>
        <p:spPr>
          <a:xfrm>
            <a:off x="1426759" y="1725535"/>
            <a:ext cx="99157" cy="99157"/>
          </a:xfrm>
          <a:prstGeom prst="roundRect">
            <a:avLst>
              <a:gd name="adj" fmla="val 30000"/>
            </a:avLst>
          </a:prstGeom>
          <a:solidFill>
            <a:srgbClr val="10476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3" name="!!p34_07"/>
          <p:cNvSpPr/>
          <p:nvPr/>
        </p:nvSpPr>
        <p:spPr>
          <a:xfrm>
            <a:off x="1585505" y="1725535"/>
            <a:ext cx="99157" cy="99157"/>
          </a:xfrm>
          <a:prstGeom prst="roundRect">
            <a:avLst>
              <a:gd name="adj" fmla="val 30000"/>
            </a:avLst>
          </a:prstGeom>
          <a:solidFill>
            <a:srgbClr val="0A2F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4" name="!!p34_08"/>
          <p:cNvSpPr/>
          <p:nvPr/>
        </p:nvSpPr>
        <p:spPr>
          <a:xfrm>
            <a:off x="1744251" y="1725535"/>
            <a:ext cx="99157" cy="99157"/>
          </a:xfrm>
          <a:prstGeom prst="roundRect">
            <a:avLst>
              <a:gd name="adj" fmla="val 30000"/>
            </a:avLst>
          </a:prstGeom>
          <a:solidFill>
            <a:srgbClr val="0A2D4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5" name="!!p34_09"/>
          <p:cNvSpPr/>
          <p:nvPr/>
        </p:nvSpPr>
        <p:spPr>
          <a:xfrm>
            <a:off x="1902997" y="1725535"/>
            <a:ext cx="99157" cy="99157"/>
          </a:xfrm>
          <a:prstGeom prst="roundRect">
            <a:avLst>
              <a:gd name="adj" fmla="val 30000"/>
            </a:avLst>
          </a:prstGeom>
          <a:solidFill>
            <a:srgbClr val="092D4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6" name="!!p34_10"/>
          <p:cNvSpPr/>
          <p:nvPr/>
        </p:nvSpPr>
        <p:spPr>
          <a:xfrm>
            <a:off x="2061743" y="1725535"/>
            <a:ext cx="99157" cy="99157"/>
          </a:xfrm>
          <a:prstGeom prst="roundRect">
            <a:avLst>
              <a:gd name="adj" fmla="val 30000"/>
            </a:avLst>
          </a:prstGeom>
          <a:solidFill>
            <a:srgbClr val="092D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7" name="!!p34_11"/>
          <p:cNvSpPr/>
          <p:nvPr/>
        </p:nvSpPr>
        <p:spPr>
          <a:xfrm>
            <a:off x="2220489" y="1725535"/>
            <a:ext cx="99157" cy="99157"/>
          </a:xfrm>
          <a:prstGeom prst="roundRect">
            <a:avLst>
              <a:gd name="adj" fmla="val 30000"/>
            </a:avLst>
          </a:prstGeom>
          <a:solidFill>
            <a:srgbClr val="092C4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8" name="!!p35_04"/>
          <p:cNvSpPr/>
          <p:nvPr/>
        </p:nvSpPr>
        <p:spPr>
          <a:xfrm>
            <a:off x="1109267" y="1610236"/>
            <a:ext cx="99157" cy="99157"/>
          </a:xfrm>
          <a:prstGeom prst="roundRect">
            <a:avLst>
              <a:gd name="adj" fmla="val 30000"/>
            </a:avLst>
          </a:prstGeom>
          <a:solidFill>
            <a:srgbClr val="1B83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9" name="!!p35_05"/>
          <p:cNvSpPr/>
          <p:nvPr/>
        </p:nvSpPr>
        <p:spPr>
          <a:xfrm>
            <a:off x="1268013" y="1610236"/>
            <a:ext cx="99157" cy="99157"/>
          </a:xfrm>
          <a:prstGeom prst="roundRect">
            <a:avLst>
              <a:gd name="adj" fmla="val 30000"/>
            </a:avLst>
          </a:prstGeom>
          <a:solidFill>
            <a:srgbClr val="1D8B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0" name="!!p35_06"/>
          <p:cNvSpPr/>
          <p:nvPr/>
        </p:nvSpPr>
        <p:spPr>
          <a:xfrm>
            <a:off x="1426759" y="1610236"/>
            <a:ext cx="99157" cy="99157"/>
          </a:xfrm>
          <a:prstGeom prst="roundRect">
            <a:avLst>
              <a:gd name="adj" fmla="val 30000"/>
            </a:avLst>
          </a:prstGeom>
          <a:solidFill>
            <a:srgbClr val="0E3F6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1" name="!!p35_07"/>
          <p:cNvSpPr/>
          <p:nvPr/>
        </p:nvSpPr>
        <p:spPr>
          <a:xfrm>
            <a:off x="1585505" y="1610236"/>
            <a:ext cx="99157" cy="99157"/>
          </a:xfrm>
          <a:prstGeom prst="roundRect">
            <a:avLst>
              <a:gd name="adj" fmla="val 30000"/>
            </a:avLst>
          </a:prstGeom>
          <a:solidFill>
            <a:srgbClr val="0A2E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2" name="!!p35_08"/>
          <p:cNvSpPr/>
          <p:nvPr/>
        </p:nvSpPr>
        <p:spPr>
          <a:xfrm>
            <a:off x="1744251" y="1610236"/>
            <a:ext cx="99157" cy="99157"/>
          </a:xfrm>
          <a:prstGeom prst="roundRect">
            <a:avLst>
              <a:gd name="adj" fmla="val 30000"/>
            </a:avLst>
          </a:prstGeom>
          <a:solidFill>
            <a:srgbClr val="092C4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3" name="!!p35_09"/>
          <p:cNvSpPr/>
          <p:nvPr/>
        </p:nvSpPr>
        <p:spPr>
          <a:xfrm>
            <a:off x="1902997" y="1610236"/>
            <a:ext cx="99157" cy="99157"/>
          </a:xfrm>
          <a:prstGeom prst="roundRect">
            <a:avLst>
              <a:gd name="adj" fmla="val 30000"/>
            </a:avLst>
          </a:prstGeom>
          <a:solidFill>
            <a:srgbClr val="092C4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4" name="!!p35_10"/>
          <p:cNvSpPr/>
          <p:nvPr/>
        </p:nvSpPr>
        <p:spPr>
          <a:xfrm>
            <a:off x="2061743" y="1610236"/>
            <a:ext cx="99157" cy="99157"/>
          </a:xfrm>
          <a:prstGeom prst="roundRect">
            <a:avLst>
              <a:gd name="adj" fmla="val 30000"/>
            </a:avLst>
          </a:prstGeom>
          <a:solidFill>
            <a:srgbClr val="092C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5" name="!!p35_11"/>
          <p:cNvSpPr/>
          <p:nvPr/>
        </p:nvSpPr>
        <p:spPr>
          <a:xfrm>
            <a:off x="2220489" y="1610236"/>
            <a:ext cx="99157" cy="99157"/>
          </a:xfrm>
          <a:prstGeom prst="roundRect">
            <a:avLst>
              <a:gd name="adj" fmla="val 30000"/>
            </a:avLst>
          </a:prstGeom>
          <a:solidFill>
            <a:srgbClr val="092B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6" name="!!p36_04"/>
          <p:cNvSpPr/>
          <p:nvPr/>
        </p:nvSpPr>
        <p:spPr>
          <a:xfrm>
            <a:off x="1109267" y="1494936"/>
            <a:ext cx="99157" cy="99157"/>
          </a:xfrm>
          <a:prstGeom prst="roundRect">
            <a:avLst>
              <a:gd name="adj" fmla="val 30000"/>
            </a:avLst>
          </a:prstGeom>
          <a:solidFill>
            <a:srgbClr val="145F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7" name="!!p36_05"/>
          <p:cNvSpPr/>
          <p:nvPr/>
        </p:nvSpPr>
        <p:spPr>
          <a:xfrm>
            <a:off x="1268013" y="1494936"/>
            <a:ext cx="99157" cy="99157"/>
          </a:xfrm>
          <a:prstGeom prst="roundRect">
            <a:avLst>
              <a:gd name="adj" fmla="val 30000"/>
            </a:avLst>
          </a:prstGeom>
          <a:solidFill>
            <a:srgbClr val="1565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8" name="!!p36_06"/>
          <p:cNvSpPr/>
          <p:nvPr/>
        </p:nvSpPr>
        <p:spPr>
          <a:xfrm>
            <a:off x="1426759" y="1494936"/>
            <a:ext cx="99157" cy="99157"/>
          </a:xfrm>
          <a:prstGeom prst="roundRect">
            <a:avLst>
              <a:gd name="adj" fmla="val 30000"/>
            </a:avLst>
          </a:prstGeom>
          <a:solidFill>
            <a:srgbClr val="0C365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9" name="!!p36_07"/>
          <p:cNvSpPr/>
          <p:nvPr/>
        </p:nvSpPr>
        <p:spPr>
          <a:xfrm>
            <a:off x="1585505" y="1494936"/>
            <a:ext cx="99157" cy="99157"/>
          </a:xfrm>
          <a:prstGeom prst="roundRect">
            <a:avLst>
              <a:gd name="adj" fmla="val 30000"/>
            </a:avLst>
          </a:prstGeom>
          <a:solidFill>
            <a:srgbClr val="092C4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0" name="!!p36_08"/>
          <p:cNvSpPr/>
          <p:nvPr/>
        </p:nvSpPr>
        <p:spPr>
          <a:xfrm>
            <a:off x="1744251" y="1494936"/>
            <a:ext cx="99157" cy="99157"/>
          </a:xfrm>
          <a:prstGeom prst="roundRect">
            <a:avLst>
              <a:gd name="adj" fmla="val 30000"/>
            </a:avLst>
          </a:prstGeom>
          <a:solidFill>
            <a:srgbClr val="092B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1" name="!!p36_09"/>
          <p:cNvSpPr/>
          <p:nvPr/>
        </p:nvSpPr>
        <p:spPr>
          <a:xfrm>
            <a:off x="1902997" y="1494936"/>
            <a:ext cx="99157" cy="99157"/>
          </a:xfrm>
          <a:prstGeom prst="roundRect">
            <a:avLst>
              <a:gd name="adj" fmla="val 30000"/>
            </a:avLst>
          </a:prstGeom>
          <a:solidFill>
            <a:srgbClr val="092B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2" name="!!p36_10"/>
          <p:cNvSpPr/>
          <p:nvPr/>
        </p:nvSpPr>
        <p:spPr>
          <a:xfrm>
            <a:off x="2061743" y="1494936"/>
            <a:ext cx="99157" cy="99157"/>
          </a:xfrm>
          <a:prstGeom prst="roundRect">
            <a:avLst>
              <a:gd name="adj" fmla="val 30000"/>
            </a:avLst>
          </a:prstGeom>
          <a:solidFill>
            <a:srgbClr val="092A4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3" name="!!p37_04"/>
          <p:cNvSpPr/>
          <p:nvPr/>
        </p:nvSpPr>
        <p:spPr>
          <a:xfrm>
            <a:off x="1109267" y="1379636"/>
            <a:ext cx="99157" cy="99157"/>
          </a:xfrm>
          <a:prstGeom prst="roundRect">
            <a:avLst>
              <a:gd name="adj" fmla="val 30000"/>
            </a:avLst>
          </a:prstGeom>
          <a:solidFill>
            <a:srgbClr val="0D396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4" name="!!p37_05"/>
          <p:cNvSpPr/>
          <p:nvPr/>
        </p:nvSpPr>
        <p:spPr>
          <a:xfrm>
            <a:off x="1268013" y="1379636"/>
            <a:ext cx="99157" cy="99157"/>
          </a:xfrm>
          <a:prstGeom prst="roundRect">
            <a:avLst>
              <a:gd name="adj" fmla="val 30000"/>
            </a:avLst>
          </a:prstGeom>
          <a:solidFill>
            <a:srgbClr val="0D3C6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5" name="!!p37_06"/>
          <p:cNvSpPr/>
          <p:nvPr/>
        </p:nvSpPr>
        <p:spPr>
          <a:xfrm>
            <a:off x="1426759" y="1379636"/>
            <a:ext cx="99157" cy="99157"/>
          </a:xfrm>
          <a:prstGeom prst="roundRect">
            <a:avLst>
              <a:gd name="adj" fmla="val 30000"/>
            </a:avLst>
          </a:prstGeom>
          <a:solidFill>
            <a:srgbClr val="0A30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6" name="!!p37_07"/>
          <p:cNvSpPr/>
          <p:nvPr/>
        </p:nvSpPr>
        <p:spPr>
          <a:xfrm>
            <a:off x="1585505" y="1379636"/>
            <a:ext cx="99157" cy="99157"/>
          </a:xfrm>
          <a:prstGeom prst="roundRect">
            <a:avLst>
              <a:gd name="adj" fmla="val 30000"/>
            </a:avLst>
          </a:prstGeom>
          <a:solidFill>
            <a:srgbClr val="092A4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7" name="!!p37_08"/>
          <p:cNvSpPr/>
          <p:nvPr/>
        </p:nvSpPr>
        <p:spPr>
          <a:xfrm>
            <a:off x="1744251" y="1379636"/>
            <a:ext cx="99157" cy="99157"/>
          </a:xfrm>
          <a:prstGeom prst="roundRect">
            <a:avLst>
              <a:gd name="adj" fmla="val 30000"/>
            </a:avLst>
          </a:prstGeom>
          <a:solidFill>
            <a:srgbClr val="092A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8" name="!!p37_09"/>
          <p:cNvSpPr/>
          <p:nvPr/>
        </p:nvSpPr>
        <p:spPr>
          <a:xfrm>
            <a:off x="1902997" y="1379636"/>
            <a:ext cx="99157" cy="99157"/>
          </a:xfrm>
          <a:prstGeom prst="roundRect">
            <a:avLst>
              <a:gd name="adj" fmla="val 30000"/>
            </a:avLst>
          </a:prstGeom>
          <a:solidFill>
            <a:srgbClr val="082A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9" name="Rectangle 328"/>
          <p:cNvSpPr/>
          <p:nvPr/>
        </p:nvSpPr>
        <p:spPr>
          <a:xfrm>
            <a:off x="920726" y="5905352"/>
            <a:ext cx="38099" cy="101597"/>
          </a:xfrm>
          <a:prstGeom prst="rect">
            <a:avLst/>
          </a:prstGeom>
          <a:solidFill>
            <a:srgbClr val="051D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0" name="Rectangle 329"/>
          <p:cNvSpPr/>
          <p:nvPr/>
        </p:nvSpPr>
        <p:spPr>
          <a:xfrm>
            <a:off x="952476" y="5905352"/>
            <a:ext cx="38099" cy="101597"/>
          </a:xfrm>
          <a:prstGeom prst="rect">
            <a:avLst/>
          </a:prstGeom>
          <a:solidFill>
            <a:srgbClr val="0620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1" name="Rectangle 330"/>
          <p:cNvSpPr/>
          <p:nvPr/>
        </p:nvSpPr>
        <p:spPr>
          <a:xfrm>
            <a:off x="984225" y="5905352"/>
            <a:ext cx="38099" cy="101597"/>
          </a:xfrm>
          <a:prstGeom prst="rect">
            <a:avLst/>
          </a:prstGeom>
          <a:solidFill>
            <a:srgbClr val="0723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2" name="Rectangle 331"/>
          <p:cNvSpPr/>
          <p:nvPr/>
        </p:nvSpPr>
        <p:spPr>
          <a:xfrm>
            <a:off x="1015974" y="5905352"/>
            <a:ext cx="38099" cy="101597"/>
          </a:xfrm>
          <a:prstGeom prst="rect">
            <a:avLst/>
          </a:prstGeom>
          <a:solidFill>
            <a:srgbClr val="0826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3" name="Rectangle 332"/>
          <p:cNvSpPr/>
          <p:nvPr/>
        </p:nvSpPr>
        <p:spPr>
          <a:xfrm>
            <a:off x="1047723" y="5905352"/>
            <a:ext cx="38099" cy="101597"/>
          </a:xfrm>
          <a:prstGeom prst="rect">
            <a:avLst/>
          </a:prstGeom>
          <a:solidFill>
            <a:srgbClr val="08294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4" name="Rectangle 333"/>
          <p:cNvSpPr/>
          <p:nvPr/>
        </p:nvSpPr>
        <p:spPr>
          <a:xfrm>
            <a:off x="1079473" y="5905352"/>
            <a:ext cx="38099" cy="101597"/>
          </a:xfrm>
          <a:prstGeom prst="rect">
            <a:avLst/>
          </a:prstGeom>
          <a:solidFill>
            <a:srgbClr val="092C4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5" name="Rectangle 334"/>
          <p:cNvSpPr/>
          <p:nvPr/>
        </p:nvSpPr>
        <p:spPr>
          <a:xfrm>
            <a:off x="1111222" y="5905352"/>
            <a:ext cx="38099" cy="101597"/>
          </a:xfrm>
          <a:prstGeom prst="rect">
            <a:avLst/>
          </a:prstGeom>
          <a:solidFill>
            <a:srgbClr val="0A2F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6" name="Rectangle 335"/>
          <p:cNvSpPr/>
          <p:nvPr/>
        </p:nvSpPr>
        <p:spPr>
          <a:xfrm>
            <a:off x="1142971" y="5905352"/>
            <a:ext cx="38099" cy="101597"/>
          </a:xfrm>
          <a:prstGeom prst="rect">
            <a:avLst/>
          </a:prstGeom>
          <a:solidFill>
            <a:srgbClr val="0B33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7" name="Rectangle 336"/>
          <p:cNvSpPr/>
          <p:nvPr/>
        </p:nvSpPr>
        <p:spPr>
          <a:xfrm>
            <a:off x="1174720" y="5905352"/>
            <a:ext cx="38099" cy="101597"/>
          </a:xfrm>
          <a:prstGeom prst="rect">
            <a:avLst/>
          </a:prstGeom>
          <a:solidFill>
            <a:srgbClr val="0C36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8" name="Rectangle 337"/>
          <p:cNvSpPr/>
          <p:nvPr/>
        </p:nvSpPr>
        <p:spPr>
          <a:xfrm>
            <a:off x="1206469" y="5905352"/>
            <a:ext cx="38099" cy="101597"/>
          </a:xfrm>
          <a:prstGeom prst="rect">
            <a:avLst/>
          </a:prstGeom>
          <a:solidFill>
            <a:srgbClr val="0D39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9" name="Rectangle 338"/>
          <p:cNvSpPr/>
          <p:nvPr/>
        </p:nvSpPr>
        <p:spPr>
          <a:xfrm>
            <a:off x="1238219" y="5905352"/>
            <a:ext cx="38099" cy="101597"/>
          </a:xfrm>
          <a:prstGeom prst="rect">
            <a:avLst/>
          </a:prstGeom>
          <a:solidFill>
            <a:srgbClr val="0E3F6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0" name="Rectangle 339"/>
          <p:cNvSpPr/>
          <p:nvPr/>
        </p:nvSpPr>
        <p:spPr>
          <a:xfrm>
            <a:off x="1269968" y="5905352"/>
            <a:ext cx="38099" cy="101597"/>
          </a:xfrm>
          <a:prstGeom prst="rect">
            <a:avLst/>
          </a:prstGeom>
          <a:solidFill>
            <a:srgbClr val="10487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1" name="Rectangle 340"/>
          <p:cNvSpPr/>
          <p:nvPr/>
        </p:nvSpPr>
        <p:spPr>
          <a:xfrm>
            <a:off x="1301717" y="5905352"/>
            <a:ext cx="38099" cy="101597"/>
          </a:xfrm>
          <a:prstGeom prst="rect">
            <a:avLst/>
          </a:prstGeom>
          <a:solidFill>
            <a:srgbClr val="1151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2" name="Rectangle 341"/>
          <p:cNvSpPr/>
          <p:nvPr/>
        </p:nvSpPr>
        <p:spPr>
          <a:xfrm>
            <a:off x="1333466" y="5905352"/>
            <a:ext cx="38099" cy="101597"/>
          </a:xfrm>
          <a:prstGeom prst="rect">
            <a:avLst/>
          </a:prstGeom>
          <a:solidFill>
            <a:srgbClr val="1359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3" name="Rectangle 342"/>
          <p:cNvSpPr/>
          <p:nvPr/>
        </p:nvSpPr>
        <p:spPr>
          <a:xfrm>
            <a:off x="1365215" y="5905352"/>
            <a:ext cx="38099" cy="101597"/>
          </a:xfrm>
          <a:prstGeom prst="rect">
            <a:avLst/>
          </a:prstGeom>
          <a:solidFill>
            <a:srgbClr val="1562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4" name="Rectangle 343"/>
          <p:cNvSpPr/>
          <p:nvPr/>
        </p:nvSpPr>
        <p:spPr>
          <a:xfrm>
            <a:off x="1396965" y="5905352"/>
            <a:ext cx="38099" cy="101597"/>
          </a:xfrm>
          <a:prstGeom prst="rect">
            <a:avLst/>
          </a:prstGeom>
          <a:solidFill>
            <a:srgbClr val="166B9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5" name="Rectangle 344"/>
          <p:cNvSpPr/>
          <p:nvPr/>
        </p:nvSpPr>
        <p:spPr>
          <a:xfrm>
            <a:off x="1428714" y="5905352"/>
            <a:ext cx="38099" cy="101597"/>
          </a:xfrm>
          <a:prstGeom prst="rect">
            <a:avLst/>
          </a:prstGeom>
          <a:solidFill>
            <a:srgbClr val="18749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6" name="Rectangle 345"/>
          <p:cNvSpPr/>
          <p:nvPr/>
        </p:nvSpPr>
        <p:spPr>
          <a:xfrm>
            <a:off x="1460463" y="5905352"/>
            <a:ext cx="38099" cy="101597"/>
          </a:xfrm>
          <a:prstGeom prst="rect">
            <a:avLst/>
          </a:prstGeom>
          <a:solidFill>
            <a:srgbClr val="1A7CA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7" name="Rectangle 346"/>
          <p:cNvSpPr/>
          <p:nvPr/>
        </p:nvSpPr>
        <p:spPr>
          <a:xfrm>
            <a:off x="1492212" y="5905352"/>
            <a:ext cx="38099" cy="101597"/>
          </a:xfrm>
          <a:prstGeom prst="rect">
            <a:avLst/>
          </a:prstGeom>
          <a:solidFill>
            <a:srgbClr val="1C85A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8" name="Rectangle 347"/>
          <p:cNvSpPr/>
          <p:nvPr/>
        </p:nvSpPr>
        <p:spPr>
          <a:xfrm>
            <a:off x="1523961" y="5905352"/>
            <a:ext cx="38099" cy="101597"/>
          </a:xfrm>
          <a:prstGeom prst="rect">
            <a:avLst/>
          </a:prstGeom>
          <a:solidFill>
            <a:srgbClr val="1E8EB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9" name="Rectangle 348"/>
          <p:cNvSpPr/>
          <p:nvPr/>
        </p:nvSpPr>
        <p:spPr>
          <a:xfrm>
            <a:off x="1555711" y="5905352"/>
            <a:ext cx="38099" cy="101597"/>
          </a:xfrm>
          <a:prstGeom prst="rect">
            <a:avLst/>
          </a:prstGeom>
          <a:solidFill>
            <a:srgbClr val="2393B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0" name="Rectangle 349"/>
          <p:cNvSpPr/>
          <p:nvPr/>
        </p:nvSpPr>
        <p:spPr>
          <a:xfrm>
            <a:off x="1587460" y="5905352"/>
            <a:ext cx="38099" cy="101597"/>
          </a:xfrm>
          <a:prstGeom prst="rect">
            <a:avLst/>
          </a:prstGeom>
          <a:solidFill>
            <a:srgbClr val="2998B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1" name="Rectangle 350"/>
          <p:cNvSpPr/>
          <p:nvPr/>
        </p:nvSpPr>
        <p:spPr>
          <a:xfrm>
            <a:off x="1619209" y="5905352"/>
            <a:ext cx="38099" cy="101597"/>
          </a:xfrm>
          <a:prstGeom prst="rect">
            <a:avLst/>
          </a:prstGeom>
          <a:solidFill>
            <a:srgbClr val="2F9D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2" name="Rectangle 351"/>
          <p:cNvSpPr/>
          <p:nvPr/>
        </p:nvSpPr>
        <p:spPr>
          <a:xfrm>
            <a:off x="1650958" y="5905352"/>
            <a:ext cx="38099" cy="101597"/>
          </a:xfrm>
          <a:prstGeom prst="rect">
            <a:avLst/>
          </a:prstGeom>
          <a:solidFill>
            <a:srgbClr val="34A2C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3" name="Rectangle 352"/>
          <p:cNvSpPr/>
          <p:nvPr/>
        </p:nvSpPr>
        <p:spPr>
          <a:xfrm>
            <a:off x="1682707" y="5905352"/>
            <a:ext cx="38099" cy="101597"/>
          </a:xfrm>
          <a:prstGeom prst="rect">
            <a:avLst/>
          </a:prstGeom>
          <a:solidFill>
            <a:srgbClr val="3AA7D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4" name="Rectangle 353"/>
          <p:cNvSpPr/>
          <p:nvPr/>
        </p:nvSpPr>
        <p:spPr>
          <a:xfrm>
            <a:off x="1714457" y="5905352"/>
            <a:ext cx="38099" cy="101597"/>
          </a:xfrm>
          <a:prstGeom prst="rect">
            <a:avLst/>
          </a:prstGeom>
          <a:solidFill>
            <a:srgbClr val="3FACD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5" name="Rectangle 354"/>
          <p:cNvSpPr/>
          <p:nvPr/>
        </p:nvSpPr>
        <p:spPr>
          <a:xfrm>
            <a:off x="1746206" y="5905352"/>
            <a:ext cx="38099" cy="101597"/>
          </a:xfrm>
          <a:prstGeom prst="rect">
            <a:avLst/>
          </a:prstGeom>
          <a:solidFill>
            <a:srgbClr val="45B1D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6" name="Rectangle 355"/>
          <p:cNvSpPr/>
          <p:nvPr/>
        </p:nvSpPr>
        <p:spPr>
          <a:xfrm>
            <a:off x="1777955" y="5905352"/>
            <a:ext cx="38099" cy="101597"/>
          </a:xfrm>
          <a:prstGeom prst="rect">
            <a:avLst/>
          </a:prstGeom>
          <a:solidFill>
            <a:srgbClr val="4BB6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7" name="Rectangle 356"/>
          <p:cNvSpPr/>
          <p:nvPr/>
        </p:nvSpPr>
        <p:spPr>
          <a:xfrm>
            <a:off x="1809704" y="5905352"/>
            <a:ext cx="38099" cy="101597"/>
          </a:xfrm>
          <a:prstGeom prst="rect">
            <a:avLst/>
          </a:prstGeom>
          <a:solidFill>
            <a:srgbClr val="50BB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8" name="Rectangle 357"/>
          <p:cNvSpPr/>
          <p:nvPr/>
        </p:nvSpPr>
        <p:spPr>
          <a:xfrm>
            <a:off x="1841453" y="5905352"/>
            <a:ext cx="38099" cy="101597"/>
          </a:xfrm>
          <a:prstGeom prst="rect">
            <a:avLst/>
          </a:prstGeom>
          <a:solidFill>
            <a:srgbClr val="60BF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9" name="Rectangle 358"/>
          <p:cNvSpPr/>
          <p:nvPr/>
        </p:nvSpPr>
        <p:spPr>
          <a:xfrm>
            <a:off x="1873203" y="5905352"/>
            <a:ext cx="38099" cy="101597"/>
          </a:xfrm>
          <a:prstGeom prst="rect">
            <a:avLst/>
          </a:prstGeom>
          <a:solidFill>
            <a:srgbClr val="75C1C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0" name="Rectangle 359"/>
          <p:cNvSpPr/>
          <p:nvPr/>
        </p:nvSpPr>
        <p:spPr>
          <a:xfrm>
            <a:off x="1904952" y="5905352"/>
            <a:ext cx="38099" cy="101597"/>
          </a:xfrm>
          <a:prstGeom prst="rect">
            <a:avLst/>
          </a:prstGeom>
          <a:solidFill>
            <a:srgbClr val="8AC4B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1" name="Rectangle 360"/>
          <p:cNvSpPr/>
          <p:nvPr/>
        </p:nvSpPr>
        <p:spPr>
          <a:xfrm>
            <a:off x="1936701" y="5905352"/>
            <a:ext cx="38099" cy="101597"/>
          </a:xfrm>
          <a:prstGeom prst="rect">
            <a:avLst/>
          </a:prstGeom>
          <a:solidFill>
            <a:srgbClr val="9FC6A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2" name="Rectangle 361"/>
          <p:cNvSpPr/>
          <p:nvPr/>
        </p:nvSpPr>
        <p:spPr>
          <a:xfrm>
            <a:off x="1968450" y="5905352"/>
            <a:ext cx="38099" cy="101597"/>
          </a:xfrm>
          <a:prstGeom prst="rect">
            <a:avLst/>
          </a:prstGeom>
          <a:solidFill>
            <a:srgbClr val="B4C99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3" name="Rectangle 362"/>
          <p:cNvSpPr/>
          <p:nvPr/>
        </p:nvSpPr>
        <p:spPr>
          <a:xfrm>
            <a:off x="2000199" y="5905352"/>
            <a:ext cx="38099" cy="101597"/>
          </a:xfrm>
          <a:prstGeom prst="rect">
            <a:avLst/>
          </a:prstGeom>
          <a:solidFill>
            <a:srgbClr val="C9CB7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4" name="Rectangle 363"/>
          <p:cNvSpPr/>
          <p:nvPr/>
        </p:nvSpPr>
        <p:spPr>
          <a:xfrm>
            <a:off x="2031949" y="5905352"/>
            <a:ext cx="38099" cy="101597"/>
          </a:xfrm>
          <a:prstGeom prst="rect">
            <a:avLst/>
          </a:prstGeom>
          <a:solidFill>
            <a:srgbClr val="DECE6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5" name="Rectangle 364"/>
          <p:cNvSpPr/>
          <p:nvPr/>
        </p:nvSpPr>
        <p:spPr>
          <a:xfrm>
            <a:off x="2063698" y="5905352"/>
            <a:ext cx="38099" cy="101597"/>
          </a:xfrm>
          <a:prstGeom prst="rect">
            <a:avLst/>
          </a:prstGeom>
          <a:solidFill>
            <a:srgbClr val="F3D15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6" name="Rectangle 365"/>
          <p:cNvSpPr/>
          <p:nvPr/>
        </p:nvSpPr>
        <p:spPr>
          <a:xfrm>
            <a:off x="2095447" y="5905352"/>
            <a:ext cx="38099" cy="101597"/>
          </a:xfrm>
          <a:prstGeom prst="rect">
            <a:avLst/>
          </a:prstGeom>
          <a:solidFill>
            <a:srgbClr val="FFCF4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7" name="Rectangle 366"/>
          <p:cNvSpPr/>
          <p:nvPr/>
        </p:nvSpPr>
        <p:spPr>
          <a:xfrm>
            <a:off x="2127196" y="5905352"/>
            <a:ext cx="38099" cy="101597"/>
          </a:xfrm>
          <a:prstGeom prst="rect">
            <a:avLst/>
          </a:prstGeom>
          <a:solidFill>
            <a:srgbClr val="FFC6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8" name="Rectangle 367"/>
          <p:cNvSpPr/>
          <p:nvPr/>
        </p:nvSpPr>
        <p:spPr>
          <a:xfrm>
            <a:off x="2158946" y="5905352"/>
            <a:ext cx="38099" cy="101597"/>
          </a:xfrm>
          <a:prstGeom prst="rect">
            <a:avLst/>
          </a:prstGeom>
          <a:solidFill>
            <a:srgbClr val="FFBE3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9" name="Rectangle 368"/>
          <p:cNvSpPr/>
          <p:nvPr/>
        </p:nvSpPr>
        <p:spPr>
          <a:xfrm>
            <a:off x="2190695" y="5905352"/>
            <a:ext cx="38099" cy="101597"/>
          </a:xfrm>
          <a:prstGeom prst="rect">
            <a:avLst/>
          </a:prstGeom>
          <a:solidFill>
            <a:srgbClr val="FFB6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0" name="Rectangle 369"/>
          <p:cNvSpPr/>
          <p:nvPr/>
        </p:nvSpPr>
        <p:spPr>
          <a:xfrm>
            <a:off x="2222444" y="5905352"/>
            <a:ext cx="38099" cy="101597"/>
          </a:xfrm>
          <a:prstGeom prst="rect">
            <a:avLst/>
          </a:prstGeom>
          <a:solidFill>
            <a:srgbClr val="FFAD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1" name="Rectangle 370"/>
          <p:cNvSpPr/>
          <p:nvPr/>
        </p:nvSpPr>
        <p:spPr>
          <a:xfrm>
            <a:off x="2254193" y="5905352"/>
            <a:ext cx="38099" cy="101597"/>
          </a:xfrm>
          <a:prstGeom prst="rect">
            <a:avLst/>
          </a:prstGeom>
          <a:solidFill>
            <a:srgbClr val="FFA5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2" name="Rectangle 371"/>
          <p:cNvSpPr/>
          <p:nvPr/>
        </p:nvSpPr>
        <p:spPr>
          <a:xfrm>
            <a:off x="2285942" y="5905352"/>
            <a:ext cx="38099" cy="101597"/>
          </a:xfrm>
          <a:prstGeom prst="rect">
            <a:avLst/>
          </a:prstGeom>
          <a:solidFill>
            <a:srgbClr val="FF9D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3" name="Rectangle 372"/>
          <p:cNvSpPr/>
          <p:nvPr/>
        </p:nvSpPr>
        <p:spPr>
          <a:xfrm>
            <a:off x="2317692" y="5905352"/>
            <a:ext cx="38099" cy="101597"/>
          </a:xfrm>
          <a:prstGeom prst="rect">
            <a:avLst/>
          </a:prstGeom>
          <a:solidFill>
            <a:srgbClr val="FF951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4" name="Rectangle 373"/>
          <p:cNvSpPr/>
          <p:nvPr/>
        </p:nvSpPr>
        <p:spPr>
          <a:xfrm>
            <a:off x="2349441" y="5905352"/>
            <a:ext cx="38099" cy="101597"/>
          </a:xfrm>
          <a:prstGeom prst="rect">
            <a:avLst/>
          </a:prstGeom>
          <a:solidFill>
            <a:srgbClr val="FF8C0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5" name="Rectangle 374"/>
          <p:cNvSpPr/>
          <p:nvPr/>
        </p:nvSpPr>
        <p:spPr>
          <a:xfrm>
            <a:off x="2381190" y="5905352"/>
            <a:ext cx="38099" cy="101597"/>
          </a:xfrm>
          <a:prstGeom prst="rect">
            <a:avLst/>
          </a:prstGeom>
          <a:solidFill>
            <a:srgbClr val="FF840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6" name="Rectangle 375"/>
          <p:cNvSpPr/>
          <p:nvPr/>
        </p:nvSpPr>
        <p:spPr>
          <a:xfrm>
            <a:off x="2412939" y="5905352"/>
            <a:ext cx="38099" cy="101597"/>
          </a:xfrm>
          <a:prstGeom prst="rect">
            <a:avLst/>
          </a:prstGeom>
          <a:solidFill>
            <a:srgbClr val="FF7C0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7" name="Rectangle 376"/>
          <p:cNvSpPr/>
          <p:nvPr/>
        </p:nvSpPr>
        <p:spPr>
          <a:xfrm>
            <a:off x="2444688" y="5905352"/>
            <a:ext cx="38099" cy="101597"/>
          </a:xfrm>
          <a:prstGeom prst="rect">
            <a:avLst/>
          </a:prstGeom>
          <a:solidFill>
            <a:srgbClr val="FD750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8" name="Rectangle 377"/>
          <p:cNvSpPr/>
          <p:nvPr/>
        </p:nvSpPr>
        <p:spPr>
          <a:xfrm>
            <a:off x="2476438" y="5905352"/>
            <a:ext cx="38099" cy="101597"/>
          </a:xfrm>
          <a:prstGeom prst="rect">
            <a:avLst/>
          </a:prstGeom>
          <a:solidFill>
            <a:srgbClr val="FB6F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9" name="Rectangle 378"/>
          <p:cNvSpPr/>
          <p:nvPr/>
        </p:nvSpPr>
        <p:spPr>
          <a:xfrm>
            <a:off x="2508187" y="5905352"/>
            <a:ext cx="38099" cy="101597"/>
          </a:xfrm>
          <a:prstGeom prst="rect">
            <a:avLst/>
          </a:prstGeom>
          <a:solidFill>
            <a:srgbClr val="FA690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0" name="Rectangle 379"/>
          <p:cNvSpPr/>
          <p:nvPr/>
        </p:nvSpPr>
        <p:spPr>
          <a:xfrm>
            <a:off x="2539936" y="5905352"/>
            <a:ext cx="38099" cy="101597"/>
          </a:xfrm>
          <a:prstGeom prst="rect">
            <a:avLst/>
          </a:prstGeom>
          <a:solidFill>
            <a:srgbClr val="F863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1" name="Rectangle 380"/>
          <p:cNvSpPr/>
          <p:nvPr/>
        </p:nvSpPr>
        <p:spPr>
          <a:xfrm>
            <a:off x="2571685" y="5905352"/>
            <a:ext cx="38099" cy="101597"/>
          </a:xfrm>
          <a:prstGeom prst="rect">
            <a:avLst/>
          </a:prstGeom>
          <a:solidFill>
            <a:srgbClr val="F65D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2" name="Rectangle 381"/>
          <p:cNvSpPr/>
          <p:nvPr/>
        </p:nvSpPr>
        <p:spPr>
          <a:xfrm>
            <a:off x="2603434" y="5905352"/>
            <a:ext cx="38099" cy="101597"/>
          </a:xfrm>
          <a:prstGeom prst="rect">
            <a:avLst/>
          </a:prstGeom>
          <a:solidFill>
            <a:srgbClr val="F4570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3" name="Rectangle 382"/>
          <p:cNvSpPr/>
          <p:nvPr/>
        </p:nvSpPr>
        <p:spPr>
          <a:xfrm>
            <a:off x="2635184" y="5905352"/>
            <a:ext cx="38099" cy="101597"/>
          </a:xfrm>
          <a:prstGeom prst="rect">
            <a:avLst/>
          </a:prstGeom>
          <a:solidFill>
            <a:srgbClr val="F2511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4" name="Rectangle 383"/>
          <p:cNvSpPr/>
          <p:nvPr/>
        </p:nvSpPr>
        <p:spPr>
          <a:xfrm>
            <a:off x="2666933" y="5905352"/>
            <a:ext cx="38099" cy="101597"/>
          </a:xfrm>
          <a:prstGeom prst="rect">
            <a:avLst/>
          </a:prstGeom>
          <a:solidFill>
            <a:srgbClr val="F04B1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5" name="Rectangle 384"/>
          <p:cNvSpPr/>
          <p:nvPr/>
        </p:nvSpPr>
        <p:spPr>
          <a:xfrm>
            <a:off x="2698682" y="5905352"/>
            <a:ext cx="38099" cy="101597"/>
          </a:xfrm>
          <a:prstGeom prst="rect">
            <a:avLst/>
          </a:prstGeom>
          <a:solidFill>
            <a:srgbClr val="EE451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6" name="Rectangle 385"/>
          <p:cNvSpPr/>
          <p:nvPr/>
        </p:nvSpPr>
        <p:spPr>
          <a:xfrm>
            <a:off x="2730431" y="5905352"/>
            <a:ext cx="38099" cy="101597"/>
          </a:xfrm>
          <a:prstGeom prst="rect">
            <a:avLst/>
          </a:prstGeom>
          <a:solidFill>
            <a:srgbClr val="EC3F1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7" name="Rectangle 386"/>
          <p:cNvSpPr/>
          <p:nvPr/>
        </p:nvSpPr>
        <p:spPr>
          <a:xfrm>
            <a:off x="2762180" y="5905352"/>
            <a:ext cx="38099" cy="101597"/>
          </a:xfrm>
          <a:prstGeom prst="rect">
            <a:avLst/>
          </a:prstGeom>
          <a:solidFill>
            <a:srgbClr val="EA391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8" name="Rectangle 387"/>
          <p:cNvSpPr/>
          <p:nvPr/>
        </p:nvSpPr>
        <p:spPr>
          <a:xfrm>
            <a:off x="2793930" y="5905352"/>
            <a:ext cx="38099" cy="101597"/>
          </a:xfrm>
          <a:prstGeom prst="rect">
            <a:avLst/>
          </a:prstGeom>
          <a:solidFill>
            <a:srgbClr val="E833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9" name="TextBox 388"/>
          <p:cNvSpPr txBox="1"/>
          <p:nvPr/>
        </p:nvSpPr>
        <p:spPr>
          <a:xfrm>
            <a:off x="539736" y="6070448"/>
            <a:ext cx="761980" cy="190495"/>
          </a:xfrm>
          <a:prstGeom prst="rect">
            <a:avLst/>
          </a:prstGeom>
          <a:noFill/>
        </p:spPr>
        <p:txBody>
          <a:bodyPr wrap="square" lIns="0" tIns="0" rIns="0" bIns="0" anchor="t">
            <a:spAutoFit/>
          </a:bodyPr>
          <a:lstStyle/>
          <a:p>
            <a:pPr algn="ctr">
              <a:lnSpc>
                <a:spcPct val="125000"/>
              </a:lnSpc>
            </a:pPr>
            <a:r>
              <a:rPr sz="1100" b="0">
                <a:solidFill>
                  <a:srgbClr val="8FB6D0"/>
                </a:solidFill>
                <a:latin typeface="Consolas"/>
              </a:rPr>
              <a:t>0</a:t>
            </a:r>
          </a:p>
        </p:txBody>
      </p:sp>
      <p:sp>
        <p:nvSpPr>
          <p:cNvPr id="390" name="TextBox 389"/>
          <p:cNvSpPr txBox="1"/>
          <p:nvPr/>
        </p:nvSpPr>
        <p:spPr>
          <a:xfrm>
            <a:off x="1492212" y="6070448"/>
            <a:ext cx="761980" cy="190495"/>
          </a:xfrm>
          <a:prstGeom prst="rect">
            <a:avLst/>
          </a:prstGeom>
          <a:noFill/>
        </p:spPr>
        <p:txBody>
          <a:bodyPr wrap="square" lIns="0" tIns="0" rIns="0" bIns="0" anchor="t">
            <a:spAutoFit/>
          </a:bodyPr>
          <a:lstStyle/>
          <a:p>
            <a:pPr algn="ctr">
              <a:lnSpc>
                <a:spcPct val="125000"/>
              </a:lnSpc>
            </a:pPr>
            <a:r>
              <a:rPr sz="1100" b="0">
                <a:solidFill>
                  <a:srgbClr val="8FB6D0"/>
                </a:solidFill>
                <a:latin typeface="Consolas"/>
              </a:rPr>
              <a:t>200</a:t>
            </a:r>
          </a:p>
        </p:txBody>
      </p:sp>
      <p:sp>
        <p:nvSpPr>
          <p:cNvPr id="391" name="TextBox 390"/>
          <p:cNvSpPr txBox="1"/>
          <p:nvPr/>
        </p:nvSpPr>
        <p:spPr>
          <a:xfrm>
            <a:off x="2444688" y="6070448"/>
            <a:ext cx="761980" cy="190495"/>
          </a:xfrm>
          <a:prstGeom prst="rect">
            <a:avLst/>
          </a:prstGeom>
          <a:noFill/>
        </p:spPr>
        <p:txBody>
          <a:bodyPr wrap="square" lIns="0" tIns="0" rIns="0" bIns="0" anchor="t">
            <a:spAutoFit/>
          </a:bodyPr>
          <a:lstStyle/>
          <a:p>
            <a:pPr algn="ctr">
              <a:lnSpc>
                <a:spcPct val="125000"/>
              </a:lnSpc>
            </a:pPr>
            <a:r>
              <a:rPr sz="1100" b="0">
                <a:solidFill>
                  <a:srgbClr val="8FB6D0"/>
                </a:solidFill>
                <a:latin typeface="Consolas"/>
              </a:rPr>
              <a:t>400</a:t>
            </a:r>
          </a:p>
        </p:txBody>
      </p:sp>
      <p:sp>
        <p:nvSpPr>
          <p:cNvPr id="392" name="TextBox 391"/>
          <p:cNvSpPr txBox="1"/>
          <p:nvPr/>
        </p:nvSpPr>
        <p:spPr>
          <a:xfrm>
            <a:off x="2978075" y="5892652"/>
            <a:ext cx="1269968" cy="190495"/>
          </a:xfrm>
          <a:prstGeom prst="rect">
            <a:avLst/>
          </a:prstGeom>
          <a:noFill/>
        </p:spPr>
        <p:txBody>
          <a:bodyPr wrap="square" lIns="0" tIns="0" rIns="0" bIns="0" anchor="t">
            <a:spAutoFit/>
          </a:bodyPr>
          <a:lstStyle/>
          <a:p>
            <a:pPr algn="l">
              <a:lnSpc>
                <a:spcPct val="125000"/>
              </a:lnSpc>
            </a:pPr>
            <a:r>
              <a:rPr sz="1100" b="0">
                <a:solidFill>
                  <a:srgbClr val="8FB6D0"/>
                </a:solidFill>
                <a:latin typeface="Consolas"/>
              </a:rPr>
              <a:t>kPa</a:t>
            </a:r>
          </a:p>
        </p:txBody>
      </p:sp>
      <p:sp>
        <p:nvSpPr>
          <p:cNvPr id="393" name="!!piek"/>
          <p:cNvSpPr txBox="1"/>
          <p:nvPr/>
        </p:nvSpPr>
        <p:spPr>
          <a:xfrm>
            <a:off x="3555911" y="1587460"/>
            <a:ext cx="4444888" cy="1904952"/>
          </a:xfrm>
          <a:prstGeom prst="rect">
            <a:avLst/>
          </a:prstGeom>
          <a:noFill/>
        </p:spPr>
        <p:txBody>
          <a:bodyPr wrap="none" lIns="0" tIns="0" rIns="0" bIns="0" anchor="t">
            <a:spAutoFit/>
          </a:bodyPr>
          <a:lstStyle/>
          <a:p>
            <a:pPr algn="l">
              <a:lnSpc>
                <a:spcPct val="90000"/>
              </a:lnSpc>
            </a:pPr>
            <a:r>
              <a:rPr sz="15000" b="1">
                <a:solidFill>
                  <a:srgbClr val="FF7A00"/>
                </a:solidFill>
                <a:latin typeface="Segoe UI"/>
              </a:rPr>
              <a:t>312</a:t>
            </a:r>
          </a:p>
        </p:txBody>
      </p:sp>
      <p:sp>
        <p:nvSpPr>
          <p:cNvPr id="394" name="!!eenheid"/>
          <p:cNvSpPr txBox="1"/>
          <p:nvPr/>
        </p:nvSpPr>
        <p:spPr>
          <a:xfrm>
            <a:off x="6857828" y="1904952"/>
            <a:ext cx="1269968" cy="507987"/>
          </a:xfrm>
          <a:prstGeom prst="rect">
            <a:avLst/>
          </a:prstGeom>
          <a:noFill/>
        </p:spPr>
        <p:txBody>
          <a:bodyPr wrap="square" lIns="0" tIns="0" rIns="0" bIns="0" anchor="t">
            <a:spAutoFit/>
          </a:bodyPr>
          <a:lstStyle/>
          <a:p>
            <a:pPr algn="l">
              <a:lnSpc>
                <a:spcPct val="125000"/>
              </a:lnSpc>
            </a:pPr>
            <a:r>
              <a:rPr sz="4400" b="1">
                <a:solidFill>
                  <a:srgbClr val="FF7A00"/>
                </a:solidFill>
                <a:latin typeface="Segoe UI Light"/>
              </a:rPr>
              <a:t>kPa</a:t>
            </a:r>
          </a:p>
        </p:txBody>
      </p:sp>
      <p:sp>
        <p:nvSpPr>
          <p:cNvPr id="395" name="!!plek"/>
          <p:cNvSpPr txBox="1"/>
          <p:nvPr/>
        </p:nvSpPr>
        <p:spPr>
          <a:xfrm>
            <a:off x="3581310" y="3352716"/>
            <a:ext cx="7619809" cy="380990"/>
          </a:xfrm>
          <a:prstGeom prst="rect">
            <a:avLst/>
          </a:prstGeom>
          <a:noFill/>
        </p:spPr>
        <p:txBody>
          <a:bodyPr wrap="square" lIns="0" tIns="0" rIns="0" bIns="0" anchor="t">
            <a:spAutoFit/>
          </a:bodyPr>
          <a:lstStyle/>
          <a:p>
            <a:pPr algn="l">
              <a:lnSpc>
                <a:spcPct val="125000"/>
              </a:lnSpc>
            </a:pPr>
            <a:r>
              <a:rPr sz="2200" b="1">
                <a:solidFill>
                  <a:srgbClr val="F2F8FC"/>
                </a:solidFill>
                <a:latin typeface="Segoe UI"/>
              </a:rPr>
              <a:t>piekdruk op metatarsaal 2-3</a:t>
            </a:r>
          </a:p>
        </p:txBody>
      </p:sp>
      <p:sp>
        <p:nvSpPr>
          <p:cNvPr id="396" name="!!norm"/>
          <p:cNvSpPr/>
          <p:nvPr/>
        </p:nvSpPr>
        <p:spPr>
          <a:xfrm>
            <a:off x="3555911" y="3924201"/>
            <a:ext cx="8000799" cy="609584"/>
          </a:xfrm>
          <a:prstGeom prst="roundRect">
            <a:avLst>
              <a:gd name="adj" fmla="val 4500"/>
            </a:avLst>
          </a:prstGeom>
          <a:solidFill>
            <a:srgbClr val="1748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7" name="!!normtekst"/>
          <p:cNvSpPr txBox="1"/>
          <p:nvPr/>
        </p:nvSpPr>
        <p:spPr>
          <a:xfrm>
            <a:off x="3555911" y="4101997"/>
            <a:ext cx="8000799" cy="292092"/>
          </a:xfrm>
          <a:prstGeom prst="rect">
            <a:avLst/>
          </a:prstGeom>
          <a:noFill/>
        </p:spPr>
        <p:txBody>
          <a:bodyPr wrap="square" lIns="0" tIns="0" rIns="0" bIns="0" anchor="t">
            <a:spAutoFit/>
          </a:bodyPr>
          <a:lstStyle/>
          <a:p>
            <a:pPr algn="ctr">
              <a:lnSpc>
                <a:spcPct val="125000"/>
              </a:lnSpc>
            </a:pPr>
            <a:r>
              <a:rPr sz="2200" b="1">
                <a:solidFill>
                  <a:srgbClr val="FF7A00"/>
                </a:solidFill>
                <a:latin typeface="Consolas"/>
              </a:rPr>
              <a:t>Norm:  &lt; 200 kPa   óf   ≥ 25% lager</a:t>
            </a:r>
          </a:p>
        </p:txBody>
      </p:sp>
      <p:sp>
        <p:nvSpPr>
          <p:cNvPr id="398" name="TextBox 397"/>
          <p:cNvSpPr txBox="1"/>
          <p:nvPr/>
        </p:nvSpPr>
        <p:spPr>
          <a:xfrm>
            <a:off x="3555911" y="4825879"/>
            <a:ext cx="8000799" cy="1174489"/>
          </a:xfrm>
          <a:prstGeom prst="rect">
            <a:avLst/>
          </a:prstGeom>
          <a:noFill/>
        </p:spPr>
        <p:txBody>
          <a:bodyPr wrap="square" lIns="0" tIns="0" rIns="0" bIns="0" anchor="t">
            <a:spAutoFit/>
          </a:bodyPr>
          <a:lstStyle/>
          <a:p>
            <a:pPr algn="l">
              <a:lnSpc>
                <a:spcPct val="135000"/>
              </a:lnSpc>
            </a:pPr>
            <a:r>
              <a:rPr lang="nl-NL" sz="1700" b="0">
                <a:solidFill>
                  <a:srgbClr val="8FB6D0"/>
                </a:solidFill>
                <a:latin typeface="Segoe UI"/>
              </a:rPr>
              <a:t>pedar®-sensorzool in de schoen, zonder de CMFO: drie metingen.</a:t>
            </a:r>
            <a:endParaRPr sz="1700" b="0">
              <a:solidFill>
                <a:srgbClr val="8FB6D0"/>
              </a:solidFill>
              <a:latin typeface="Segoe UI"/>
            </a:endParaRPr>
          </a:p>
          <a:p>
            <a:pPr algn="l">
              <a:lnSpc>
                <a:spcPct val="135000"/>
              </a:lnSpc>
              <a:spcBef>
                <a:spcPts val="1200"/>
              </a:spcBef>
            </a:pPr>
            <a:r>
              <a:rPr lang="nl-NL" sz="1700" b="0">
                <a:solidFill>
                  <a:srgbClr val="8FB6D0"/>
                </a:solidFill>
                <a:latin typeface="Segoe UI"/>
              </a:rPr>
              <a:t>Links en rechts tegelijk; uit de drie metingen één gemiddeld piekdrukbeeld per voet.</a:t>
            </a:r>
            <a:endParaRPr sz="1700" b="0">
              <a:solidFill>
                <a:srgbClr val="8FB6D0"/>
              </a:solidFill>
              <a:latin typeface="Segoe UI"/>
            </a:endParaRPr>
          </a:p>
        </p:txBody>
      </p:sp>
      <p:sp>
        <p:nvSpPr>
          <p:cNvPr id="399" name="TextBox 398"/>
          <p:cNvSpPr txBox="1"/>
          <p:nvPr/>
        </p:nvSpPr>
        <p:spPr>
          <a:xfrm>
            <a:off x="634984" y="6387940"/>
            <a:ext cx="8889777" cy="190495"/>
          </a:xfrm>
          <a:prstGeom prst="rect">
            <a:avLst/>
          </a:prstGeom>
          <a:noFill/>
        </p:spPr>
        <p:txBody>
          <a:bodyPr wrap="square" lIns="0" tIns="0" rIns="0" bIns="0" anchor="t">
            <a:spAutoFit/>
          </a:bodyPr>
          <a:lstStyle/>
          <a:p>
            <a:pPr algn="l">
              <a:lnSpc>
                <a:spcPct val="125000"/>
              </a:lnSpc>
            </a:pPr>
            <a:r>
              <a:rPr sz="1150" b="0">
                <a:solidFill>
                  <a:srgbClr val="8FB6D0"/>
                </a:solidFill>
                <a:latin typeface="Consolas"/>
              </a:rPr>
              <a:t>eCRF-document 09 · Meting plantaire druk, baseline</a:t>
            </a:r>
          </a:p>
        </p:txBody>
      </p:sp>
      <p:sp>
        <p:nvSpPr>
          <p:cNvPr id="400" name="TextBox 399"/>
          <p:cNvSpPr txBox="1"/>
          <p:nvPr/>
        </p:nvSpPr>
        <p:spPr>
          <a:xfrm>
            <a:off x="10540736" y="6387940"/>
            <a:ext cx="1015974" cy="186141"/>
          </a:xfrm>
          <a:prstGeom prst="rect">
            <a:avLst/>
          </a:prstGeom>
          <a:noFill/>
        </p:spPr>
        <p:txBody>
          <a:bodyPr wrap="square" lIns="0" tIns="0" rIns="0" bIns="0" anchor="t">
            <a:spAutoFit/>
          </a:bodyPr>
          <a:lstStyle/>
          <a:p>
            <a:pPr algn="r">
              <a:lnSpc>
                <a:spcPct val="125000"/>
              </a:lnSpc>
            </a:pPr>
            <a:r>
              <a:rPr lang="nl-BE" sz="1050" b="0">
                <a:solidFill>
                  <a:srgbClr val="8FB6D0"/>
                </a:solidFill>
                <a:latin typeface="Consolas"/>
              </a:rPr>
              <a:t>13 / 31</a:t>
            </a:r>
            <a:endParaRPr sz="1050" b="0">
              <a:solidFill>
                <a:srgbClr val="8FB6D0"/>
              </a:solidFill>
              <a:latin typeface="Consolas"/>
            </a:endParaRPr>
          </a:p>
        </p:txBody>
      </p:sp>
      <p:pic>
        <p:nvPicPr>
          <p:cNvPr id="401" name="merk" descr="merk.png"/>
          <p:cNvPicPr>
            <a:picLocks noChangeAspect="1"/>
          </p:cNvPicPr>
          <p:nvPr/>
        </p:nvPicPr>
        <p:blipFill>
          <a:blip r:embed="rId3"/>
          <a:stretch>
            <a:fillRect/>
          </a:stretch>
        </p:blipFill>
        <p:spPr>
          <a:xfrm>
            <a:off x="11094166" y="368290"/>
            <a:ext cx="417101" cy="482587"/>
          </a:xfrm>
          <a:prstGeom prst="rect">
            <a:avLst/>
          </a:prstGeom>
        </p:spPr>
      </p:pic>
      <p:sp>
        <p:nvSpPr>
          <p:cNvPr id="402" name="TextBox 401"/>
          <p:cNvSpPr txBox="1"/>
          <p:nvPr/>
        </p:nvSpPr>
        <p:spPr>
          <a:xfrm>
            <a:off x="634984" y="6629234"/>
            <a:ext cx="10921726" cy="177795"/>
          </a:xfrm>
          <a:prstGeom prst="rect">
            <a:avLst/>
          </a:prstGeom>
          <a:noFill/>
        </p:spPr>
        <p:txBody>
          <a:bodyPr wrap="square" lIns="0" tIns="0" rIns="0" bIns="0" anchor="t">
            <a:spAutoFit/>
          </a:bodyPr>
          <a:lstStyle/>
          <a:p>
            <a:pPr algn="l">
              <a:lnSpc>
                <a:spcPct val="125000"/>
              </a:lnSpc>
            </a:pPr>
            <a:r>
              <a:rPr sz="1000" b="0">
                <a:solidFill>
                  <a:srgbClr val="8FB6D0"/>
                </a:solidFill>
                <a:latin typeface="Consolas"/>
              </a:rPr>
              <a:t>Bron  7 · Bus 2020   |   27 · Zwaferink 2024</a:t>
            </a: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200">
        <p159:morph option="byObject"/>
      </p:transition>
    </mc:Choice>
    <mc:Fallback xmlns="">
      <p:transition spd="slow">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7828"/>
          </a:xfrm>
          <a:prstGeom prst="rect">
            <a:avLst/>
          </a:prstGeom>
          <a:gradFill rotWithShape="1">
            <a:gsLst>
              <a:gs pos="0">
                <a:srgbClr val="072138"/>
              </a:gs>
              <a:gs pos="100000">
                <a:srgbClr val="04182A"/>
              </a:gs>
            </a:gsLst>
            <a:lin ang="5400000" scaled="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634984" y="571485"/>
            <a:ext cx="9524761" cy="215894"/>
          </a:xfrm>
          <a:prstGeom prst="rect">
            <a:avLst/>
          </a:prstGeom>
          <a:noFill/>
        </p:spPr>
        <p:txBody>
          <a:bodyPr wrap="square" lIns="0" tIns="0" rIns="0" bIns="0" anchor="t">
            <a:spAutoFit/>
          </a:bodyPr>
          <a:lstStyle/>
          <a:p>
            <a:pPr algn="l">
              <a:lnSpc>
                <a:spcPct val="125000"/>
              </a:lnSpc>
            </a:pPr>
            <a:r>
              <a:rPr sz="1250" b="1" spc="240">
                <a:solidFill>
                  <a:srgbClr val="52BDEC"/>
                </a:solidFill>
                <a:latin typeface="Consolas"/>
              </a:rPr>
              <a:t>NA OPTIMALISATIE</a:t>
            </a:r>
          </a:p>
        </p:txBody>
      </p:sp>
      <p:sp>
        <p:nvSpPr>
          <p:cNvPr id="4" name="!!sectietitel"/>
          <p:cNvSpPr txBox="1"/>
          <p:nvPr/>
        </p:nvSpPr>
        <p:spPr>
          <a:xfrm>
            <a:off x="634984" y="838179"/>
            <a:ext cx="9905752" cy="1269968"/>
          </a:xfrm>
          <a:prstGeom prst="rect">
            <a:avLst/>
          </a:prstGeom>
          <a:noFill/>
        </p:spPr>
        <p:txBody>
          <a:bodyPr wrap="square" lIns="0" tIns="0" rIns="0" bIns="0" anchor="t">
            <a:spAutoFit/>
          </a:bodyPr>
          <a:lstStyle/>
          <a:p>
            <a:pPr algn="l">
              <a:lnSpc>
                <a:spcPct val="110000"/>
              </a:lnSpc>
            </a:pPr>
            <a:r>
              <a:rPr sz="4000" b="1">
                <a:solidFill>
                  <a:srgbClr val="F2F8FC"/>
                </a:solidFill>
                <a:latin typeface="Segoe UI"/>
              </a:rPr>
              <a:t>Wanneer is het goed genoeg</a:t>
            </a:r>
          </a:p>
        </p:txBody>
      </p:sp>
      <p:sp>
        <p:nvSpPr>
          <p:cNvPr id="5" name="!!p00_07"/>
          <p:cNvSpPr/>
          <p:nvPr/>
        </p:nvSpPr>
        <p:spPr>
          <a:xfrm>
            <a:off x="1585505" y="5645727"/>
            <a:ext cx="99157" cy="99157"/>
          </a:xfrm>
          <a:prstGeom prst="roundRect">
            <a:avLst>
              <a:gd name="adj" fmla="val 30000"/>
            </a:avLst>
          </a:prstGeom>
          <a:solidFill>
            <a:srgbClr val="145C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p00_08"/>
          <p:cNvSpPr/>
          <p:nvPr/>
        </p:nvSpPr>
        <p:spPr>
          <a:xfrm>
            <a:off x="1744251" y="5645727"/>
            <a:ext cx="99157" cy="99157"/>
          </a:xfrm>
          <a:prstGeom prst="roundRect">
            <a:avLst>
              <a:gd name="adj" fmla="val 30000"/>
            </a:avLst>
          </a:prstGeom>
          <a:solidFill>
            <a:srgbClr val="18719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p00_09"/>
          <p:cNvSpPr/>
          <p:nvPr/>
        </p:nvSpPr>
        <p:spPr>
          <a:xfrm>
            <a:off x="1902997" y="5645727"/>
            <a:ext cx="99157" cy="99157"/>
          </a:xfrm>
          <a:prstGeom prst="roundRect">
            <a:avLst>
              <a:gd name="adj" fmla="val 30000"/>
            </a:avLst>
          </a:prstGeom>
          <a:solidFill>
            <a:srgbClr val="18719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p00_10"/>
          <p:cNvSpPr/>
          <p:nvPr/>
        </p:nvSpPr>
        <p:spPr>
          <a:xfrm>
            <a:off x="2061743" y="5645727"/>
            <a:ext cx="99157" cy="99157"/>
          </a:xfrm>
          <a:prstGeom prst="roundRect">
            <a:avLst>
              <a:gd name="adj" fmla="val 30000"/>
            </a:avLst>
          </a:prstGeom>
          <a:solidFill>
            <a:srgbClr val="145C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p01_06"/>
          <p:cNvSpPr/>
          <p:nvPr/>
        </p:nvSpPr>
        <p:spPr>
          <a:xfrm>
            <a:off x="1426759" y="5530427"/>
            <a:ext cx="99157" cy="99157"/>
          </a:xfrm>
          <a:prstGeom prst="roundRect">
            <a:avLst>
              <a:gd name="adj" fmla="val 30000"/>
            </a:avLst>
          </a:prstGeom>
          <a:solidFill>
            <a:srgbClr val="104B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p01_07"/>
          <p:cNvSpPr/>
          <p:nvPr/>
        </p:nvSpPr>
        <p:spPr>
          <a:xfrm>
            <a:off x="1585505" y="5530427"/>
            <a:ext cx="99157" cy="99157"/>
          </a:xfrm>
          <a:prstGeom prst="roundRect">
            <a:avLst>
              <a:gd name="adj" fmla="val 30000"/>
            </a:avLst>
          </a:prstGeom>
          <a:solidFill>
            <a:srgbClr val="176F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p01_08"/>
          <p:cNvSpPr/>
          <p:nvPr/>
        </p:nvSpPr>
        <p:spPr>
          <a:xfrm>
            <a:off x="1744251" y="5530427"/>
            <a:ext cx="99157" cy="99157"/>
          </a:xfrm>
          <a:prstGeom prst="roundRect">
            <a:avLst>
              <a:gd name="adj" fmla="val 30000"/>
            </a:avLst>
          </a:prstGeom>
          <a:solidFill>
            <a:srgbClr val="1C89A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p01_09"/>
          <p:cNvSpPr/>
          <p:nvPr/>
        </p:nvSpPr>
        <p:spPr>
          <a:xfrm>
            <a:off x="1902997" y="5530427"/>
            <a:ext cx="99157" cy="99157"/>
          </a:xfrm>
          <a:prstGeom prst="roundRect">
            <a:avLst>
              <a:gd name="adj" fmla="val 30000"/>
            </a:avLst>
          </a:prstGeom>
          <a:solidFill>
            <a:srgbClr val="1C89A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p01_10"/>
          <p:cNvSpPr/>
          <p:nvPr/>
        </p:nvSpPr>
        <p:spPr>
          <a:xfrm>
            <a:off x="2061743" y="5530427"/>
            <a:ext cx="99157" cy="99157"/>
          </a:xfrm>
          <a:prstGeom prst="roundRect">
            <a:avLst>
              <a:gd name="adj" fmla="val 30000"/>
            </a:avLst>
          </a:prstGeom>
          <a:solidFill>
            <a:srgbClr val="176F9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p01_11"/>
          <p:cNvSpPr/>
          <p:nvPr/>
        </p:nvSpPr>
        <p:spPr>
          <a:xfrm>
            <a:off x="2220489" y="5530427"/>
            <a:ext cx="99157" cy="99157"/>
          </a:xfrm>
          <a:prstGeom prst="roundRect">
            <a:avLst>
              <a:gd name="adj" fmla="val 30000"/>
            </a:avLst>
          </a:prstGeom>
          <a:solidFill>
            <a:srgbClr val="104B7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p02_05"/>
          <p:cNvSpPr/>
          <p:nvPr/>
        </p:nvSpPr>
        <p:spPr>
          <a:xfrm>
            <a:off x="1268013" y="5415127"/>
            <a:ext cx="99157" cy="99157"/>
          </a:xfrm>
          <a:prstGeom prst="roundRect">
            <a:avLst>
              <a:gd name="adj" fmla="val 30000"/>
            </a:avLst>
          </a:prstGeom>
          <a:solidFill>
            <a:srgbClr val="0C37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p02_06"/>
          <p:cNvSpPr/>
          <p:nvPr/>
        </p:nvSpPr>
        <p:spPr>
          <a:xfrm>
            <a:off x="1426759" y="5415127"/>
            <a:ext cx="99157" cy="99157"/>
          </a:xfrm>
          <a:prstGeom prst="roundRect">
            <a:avLst>
              <a:gd name="adj" fmla="val 30000"/>
            </a:avLst>
          </a:prstGeom>
          <a:solidFill>
            <a:srgbClr val="12567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p02_07"/>
          <p:cNvSpPr/>
          <p:nvPr/>
        </p:nvSpPr>
        <p:spPr>
          <a:xfrm>
            <a:off x="1585505" y="5415127"/>
            <a:ext cx="99157" cy="99157"/>
          </a:xfrm>
          <a:prstGeom prst="roundRect">
            <a:avLst>
              <a:gd name="adj" fmla="val 30000"/>
            </a:avLst>
          </a:prstGeom>
          <a:solidFill>
            <a:srgbClr val="1B80A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p02_08"/>
          <p:cNvSpPr/>
          <p:nvPr/>
        </p:nvSpPr>
        <p:spPr>
          <a:xfrm>
            <a:off x="1744251" y="5415127"/>
            <a:ext cx="99157" cy="99157"/>
          </a:xfrm>
          <a:prstGeom prst="roundRect">
            <a:avLst>
              <a:gd name="adj" fmla="val 30000"/>
            </a:avLst>
          </a:prstGeom>
          <a:solidFill>
            <a:srgbClr val="2897B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p02_09"/>
          <p:cNvSpPr/>
          <p:nvPr/>
        </p:nvSpPr>
        <p:spPr>
          <a:xfrm>
            <a:off x="1902997" y="5415127"/>
            <a:ext cx="99157" cy="99157"/>
          </a:xfrm>
          <a:prstGeom prst="roundRect">
            <a:avLst>
              <a:gd name="adj" fmla="val 30000"/>
            </a:avLst>
          </a:prstGeom>
          <a:solidFill>
            <a:srgbClr val="2897B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p02_10"/>
          <p:cNvSpPr/>
          <p:nvPr/>
        </p:nvSpPr>
        <p:spPr>
          <a:xfrm>
            <a:off x="2061743" y="5415127"/>
            <a:ext cx="99157" cy="99157"/>
          </a:xfrm>
          <a:prstGeom prst="roundRect">
            <a:avLst>
              <a:gd name="adj" fmla="val 30000"/>
            </a:avLst>
          </a:prstGeom>
          <a:solidFill>
            <a:srgbClr val="1B81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p02_11"/>
          <p:cNvSpPr/>
          <p:nvPr/>
        </p:nvSpPr>
        <p:spPr>
          <a:xfrm>
            <a:off x="2220489" y="5415127"/>
            <a:ext cx="99157" cy="99157"/>
          </a:xfrm>
          <a:prstGeom prst="roundRect">
            <a:avLst>
              <a:gd name="adj" fmla="val 30000"/>
            </a:avLst>
          </a:prstGeom>
          <a:solidFill>
            <a:srgbClr val="13577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p02_12"/>
          <p:cNvSpPr/>
          <p:nvPr/>
        </p:nvSpPr>
        <p:spPr>
          <a:xfrm>
            <a:off x="2379235" y="5415127"/>
            <a:ext cx="99157" cy="99157"/>
          </a:xfrm>
          <a:prstGeom prst="roundRect">
            <a:avLst>
              <a:gd name="adj" fmla="val 30000"/>
            </a:avLst>
          </a:prstGeom>
          <a:solidFill>
            <a:srgbClr val="0C37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p03_05"/>
          <p:cNvSpPr/>
          <p:nvPr/>
        </p:nvSpPr>
        <p:spPr>
          <a:xfrm>
            <a:off x="1268013" y="5299828"/>
            <a:ext cx="99157" cy="99157"/>
          </a:xfrm>
          <a:prstGeom prst="roundRect">
            <a:avLst>
              <a:gd name="adj" fmla="val 30000"/>
            </a:avLst>
          </a:prstGeom>
          <a:solidFill>
            <a:srgbClr val="0D396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p03_06"/>
          <p:cNvSpPr/>
          <p:nvPr/>
        </p:nvSpPr>
        <p:spPr>
          <a:xfrm>
            <a:off x="1426759" y="5299828"/>
            <a:ext cx="99157" cy="99157"/>
          </a:xfrm>
          <a:prstGeom prst="roundRect">
            <a:avLst>
              <a:gd name="adj" fmla="val 30000"/>
            </a:avLst>
          </a:prstGeom>
          <a:solidFill>
            <a:srgbClr val="145F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p03_07"/>
          <p:cNvSpPr/>
          <p:nvPr/>
        </p:nvSpPr>
        <p:spPr>
          <a:xfrm>
            <a:off x="1585505" y="5299828"/>
            <a:ext cx="99157" cy="99157"/>
          </a:xfrm>
          <a:prstGeom prst="roundRect">
            <a:avLst>
              <a:gd name="adj" fmla="val 30000"/>
            </a:avLst>
          </a:prstGeom>
          <a:solidFill>
            <a:srgbClr val="1D8DB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p03_08"/>
          <p:cNvSpPr/>
          <p:nvPr/>
        </p:nvSpPr>
        <p:spPr>
          <a:xfrm>
            <a:off x="1744251" y="5299828"/>
            <a:ext cx="99157" cy="99157"/>
          </a:xfrm>
          <a:prstGeom prst="roundRect">
            <a:avLst>
              <a:gd name="adj" fmla="val 30000"/>
            </a:avLst>
          </a:prstGeom>
          <a:solidFill>
            <a:srgbClr val="32A0C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p03_09"/>
          <p:cNvSpPr/>
          <p:nvPr/>
        </p:nvSpPr>
        <p:spPr>
          <a:xfrm>
            <a:off x="1902997" y="5299828"/>
            <a:ext cx="99157" cy="99157"/>
          </a:xfrm>
          <a:prstGeom prst="roundRect">
            <a:avLst>
              <a:gd name="adj" fmla="val 30000"/>
            </a:avLst>
          </a:prstGeom>
          <a:solidFill>
            <a:srgbClr val="32A0C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p03_10"/>
          <p:cNvSpPr/>
          <p:nvPr/>
        </p:nvSpPr>
        <p:spPr>
          <a:xfrm>
            <a:off x="2061743" y="5299828"/>
            <a:ext cx="99157" cy="99157"/>
          </a:xfrm>
          <a:prstGeom prst="roundRect">
            <a:avLst>
              <a:gd name="adj" fmla="val 30000"/>
            </a:avLst>
          </a:prstGeom>
          <a:solidFill>
            <a:srgbClr val="1E8EB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p03_11"/>
          <p:cNvSpPr/>
          <p:nvPr/>
        </p:nvSpPr>
        <p:spPr>
          <a:xfrm>
            <a:off x="2220489" y="5299828"/>
            <a:ext cx="99157" cy="99157"/>
          </a:xfrm>
          <a:prstGeom prst="roundRect">
            <a:avLst>
              <a:gd name="adj" fmla="val 30000"/>
            </a:avLst>
          </a:prstGeom>
          <a:solidFill>
            <a:srgbClr val="15618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p03_12"/>
          <p:cNvSpPr/>
          <p:nvPr/>
        </p:nvSpPr>
        <p:spPr>
          <a:xfrm>
            <a:off x="2379235" y="5299828"/>
            <a:ext cx="99157" cy="99157"/>
          </a:xfrm>
          <a:prstGeom prst="roundRect">
            <a:avLst>
              <a:gd name="adj" fmla="val 30000"/>
            </a:avLst>
          </a:prstGeom>
          <a:solidFill>
            <a:srgbClr val="0D3A6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p04_05"/>
          <p:cNvSpPr/>
          <p:nvPr/>
        </p:nvSpPr>
        <p:spPr>
          <a:xfrm>
            <a:off x="1268013" y="5184528"/>
            <a:ext cx="99157" cy="99157"/>
          </a:xfrm>
          <a:prstGeom prst="roundRect">
            <a:avLst>
              <a:gd name="adj" fmla="val 30000"/>
            </a:avLst>
          </a:prstGeom>
          <a:solidFill>
            <a:srgbClr val="0D3C6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p04_06"/>
          <p:cNvSpPr/>
          <p:nvPr/>
        </p:nvSpPr>
        <p:spPr>
          <a:xfrm>
            <a:off x="1426759" y="5184528"/>
            <a:ext cx="99157" cy="99157"/>
          </a:xfrm>
          <a:prstGeom prst="roundRect">
            <a:avLst>
              <a:gd name="adj" fmla="val 30000"/>
            </a:avLst>
          </a:prstGeom>
          <a:solidFill>
            <a:srgbClr val="1565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p04_07"/>
          <p:cNvSpPr/>
          <p:nvPr/>
        </p:nvSpPr>
        <p:spPr>
          <a:xfrm>
            <a:off x="1585505" y="5184528"/>
            <a:ext cx="99157" cy="99157"/>
          </a:xfrm>
          <a:prstGeom prst="roundRect">
            <a:avLst>
              <a:gd name="adj" fmla="val 30000"/>
            </a:avLst>
          </a:prstGeom>
          <a:solidFill>
            <a:srgbClr val="2292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p04_08"/>
          <p:cNvSpPr/>
          <p:nvPr/>
        </p:nvSpPr>
        <p:spPr>
          <a:xfrm>
            <a:off x="1744251" y="5184528"/>
            <a:ext cx="99157" cy="99157"/>
          </a:xfrm>
          <a:prstGeom prst="roundRect">
            <a:avLst>
              <a:gd name="adj" fmla="val 30000"/>
            </a:avLst>
          </a:prstGeom>
          <a:solidFill>
            <a:srgbClr val="38A5C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p04_09"/>
          <p:cNvSpPr/>
          <p:nvPr/>
        </p:nvSpPr>
        <p:spPr>
          <a:xfrm>
            <a:off x="1902997" y="5184528"/>
            <a:ext cx="99157" cy="99157"/>
          </a:xfrm>
          <a:prstGeom prst="roundRect">
            <a:avLst>
              <a:gd name="adj" fmla="val 30000"/>
            </a:avLst>
          </a:prstGeom>
          <a:solidFill>
            <a:srgbClr val="39A6C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p04_10"/>
          <p:cNvSpPr/>
          <p:nvPr/>
        </p:nvSpPr>
        <p:spPr>
          <a:xfrm>
            <a:off x="2061743" y="5184528"/>
            <a:ext cx="99157" cy="99157"/>
          </a:xfrm>
          <a:prstGeom prst="roundRect">
            <a:avLst>
              <a:gd name="adj" fmla="val 30000"/>
            </a:avLst>
          </a:prstGeom>
          <a:solidFill>
            <a:srgbClr val="2494B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p04_11"/>
          <p:cNvSpPr/>
          <p:nvPr/>
        </p:nvSpPr>
        <p:spPr>
          <a:xfrm>
            <a:off x="2220489" y="5184528"/>
            <a:ext cx="99157" cy="99157"/>
          </a:xfrm>
          <a:prstGeom prst="roundRect">
            <a:avLst>
              <a:gd name="adj" fmla="val 30000"/>
            </a:avLst>
          </a:prstGeom>
          <a:solidFill>
            <a:srgbClr val="1669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p04_12"/>
          <p:cNvSpPr/>
          <p:nvPr/>
        </p:nvSpPr>
        <p:spPr>
          <a:xfrm>
            <a:off x="2379235" y="5184528"/>
            <a:ext cx="99157" cy="99157"/>
          </a:xfrm>
          <a:prstGeom prst="roundRect">
            <a:avLst>
              <a:gd name="adj" fmla="val 30000"/>
            </a:avLst>
          </a:prstGeom>
          <a:solidFill>
            <a:srgbClr val="0E3E6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p05_05"/>
          <p:cNvSpPr/>
          <p:nvPr/>
        </p:nvSpPr>
        <p:spPr>
          <a:xfrm>
            <a:off x="1268013" y="5069228"/>
            <a:ext cx="99157" cy="99157"/>
          </a:xfrm>
          <a:prstGeom prst="roundRect">
            <a:avLst>
              <a:gd name="adj" fmla="val 30000"/>
            </a:avLst>
          </a:prstGeom>
          <a:solidFill>
            <a:srgbClr val="0E3E6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 name="!!p05_06"/>
          <p:cNvSpPr/>
          <p:nvPr/>
        </p:nvSpPr>
        <p:spPr>
          <a:xfrm>
            <a:off x="1426759" y="5069228"/>
            <a:ext cx="99157" cy="99157"/>
          </a:xfrm>
          <a:prstGeom prst="roundRect">
            <a:avLst>
              <a:gd name="adj" fmla="val 30000"/>
            </a:avLst>
          </a:prstGeom>
          <a:solidFill>
            <a:srgbClr val="16678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 name="!!p05_07"/>
          <p:cNvSpPr/>
          <p:nvPr/>
        </p:nvSpPr>
        <p:spPr>
          <a:xfrm>
            <a:off x="1585505" y="5069228"/>
            <a:ext cx="99157" cy="99157"/>
          </a:xfrm>
          <a:prstGeom prst="roundRect">
            <a:avLst>
              <a:gd name="adj" fmla="val 30000"/>
            </a:avLst>
          </a:prstGeom>
          <a:solidFill>
            <a:srgbClr val="2393B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2" name="!!p05_08"/>
          <p:cNvSpPr/>
          <p:nvPr/>
        </p:nvSpPr>
        <p:spPr>
          <a:xfrm>
            <a:off x="1744251" y="5069228"/>
            <a:ext cx="99157" cy="99157"/>
          </a:xfrm>
          <a:prstGeom prst="roundRect">
            <a:avLst>
              <a:gd name="adj" fmla="val 30000"/>
            </a:avLst>
          </a:prstGeom>
          <a:solidFill>
            <a:srgbClr val="3AA7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3" name="!!p05_09"/>
          <p:cNvSpPr/>
          <p:nvPr/>
        </p:nvSpPr>
        <p:spPr>
          <a:xfrm>
            <a:off x="1902997" y="5069228"/>
            <a:ext cx="99157" cy="99157"/>
          </a:xfrm>
          <a:prstGeom prst="roundRect">
            <a:avLst>
              <a:gd name="adj" fmla="val 30000"/>
            </a:avLst>
          </a:prstGeom>
          <a:solidFill>
            <a:srgbClr val="3BA8D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4" name="!!p05_10"/>
          <p:cNvSpPr/>
          <p:nvPr/>
        </p:nvSpPr>
        <p:spPr>
          <a:xfrm>
            <a:off x="2061743" y="5069228"/>
            <a:ext cx="99157" cy="99157"/>
          </a:xfrm>
          <a:prstGeom prst="roundRect">
            <a:avLst>
              <a:gd name="adj" fmla="val 30000"/>
            </a:avLst>
          </a:prstGeom>
          <a:solidFill>
            <a:srgbClr val="2796B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5" name="!!p05_11"/>
          <p:cNvSpPr/>
          <p:nvPr/>
        </p:nvSpPr>
        <p:spPr>
          <a:xfrm>
            <a:off x="2220489" y="5069228"/>
            <a:ext cx="99157" cy="99157"/>
          </a:xfrm>
          <a:prstGeom prst="roundRect">
            <a:avLst>
              <a:gd name="adj" fmla="val 30000"/>
            </a:avLst>
          </a:prstGeom>
          <a:solidFill>
            <a:srgbClr val="176E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6" name="!!p05_12"/>
          <p:cNvSpPr/>
          <p:nvPr/>
        </p:nvSpPr>
        <p:spPr>
          <a:xfrm>
            <a:off x="2379235" y="5069228"/>
            <a:ext cx="99157" cy="99157"/>
          </a:xfrm>
          <a:prstGeom prst="roundRect">
            <a:avLst>
              <a:gd name="adj" fmla="val 30000"/>
            </a:avLst>
          </a:prstGeom>
          <a:solidFill>
            <a:srgbClr val="0F436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7" name="!!p06_05"/>
          <p:cNvSpPr/>
          <p:nvPr/>
        </p:nvSpPr>
        <p:spPr>
          <a:xfrm>
            <a:off x="1268013" y="4953928"/>
            <a:ext cx="99157" cy="99157"/>
          </a:xfrm>
          <a:prstGeom prst="roundRect">
            <a:avLst>
              <a:gd name="adj" fmla="val 30000"/>
            </a:avLst>
          </a:prstGeom>
          <a:solidFill>
            <a:srgbClr val="0E3F6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8" name="!!p06_06"/>
          <p:cNvSpPr/>
          <p:nvPr/>
        </p:nvSpPr>
        <p:spPr>
          <a:xfrm>
            <a:off x="1426759" y="4953928"/>
            <a:ext cx="99157" cy="99157"/>
          </a:xfrm>
          <a:prstGeom prst="roundRect">
            <a:avLst>
              <a:gd name="adj" fmla="val 30000"/>
            </a:avLst>
          </a:prstGeom>
          <a:solidFill>
            <a:srgbClr val="1666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9" name="!!p06_07"/>
          <p:cNvSpPr/>
          <p:nvPr/>
        </p:nvSpPr>
        <p:spPr>
          <a:xfrm>
            <a:off x="1585505" y="4953928"/>
            <a:ext cx="99157" cy="99157"/>
          </a:xfrm>
          <a:prstGeom prst="roundRect">
            <a:avLst>
              <a:gd name="adj" fmla="val 30000"/>
            </a:avLst>
          </a:prstGeom>
          <a:solidFill>
            <a:srgbClr val="2291B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0" name="!!p06_08"/>
          <p:cNvSpPr/>
          <p:nvPr/>
        </p:nvSpPr>
        <p:spPr>
          <a:xfrm>
            <a:off x="1744251" y="4953928"/>
            <a:ext cx="99157" cy="99157"/>
          </a:xfrm>
          <a:prstGeom prst="roundRect">
            <a:avLst>
              <a:gd name="adj" fmla="val 30000"/>
            </a:avLst>
          </a:prstGeom>
          <a:solidFill>
            <a:srgbClr val="37A5C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1" name="!!p06_09"/>
          <p:cNvSpPr/>
          <p:nvPr/>
        </p:nvSpPr>
        <p:spPr>
          <a:xfrm>
            <a:off x="1902997" y="4953928"/>
            <a:ext cx="99157" cy="99157"/>
          </a:xfrm>
          <a:prstGeom prst="roundRect">
            <a:avLst>
              <a:gd name="adj" fmla="val 30000"/>
            </a:avLst>
          </a:prstGeom>
          <a:solidFill>
            <a:srgbClr val="3AA7D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2" name="!!p06_10"/>
          <p:cNvSpPr/>
          <p:nvPr/>
        </p:nvSpPr>
        <p:spPr>
          <a:xfrm>
            <a:off x="2061743" y="4953928"/>
            <a:ext cx="99157" cy="99157"/>
          </a:xfrm>
          <a:prstGeom prst="roundRect">
            <a:avLst>
              <a:gd name="adj" fmla="val 30000"/>
            </a:avLst>
          </a:prstGeom>
          <a:solidFill>
            <a:srgbClr val="2897B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3" name="!!p06_11"/>
          <p:cNvSpPr/>
          <p:nvPr/>
        </p:nvSpPr>
        <p:spPr>
          <a:xfrm>
            <a:off x="2220489" y="4953928"/>
            <a:ext cx="99157" cy="99157"/>
          </a:xfrm>
          <a:prstGeom prst="roundRect">
            <a:avLst>
              <a:gd name="adj" fmla="val 30000"/>
            </a:avLst>
          </a:prstGeom>
          <a:solidFill>
            <a:srgbClr val="18719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4" name="!!p06_12"/>
          <p:cNvSpPr/>
          <p:nvPr/>
        </p:nvSpPr>
        <p:spPr>
          <a:xfrm>
            <a:off x="2379235" y="4953928"/>
            <a:ext cx="99157" cy="99157"/>
          </a:xfrm>
          <a:prstGeom prst="roundRect">
            <a:avLst>
              <a:gd name="adj" fmla="val 30000"/>
            </a:avLst>
          </a:prstGeom>
          <a:solidFill>
            <a:srgbClr val="10476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5" name="!!p07_05"/>
          <p:cNvSpPr/>
          <p:nvPr/>
        </p:nvSpPr>
        <p:spPr>
          <a:xfrm>
            <a:off x="1268013" y="4838629"/>
            <a:ext cx="99157" cy="99157"/>
          </a:xfrm>
          <a:prstGeom prst="roundRect">
            <a:avLst>
              <a:gd name="adj" fmla="val 30000"/>
            </a:avLst>
          </a:prstGeom>
          <a:solidFill>
            <a:srgbClr val="0E3E6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6" name="!!p07_06"/>
          <p:cNvSpPr/>
          <p:nvPr/>
        </p:nvSpPr>
        <p:spPr>
          <a:xfrm>
            <a:off x="1426759" y="4838629"/>
            <a:ext cx="99157" cy="99157"/>
          </a:xfrm>
          <a:prstGeom prst="roundRect">
            <a:avLst>
              <a:gd name="adj" fmla="val 30000"/>
            </a:avLst>
          </a:prstGeom>
          <a:solidFill>
            <a:srgbClr val="1563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7" name="!!p07_07"/>
          <p:cNvSpPr/>
          <p:nvPr/>
        </p:nvSpPr>
        <p:spPr>
          <a:xfrm>
            <a:off x="1585505" y="4838629"/>
            <a:ext cx="99157" cy="99157"/>
          </a:xfrm>
          <a:prstGeom prst="roundRect">
            <a:avLst>
              <a:gd name="adj" fmla="val 30000"/>
            </a:avLst>
          </a:prstGeom>
          <a:solidFill>
            <a:srgbClr val="1E8EB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8" name="!!p07_08"/>
          <p:cNvSpPr/>
          <p:nvPr/>
        </p:nvSpPr>
        <p:spPr>
          <a:xfrm>
            <a:off x="1744251" y="4838629"/>
            <a:ext cx="99157" cy="99157"/>
          </a:xfrm>
          <a:prstGeom prst="roundRect">
            <a:avLst>
              <a:gd name="adj" fmla="val 30000"/>
            </a:avLst>
          </a:prstGeom>
          <a:solidFill>
            <a:srgbClr val="33A1C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9" name="!!p07_09"/>
          <p:cNvSpPr/>
          <p:nvPr/>
        </p:nvSpPr>
        <p:spPr>
          <a:xfrm>
            <a:off x="1902997" y="4838629"/>
            <a:ext cx="99157" cy="99157"/>
          </a:xfrm>
          <a:prstGeom prst="roundRect">
            <a:avLst>
              <a:gd name="adj" fmla="val 30000"/>
            </a:avLst>
          </a:prstGeom>
          <a:solidFill>
            <a:srgbClr val="36A4C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0" name="!!p07_10"/>
          <p:cNvSpPr/>
          <p:nvPr/>
        </p:nvSpPr>
        <p:spPr>
          <a:xfrm>
            <a:off x="2061743" y="4838629"/>
            <a:ext cx="99157" cy="99157"/>
          </a:xfrm>
          <a:prstGeom prst="roundRect">
            <a:avLst>
              <a:gd name="adj" fmla="val 30000"/>
            </a:avLst>
          </a:prstGeom>
          <a:solidFill>
            <a:srgbClr val="2796B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1" name="!!p07_11"/>
          <p:cNvSpPr/>
          <p:nvPr/>
        </p:nvSpPr>
        <p:spPr>
          <a:xfrm>
            <a:off x="2220489" y="4838629"/>
            <a:ext cx="99157" cy="99157"/>
          </a:xfrm>
          <a:prstGeom prst="roundRect">
            <a:avLst>
              <a:gd name="adj" fmla="val 30000"/>
            </a:avLst>
          </a:prstGeom>
          <a:solidFill>
            <a:srgbClr val="18739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2" name="!!p07_12"/>
          <p:cNvSpPr/>
          <p:nvPr/>
        </p:nvSpPr>
        <p:spPr>
          <a:xfrm>
            <a:off x="2379235" y="4838629"/>
            <a:ext cx="99157" cy="99157"/>
          </a:xfrm>
          <a:prstGeom prst="roundRect">
            <a:avLst>
              <a:gd name="adj" fmla="val 30000"/>
            </a:avLst>
          </a:prstGeom>
          <a:solidFill>
            <a:srgbClr val="104B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3" name="!!p08_05"/>
          <p:cNvSpPr/>
          <p:nvPr/>
        </p:nvSpPr>
        <p:spPr>
          <a:xfrm>
            <a:off x="1268013" y="4723329"/>
            <a:ext cx="99157" cy="99157"/>
          </a:xfrm>
          <a:prstGeom prst="roundRect">
            <a:avLst>
              <a:gd name="adj" fmla="val 30000"/>
            </a:avLst>
          </a:prstGeom>
          <a:solidFill>
            <a:srgbClr val="0E3D6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4" name="!!p08_06"/>
          <p:cNvSpPr/>
          <p:nvPr/>
        </p:nvSpPr>
        <p:spPr>
          <a:xfrm>
            <a:off x="1426759" y="4723329"/>
            <a:ext cx="99157" cy="99157"/>
          </a:xfrm>
          <a:prstGeom prst="roundRect">
            <a:avLst>
              <a:gd name="adj" fmla="val 30000"/>
            </a:avLst>
          </a:prstGeom>
          <a:solidFill>
            <a:srgbClr val="145E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5" name="!!p08_07"/>
          <p:cNvSpPr/>
          <p:nvPr/>
        </p:nvSpPr>
        <p:spPr>
          <a:xfrm>
            <a:off x="1585505" y="4723329"/>
            <a:ext cx="99157" cy="99157"/>
          </a:xfrm>
          <a:prstGeom prst="roundRect">
            <a:avLst>
              <a:gd name="adj" fmla="val 30000"/>
            </a:avLst>
          </a:prstGeom>
          <a:solidFill>
            <a:srgbClr val="1C86A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6" name="!!p08_08"/>
          <p:cNvSpPr/>
          <p:nvPr/>
        </p:nvSpPr>
        <p:spPr>
          <a:xfrm>
            <a:off x="1744251" y="4723329"/>
            <a:ext cx="99157" cy="99157"/>
          </a:xfrm>
          <a:prstGeom prst="roundRect">
            <a:avLst>
              <a:gd name="adj" fmla="val 30000"/>
            </a:avLst>
          </a:prstGeom>
          <a:solidFill>
            <a:srgbClr val="2C9B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7" name="!!p08_09"/>
          <p:cNvSpPr/>
          <p:nvPr/>
        </p:nvSpPr>
        <p:spPr>
          <a:xfrm>
            <a:off x="1902997" y="4723329"/>
            <a:ext cx="99157" cy="99157"/>
          </a:xfrm>
          <a:prstGeom prst="roundRect">
            <a:avLst>
              <a:gd name="adj" fmla="val 30000"/>
            </a:avLst>
          </a:prstGeom>
          <a:solidFill>
            <a:srgbClr val="319FC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8" name="!!p08_10"/>
          <p:cNvSpPr/>
          <p:nvPr/>
        </p:nvSpPr>
        <p:spPr>
          <a:xfrm>
            <a:off x="2061743" y="4723329"/>
            <a:ext cx="99157" cy="99157"/>
          </a:xfrm>
          <a:prstGeom prst="roundRect">
            <a:avLst>
              <a:gd name="adj" fmla="val 30000"/>
            </a:avLst>
          </a:prstGeom>
          <a:solidFill>
            <a:srgbClr val="2594B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9" name="!!p08_11"/>
          <p:cNvSpPr/>
          <p:nvPr/>
        </p:nvSpPr>
        <p:spPr>
          <a:xfrm>
            <a:off x="2220489" y="4723329"/>
            <a:ext cx="99157" cy="99157"/>
          </a:xfrm>
          <a:prstGeom prst="roundRect">
            <a:avLst>
              <a:gd name="adj" fmla="val 30000"/>
            </a:avLst>
          </a:prstGeom>
          <a:solidFill>
            <a:srgbClr val="1875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0" name="!!p08_12"/>
          <p:cNvSpPr/>
          <p:nvPr/>
        </p:nvSpPr>
        <p:spPr>
          <a:xfrm>
            <a:off x="2379235" y="4723329"/>
            <a:ext cx="99157" cy="99157"/>
          </a:xfrm>
          <a:prstGeom prst="roundRect">
            <a:avLst>
              <a:gd name="adj" fmla="val 30000"/>
            </a:avLst>
          </a:prstGeom>
          <a:solidFill>
            <a:srgbClr val="11507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1" name="!!p09_05"/>
          <p:cNvSpPr/>
          <p:nvPr/>
        </p:nvSpPr>
        <p:spPr>
          <a:xfrm>
            <a:off x="1268013" y="4608029"/>
            <a:ext cx="99157" cy="99157"/>
          </a:xfrm>
          <a:prstGeom prst="roundRect">
            <a:avLst>
              <a:gd name="adj" fmla="val 30000"/>
            </a:avLst>
          </a:prstGeom>
          <a:solidFill>
            <a:srgbClr val="0D3B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2" name="!!p09_06"/>
          <p:cNvSpPr/>
          <p:nvPr/>
        </p:nvSpPr>
        <p:spPr>
          <a:xfrm>
            <a:off x="1426759" y="4608029"/>
            <a:ext cx="99157" cy="99157"/>
          </a:xfrm>
          <a:prstGeom prst="roundRect">
            <a:avLst>
              <a:gd name="adj" fmla="val 30000"/>
            </a:avLst>
          </a:prstGeom>
          <a:solidFill>
            <a:srgbClr val="1359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3" name="!!p09_07"/>
          <p:cNvSpPr/>
          <p:nvPr/>
        </p:nvSpPr>
        <p:spPr>
          <a:xfrm>
            <a:off x="1585505" y="4608029"/>
            <a:ext cx="99157" cy="99157"/>
          </a:xfrm>
          <a:prstGeom prst="roundRect">
            <a:avLst>
              <a:gd name="adj" fmla="val 30000"/>
            </a:avLst>
          </a:prstGeom>
          <a:solidFill>
            <a:srgbClr val="1A7DA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4" name="!!p09_08"/>
          <p:cNvSpPr/>
          <p:nvPr/>
        </p:nvSpPr>
        <p:spPr>
          <a:xfrm>
            <a:off x="1744251" y="4608029"/>
            <a:ext cx="99157" cy="99157"/>
          </a:xfrm>
          <a:prstGeom prst="roundRect">
            <a:avLst>
              <a:gd name="adj" fmla="val 30000"/>
            </a:avLst>
          </a:prstGeom>
          <a:solidFill>
            <a:srgbClr val="2695B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5" name="!!p09_09"/>
          <p:cNvSpPr/>
          <p:nvPr/>
        </p:nvSpPr>
        <p:spPr>
          <a:xfrm>
            <a:off x="1902997" y="4608029"/>
            <a:ext cx="99157" cy="99157"/>
          </a:xfrm>
          <a:prstGeom prst="roundRect">
            <a:avLst>
              <a:gd name="adj" fmla="val 30000"/>
            </a:avLst>
          </a:prstGeom>
          <a:solidFill>
            <a:srgbClr val="2D9CC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6" name="!!p09_10"/>
          <p:cNvSpPr/>
          <p:nvPr/>
        </p:nvSpPr>
        <p:spPr>
          <a:xfrm>
            <a:off x="2061743" y="4608029"/>
            <a:ext cx="99157" cy="99157"/>
          </a:xfrm>
          <a:prstGeom prst="roundRect">
            <a:avLst>
              <a:gd name="adj" fmla="val 30000"/>
            </a:avLst>
          </a:prstGeom>
          <a:solidFill>
            <a:srgbClr val="2493B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7" name="!!p09_11"/>
          <p:cNvSpPr/>
          <p:nvPr/>
        </p:nvSpPr>
        <p:spPr>
          <a:xfrm>
            <a:off x="2220489" y="4608029"/>
            <a:ext cx="99157" cy="99157"/>
          </a:xfrm>
          <a:prstGeom prst="roundRect">
            <a:avLst>
              <a:gd name="adj" fmla="val 30000"/>
            </a:avLst>
          </a:prstGeom>
          <a:solidFill>
            <a:srgbClr val="19799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8" name="!!p09_12"/>
          <p:cNvSpPr/>
          <p:nvPr/>
        </p:nvSpPr>
        <p:spPr>
          <a:xfrm>
            <a:off x="2379235" y="4608029"/>
            <a:ext cx="99157" cy="99157"/>
          </a:xfrm>
          <a:prstGeom prst="roundRect">
            <a:avLst>
              <a:gd name="adj" fmla="val 30000"/>
            </a:avLst>
          </a:prstGeom>
          <a:solidFill>
            <a:srgbClr val="12567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9" name="!!p10_06"/>
          <p:cNvSpPr/>
          <p:nvPr/>
        </p:nvSpPr>
        <p:spPr>
          <a:xfrm>
            <a:off x="1426759" y="4492729"/>
            <a:ext cx="99157" cy="99157"/>
          </a:xfrm>
          <a:prstGeom prst="roundRect">
            <a:avLst>
              <a:gd name="adj" fmla="val 30000"/>
            </a:avLst>
          </a:prstGeom>
          <a:solidFill>
            <a:srgbClr val="12557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0" name="!!p10_07"/>
          <p:cNvSpPr/>
          <p:nvPr/>
        </p:nvSpPr>
        <p:spPr>
          <a:xfrm>
            <a:off x="1585505" y="4492729"/>
            <a:ext cx="99157" cy="99157"/>
          </a:xfrm>
          <a:prstGeom prst="roundRect">
            <a:avLst>
              <a:gd name="adj" fmla="val 30000"/>
            </a:avLst>
          </a:prstGeom>
          <a:solidFill>
            <a:srgbClr val="19769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1" name="!!p10_08"/>
          <p:cNvSpPr/>
          <p:nvPr/>
        </p:nvSpPr>
        <p:spPr>
          <a:xfrm>
            <a:off x="1744251" y="4492729"/>
            <a:ext cx="99157" cy="99157"/>
          </a:xfrm>
          <a:prstGeom prst="roundRect">
            <a:avLst>
              <a:gd name="adj" fmla="val 30000"/>
            </a:avLst>
          </a:prstGeom>
          <a:solidFill>
            <a:srgbClr val="2291B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2" name="!!p10_09"/>
          <p:cNvSpPr/>
          <p:nvPr/>
        </p:nvSpPr>
        <p:spPr>
          <a:xfrm>
            <a:off x="1902997" y="4492729"/>
            <a:ext cx="99157" cy="99157"/>
          </a:xfrm>
          <a:prstGeom prst="roundRect">
            <a:avLst>
              <a:gd name="adj" fmla="val 30000"/>
            </a:avLst>
          </a:prstGeom>
          <a:solidFill>
            <a:srgbClr val="2A99B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3" name="!!p10_10"/>
          <p:cNvSpPr/>
          <p:nvPr/>
        </p:nvSpPr>
        <p:spPr>
          <a:xfrm>
            <a:off x="2061743" y="4492729"/>
            <a:ext cx="99157" cy="99157"/>
          </a:xfrm>
          <a:prstGeom prst="roundRect">
            <a:avLst>
              <a:gd name="adj" fmla="val 30000"/>
            </a:avLst>
          </a:prstGeom>
          <a:solidFill>
            <a:srgbClr val="2494B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4" name="!!p10_11"/>
          <p:cNvSpPr/>
          <p:nvPr/>
        </p:nvSpPr>
        <p:spPr>
          <a:xfrm>
            <a:off x="2220489" y="4492729"/>
            <a:ext cx="99157" cy="99157"/>
          </a:xfrm>
          <a:prstGeom prst="roundRect">
            <a:avLst>
              <a:gd name="adj" fmla="val 30000"/>
            </a:avLst>
          </a:prstGeom>
          <a:solidFill>
            <a:srgbClr val="1A7EA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5" name="!!p10_12"/>
          <p:cNvSpPr/>
          <p:nvPr/>
        </p:nvSpPr>
        <p:spPr>
          <a:xfrm>
            <a:off x="2379235" y="4492729"/>
            <a:ext cx="99157" cy="99157"/>
          </a:xfrm>
          <a:prstGeom prst="roundRect">
            <a:avLst>
              <a:gd name="adj" fmla="val 30000"/>
            </a:avLst>
          </a:prstGeom>
          <a:solidFill>
            <a:srgbClr val="145C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6" name="!!p11_06"/>
          <p:cNvSpPr/>
          <p:nvPr/>
        </p:nvSpPr>
        <p:spPr>
          <a:xfrm>
            <a:off x="1426759" y="4377430"/>
            <a:ext cx="99157" cy="99157"/>
          </a:xfrm>
          <a:prstGeom prst="roundRect">
            <a:avLst>
              <a:gd name="adj" fmla="val 30000"/>
            </a:avLst>
          </a:prstGeom>
          <a:solidFill>
            <a:srgbClr val="12527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7" name="!!p11_07"/>
          <p:cNvSpPr/>
          <p:nvPr/>
        </p:nvSpPr>
        <p:spPr>
          <a:xfrm>
            <a:off x="1585505" y="4377430"/>
            <a:ext cx="99157" cy="99157"/>
          </a:xfrm>
          <a:prstGeom prst="roundRect">
            <a:avLst>
              <a:gd name="adj" fmla="val 30000"/>
            </a:avLst>
          </a:prstGeom>
          <a:solidFill>
            <a:srgbClr val="18719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8" name="!!p11_08"/>
          <p:cNvSpPr/>
          <p:nvPr/>
        </p:nvSpPr>
        <p:spPr>
          <a:xfrm>
            <a:off x="1744251" y="4377430"/>
            <a:ext cx="99157" cy="99157"/>
          </a:xfrm>
          <a:prstGeom prst="roundRect">
            <a:avLst>
              <a:gd name="adj" fmla="val 30000"/>
            </a:avLst>
          </a:prstGeom>
          <a:solidFill>
            <a:srgbClr val="1F8E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9" name="!!p11_09"/>
          <p:cNvSpPr/>
          <p:nvPr/>
        </p:nvSpPr>
        <p:spPr>
          <a:xfrm>
            <a:off x="1902997" y="4377430"/>
            <a:ext cx="99157" cy="99157"/>
          </a:xfrm>
          <a:prstGeom prst="roundRect">
            <a:avLst>
              <a:gd name="adj" fmla="val 30000"/>
            </a:avLst>
          </a:prstGeom>
          <a:solidFill>
            <a:srgbClr val="2998B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0" name="!!p11_10"/>
          <p:cNvSpPr/>
          <p:nvPr/>
        </p:nvSpPr>
        <p:spPr>
          <a:xfrm>
            <a:off x="2061743" y="4377430"/>
            <a:ext cx="99157" cy="99157"/>
          </a:xfrm>
          <a:prstGeom prst="roundRect">
            <a:avLst>
              <a:gd name="adj" fmla="val 30000"/>
            </a:avLst>
          </a:prstGeom>
          <a:solidFill>
            <a:srgbClr val="2695B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1" name="!!p11_11"/>
          <p:cNvSpPr/>
          <p:nvPr/>
        </p:nvSpPr>
        <p:spPr>
          <a:xfrm>
            <a:off x="2220489" y="4377430"/>
            <a:ext cx="99157" cy="99157"/>
          </a:xfrm>
          <a:prstGeom prst="roundRect">
            <a:avLst>
              <a:gd name="adj" fmla="val 30000"/>
            </a:avLst>
          </a:prstGeom>
          <a:solidFill>
            <a:srgbClr val="1B84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2" name="!!p11_12"/>
          <p:cNvSpPr/>
          <p:nvPr/>
        </p:nvSpPr>
        <p:spPr>
          <a:xfrm>
            <a:off x="2379235" y="4377430"/>
            <a:ext cx="99157" cy="99157"/>
          </a:xfrm>
          <a:prstGeom prst="roundRect">
            <a:avLst>
              <a:gd name="adj" fmla="val 30000"/>
            </a:avLst>
          </a:prstGeom>
          <a:solidFill>
            <a:srgbClr val="1564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3" name="!!p12_06"/>
          <p:cNvSpPr/>
          <p:nvPr/>
        </p:nvSpPr>
        <p:spPr>
          <a:xfrm>
            <a:off x="1426759" y="4262130"/>
            <a:ext cx="99157" cy="99157"/>
          </a:xfrm>
          <a:prstGeom prst="roundRect">
            <a:avLst>
              <a:gd name="adj" fmla="val 30000"/>
            </a:avLst>
          </a:prstGeom>
          <a:solidFill>
            <a:srgbClr val="11507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4" name="!!p12_07"/>
          <p:cNvSpPr/>
          <p:nvPr/>
        </p:nvSpPr>
        <p:spPr>
          <a:xfrm>
            <a:off x="1585505" y="4262130"/>
            <a:ext cx="99157" cy="99157"/>
          </a:xfrm>
          <a:prstGeom prst="roundRect">
            <a:avLst>
              <a:gd name="adj" fmla="val 30000"/>
            </a:avLst>
          </a:prstGeom>
          <a:solidFill>
            <a:srgbClr val="176E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5" name="!!p12_08"/>
          <p:cNvSpPr/>
          <p:nvPr/>
        </p:nvSpPr>
        <p:spPr>
          <a:xfrm>
            <a:off x="1744251" y="4262130"/>
            <a:ext cx="99157" cy="99157"/>
          </a:xfrm>
          <a:prstGeom prst="roundRect">
            <a:avLst>
              <a:gd name="adj" fmla="val 30000"/>
            </a:avLst>
          </a:prstGeom>
          <a:solidFill>
            <a:srgbClr val="1D8DB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6" name="!!p12_09"/>
          <p:cNvSpPr/>
          <p:nvPr/>
        </p:nvSpPr>
        <p:spPr>
          <a:xfrm>
            <a:off x="1902997" y="4262130"/>
            <a:ext cx="99157" cy="99157"/>
          </a:xfrm>
          <a:prstGeom prst="roundRect">
            <a:avLst>
              <a:gd name="adj" fmla="val 30000"/>
            </a:avLst>
          </a:prstGeom>
          <a:solidFill>
            <a:srgbClr val="2A99B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7" name="!!p12_10"/>
          <p:cNvSpPr/>
          <p:nvPr/>
        </p:nvSpPr>
        <p:spPr>
          <a:xfrm>
            <a:off x="2061743" y="4262130"/>
            <a:ext cx="99157" cy="99157"/>
          </a:xfrm>
          <a:prstGeom prst="roundRect">
            <a:avLst>
              <a:gd name="adj" fmla="val 30000"/>
            </a:avLst>
          </a:prstGeom>
          <a:solidFill>
            <a:srgbClr val="2998B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8" name="!!p12_11"/>
          <p:cNvSpPr/>
          <p:nvPr/>
        </p:nvSpPr>
        <p:spPr>
          <a:xfrm>
            <a:off x="2220489" y="4262130"/>
            <a:ext cx="99157" cy="99157"/>
          </a:xfrm>
          <a:prstGeom prst="roundRect">
            <a:avLst>
              <a:gd name="adj" fmla="val 30000"/>
            </a:avLst>
          </a:prstGeom>
          <a:solidFill>
            <a:srgbClr val="1D8C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9" name="!!p12_12"/>
          <p:cNvSpPr/>
          <p:nvPr/>
        </p:nvSpPr>
        <p:spPr>
          <a:xfrm>
            <a:off x="2379235" y="4262130"/>
            <a:ext cx="99157" cy="99157"/>
          </a:xfrm>
          <a:prstGeom prst="roundRect">
            <a:avLst>
              <a:gd name="adj" fmla="val 30000"/>
            </a:avLst>
          </a:prstGeom>
          <a:solidFill>
            <a:srgbClr val="176B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0" name="!!p13_06"/>
          <p:cNvSpPr/>
          <p:nvPr/>
        </p:nvSpPr>
        <p:spPr>
          <a:xfrm>
            <a:off x="1426759" y="4146830"/>
            <a:ext cx="99157" cy="99157"/>
          </a:xfrm>
          <a:prstGeom prst="roundRect">
            <a:avLst>
              <a:gd name="adj" fmla="val 30000"/>
            </a:avLst>
          </a:prstGeom>
          <a:solidFill>
            <a:srgbClr val="114F7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1" name="!!p13_07"/>
          <p:cNvSpPr/>
          <p:nvPr/>
        </p:nvSpPr>
        <p:spPr>
          <a:xfrm>
            <a:off x="1585505" y="4146830"/>
            <a:ext cx="99157" cy="99157"/>
          </a:xfrm>
          <a:prstGeom prst="roundRect">
            <a:avLst>
              <a:gd name="adj" fmla="val 30000"/>
            </a:avLst>
          </a:prstGeom>
          <a:solidFill>
            <a:srgbClr val="176D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2" name="!!p13_08"/>
          <p:cNvSpPr/>
          <p:nvPr/>
        </p:nvSpPr>
        <p:spPr>
          <a:xfrm>
            <a:off x="1744251" y="4146830"/>
            <a:ext cx="99157" cy="99157"/>
          </a:xfrm>
          <a:prstGeom prst="roundRect">
            <a:avLst>
              <a:gd name="adj" fmla="val 30000"/>
            </a:avLst>
          </a:prstGeom>
          <a:solidFill>
            <a:srgbClr val="1D8DB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3" name="!!p13_09"/>
          <p:cNvSpPr/>
          <p:nvPr/>
        </p:nvSpPr>
        <p:spPr>
          <a:xfrm>
            <a:off x="1902997" y="4146830"/>
            <a:ext cx="99157" cy="99157"/>
          </a:xfrm>
          <a:prstGeom prst="roundRect">
            <a:avLst>
              <a:gd name="adj" fmla="val 30000"/>
            </a:avLst>
          </a:prstGeom>
          <a:solidFill>
            <a:srgbClr val="2B9A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4" name="!!p13_10"/>
          <p:cNvSpPr/>
          <p:nvPr/>
        </p:nvSpPr>
        <p:spPr>
          <a:xfrm>
            <a:off x="2061743" y="4146830"/>
            <a:ext cx="99157" cy="99157"/>
          </a:xfrm>
          <a:prstGeom prst="roundRect">
            <a:avLst>
              <a:gd name="adj" fmla="val 30000"/>
            </a:avLst>
          </a:prstGeom>
          <a:solidFill>
            <a:srgbClr val="2D9BC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5" name="!!p13_11"/>
          <p:cNvSpPr/>
          <p:nvPr/>
        </p:nvSpPr>
        <p:spPr>
          <a:xfrm>
            <a:off x="2220489" y="4146830"/>
            <a:ext cx="99157" cy="99157"/>
          </a:xfrm>
          <a:prstGeom prst="roundRect">
            <a:avLst>
              <a:gd name="adj" fmla="val 30000"/>
            </a:avLst>
          </a:prstGeom>
          <a:solidFill>
            <a:srgbClr val="2190B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6" name="!!p13_12"/>
          <p:cNvSpPr/>
          <p:nvPr/>
        </p:nvSpPr>
        <p:spPr>
          <a:xfrm>
            <a:off x="2379235" y="4146830"/>
            <a:ext cx="99157" cy="99157"/>
          </a:xfrm>
          <a:prstGeom prst="roundRect">
            <a:avLst>
              <a:gd name="adj" fmla="val 30000"/>
            </a:avLst>
          </a:prstGeom>
          <a:solidFill>
            <a:srgbClr val="18729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7" name="!!p14_06"/>
          <p:cNvSpPr/>
          <p:nvPr/>
        </p:nvSpPr>
        <p:spPr>
          <a:xfrm>
            <a:off x="1426759" y="4031530"/>
            <a:ext cx="99157" cy="99157"/>
          </a:xfrm>
          <a:prstGeom prst="roundRect">
            <a:avLst>
              <a:gd name="adj" fmla="val 30000"/>
            </a:avLst>
          </a:prstGeom>
          <a:solidFill>
            <a:srgbClr val="114F7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8" name="!!p14_07"/>
          <p:cNvSpPr/>
          <p:nvPr/>
        </p:nvSpPr>
        <p:spPr>
          <a:xfrm>
            <a:off x="1585505" y="4031530"/>
            <a:ext cx="99157" cy="99157"/>
          </a:xfrm>
          <a:prstGeom prst="roundRect">
            <a:avLst>
              <a:gd name="adj" fmla="val 30000"/>
            </a:avLst>
          </a:prstGeom>
          <a:solidFill>
            <a:srgbClr val="176D9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9" name="!!p14_08"/>
          <p:cNvSpPr/>
          <p:nvPr/>
        </p:nvSpPr>
        <p:spPr>
          <a:xfrm>
            <a:off x="1744251" y="4031530"/>
            <a:ext cx="99157" cy="99157"/>
          </a:xfrm>
          <a:prstGeom prst="roundRect">
            <a:avLst>
              <a:gd name="adj" fmla="val 30000"/>
            </a:avLst>
          </a:prstGeom>
          <a:solidFill>
            <a:srgbClr val="1D8DB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0" name="!!p14_09"/>
          <p:cNvSpPr/>
          <p:nvPr/>
        </p:nvSpPr>
        <p:spPr>
          <a:xfrm>
            <a:off x="1902997" y="4031530"/>
            <a:ext cx="99157" cy="99157"/>
          </a:xfrm>
          <a:prstGeom prst="roundRect">
            <a:avLst>
              <a:gd name="adj" fmla="val 30000"/>
            </a:avLst>
          </a:prstGeom>
          <a:solidFill>
            <a:srgbClr val="2D9BC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1" name="!!p14_10"/>
          <p:cNvSpPr/>
          <p:nvPr/>
        </p:nvSpPr>
        <p:spPr>
          <a:xfrm>
            <a:off x="2061743" y="4031530"/>
            <a:ext cx="99157" cy="99157"/>
          </a:xfrm>
          <a:prstGeom prst="roundRect">
            <a:avLst>
              <a:gd name="adj" fmla="val 30000"/>
            </a:avLst>
          </a:prstGeom>
          <a:solidFill>
            <a:srgbClr val="309EC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2" name="!!p14_11"/>
          <p:cNvSpPr/>
          <p:nvPr/>
        </p:nvSpPr>
        <p:spPr>
          <a:xfrm>
            <a:off x="2220489" y="4031530"/>
            <a:ext cx="99157" cy="99157"/>
          </a:xfrm>
          <a:prstGeom prst="roundRect">
            <a:avLst>
              <a:gd name="adj" fmla="val 30000"/>
            </a:avLst>
          </a:prstGeom>
          <a:solidFill>
            <a:srgbClr val="2494B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3" name="!!p14_12"/>
          <p:cNvSpPr/>
          <p:nvPr/>
        </p:nvSpPr>
        <p:spPr>
          <a:xfrm>
            <a:off x="2379235" y="4031530"/>
            <a:ext cx="99157" cy="99157"/>
          </a:xfrm>
          <a:prstGeom prst="roundRect">
            <a:avLst>
              <a:gd name="adj" fmla="val 30000"/>
            </a:avLst>
          </a:prstGeom>
          <a:solidFill>
            <a:srgbClr val="19789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4" name="!!p15_07"/>
          <p:cNvSpPr/>
          <p:nvPr/>
        </p:nvSpPr>
        <p:spPr>
          <a:xfrm>
            <a:off x="1585505" y="3916231"/>
            <a:ext cx="99157" cy="99157"/>
          </a:xfrm>
          <a:prstGeom prst="roundRect">
            <a:avLst>
              <a:gd name="adj" fmla="val 30000"/>
            </a:avLst>
          </a:prstGeom>
          <a:solidFill>
            <a:srgbClr val="176D9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5" name="!!p15_08"/>
          <p:cNvSpPr/>
          <p:nvPr/>
        </p:nvSpPr>
        <p:spPr>
          <a:xfrm>
            <a:off x="1744251" y="3916231"/>
            <a:ext cx="99157" cy="99157"/>
          </a:xfrm>
          <a:prstGeom prst="roundRect">
            <a:avLst>
              <a:gd name="adj" fmla="val 30000"/>
            </a:avLst>
          </a:prstGeom>
          <a:solidFill>
            <a:srgbClr val="1D8DB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6" name="!!p15_09"/>
          <p:cNvSpPr/>
          <p:nvPr/>
        </p:nvSpPr>
        <p:spPr>
          <a:xfrm>
            <a:off x="1902997" y="3916231"/>
            <a:ext cx="99157" cy="99157"/>
          </a:xfrm>
          <a:prstGeom prst="roundRect">
            <a:avLst>
              <a:gd name="adj" fmla="val 30000"/>
            </a:avLst>
          </a:prstGeom>
          <a:solidFill>
            <a:srgbClr val="2D9CC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7" name="!!p15_10"/>
          <p:cNvSpPr/>
          <p:nvPr/>
        </p:nvSpPr>
        <p:spPr>
          <a:xfrm>
            <a:off x="2061743" y="3916231"/>
            <a:ext cx="99157" cy="99157"/>
          </a:xfrm>
          <a:prstGeom prst="roundRect">
            <a:avLst>
              <a:gd name="adj" fmla="val 30000"/>
            </a:avLst>
          </a:prstGeom>
          <a:solidFill>
            <a:srgbClr val="319FC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8" name="!!p15_11"/>
          <p:cNvSpPr/>
          <p:nvPr/>
        </p:nvSpPr>
        <p:spPr>
          <a:xfrm>
            <a:off x="2220489" y="3916231"/>
            <a:ext cx="99157" cy="99157"/>
          </a:xfrm>
          <a:prstGeom prst="roundRect">
            <a:avLst>
              <a:gd name="adj" fmla="val 30000"/>
            </a:avLst>
          </a:prstGeom>
          <a:solidFill>
            <a:srgbClr val="2796B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9" name="!!p15_12"/>
          <p:cNvSpPr/>
          <p:nvPr/>
        </p:nvSpPr>
        <p:spPr>
          <a:xfrm>
            <a:off x="2379235" y="3916231"/>
            <a:ext cx="99157" cy="99157"/>
          </a:xfrm>
          <a:prstGeom prst="roundRect">
            <a:avLst>
              <a:gd name="adj" fmla="val 30000"/>
            </a:avLst>
          </a:prstGeom>
          <a:solidFill>
            <a:srgbClr val="1A7B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0" name="!!p15_13"/>
          <p:cNvSpPr/>
          <p:nvPr/>
        </p:nvSpPr>
        <p:spPr>
          <a:xfrm>
            <a:off x="2537981" y="3916231"/>
            <a:ext cx="99157" cy="99157"/>
          </a:xfrm>
          <a:prstGeom prst="roundRect">
            <a:avLst>
              <a:gd name="adj" fmla="val 30000"/>
            </a:avLst>
          </a:prstGeom>
          <a:solidFill>
            <a:srgbClr val="13577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1" name="!!p16_07"/>
          <p:cNvSpPr/>
          <p:nvPr/>
        </p:nvSpPr>
        <p:spPr>
          <a:xfrm>
            <a:off x="1585505" y="3800931"/>
            <a:ext cx="99157" cy="99157"/>
          </a:xfrm>
          <a:prstGeom prst="roundRect">
            <a:avLst>
              <a:gd name="adj" fmla="val 30000"/>
            </a:avLst>
          </a:prstGeom>
          <a:solidFill>
            <a:srgbClr val="176C9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2" name="!!p16_08"/>
          <p:cNvSpPr/>
          <p:nvPr/>
        </p:nvSpPr>
        <p:spPr>
          <a:xfrm>
            <a:off x="1744251" y="3800931"/>
            <a:ext cx="99157" cy="99157"/>
          </a:xfrm>
          <a:prstGeom prst="roundRect">
            <a:avLst>
              <a:gd name="adj" fmla="val 30000"/>
            </a:avLst>
          </a:prstGeom>
          <a:solidFill>
            <a:srgbClr val="1D8C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3" name="!!p16_09"/>
          <p:cNvSpPr/>
          <p:nvPr/>
        </p:nvSpPr>
        <p:spPr>
          <a:xfrm>
            <a:off x="1902997" y="3800931"/>
            <a:ext cx="99157" cy="99157"/>
          </a:xfrm>
          <a:prstGeom prst="roundRect">
            <a:avLst>
              <a:gd name="adj" fmla="val 30000"/>
            </a:avLst>
          </a:prstGeom>
          <a:solidFill>
            <a:srgbClr val="2C9B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4" name="!!p16_10"/>
          <p:cNvSpPr/>
          <p:nvPr/>
        </p:nvSpPr>
        <p:spPr>
          <a:xfrm>
            <a:off x="2061743" y="3800931"/>
            <a:ext cx="99157" cy="99157"/>
          </a:xfrm>
          <a:prstGeom prst="roundRect">
            <a:avLst>
              <a:gd name="adj" fmla="val 30000"/>
            </a:avLst>
          </a:prstGeom>
          <a:solidFill>
            <a:srgbClr val="309EC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5" name="!!p16_11"/>
          <p:cNvSpPr/>
          <p:nvPr/>
        </p:nvSpPr>
        <p:spPr>
          <a:xfrm>
            <a:off x="2220489" y="3800931"/>
            <a:ext cx="99157" cy="99157"/>
          </a:xfrm>
          <a:prstGeom prst="roundRect">
            <a:avLst>
              <a:gd name="adj" fmla="val 30000"/>
            </a:avLst>
          </a:prstGeom>
          <a:solidFill>
            <a:srgbClr val="2796B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6" name="!!p16_12"/>
          <p:cNvSpPr/>
          <p:nvPr/>
        </p:nvSpPr>
        <p:spPr>
          <a:xfrm>
            <a:off x="2379235" y="3800931"/>
            <a:ext cx="99157" cy="99157"/>
          </a:xfrm>
          <a:prstGeom prst="roundRect">
            <a:avLst>
              <a:gd name="adj" fmla="val 30000"/>
            </a:avLst>
          </a:prstGeom>
          <a:solidFill>
            <a:srgbClr val="1A7DA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7" name="!!p16_13"/>
          <p:cNvSpPr/>
          <p:nvPr/>
        </p:nvSpPr>
        <p:spPr>
          <a:xfrm>
            <a:off x="2537981" y="3800931"/>
            <a:ext cx="99157" cy="99157"/>
          </a:xfrm>
          <a:prstGeom prst="roundRect">
            <a:avLst>
              <a:gd name="adj" fmla="val 30000"/>
            </a:avLst>
          </a:prstGeom>
          <a:solidFill>
            <a:srgbClr val="13597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8" name="!!p17_07"/>
          <p:cNvSpPr/>
          <p:nvPr/>
        </p:nvSpPr>
        <p:spPr>
          <a:xfrm>
            <a:off x="1585505" y="3685631"/>
            <a:ext cx="99157" cy="99157"/>
          </a:xfrm>
          <a:prstGeom prst="roundRect">
            <a:avLst>
              <a:gd name="adj" fmla="val 30000"/>
            </a:avLst>
          </a:prstGeom>
          <a:solidFill>
            <a:srgbClr val="176D9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9" name="!!p17_08"/>
          <p:cNvSpPr/>
          <p:nvPr/>
        </p:nvSpPr>
        <p:spPr>
          <a:xfrm>
            <a:off x="1744251" y="3685631"/>
            <a:ext cx="99157" cy="99157"/>
          </a:xfrm>
          <a:prstGeom prst="roundRect">
            <a:avLst>
              <a:gd name="adj" fmla="val 30000"/>
            </a:avLst>
          </a:prstGeom>
          <a:solidFill>
            <a:srgbClr val="1D8B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0" name="!!p17_09"/>
          <p:cNvSpPr/>
          <p:nvPr/>
        </p:nvSpPr>
        <p:spPr>
          <a:xfrm>
            <a:off x="1902997" y="3685631"/>
            <a:ext cx="99157" cy="99157"/>
          </a:xfrm>
          <a:prstGeom prst="roundRect">
            <a:avLst>
              <a:gd name="adj" fmla="val 30000"/>
            </a:avLst>
          </a:prstGeom>
          <a:solidFill>
            <a:srgbClr val="2A99B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1" name="!!p17_10"/>
          <p:cNvSpPr/>
          <p:nvPr/>
        </p:nvSpPr>
        <p:spPr>
          <a:xfrm>
            <a:off x="2061743" y="3685631"/>
            <a:ext cx="99157" cy="99157"/>
          </a:xfrm>
          <a:prstGeom prst="roundRect">
            <a:avLst>
              <a:gd name="adj" fmla="val 30000"/>
            </a:avLst>
          </a:prstGeom>
          <a:solidFill>
            <a:srgbClr val="2E9CC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2" name="!!p17_11"/>
          <p:cNvSpPr/>
          <p:nvPr/>
        </p:nvSpPr>
        <p:spPr>
          <a:xfrm>
            <a:off x="2220489" y="3685631"/>
            <a:ext cx="99157" cy="99157"/>
          </a:xfrm>
          <a:prstGeom prst="roundRect">
            <a:avLst>
              <a:gd name="adj" fmla="val 30000"/>
            </a:avLst>
          </a:prstGeom>
          <a:solidFill>
            <a:srgbClr val="2695B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3" name="!!p17_12"/>
          <p:cNvSpPr/>
          <p:nvPr/>
        </p:nvSpPr>
        <p:spPr>
          <a:xfrm>
            <a:off x="2379235" y="3685631"/>
            <a:ext cx="99157" cy="99157"/>
          </a:xfrm>
          <a:prstGeom prst="roundRect">
            <a:avLst>
              <a:gd name="adj" fmla="val 30000"/>
            </a:avLst>
          </a:prstGeom>
          <a:solidFill>
            <a:srgbClr val="1A7FA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4" name="!!p17_13"/>
          <p:cNvSpPr/>
          <p:nvPr/>
        </p:nvSpPr>
        <p:spPr>
          <a:xfrm>
            <a:off x="2537981" y="3685631"/>
            <a:ext cx="99157" cy="99157"/>
          </a:xfrm>
          <a:prstGeom prst="roundRect">
            <a:avLst>
              <a:gd name="adj" fmla="val 30000"/>
            </a:avLst>
          </a:prstGeom>
          <a:solidFill>
            <a:srgbClr val="135B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5" name="!!p18_06"/>
          <p:cNvSpPr/>
          <p:nvPr/>
        </p:nvSpPr>
        <p:spPr>
          <a:xfrm>
            <a:off x="1426759" y="3570331"/>
            <a:ext cx="99157" cy="99157"/>
          </a:xfrm>
          <a:prstGeom prst="roundRect">
            <a:avLst>
              <a:gd name="adj" fmla="val 30000"/>
            </a:avLst>
          </a:prstGeom>
          <a:solidFill>
            <a:srgbClr val="1253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6" name="!!p18_07"/>
          <p:cNvSpPr/>
          <p:nvPr/>
        </p:nvSpPr>
        <p:spPr>
          <a:xfrm>
            <a:off x="1585505" y="3570331"/>
            <a:ext cx="99157" cy="99157"/>
          </a:xfrm>
          <a:prstGeom prst="roundRect">
            <a:avLst>
              <a:gd name="adj" fmla="val 30000"/>
            </a:avLst>
          </a:prstGeom>
          <a:solidFill>
            <a:srgbClr val="176F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7" name="!!p18_08"/>
          <p:cNvSpPr/>
          <p:nvPr/>
        </p:nvSpPr>
        <p:spPr>
          <a:xfrm>
            <a:off x="1744251" y="3570331"/>
            <a:ext cx="99157" cy="99157"/>
          </a:xfrm>
          <a:prstGeom prst="roundRect">
            <a:avLst>
              <a:gd name="adj" fmla="val 30000"/>
            </a:avLst>
          </a:prstGeom>
          <a:solidFill>
            <a:srgbClr val="1C8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8" name="!!p18_09"/>
          <p:cNvSpPr/>
          <p:nvPr/>
        </p:nvSpPr>
        <p:spPr>
          <a:xfrm>
            <a:off x="1902997" y="3570331"/>
            <a:ext cx="99157" cy="99157"/>
          </a:xfrm>
          <a:prstGeom prst="roundRect">
            <a:avLst>
              <a:gd name="adj" fmla="val 30000"/>
            </a:avLst>
          </a:prstGeom>
          <a:solidFill>
            <a:srgbClr val="2796B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9" name="!!p18_10"/>
          <p:cNvSpPr/>
          <p:nvPr/>
        </p:nvSpPr>
        <p:spPr>
          <a:xfrm>
            <a:off x="2061743" y="3570331"/>
            <a:ext cx="99157" cy="99157"/>
          </a:xfrm>
          <a:prstGeom prst="roundRect">
            <a:avLst>
              <a:gd name="adj" fmla="val 30000"/>
            </a:avLst>
          </a:prstGeom>
          <a:solidFill>
            <a:srgbClr val="2A99B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0" name="!!p18_11"/>
          <p:cNvSpPr/>
          <p:nvPr/>
        </p:nvSpPr>
        <p:spPr>
          <a:xfrm>
            <a:off x="2220489" y="3570331"/>
            <a:ext cx="99157" cy="99157"/>
          </a:xfrm>
          <a:prstGeom prst="roundRect">
            <a:avLst>
              <a:gd name="adj" fmla="val 30000"/>
            </a:avLst>
          </a:prstGeom>
          <a:solidFill>
            <a:srgbClr val="2594B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1" name="!!p18_12"/>
          <p:cNvSpPr/>
          <p:nvPr/>
        </p:nvSpPr>
        <p:spPr>
          <a:xfrm>
            <a:off x="2379235" y="3570331"/>
            <a:ext cx="99157" cy="99157"/>
          </a:xfrm>
          <a:prstGeom prst="roundRect">
            <a:avLst>
              <a:gd name="adj" fmla="val 30000"/>
            </a:avLst>
          </a:prstGeom>
          <a:solidFill>
            <a:srgbClr val="1B82A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2" name="!!p18_13"/>
          <p:cNvSpPr/>
          <p:nvPr/>
        </p:nvSpPr>
        <p:spPr>
          <a:xfrm>
            <a:off x="2537981" y="3570331"/>
            <a:ext cx="99157" cy="99157"/>
          </a:xfrm>
          <a:prstGeom prst="roundRect">
            <a:avLst>
              <a:gd name="adj" fmla="val 30000"/>
            </a:avLst>
          </a:prstGeom>
          <a:solidFill>
            <a:srgbClr val="145E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3" name="!!p19_06"/>
          <p:cNvSpPr/>
          <p:nvPr/>
        </p:nvSpPr>
        <p:spPr>
          <a:xfrm>
            <a:off x="1426759" y="3455032"/>
            <a:ext cx="99157" cy="99157"/>
          </a:xfrm>
          <a:prstGeom prst="roundRect">
            <a:avLst>
              <a:gd name="adj" fmla="val 30000"/>
            </a:avLst>
          </a:prstGeom>
          <a:solidFill>
            <a:srgbClr val="135A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4" name="!!p19_07"/>
          <p:cNvSpPr/>
          <p:nvPr/>
        </p:nvSpPr>
        <p:spPr>
          <a:xfrm>
            <a:off x="1585505" y="3455032"/>
            <a:ext cx="99157" cy="99157"/>
          </a:xfrm>
          <a:prstGeom prst="roundRect">
            <a:avLst>
              <a:gd name="adj" fmla="val 30000"/>
            </a:avLst>
          </a:prstGeom>
          <a:solidFill>
            <a:srgbClr val="19769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5" name="!!p19_08"/>
          <p:cNvSpPr/>
          <p:nvPr/>
        </p:nvSpPr>
        <p:spPr>
          <a:xfrm>
            <a:off x="1744251" y="3455032"/>
            <a:ext cx="99157" cy="99157"/>
          </a:xfrm>
          <a:prstGeom prst="roundRect">
            <a:avLst>
              <a:gd name="adj" fmla="val 30000"/>
            </a:avLst>
          </a:prstGeom>
          <a:solidFill>
            <a:srgbClr val="1D8DB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6" name="!!p19_09"/>
          <p:cNvSpPr/>
          <p:nvPr/>
        </p:nvSpPr>
        <p:spPr>
          <a:xfrm>
            <a:off x="1902997" y="3455032"/>
            <a:ext cx="99157" cy="99157"/>
          </a:xfrm>
          <a:prstGeom prst="roundRect">
            <a:avLst>
              <a:gd name="adj" fmla="val 30000"/>
            </a:avLst>
          </a:prstGeom>
          <a:solidFill>
            <a:srgbClr val="2493B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7" name="!!p19_10"/>
          <p:cNvSpPr/>
          <p:nvPr/>
        </p:nvSpPr>
        <p:spPr>
          <a:xfrm>
            <a:off x="2061743" y="3455032"/>
            <a:ext cx="99157" cy="99157"/>
          </a:xfrm>
          <a:prstGeom prst="roundRect">
            <a:avLst>
              <a:gd name="adj" fmla="val 30000"/>
            </a:avLst>
          </a:prstGeom>
          <a:solidFill>
            <a:srgbClr val="2695B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8" name="!!p19_11"/>
          <p:cNvSpPr/>
          <p:nvPr/>
        </p:nvSpPr>
        <p:spPr>
          <a:xfrm>
            <a:off x="2220489" y="3455032"/>
            <a:ext cx="99157" cy="99157"/>
          </a:xfrm>
          <a:prstGeom prst="roundRect">
            <a:avLst>
              <a:gd name="adj" fmla="val 30000"/>
            </a:avLst>
          </a:prstGeom>
          <a:solidFill>
            <a:srgbClr val="2594B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9" name="!!p19_12"/>
          <p:cNvSpPr/>
          <p:nvPr/>
        </p:nvSpPr>
        <p:spPr>
          <a:xfrm>
            <a:off x="2379235" y="3455032"/>
            <a:ext cx="99157" cy="99157"/>
          </a:xfrm>
          <a:prstGeom prst="roundRect">
            <a:avLst>
              <a:gd name="adj" fmla="val 30000"/>
            </a:avLst>
          </a:prstGeom>
          <a:solidFill>
            <a:srgbClr val="1C89A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0" name="!!p19_13"/>
          <p:cNvSpPr/>
          <p:nvPr/>
        </p:nvSpPr>
        <p:spPr>
          <a:xfrm>
            <a:off x="2537981" y="3455032"/>
            <a:ext cx="99157" cy="99157"/>
          </a:xfrm>
          <a:prstGeom prst="roundRect">
            <a:avLst>
              <a:gd name="adj" fmla="val 30000"/>
            </a:avLst>
          </a:prstGeom>
          <a:solidFill>
            <a:srgbClr val="1565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1" name="!!p20_06"/>
          <p:cNvSpPr/>
          <p:nvPr/>
        </p:nvSpPr>
        <p:spPr>
          <a:xfrm>
            <a:off x="1426759" y="3339732"/>
            <a:ext cx="99157" cy="99157"/>
          </a:xfrm>
          <a:prstGeom prst="roundRect">
            <a:avLst>
              <a:gd name="adj" fmla="val 30000"/>
            </a:avLst>
          </a:prstGeom>
          <a:solidFill>
            <a:srgbClr val="16688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2" name="!!p20_07"/>
          <p:cNvSpPr/>
          <p:nvPr/>
        </p:nvSpPr>
        <p:spPr>
          <a:xfrm>
            <a:off x="1585505" y="3339732"/>
            <a:ext cx="99157" cy="99157"/>
          </a:xfrm>
          <a:prstGeom prst="roundRect">
            <a:avLst>
              <a:gd name="adj" fmla="val 30000"/>
            </a:avLst>
          </a:prstGeom>
          <a:solidFill>
            <a:srgbClr val="1B84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3" name="!!p20_08"/>
          <p:cNvSpPr/>
          <p:nvPr/>
        </p:nvSpPr>
        <p:spPr>
          <a:xfrm>
            <a:off x="1744251" y="3339732"/>
            <a:ext cx="99157" cy="99157"/>
          </a:xfrm>
          <a:prstGeom prst="roundRect">
            <a:avLst>
              <a:gd name="adj" fmla="val 30000"/>
            </a:avLst>
          </a:prstGeom>
          <a:solidFill>
            <a:srgbClr val="2291B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4" name="!!p20_09"/>
          <p:cNvSpPr/>
          <p:nvPr/>
        </p:nvSpPr>
        <p:spPr>
          <a:xfrm>
            <a:off x="1902997" y="3339732"/>
            <a:ext cx="99157" cy="99157"/>
          </a:xfrm>
          <a:prstGeom prst="roundRect">
            <a:avLst>
              <a:gd name="adj" fmla="val 30000"/>
            </a:avLst>
          </a:prstGeom>
          <a:solidFill>
            <a:srgbClr val="2392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5" name="!!p20_10"/>
          <p:cNvSpPr/>
          <p:nvPr/>
        </p:nvSpPr>
        <p:spPr>
          <a:xfrm>
            <a:off x="2061743" y="3339732"/>
            <a:ext cx="99157" cy="99157"/>
          </a:xfrm>
          <a:prstGeom prst="roundRect">
            <a:avLst>
              <a:gd name="adj" fmla="val 30000"/>
            </a:avLst>
          </a:prstGeom>
          <a:solidFill>
            <a:srgbClr val="2393B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6" name="!!p20_11"/>
          <p:cNvSpPr/>
          <p:nvPr/>
        </p:nvSpPr>
        <p:spPr>
          <a:xfrm>
            <a:off x="2220489" y="3339732"/>
            <a:ext cx="99157" cy="99157"/>
          </a:xfrm>
          <a:prstGeom prst="roundRect">
            <a:avLst>
              <a:gd name="adj" fmla="val 30000"/>
            </a:avLst>
          </a:prstGeom>
          <a:solidFill>
            <a:srgbClr val="2696B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7" name="!!p20_12"/>
          <p:cNvSpPr/>
          <p:nvPr/>
        </p:nvSpPr>
        <p:spPr>
          <a:xfrm>
            <a:off x="2379235" y="3339732"/>
            <a:ext cx="99157" cy="99157"/>
          </a:xfrm>
          <a:prstGeom prst="roundRect">
            <a:avLst>
              <a:gd name="adj" fmla="val 30000"/>
            </a:avLst>
          </a:prstGeom>
          <a:solidFill>
            <a:srgbClr val="2191B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8" name="!!p20_13"/>
          <p:cNvSpPr/>
          <p:nvPr/>
        </p:nvSpPr>
        <p:spPr>
          <a:xfrm>
            <a:off x="2537981" y="3339732"/>
            <a:ext cx="99157" cy="99157"/>
          </a:xfrm>
          <a:prstGeom prst="roundRect">
            <a:avLst>
              <a:gd name="adj" fmla="val 30000"/>
            </a:avLst>
          </a:prstGeom>
          <a:solidFill>
            <a:srgbClr val="176F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9" name="!!p21_05"/>
          <p:cNvSpPr/>
          <p:nvPr/>
        </p:nvSpPr>
        <p:spPr>
          <a:xfrm>
            <a:off x="1268013" y="3224432"/>
            <a:ext cx="99157" cy="99157"/>
          </a:xfrm>
          <a:prstGeom prst="roundRect">
            <a:avLst>
              <a:gd name="adj" fmla="val 30000"/>
            </a:avLst>
          </a:prstGeom>
          <a:solidFill>
            <a:srgbClr val="1562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0" name="!!p21_06"/>
          <p:cNvSpPr/>
          <p:nvPr/>
        </p:nvSpPr>
        <p:spPr>
          <a:xfrm>
            <a:off x="1426759" y="3224432"/>
            <a:ext cx="99157" cy="99157"/>
          </a:xfrm>
          <a:prstGeom prst="roundRect">
            <a:avLst>
              <a:gd name="adj" fmla="val 30000"/>
            </a:avLst>
          </a:prstGeom>
          <a:solidFill>
            <a:srgbClr val="1A7EA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1" name="!!p21_07"/>
          <p:cNvSpPr/>
          <p:nvPr/>
        </p:nvSpPr>
        <p:spPr>
          <a:xfrm>
            <a:off x="1585505" y="3224432"/>
            <a:ext cx="99157" cy="99157"/>
          </a:xfrm>
          <a:prstGeom prst="roundRect">
            <a:avLst>
              <a:gd name="adj" fmla="val 30000"/>
            </a:avLst>
          </a:prstGeom>
          <a:solidFill>
            <a:srgbClr val="2494B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2" name="!!p21_08"/>
          <p:cNvSpPr/>
          <p:nvPr/>
        </p:nvSpPr>
        <p:spPr>
          <a:xfrm>
            <a:off x="1744251" y="3224432"/>
            <a:ext cx="99157" cy="99157"/>
          </a:xfrm>
          <a:prstGeom prst="roundRect">
            <a:avLst>
              <a:gd name="adj" fmla="val 30000"/>
            </a:avLst>
          </a:prstGeom>
          <a:solidFill>
            <a:srgbClr val="2A99B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3" name="!!p21_09"/>
          <p:cNvSpPr/>
          <p:nvPr/>
        </p:nvSpPr>
        <p:spPr>
          <a:xfrm>
            <a:off x="1902997" y="3224432"/>
            <a:ext cx="99157" cy="99157"/>
          </a:xfrm>
          <a:prstGeom prst="roundRect">
            <a:avLst>
              <a:gd name="adj" fmla="val 30000"/>
            </a:avLst>
          </a:prstGeom>
          <a:solidFill>
            <a:srgbClr val="2393B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4" name="!!p21_10"/>
          <p:cNvSpPr/>
          <p:nvPr/>
        </p:nvSpPr>
        <p:spPr>
          <a:xfrm>
            <a:off x="2061743" y="3224432"/>
            <a:ext cx="99157" cy="99157"/>
          </a:xfrm>
          <a:prstGeom prst="roundRect">
            <a:avLst>
              <a:gd name="adj" fmla="val 30000"/>
            </a:avLst>
          </a:prstGeom>
          <a:solidFill>
            <a:srgbClr val="2190B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5" name="!!p21_11"/>
          <p:cNvSpPr/>
          <p:nvPr/>
        </p:nvSpPr>
        <p:spPr>
          <a:xfrm>
            <a:off x="2220489" y="3224432"/>
            <a:ext cx="99157" cy="99157"/>
          </a:xfrm>
          <a:prstGeom prst="roundRect">
            <a:avLst>
              <a:gd name="adj" fmla="val 30000"/>
            </a:avLst>
          </a:prstGeom>
          <a:solidFill>
            <a:srgbClr val="2998B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6" name="!!p21_12"/>
          <p:cNvSpPr/>
          <p:nvPr/>
        </p:nvSpPr>
        <p:spPr>
          <a:xfrm>
            <a:off x="2379235" y="3224432"/>
            <a:ext cx="99157" cy="99157"/>
          </a:xfrm>
          <a:prstGeom prst="roundRect">
            <a:avLst>
              <a:gd name="adj" fmla="val 30000"/>
            </a:avLst>
          </a:prstGeom>
          <a:solidFill>
            <a:srgbClr val="2A98B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7" name="!!p21_13"/>
          <p:cNvSpPr/>
          <p:nvPr/>
        </p:nvSpPr>
        <p:spPr>
          <a:xfrm>
            <a:off x="2537981" y="3224432"/>
            <a:ext cx="99157" cy="99157"/>
          </a:xfrm>
          <a:prstGeom prst="roundRect">
            <a:avLst>
              <a:gd name="adj" fmla="val 30000"/>
            </a:avLst>
          </a:prstGeom>
          <a:solidFill>
            <a:srgbClr val="1A7B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8" name="!!p22_05"/>
          <p:cNvSpPr/>
          <p:nvPr/>
        </p:nvSpPr>
        <p:spPr>
          <a:xfrm>
            <a:off x="1268013" y="3109132"/>
            <a:ext cx="99157" cy="99157"/>
          </a:xfrm>
          <a:prstGeom prst="roundRect">
            <a:avLst>
              <a:gd name="adj" fmla="val 30000"/>
            </a:avLst>
          </a:prstGeom>
          <a:solidFill>
            <a:srgbClr val="1A7EA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9" name="!!p22_06"/>
          <p:cNvSpPr/>
          <p:nvPr/>
        </p:nvSpPr>
        <p:spPr>
          <a:xfrm>
            <a:off x="1426759" y="3109132"/>
            <a:ext cx="99157" cy="99157"/>
          </a:xfrm>
          <a:prstGeom prst="roundRect">
            <a:avLst>
              <a:gd name="adj" fmla="val 30000"/>
            </a:avLst>
          </a:prstGeom>
          <a:solidFill>
            <a:srgbClr val="2695B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0" name="!!p22_07"/>
          <p:cNvSpPr/>
          <p:nvPr/>
        </p:nvSpPr>
        <p:spPr>
          <a:xfrm>
            <a:off x="1585505" y="3109132"/>
            <a:ext cx="99157" cy="99157"/>
          </a:xfrm>
          <a:prstGeom prst="roundRect">
            <a:avLst>
              <a:gd name="adj" fmla="val 30000"/>
            </a:avLst>
          </a:prstGeom>
          <a:solidFill>
            <a:srgbClr val="34A2C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1" name="!!p22_08"/>
          <p:cNvSpPr/>
          <p:nvPr/>
        </p:nvSpPr>
        <p:spPr>
          <a:xfrm>
            <a:off x="1744251" y="3109132"/>
            <a:ext cx="99157" cy="99157"/>
          </a:xfrm>
          <a:prstGeom prst="roundRect">
            <a:avLst>
              <a:gd name="adj" fmla="val 30000"/>
            </a:avLst>
          </a:prstGeom>
          <a:solidFill>
            <a:srgbClr val="34A2C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2" name="!!p22_09"/>
          <p:cNvSpPr/>
          <p:nvPr/>
        </p:nvSpPr>
        <p:spPr>
          <a:xfrm>
            <a:off x="1902997" y="3109132"/>
            <a:ext cx="99157" cy="99157"/>
          </a:xfrm>
          <a:prstGeom prst="roundRect">
            <a:avLst>
              <a:gd name="adj" fmla="val 30000"/>
            </a:avLst>
          </a:prstGeom>
          <a:solidFill>
            <a:srgbClr val="2594B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3" name="!!p22_10"/>
          <p:cNvSpPr/>
          <p:nvPr/>
        </p:nvSpPr>
        <p:spPr>
          <a:xfrm>
            <a:off x="2061743" y="3109132"/>
            <a:ext cx="99157" cy="99157"/>
          </a:xfrm>
          <a:prstGeom prst="roundRect">
            <a:avLst>
              <a:gd name="adj" fmla="val 30000"/>
            </a:avLst>
          </a:prstGeom>
          <a:solidFill>
            <a:srgbClr val="1F8F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4" name="!!p22_11"/>
          <p:cNvSpPr/>
          <p:nvPr/>
        </p:nvSpPr>
        <p:spPr>
          <a:xfrm>
            <a:off x="2220489" y="3109132"/>
            <a:ext cx="99157" cy="99157"/>
          </a:xfrm>
          <a:prstGeom prst="roundRect">
            <a:avLst>
              <a:gd name="adj" fmla="val 30000"/>
            </a:avLst>
          </a:prstGeom>
          <a:solidFill>
            <a:srgbClr val="2B99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5" name="!!p22_12"/>
          <p:cNvSpPr/>
          <p:nvPr/>
        </p:nvSpPr>
        <p:spPr>
          <a:xfrm>
            <a:off x="2379235" y="3109132"/>
            <a:ext cx="99157" cy="99157"/>
          </a:xfrm>
          <a:prstGeom prst="roundRect">
            <a:avLst>
              <a:gd name="adj" fmla="val 30000"/>
            </a:avLst>
          </a:prstGeom>
          <a:solidFill>
            <a:srgbClr val="309FC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6" name="!!p22_13"/>
          <p:cNvSpPr/>
          <p:nvPr/>
        </p:nvSpPr>
        <p:spPr>
          <a:xfrm>
            <a:off x="2537981" y="3109132"/>
            <a:ext cx="99157" cy="99157"/>
          </a:xfrm>
          <a:prstGeom prst="roundRect">
            <a:avLst>
              <a:gd name="adj" fmla="val 30000"/>
            </a:avLst>
          </a:prstGeom>
          <a:solidFill>
            <a:srgbClr val="1C85A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7" name="!!p23_04"/>
          <p:cNvSpPr/>
          <p:nvPr/>
        </p:nvSpPr>
        <p:spPr>
          <a:xfrm>
            <a:off x="1109267" y="2993833"/>
            <a:ext cx="99157" cy="99157"/>
          </a:xfrm>
          <a:prstGeom prst="roundRect">
            <a:avLst>
              <a:gd name="adj" fmla="val 30000"/>
            </a:avLst>
          </a:prstGeom>
          <a:solidFill>
            <a:srgbClr val="176D9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8" name="!!p23_05"/>
          <p:cNvSpPr/>
          <p:nvPr/>
        </p:nvSpPr>
        <p:spPr>
          <a:xfrm>
            <a:off x="1268013" y="2993833"/>
            <a:ext cx="99157" cy="99157"/>
          </a:xfrm>
          <a:prstGeom prst="roundRect">
            <a:avLst>
              <a:gd name="adj" fmla="val 30000"/>
            </a:avLst>
          </a:prstGeom>
          <a:solidFill>
            <a:srgbClr val="2897B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9" name="!!p23_06"/>
          <p:cNvSpPr/>
          <p:nvPr/>
        </p:nvSpPr>
        <p:spPr>
          <a:xfrm>
            <a:off x="1426759" y="2993833"/>
            <a:ext cx="99157" cy="99157"/>
          </a:xfrm>
          <a:prstGeom prst="roundRect">
            <a:avLst>
              <a:gd name="adj" fmla="val 30000"/>
            </a:avLst>
          </a:prstGeom>
          <a:solidFill>
            <a:srgbClr val="3AA7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0" name="!!p23_07"/>
          <p:cNvSpPr/>
          <p:nvPr/>
        </p:nvSpPr>
        <p:spPr>
          <a:xfrm>
            <a:off x="1585505" y="2993833"/>
            <a:ext cx="99157" cy="99157"/>
          </a:xfrm>
          <a:prstGeom prst="roundRect">
            <a:avLst>
              <a:gd name="adj" fmla="val 30000"/>
            </a:avLst>
          </a:prstGeom>
          <a:solidFill>
            <a:srgbClr val="44B0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1" name="!!p23_08"/>
          <p:cNvSpPr/>
          <p:nvPr/>
        </p:nvSpPr>
        <p:spPr>
          <a:xfrm>
            <a:off x="1744251" y="2993833"/>
            <a:ext cx="99157" cy="99157"/>
          </a:xfrm>
          <a:prstGeom prst="roundRect">
            <a:avLst>
              <a:gd name="adj" fmla="val 30000"/>
            </a:avLst>
          </a:prstGeom>
          <a:solidFill>
            <a:srgbClr val="3DAA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2" name="!!p23_09"/>
          <p:cNvSpPr/>
          <p:nvPr/>
        </p:nvSpPr>
        <p:spPr>
          <a:xfrm>
            <a:off x="1902997" y="2993833"/>
            <a:ext cx="99157" cy="99157"/>
          </a:xfrm>
          <a:prstGeom prst="roundRect">
            <a:avLst>
              <a:gd name="adj" fmla="val 30000"/>
            </a:avLst>
          </a:prstGeom>
          <a:solidFill>
            <a:srgbClr val="2695B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3" name="!!p23_10"/>
          <p:cNvSpPr/>
          <p:nvPr/>
        </p:nvSpPr>
        <p:spPr>
          <a:xfrm>
            <a:off x="2061743" y="2993833"/>
            <a:ext cx="99157" cy="99157"/>
          </a:xfrm>
          <a:prstGeom prst="roundRect">
            <a:avLst>
              <a:gd name="adj" fmla="val 30000"/>
            </a:avLst>
          </a:prstGeom>
          <a:solidFill>
            <a:srgbClr val="1C8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4" name="!!p23_11"/>
          <p:cNvSpPr/>
          <p:nvPr/>
        </p:nvSpPr>
        <p:spPr>
          <a:xfrm>
            <a:off x="2220489" y="2993833"/>
            <a:ext cx="99157" cy="99157"/>
          </a:xfrm>
          <a:prstGeom prst="roundRect">
            <a:avLst>
              <a:gd name="adj" fmla="val 30000"/>
            </a:avLst>
          </a:prstGeom>
          <a:solidFill>
            <a:srgbClr val="2998B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5" name="!!p23_12"/>
          <p:cNvSpPr/>
          <p:nvPr/>
        </p:nvSpPr>
        <p:spPr>
          <a:xfrm>
            <a:off x="2379235" y="2993833"/>
            <a:ext cx="99157" cy="99157"/>
          </a:xfrm>
          <a:prstGeom prst="roundRect">
            <a:avLst>
              <a:gd name="adj" fmla="val 30000"/>
            </a:avLst>
          </a:prstGeom>
          <a:solidFill>
            <a:srgbClr val="32A0C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6" name="!!p23_13"/>
          <p:cNvSpPr/>
          <p:nvPr/>
        </p:nvSpPr>
        <p:spPr>
          <a:xfrm>
            <a:off x="2537981" y="2993833"/>
            <a:ext cx="99157" cy="99157"/>
          </a:xfrm>
          <a:prstGeom prst="roundRect">
            <a:avLst>
              <a:gd name="adj" fmla="val 30000"/>
            </a:avLst>
          </a:prstGeom>
          <a:solidFill>
            <a:srgbClr val="1C89A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7" name="!!p23_14"/>
          <p:cNvSpPr/>
          <p:nvPr/>
        </p:nvSpPr>
        <p:spPr>
          <a:xfrm>
            <a:off x="2696727" y="2993833"/>
            <a:ext cx="99157" cy="99157"/>
          </a:xfrm>
          <a:prstGeom prst="roundRect">
            <a:avLst>
              <a:gd name="adj" fmla="val 30000"/>
            </a:avLst>
          </a:prstGeom>
          <a:solidFill>
            <a:srgbClr val="104B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8" name="!!p24_04"/>
          <p:cNvSpPr/>
          <p:nvPr/>
        </p:nvSpPr>
        <p:spPr>
          <a:xfrm>
            <a:off x="1109267" y="2878533"/>
            <a:ext cx="99157" cy="99157"/>
          </a:xfrm>
          <a:prstGeom prst="roundRect">
            <a:avLst>
              <a:gd name="adj" fmla="val 30000"/>
            </a:avLst>
          </a:prstGeom>
          <a:solidFill>
            <a:srgbClr val="1A7FA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9" name="!!p24_05"/>
          <p:cNvSpPr/>
          <p:nvPr/>
        </p:nvSpPr>
        <p:spPr>
          <a:xfrm>
            <a:off x="1268013" y="2878533"/>
            <a:ext cx="99157" cy="99157"/>
          </a:xfrm>
          <a:prstGeom prst="roundRect">
            <a:avLst>
              <a:gd name="adj" fmla="val 30000"/>
            </a:avLst>
          </a:prstGeom>
          <a:solidFill>
            <a:srgbClr val="38A6C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0" name="!!p24_06"/>
          <p:cNvSpPr/>
          <p:nvPr/>
        </p:nvSpPr>
        <p:spPr>
          <a:xfrm>
            <a:off x="1426759" y="2878533"/>
            <a:ext cx="99157" cy="99157"/>
          </a:xfrm>
          <a:prstGeom prst="roundRect">
            <a:avLst>
              <a:gd name="adj" fmla="val 30000"/>
            </a:avLst>
          </a:prstGeom>
          <a:solidFill>
            <a:srgbClr val="48B4E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1" name="!!p24_07"/>
          <p:cNvSpPr/>
          <p:nvPr/>
        </p:nvSpPr>
        <p:spPr>
          <a:xfrm>
            <a:off x="1585505" y="2878533"/>
            <a:ext cx="99157" cy="99157"/>
          </a:xfrm>
          <a:prstGeom prst="roundRect">
            <a:avLst>
              <a:gd name="adj" fmla="val 30000"/>
            </a:avLst>
          </a:prstGeom>
          <a:solidFill>
            <a:srgbClr val="4DB8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2" name="!!p24_08"/>
          <p:cNvSpPr/>
          <p:nvPr/>
        </p:nvSpPr>
        <p:spPr>
          <a:xfrm>
            <a:off x="1744251" y="2878533"/>
            <a:ext cx="99157" cy="99157"/>
          </a:xfrm>
          <a:prstGeom prst="roundRect">
            <a:avLst>
              <a:gd name="adj" fmla="val 30000"/>
            </a:avLst>
          </a:prstGeom>
          <a:solidFill>
            <a:srgbClr val="41AE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3" name="!!p24_09"/>
          <p:cNvSpPr/>
          <p:nvPr/>
        </p:nvSpPr>
        <p:spPr>
          <a:xfrm>
            <a:off x="1902997" y="2878533"/>
            <a:ext cx="99157" cy="99157"/>
          </a:xfrm>
          <a:prstGeom prst="roundRect">
            <a:avLst>
              <a:gd name="adj" fmla="val 30000"/>
            </a:avLst>
          </a:prstGeom>
          <a:solidFill>
            <a:srgbClr val="2493B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4" name="!!p24_10"/>
          <p:cNvSpPr/>
          <p:nvPr/>
        </p:nvSpPr>
        <p:spPr>
          <a:xfrm>
            <a:off x="2061743" y="2878533"/>
            <a:ext cx="99157" cy="99157"/>
          </a:xfrm>
          <a:prstGeom prst="roundRect">
            <a:avLst>
              <a:gd name="adj" fmla="val 30000"/>
            </a:avLst>
          </a:prstGeom>
          <a:solidFill>
            <a:srgbClr val="1B81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5" name="!!p24_11"/>
          <p:cNvSpPr/>
          <p:nvPr/>
        </p:nvSpPr>
        <p:spPr>
          <a:xfrm>
            <a:off x="2220489" y="2878533"/>
            <a:ext cx="99157" cy="99157"/>
          </a:xfrm>
          <a:prstGeom prst="roundRect">
            <a:avLst>
              <a:gd name="adj" fmla="val 30000"/>
            </a:avLst>
          </a:prstGeom>
          <a:solidFill>
            <a:srgbClr val="2291B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6" name="!!p24_12"/>
          <p:cNvSpPr/>
          <p:nvPr/>
        </p:nvSpPr>
        <p:spPr>
          <a:xfrm>
            <a:off x="2379235" y="2878533"/>
            <a:ext cx="99157" cy="99157"/>
          </a:xfrm>
          <a:prstGeom prst="roundRect">
            <a:avLst>
              <a:gd name="adj" fmla="val 30000"/>
            </a:avLst>
          </a:prstGeom>
          <a:solidFill>
            <a:srgbClr val="2C9B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7" name="!!p24_13"/>
          <p:cNvSpPr/>
          <p:nvPr/>
        </p:nvSpPr>
        <p:spPr>
          <a:xfrm>
            <a:off x="2537981" y="2878533"/>
            <a:ext cx="99157" cy="99157"/>
          </a:xfrm>
          <a:prstGeom prst="roundRect">
            <a:avLst>
              <a:gd name="adj" fmla="val 30000"/>
            </a:avLst>
          </a:prstGeom>
          <a:solidFill>
            <a:srgbClr val="1B82A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8" name="!!p24_14"/>
          <p:cNvSpPr/>
          <p:nvPr/>
        </p:nvSpPr>
        <p:spPr>
          <a:xfrm>
            <a:off x="2696727" y="2878533"/>
            <a:ext cx="99157" cy="99157"/>
          </a:xfrm>
          <a:prstGeom prst="roundRect">
            <a:avLst>
              <a:gd name="adj" fmla="val 30000"/>
            </a:avLst>
          </a:prstGeom>
          <a:solidFill>
            <a:srgbClr val="0F476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9" name="!!p25_04"/>
          <p:cNvSpPr/>
          <p:nvPr/>
        </p:nvSpPr>
        <p:spPr>
          <a:xfrm>
            <a:off x="1109267" y="2763233"/>
            <a:ext cx="99157" cy="99157"/>
          </a:xfrm>
          <a:prstGeom prst="roundRect">
            <a:avLst>
              <a:gd name="adj" fmla="val 30000"/>
            </a:avLst>
          </a:prstGeom>
          <a:solidFill>
            <a:srgbClr val="1C88A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0" name="!!p25_05"/>
          <p:cNvSpPr/>
          <p:nvPr/>
        </p:nvSpPr>
        <p:spPr>
          <a:xfrm>
            <a:off x="1268013" y="2763233"/>
            <a:ext cx="99157" cy="99157"/>
          </a:xfrm>
          <a:prstGeom prst="roundRect">
            <a:avLst>
              <a:gd name="adj" fmla="val 30000"/>
            </a:avLst>
          </a:prstGeom>
          <a:solidFill>
            <a:srgbClr val="40ACD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1" name="!!p25_06"/>
          <p:cNvSpPr/>
          <p:nvPr/>
        </p:nvSpPr>
        <p:spPr>
          <a:xfrm>
            <a:off x="1426759" y="2763233"/>
            <a:ext cx="99157" cy="99157"/>
          </a:xfrm>
          <a:prstGeom prst="roundRect">
            <a:avLst>
              <a:gd name="adj" fmla="val 30000"/>
            </a:avLst>
          </a:prstGeom>
          <a:solidFill>
            <a:srgbClr val="4CB7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2" name="!!p25_07"/>
          <p:cNvSpPr/>
          <p:nvPr/>
        </p:nvSpPr>
        <p:spPr>
          <a:xfrm>
            <a:off x="1585505" y="2763233"/>
            <a:ext cx="99157" cy="99157"/>
          </a:xfrm>
          <a:prstGeom prst="roundRect">
            <a:avLst>
              <a:gd name="adj" fmla="val 30000"/>
            </a:avLst>
          </a:prstGeom>
          <a:solidFill>
            <a:srgbClr val="4CB8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3" name="!!p25_08"/>
          <p:cNvSpPr/>
          <p:nvPr/>
        </p:nvSpPr>
        <p:spPr>
          <a:xfrm>
            <a:off x="1744251" y="2763233"/>
            <a:ext cx="99157" cy="99157"/>
          </a:xfrm>
          <a:prstGeom prst="roundRect">
            <a:avLst>
              <a:gd name="adj" fmla="val 30000"/>
            </a:avLst>
          </a:prstGeom>
          <a:solidFill>
            <a:srgbClr val="3DAA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4" name="!!p25_09"/>
          <p:cNvSpPr/>
          <p:nvPr/>
        </p:nvSpPr>
        <p:spPr>
          <a:xfrm>
            <a:off x="1902997" y="2763233"/>
            <a:ext cx="99157" cy="99157"/>
          </a:xfrm>
          <a:prstGeom prst="roundRect">
            <a:avLst>
              <a:gd name="adj" fmla="val 30000"/>
            </a:avLst>
          </a:prstGeom>
          <a:solidFill>
            <a:srgbClr val="1E8EB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5" name="!!p25_10"/>
          <p:cNvSpPr/>
          <p:nvPr/>
        </p:nvSpPr>
        <p:spPr>
          <a:xfrm>
            <a:off x="2061743" y="2763233"/>
            <a:ext cx="99157" cy="99157"/>
          </a:xfrm>
          <a:prstGeom prst="roundRect">
            <a:avLst>
              <a:gd name="adj" fmla="val 30000"/>
            </a:avLst>
          </a:prstGeom>
          <a:solidFill>
            <a:srgbClr val="18729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6" name="!!p25_11"/>
          <p:cNvSpPr/>
          <p:nvPr/>
        </p:nvSpPr>
        <p:spPr>
          <a:xfrm>
            <a:off x="2220489" y="2763233"/>
            <a:ext cx="99157" cy="99157"/>
          </a:xfrm>
          <a:prstGeom prst="roundRect">
            <a:avLst>
              <a:gd name="adj" fmla="val 30000"/>
            </a:avLst>
          </a:prstGeom>
          <a:solidFill>
            <a:srgbClr val="1B81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7" name="!!p25_12"/>
          <p:cNvSpPr/>
          <p:nvPr/>
        </p:nvSpPr>
        <p:spPr>
          <a:xfrm>
            <a:off x="2379235" y="2763233"/>
            <a:ext cx="99157" cy="99157"/>
          </a:xfrm>
          <a:prstGeom prst="roundRect">
            <a:avLst>
              <a:gd name="adj" fmla="val 30000"/>
            </a:avLst>
          </a:prstGeom>
          <a:solidFill>
            <a:srgbClr val="1E8E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8" name="!!p25_13"/>
          <p:cNvSpPr/>
          <p:nvPr/>
        </p:nvSpPr>
        <p:spPr>
          <a:xfrm>
            <a:off x="2537981" y="2763233"/>
            <a:ext cx="99157" cy="99157"/>
          </a:xfrm>
          <a:prstGeom prst="roundRect">
            <a:avLst>
              <a:gd name="adj" fmla="val 30000"/>
            </a:avLst>
          </a:prstGeom>
          <a:solidFill>
            <a:srgbClr val="18729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9" name="!!p25_14"/>
          <p:cNvSpPr/>
          <p:nvPr/>
        </p:nvSpPr>
        <p:spPr>
          <a:xfrm>
            <a:off x="2696727" y="2763233"/>
            <a:ext cx="99157" cy="99157"/>
          </a:xfrm>
          <a:prstGeom prst="roundRect">
            <a:avLst>
              <a:gd name="adj" fmla="val 30000"/>
            </a:avLst>
          </a:prstGeom>
          <a:solidFill>
            <a:srgbClr val="0E3E6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0" name="!!p26_03"/>
          <p:cNvSpPr/>
          <p:nvPr/>
        </p:nvSpPr>
        <p:spPr>
          <a:xfrm>
            <a:off x="950521" y="2647933"/>
            <a:ext cx="99157" cy="99157"/>
          </a:xfrm>
          <a:prstGeom prst="roundRect">
            <a:avLst>
              <a:gd name="adj" fmla="val 30000"/>
            </a:avLst>
          </a:prstGeom>
          <a:solidFill>
            <a:srgbClr val="0E406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1" name="!!p26_04"/>
          <p:cNvSpPr/>
          <p:nvPr/>
        </p:nvSpPr>
        <p:spPr>
          <a:xfrm>
            <a:off x="1109267" y="2647933"/>
            <a:ext cx="99157" cy="99157"/>
          </a:xfrm>
          <a:prstGeom prst="roundRect">
            <a:avLst>
              <a:gd name="adj" fmla="val 30000"/>
            </a:avLst>
          </a:prstGeom>
          <a:solidFill>
            <a:srgbClr val="1B83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2" name="!!p26_05"/>
          <p:cNvSpPr/>
          <p:nvPr/>
        </p:nvSpPr>
        <p:spPr>
          <a:xfrm>
            <a:off x="1268013" y="2647933"/>
            <a:ext cx="99157" cy="99157"/>
          </a:xfrm>
          <a:prstGeom prst="roundRect">
            <a:avLst>
              <a:gd name="adj" fmla="val 30000"/>
            </a:avLst>
          </a:prstGeom>
          <a:solidFill>
            <a:srgbClr val="3AA7D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3" name="!!p26_06"/>
          <p:cNvSpPr/>
          <p:nvPr/>
        </p:nvSpPr>
        <p:spPr>
          <a:xfrm>
            <a:off x="1426759" y="2647933"/>
            <a:ext cx="99157" cy="99157"/>
          </a:xfrm>
          <a:prstGeom prst="roundRect">
            <a:avLst>
              <a:gd name="adj" fmla="val 30000"/>
            </a:avLst>
          </a:prstGeom>
          <a:solidFill>
            <a:srgbClr val="43AFD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4" name="!!p26_07"/>
          <p:cNvSpPr/>
          <p:nvPr/>
        </p:nvSpPr>
        <p:spPr>
          <a:xfrm>
            <a:off x="1585505" y="2647933"/>
            <a:ext cx="99157" cy="99157"/>
          </a:xfrm>
          <a:prstGeom prst="roundRect">
            <a:avLst>
              <a:gd name="adj" fmla="val 30000"/>
            </a:avLst>
          </a:prstGeom>
          <a:solidFill>
            <a:srgbClr val="40AD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5" name="!!p26_08"/>
          <p:cNvSpPr/>
          <p:nvPr/>
        </p:nvSpPr>
        <p:spPr>
          <a:xfrm>
            <a:off x="1744251" y="2647933"/>
            <a:ext cx="99157" cy="99157"/>
          </a:xfrm>
          <a:prstGeom prst="roundRect">
            <a:avLst>
              <a:gd name="adj" fmla="val 30000"/>
            </a:avLst>
          </a:prstGeom>
          <a:solidFill>
            <a:srgbClr val="319FC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6" name="!!p26_09"/>
          <p:cNvSpPr/>
          <p:nvPr/>
        </p:nvSpPr>
        <p:spPr>
          <a:xfrm>
            <a:off x="1902997" y="2647933"/>
            <a:ext cx="99157" cy="99157"/>
          </a:xfrm>
          <a:prstGeom prst="roundRect">
            <a:avLst>
              <a:gd name="adj" fmla="val 30000"/>
            </a:avLst>
          </a:prstGeom>
          <a:solidFill>
            <a:srgbClr val="1A7DA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7" name="!!p26_10"/>
          <p:cNvSpPr/>
          <p:nvPr/>
        </p:nvSpPr>
        <p:spPr>
          <a:xfrm>
            <a:off x="2061743" y="2647933"/>
            <a:ext cx="99157" cy="99157"/>
          </a:xfrm>
          <a:prstGeom prst="roundRect">
            <a:avLst>
              <a:gd name="adj" fmla="val 30000"/>
            </a:avLst>
          </a:prstGeom>
          <a:solidFill>
            <a:srgbClr val="14618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8" name="!!p26_11"/>
          <p:cNvSpPr/>
          <p:nvPr/>
        </p:nvSpPr>
        <p:spPr>
          <a:xfrm>
            <a:off x="2220489" y="2647933"/>
            <a:ext cx="99157" cy="99157"/>
          </a:xfrm>
          <a:prstGeom prst="roundRect">
            <a:avLst>
              <a:gd name="adj" fmla="val 30000"/>
            </a:avLst>
          </a:prstGeom>
          <a:solidFill>
            <a:srgbClr val="16698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9" name="!!p26_12"/>
          <p:cNvSpPr/>
          <p:nvPr/>
        </p:nvSpPr>
        <p:spPr>
          <a:xfrm>
            <a:off x="2379235" y="2647933"/>
            <a:ext cx="99157" cy="99157"/>
          </a:xfrm>
          <a:prstGeom prst="roundRect">
            <a:avLst>
              <a:gd name="adj" fmla="val 30000"/>
            </a:avLst>
          </a:prstGeom>
          <a:solidFill>
            <a:srgbClr val="18739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0" name="!!p26_13"/>
          <p:cNvSpPr/>
          <p:nvPr/>
        </p:nvSpPr>
        <p:spPr>
          <a:xfrm>
            <a:off x="2537981" y="2647933"/>
            <a:ext cx="99157" cy="99157"/>
          </a:xfrm>
          <a:prstGeom prst="roundRect">
            <a:avLst>
              <a:gd name="adj" fmla="val 30000"/>
            </a:avLst>
          </a:prstGeom>
          <a:solidFill>
            <a:srgbClr val="135B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1" name="!!p26_14"/>
          <p:cNvSpPr/>
          <p:nvPr/>
        </p:nvSpPr>
        <p:spPr>
          <a:xfrm>
            <a:off x="2696727" y="2647933"/>
            <a:ext cx="99157" cy="99157"/>
          </a:xfrm>
          <a:prstGeom prst="roundRect">
            <a:avLst>
              <a:gd name="adj" fmla="val 30000"/>
            </a:avLst>
          </a:prstGeom>
          <a:solidFill>
            <a:srgbClr val="0C38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2" name="!!p27_03"/>
          <p:cNvSpPr/>
          <p:nvPr/>
        </p:nvSpPr>
        <p:spPr>
          <a:xfrm>
            <a:off x="950521" y="2532634"/>
            <a:ext cx="99157" cy="99157"/>
          </a:xfrm>
          <a:prstGeom prst="roundRect">
            <a:avLst>
              <a:gd name="adj" fmla="val 30000"/>
            </a:avLst>
          </a:prstGeom>
          <a:solidFill>
            <a:srgbClr val="0D396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3" name="!!p27_04"/>
          <p:cNvSpPr/>
          <p:nvPr/>
        </p:nvSpPr>
        <p:spPr>
          <a:xfrm>
            <a:off x="1109267" y="2532634"/>
            <a:ext cx="99157" cy="99157"/>
          </a:xfrm>
          <a:prstGeom prst="roundRect">
            <a:avLst>
              <a:gd name="adj" fmla="val 30000"/>
            </a:avLst>
          </a:prstGeom>
          <a:solidFill>
            <a:srgbClr val="18729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4" name="!!p27_05"/>
          <p:cNvSpPr/>
          <p:nvPr/>
        </p:nvSpPr>
        <p:spPr>
          <a:xfrm>
            <a:off x="1268013" y="2532634"/>
            <a:ext cx="99157" cy="99157"/>
          </a:xfrm>
          <a:prstGeom prst="roundRect">
            <a:avLst>
              <a:gd name="adj" fmla="val 30000"/>
            </a:avLst>
          </a:prstGeom>
          <a:solidFill>
            <a:srgbClr val="2998B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5" name="!!p27_06"/>
          <p:cNvSpPr/>
          <p:nvPr/>
        </p:nvSpPr>
        <p:spPr>
          <a:xfrm>
            <a:off x="1426759" y="2532634"/>
            <a:ext cx="99157" cy="99157"/>
          </a:xfrm>
          <a:prstGeom prst="roundRect">
            <a:avLst>
              <a:gd name="adj" fmla="val 30000"/>
            </a:avLst>
          </a:prstGeom>
          <a:solidFill>
            <a:srgbClr val="309EC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6" name="!!p27_07"/>
          <p:cNvSpPr/>
          <p:nvPr/>
        </p:nvSpPr>
        <p:spPr>
          <a:xfrm>
            <a:off x="1585505" y="2532634"/>
            <a:ext cx="99157" cy="99157"/>
          </a:xfrm>
          <a:prstGeom prst="roundRect">
            <a:avLst>
              <a:gd name="adj" fmla="val 30000"/>
            </a:avLst>
          </a:prstGeom>
          <a:solidFill>
            <a:srgbClr val="2C9A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7" name="!!p27_08"/>
          <p:cNvSpPr/>
          <p:nvPr/>
        </p:nvSpPr>
        <p:spPr>
          <a:xfrm>
            <a:off x="1744251" y="2532634"/>
            <a:ext cx="99157" cy="99157"/>
          </a:xfrm>
          <a:prstGeom prst="roundRect">
            <a:avLst>
              <a:gd name="adj" fmla="val 30000"/>
            </a:avLst>
          </a:prstGeom>
          <a:solidFill>
            <a:srgbClr val="1E8EB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8" name="!!p27_09"/>
          <p:cNvSpPr/>
          <p:nvPr/>
        </p:nvSpPr>
        <p:spPr>
          <a:xfrm>
            <a:off x="1902997" y="2532634"/>
            <a:ext cx="99157" cy="99157"/>
          </a:xfrm>
          <a:prstGeom prst="roundRect">
            <a:avLst>
              <a:gd name="adj" fmla="val 30000"/>
            </a:avLst>
          </a:prstGeom>
          <a:solidFill>
            <a:srgbClr val="16678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9" name="!!p27_10"/>
          <p:cNvSpPr/>
          <p:nvPr/>
        </p:nvSpPr>
        <p:spPr>
          <a:xfrm>
            <a:off x="2061743" y="2532634"/>
            <a:ext cx="99157" cy="99157"/>
          </a:xfrm>
          <a:prstGeom prst="roundRect">
            <a:avLst>
              <a:gd name="adj" fmla="val 30000"/>
            </a:avLst>
          </a:prstGeom>
          <a:solidFill>
            <a:srgbClr val="114E7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0" name="!!p27_11"/>
          <p:cNvSpPr/>
          <p:nvPr/>
        </p:nvSpPr>
        <p:spPr>
          <a:xfrm>
            <a:off x="2220489" y="2532634"/>
            <a:ext cx="99157" cy="99157"/>
          </a:xfrm>
          <a:prstGeom prst="roundRect">
            <a:avLst>
              <a:gd name="adj" fmla="val 30000"/>
            </a:avLst>
          </a:prstGeom>
          <a:solidFill>
            <a:srgbClr val="11507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1" name="!!p27_12"/>
          <p:cNvSpPr/>
          <p:nvPr/>
        </p:nvSpPr>
        <p:spPr>
          <a:xfrm>
            <a:off x="2379235" y="2532634"/>
            <a:ext cx="99157" cy="99157"/>
          </a:xfrm>
          <a:prstGeom prst="roundRect">
            <a:avLst>
              <a:gd name="adj" fmla="val 30000"/>
            </a:avLst>
          </a:prstGeom>
          <a:solidFill>
            <a:srgbClr val="12557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2" name="!!p27_13"/>
          <p:cNvSpPr/>
          <p:nvPr/>
        </p:nvSpPr>
        <p:spPr>
          <a:xfrm>
            <a:off x="2537981" y="2532634"/>
            <a:ext cx="99157" cy="99157"/>
          </a:xfrm>
          <a:prstGeom prst="roundRect">
            <a:avLst>
              <a:gd name="adj" fmla="val 30000"/>
            </a:avLst>
          </a:prstGeom>
          <a:solidFill>
            <a:srgbClr val="0F446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3" name="!!p27_14"/>
          <p:cNvSpPr/>
          <p:nvPr/>
        </p:nvSpPr>
        <p:spPr>
          <a:xfrm>
            <a:off x="2696727" y="2532634"/>
            <a:ext cx="99157" cy="99157"/>
          </a:xfrm>
          <a:prstGeom prst="roundRect">
            <a:avLst>
              <a:gd name="adj" fmla="val 30000"/>
            </a:avLst>
          </a:prstGeom>
          <a:solidFill>
            <a:srgbClr val="0B335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4" name="!!p28_03"/>
          <p:cNvSpPr/>
          <p:nvPr/>
        </p:nvSpPr>
        <p:spPr>
          <a:xfrm>
            <a:off x="950521" y="2417334"/>
            <a:ext cx="99157" cy="99157"/>
          </a:xfrm>
          <a:prstGeom prst="roundRect">
            <a:avLst>
              <a:gd name="adj" fmla="val 30000"/>
            </a:avLst>
          </a:prstGeom>
          <a:solidFill>
            <a:srgbClr val="0C36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5" name="!!p28_04"/>
          <p:cNvSpPr/>
          <p:nvPr/>
        </p:nvSpPr>
        <p:spPr>
          <a:xfrm>
            <a:off x="1109267" y="2417334"/>
            <a:ext cx="99157" cy="99157"/>
          </a:xfrm>
          <a:prstGeom prst="roundRect">
            <a:avLst>
              <a:gd name="adj" fmla="val 30000"/>
            </a:avLst>
          </a:prstGeom>
          <a:solidFill>
            <a:srgbClr val="135B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6" name="!!p28_05"/>
          <p:cNvSpPr/>
          <p:nvPr/>
        </p:nvSpPr>
        <p:spPr>
          <a:xfrm>
            <a:off x="1268013" y="2417334"/>
            <a:ext cx="99157" cy="99157"/>
          </a:xfrm>
          <a:prstGeom prst="roundRect">
            <a:avLst>
              <a:gd name="adj" fmla="val 30000"/>
            </a:avLst>
          </a:prstGeom>
          <a:solidFill>
            <a:srgbClr val="1A7EA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7" name="!!p28_06"/>
          <p:cNvSpPr/>
          <p:nvPr/>
        </p:nvSpPr>
        <p:spPr>
          <a:xfrm>
            <a:off x="1426759" y="2417334"/>
            <a:ext cx="99157" cy="99157"/>
          </a:xfrm>
          <a:prstGeom prst="roundRect">
            <a:avLst>
              <a:gd name="adj" fmla="val 30000"/>
            </a:avLst>
          </a:prstGeom>
          <a:solidFill>
            <a:srgbClr val="1B84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8" name="!!p28_07"/>
          <p:cNvSpPr/>
          <p:nvPr/>
        </p:nvSpPr>
        <p:spPr>
          <a:xfrm>
            <a:off x="1585505" y="2417334"/>
            <a:ext cx="99157" cy="99157"/>
          </a:xfrm>
          <a:prstGeom prst="roundRect">
            <a:avLst>
              <a:gd name="adj" fmla="val 30000"/>
            </a:avLst>
          </a:prstGeom>
          <a:solidFill>
            <a:srgbClr val="1A7EA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9" name="!!p28_08"/>
          <p:cNvSpPr/>
          <p:nvPr/>
        </p:nvSpPr>
        <p:spPr>
          <a:xfrm>
            <a:off x="1744251" y="2417334"/>
            <a:ext cx="99157" cy="99157"/>
          </a:xfrm>
          <a:prstGeom prst="roundRect">
            <a:avLst>
              <a:gd name="adj" fmla="val 30000"/>
            </a:avLst>
          </a:prstGeom>
          <a:solidFill>
            <a:srgbClr val="176E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0" name="!!p28_09"/>
          <p:cNvSpPr/>
          <p:nvPr/>
        </p:nvSpPr>
        <p:spPr>
          <a:xfrm>
            <a:off x="1902997" y="2417334"/>
            <a:ext cx="99157" cy="99157"/>
          </a:xfrm>
          <a:prstGeom prst="roundRect">
            <a:avLst>
              <a:gd name="adj" fmla="val 30000"/>
            </a:avLst>
          </a:prstGeom>
          <a:solidFill>
            <a:srgbClr val="1151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1" name="!!p28_10"/>
          <p:cNvSpPr/>
          <p:nvPr/>
        </p:nvSpPr>
        <p:spPr>
          <a:xfrm>
            <a:off x="2061743" y="2417334"/>
            <a:ext cx="99157" cy="99157"/>
          </a:xfrm>
          <a:prstGeom prst="roundRect">
            <a:avLst>
              <a:gd name="adj" fmla="val 30000"/>
            </a:avLst>
          </a:prstGeom>
          <a:solidFill>
            <a:srgbClr val="0D3C6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2" name="!!p28_11"/>
          <p:cNvSpPr/>
          <p:nvPr/>
        </p:nvSpPr>
        <p:spPr>
          <a:xfrm>
            <a:off x="2220489" y="2417334"/>
            <a:ext cx="99157" cy="99157"/>
          </a:xfrm>
          <a:prstGeom prst="roundRect">
            <a:avLst>
              <a:gd name="adj" fmla="val 30000"/>
            </a:avLst>
          </a:prstGeom>
          <a:solidFill>
            <a:srgbClr val="0D3B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3" name="!!p28_12"/>
          <p:cNvSpPr/>
          <p:nvPr/>
        </p:nvSpPr>
        <p:spPr>
          <a:xfrm>
            <a:off x="2379235" y="2417334"/>
            <a:ext cx="99157" cy="99157"/>
          </a:xfrm>
          <a:prstGeom prst="roundRect">
            <a:avLst>
              <a:gd name="adj" fmla="val 30000"/>
            </a:avLst>
          </a:prstGeom>
          <a:solidFill>
            <a:srgbClr val="0D3C6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4" name="!!p28_13"/>
          <p:cNvSpPr/>
          <p:nvPr/>
        </p:nvSpPr>
        <p:spPr>
          <a:xfrm>
            <a:off x="2537981" y="2417334"/>
            <a:ext cx="99157" cy="99157"/>
          </a:xfrm>
          <a:prstGeom prst="roundRect">
            <a:avLst>
              <a:gd name="adj" fmla="val 30000"/>
            </a:avLst>
          </a:prstGeom>
          <a:solidFill>
            <a:srgbClr val="0C375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5" name="!!p28_14"/>
          <p:cNvSpPr/>
          <p:nvPr/>
        </p:nvSpPr>
        <p:spPr>
          <a:xfrm>
            <a:off x="2696727" y="2417334"/>
            <a:ext cx="99157" cy="99157"/>
          </a:xfrm>
          <a:prstGeom prst="roundRect">
            <a:avLst>
              <a:gd name="adj" fmla="val 30000"/>
            </a:avLst>
          </a:prstGeom>
          <a:solidFill>
            <a:srgbClr val="0A30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6" name="!!p29_03"/>
          <p:cNvSpPr/>
          <p:nvPr/>
        </p:nvSpPr>
        <p:spPr>
          <a:xfrm>
            <a:off x="950521" y="2302034"/>
            <a:ext cx="99157" cy="99157"/>
          </a:xfrm>
          <a:prstGeom prst="roundRect">
            <a:avLst>
              <a:gd name="adj" fmla="val 30000"/>
            </a:avLst>
          </a:prstGeom>
          <a:solidFill>
            <a:srgbClr val="0B33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7" name="!!p29_04"/>
          <p:cNvSpPr/>
          <p:nvPr/>
        </p:nvSpPr>
        <p:spPr>
          <a:xfrm>
            <a:off x="1109267" y="2302034"/>
            <a:ext cx="99157" cy="99157"/>
          </a:xfrm>
          <a:prstGeom prst="roundRect">
            <a:avLst>
              <a:gd name="adj" fmla="val 30000"/>
            </a:avLst>
          </a:prstGeom>
          <a:solidFill>
            <a:srgbClr val="10487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8" name="!!p29_05"/>
          <p:cNvSpPr/>
          <p:nvPr/>
        </p:nvSpPr>
        <p:spPr>
          <a:xfrm>
            <a:off x="1268013" y="2302034"/>
            <a:ext cx="99157" cy="99157"/>
          </a:xfrm>
          <a:prstGeom prst="roundRect">
            <a:avLst>
              <a:gd name="adj" fmla="val 30000"/>
            </a:avLst>
          </a:prstGeom>
          <a:solidFill>
            <a:srgbClr val="1460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9" name="!!p29_06"/>
          <p:cNvSpPr/>
          <p:nvPr/>
        </p:nvSpPr>
        <p:spPr>
          <a:xfrm>
            <a:off x="1426759" y="2302034"/>
            <a:ext cx="99157" cy="99157"/>
          </a:xfrm>
          <a:prstGeom prst="roundRect">
            <a:avLst>
              <a:gd name="adj" fmla="val 30000"/>
            </a:avLst>
          </a:prstGeom>
          <a:solidFill>
            <a:srgbClr val="14618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0" name="!!p29_07"/>
          <p:cNvSpPr/>
          <p:nvPr/>
        </p:nvSpPr>
        <p:spPr>
          <a:xfrm>
            <a:off x="1585505" y="2302034"/>
            <a:ext cx="99157" cy="99157"/>
          </a:xfrm>
          <a:prstGeom prst="roundRect">
            <a:avLst>
              <a:gd name="adj" fmla="val 30000"/>
            </a:avLst>
          </a:prstGeom>
          <a:solidFill>
            <a:srgbClr val="135B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1" name="!!p29_08"/>
          <p:cNvSpPr/>
          <p:nvPr/>
        </p:nvSpPr>
        <p:spPr>
          <a:xfrm>
            <a:off x="1744251" y="2302034"/>
            <a:ext cx="99157" cy="99157"/>
          </a:xfrm>
          <a:prstGeom prst="roundRect">
            <a:avLst>
              <a:gd name="adj" fmla="val 30000"/>
            </a:avLst>
          </a:prstGeom>
          <a:solidFill>
            <a:srgbClr val="1150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2" name="!!p29_09"/>
          <p:cNvSpPr/>
          <p:nvPr/>
        </p:nvSpPr>
        <p:spPr>
          <a:xfrm>
            <a:off x="1902997" y="2302034"/>
            <a:ext cx="99157" cy="99157"/>
          </a:xfrm>
          <a:prstGeom prst="roundRect">
            <a:avLst>
              <a:gd name="adj" fmla="val 30000"/>
            </a:avLst>
          </a:prstGeom>
          <a:solidFill>
            <a:srgbClr val="0D3D6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3" name="!!p29_10"/>
          <p:cNvSpPr/>
          <p:nvPr/>
        </p:nvSpPr>
        <p:spPr>
          <a:xfrm>
            <a:off x="2061743" y="2302034"/>
            <a:ext cx="99157" cy="99157"/>
          </a:xfrm>
          <a:prstGeom prst="roundRect">
            <a:avLst>
              <a:gd name="adj" fmla="val 30000"/>
            </a:avLst>
          </a:prstGeom>
          <a:solidFill>
            <a:srgbClr val="0C36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4" name="!!p29_11"/>
          <p:cNvSpPr/>
          <p:nvPr/>
        </p:nvSpPr>
        <p:spPr>
          <a:xfrm>
            <a:off x="2220489" y="2302034"/>
            <a:ext cx="99157" cy="99157"/>
          </a:xfrm>
          <a:prstGeom prst="roundRect">
            <a:avLst>
              <a:gd name="adj" fmla="val 30000"/>
            </a:avLst>
          </a:prstGeom>
          <a:solidFill>
            <a:srgbClr val="0C35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5" name="!!p29_12"/>
          <p:cNvSpPr/>
          <p:nvPr/>
        </p:nvSpPr>
        <p:spPr>
          <a:xfrm>
            <a:off x="2379235" y="2302034"/>
            <a:ext cx="99157" cy="99157"/>
          </a:xfrm>
          <a:prstGeom prst="roundRect">
            <a:avLst>
              <a:gd name="adj" fmla="val 30000"/>
            </a:avLst>
          </a:prstGeom>
          <a:solidFill>
            <a:srgbClr val="0B34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6" name="!!p29_13"/>
          <p:cNvSpPr/>
          <p:nvPr/>
        </p:nvSpPr>
        <p:spPr>
          <a:xfrm>
            <a:off x="2537981" y="2302034"/>
            <a:ext cx="99157" cy="99157"/>
          </a:xfrm>
          <a:prstGeom prst="roundRect">
            <a:avLst>
              <a:gd name="adj" fmla="val 30000"/>
            </a:avLst>
          </a:prstGeom>
          <a:solidFill>
            <a:srgbClr val="0B315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7" name="!!p30_03"/>
          <p:cNvSpPr/>
          <p:nvPr/>
        </p:nvSpPr>
        <p:spPr>
          <a:xfrm>
            <a:off x="950521" y="2186734"/>
            <a:ext cx="99157" cy="99157"/>
          </a:xfrm>
          <a:prstGeom prst="roundRect">
            <a:avLst>
              <a:gd name="adj" fmla="val 30000"/>
            </a:avLst>
          </a:prstGeom>
          <a:solidFill>
            <a:srgbClr val="0B325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8" name="!!p30_04"/>
          <p:cNvSpPr/>
          <p:nvPr/>
        </p:nvSpPr>
        <p:spPr>
          <a:xfrm>
            <a:off x="1109267" y="2186734"/>
            <a:ext cx="99157" cy="99157"/>
          </a:xfrm>
          <a:prstGeom prst="roundRect">
            <a:avLst>
              <a:gd name="adj" fmla="val 30000"/>
            </a:avLst>
          </a:prstGeom>
          <a:solidFill>
            <a:srgbClr val="0E406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9" name="!!p30_05"/>
          <p:cNvSpPr/>
          <p:nvPr/>
        </p:nvSpPr>
        <p:spPr>
          <a:xfrm>
            <a:off x="1268013" y="2186734"/>
            <a:ext cx="99157" cy="99157"/>
          </a:xfrm>
          <a:prstGeom prst="roundRect">
            <a:avLst>
              <a:gd name="adj" fmla="val 30000"/>
            </a:avLst>
          </a:prstGeom>
          <a:solidFill>
            <a:srgbClr val="11507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0" name="!!p30_06"/>
          <p:cNvSpPr/>
          <p:nvPr/>
        </p:nvSpPr>
        <p:spPr>
          <a:xfrm>
            <a:off x="1426759" y="2186734"/>
            <a:ext cx="99157" cy="99157"/>
          </a:xfrm>
          <a:prstGeom prst="roundRect">
            <a:avLst>
              <a:gd name="adj" fmla="val 30000"/>
            </a:avLst>
          </a:prstGeom>
          <a:solidFill>
            <a:srgbClr val="10487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1" name="!!p30_07"/>
          <p:cNvSpPr/>
          <p:nvPr/>
        </p:nvSpPr>
        <p:spPr>
          <a:xfrm>
            <a:off x="1585505" y="2186734"/>
            <a:ext cx="99157" cy="99157"/>
          </a:xfrm>
          <a:prstGeom prst="roundRect">
            <a:avLst>
              <a:gd name="adj" fmla="val 30000"/>
            </a:avLst>
          </a:prstGeom>
          <a:solidFill>
            <a:srgbClr val="0E406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2" name="!!p30_08"/>
          <p:cNvSpPr/>
          <p:nvPr/>
        </p:nvSpPr>
        <p:spPr>
          <a:xfrm>
            <a:off x="1744251" y="2186734"/>
            <a:ext cx="99157" cy="99157"/>
          </a:xfrm>
          <a:prstGeom prst="roundRect">
            <a:avLst>
              <a:gd name="adj" fmla="val 30000"/>
            </a:avLst>
          </a:prstGeom>
          <a:solidFill>
            <a:srgbClr val="0D396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3" name="!!p30_09"/>
          <p:cNvSpPr/>
          <p:nvPr/>
        </p:nvSpPr>
        <p:spPr>
          <a:xfrm>
            <a:off x="1902997" y="2186734"/>
            <a:ext cx="99157" cy="99157"/>
          </a:xfrm>
          <a:prstGeom prst="roundRect">
            <a:avLst>
              <a:gd name="adj" fmla="val 30000"/>
            </a:avLst>
          </a:prstGeom>
          <a:solidFill>
            <a:srgbClr val="0C35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4" name="!!p30_10"/>
          <p:cNvSpPr/>
          <p:nvPr/>
        </p:nvSpPr>
        <p:spPr>
          <a:xfrm>
            <a:off x="2061743" y="2186734"/>
            <a:ext cx="99157" cy="99157"/>
          </a:xfrm>
          <a:prstGeom prst="roundRect">
            <a:avLst>
              <a:gd name="adj" fmla="val 30000"/>
            </a:avLst>
          </a:prstGeom>
          <a:solidFill>
            <a:srgbClr val="0B325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5" name="!!p30_11"/>
          <p:cNvSpPr/>
          <p:nvPr/>
        </p:nvSpPr>
        <p:spPr>
          <a:xfrm>
            <a:off x="2220489" y="2186734"/>
            <a:ext cx="99157" cy="99157"/>
          </a:xfrm>
          <a:prstGeom prst="roundRect">
            <a:avLst>
              <a:gd name="adj" fmla="val 30000"/>
            </a:avLst>
          </a:prstGeom>
          <a:solidFill>
            <a:srgbClr val="0A31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6" name="!!p30_12"/>
          <p:cNvSpPr/>
          <p:nvPr/>
        </p:nvSpPr>
        <p:spPr>
          <a:xfrm>
            <a:off x="2379235" y="2186734"/>
            <a:ext cx="99157" cy="99157"/>
          </a:xfrm>
          <a:prstGeom prst="roundRect">
            <a:avLst>
              <a:gd name="adj" fmla="val 30000"/>
            </a:avLst>
          </a:prstGeom>
          <a:solidFill>
            <a:srgbClr val="0A30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7" name="!!p30_13"/>
          <p:cNvSpPr/>
          <p:nvPr/>
        </p:nvSpPr>
        <p:spPr>
          <a:xfrm>
            <a:off x="2537981" y="2186734"/>
            <a:ext cx="99157" cy="99157"/>
          </a:xfrm>
          <a:prstGeom prst="roundRect">
            <a:avLst>
              <a:gd name="adj" fmla="val 30000"/>
            </a:avLst>
          </a:prstGeom>
          <a:solidFill>
            <a:srgbClr val="0A2E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8" name="!!p31_03"/>
          <p:cNvSpPr/>
          <p:nvPr/>
        </p:nvSpPr>
        <p:spPr>
          <a:xfrm>
            <a:off x="950521" y="2071435"/>
            <a:ext cx="99157" cy="99157"/>
          </a:xfrm>
          <a:prstGeom prst="roundRect">
            <a:avLst>
              <a:gd name="adj" fmla="val 30000"/>
            </a:avLst>
          </a:prstGeom>
          <a:solidFill>
            <a:srgbClr val="0B325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9" name="!!p31_04"/>
          <p:cNvSpPr/>
          <p:nvPr/>
        </p:nvSpPr>
        <p:spPr>
          <a:xfrm>
            <a:off x="1109267" y="2071435"/>
            <a:ext cx="99157" cy="99157"/>
          </a:xfrm>
          <a:prstGeom prst="roundRect">
            <a:avLst>
              <a:gd name="adj" fmla="val 30000"/>
            </a:avLst>
          </a:prstGeom>
          <a:solidFill>
            <a:srgbClr val="0F476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0" name="!!p31_05"/>
          <p:cNvSpPr/>
          <p:nvPr/>
        </p:nvSpPr>
        <p:spPr>
          <a:xfrm>
            <a:off x="1268013" y="2071435"/>
            <a:ext cx="99157" cy="99157"/>
          </a:xfrm>
          <a:prstGeom prst="roundRect">
            <a:avLst>
              <a:gd name="adj" fmla="val 30000"/>
            </a:avLst>
          </a:prstGeom>
          <a:solidFill>
            <a:srgbClr val="1151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1" name="!!p31_06"/>
          <p:cNvSpPr/>
          <p:nvPr/>
        </p:nvSpPr>
        <p:spPr>
          <a:xfrm>
            <a:off x="1426759" y="2071435"/>
            <a:ext cx="99157" cy="99157"/>
          </a:xfrm>
          <a:prstGeom prst="roundRect">
            <a:avLst>
              <a:gd name="adj" fmla="val 30000"/>
            </a:avLst>
          </a:prstGeom>
          <a:solidFill>
            <a:srgbClr val="0E3D6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2" name="!!p31_07"/>
          <p:cNvSpPr/>
          <p:nvPr/>
        </p:nvSpPr>
        <p:spPr>
          <a:xfrm>
            <a:off x="1585505" y="2071435"/>
            <a:ext cx="99157" cy="99157"/>
          </a:xfrm>
          <a:prstGeom prst="roundRect">
            <a:avLst>
              <a:gd name="adj" fmla="val 30000"/>
            </a:avLst>
          </a:prstGeom>
          <a:solidFill>
            <a:srgbClr val="0C36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3" name="!!p31_08"/>
          <p:cNvSpPr/>
          <p:nvPr/>
        </p:nvSpPr>
        <p:spPr>
          <a:xfrm>
            <a:off x="1744251" y="2071435"/>
            <a:ext cx="99157" cy="99157"/>
          </a:xfrm>
          <a:prstGeom prst="roundRect">
            <a:avLst>
              <a:gd name="adj" fmla="val 30000"/>
            </a:avLst>
          </a:prstGeom>
          <a:solidFill>
            <a:srgbClr val="0B345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4" name="!!p31_09"/>
          <p:cNvSpPr/>
          <p:nvPr/>
        </p:nvSpPr>
        <p:spPr>
          <a:xfrm>
            <a:off x="1902997" y="2071435"/>
            <a:ext cx="99157" cy="99157"/>
          </a:xfrm>
          <a:prstGeom prst="roundRect">
            <a:avLst>
              <a:gd name="adj" fmla="val 30000"/>
            </a:avLst>
          </a:prstGeom>
          <a:solidFill>
            <a:srgbClr val="0B315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5" name="!!p31_10"/>
          <p:cNvSpPr/>
          <p:nvPr/>
        </p:nvSpPr>
        <p:spPr>
          <a:xfrm>
            <a:off x="2061743" y="2071435"/>
            <a:ext cx="99157" cy="99157"/>
          </a:xfrm>
          <a:prstGeom prst="roundRect">
            <a:avLst>
              <a:gd name="adj" fmla="val 30000"/>
            </a:avLst>
          </a:prstGeom>
          <a:solidFill>
            <a:srgbClr val="0A2F5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6" name="!!p31_11"/>
          <p:cNvSpPr/>
          <p:nvPr/>
        </p:nvSpPr>
        <p:spPr>
          <a:xfrm>
            <a:off x="2220489" y="2071435"/>
            <a:ext cx="99157" cy="99157"/>
          </a:xfrm>
          <a:prstGeom prst="roundRect">
            <a:avLst>
              <a:gd name="adj" fmla="val 30000"/>
            </a:avLst>
          </a:prstGeom>
          <a:solidFill>
            <a:srgbClr val="0A2E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7" name="!!p31_12"/>
          <p:cNvSpPr/>
          <p:nvPr/>
        </p:nvSpPr>
        <p:spPr>
          <a:xfrm>
            <a:off x="2379235" y="2071435"/>
            <a:ext cx="99157" cy="99157"/>
          </a:xfrm>
          <a:prstGeom prst="roundRect">
            <a:avLst>
              <a:gd name="adj" fmla="val 30000"/>
            </a:avLst>
          </a:prstGeom>
          <a:solidFill>
            <a:srgbClr val="092D4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8" name="!!p31_13"/>
          <p:cNvSpPr/>
          <p:nvPr/>
        </p:nvSpPr>
        <p:spPr>
          <a:xfrm>
            <a:off x="2537981" y="2071435"/>
            <a:ext cx="99157" cy="99157"/>
          </a:xfrm>
          <a:prstGeom prst="roundRect">
            <a:avLst>
              <a:gd name="adj" fmla="val 30000"/>
            </a:avLst>
          </a:prstGeom>
          <a:solidFill>
            <a:srgbClr val="092C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9" name="!!p32_03"/>
          <p:cNvSpPr/>
          <p:nvPr/>
        </p:nvSpPr>
        <p:spPr>
          <a:xfrm>
            <a:off x="950521" y="1956135"/>
            <a:ext cx="99157" cy="99157"/>
          </a:xfrm>
          <a:prstGeom prst="roundRect">
            <a:avLst>
              <a:gd name="adj" fmla="val 30000"/>
            </a:avLst>
          </a:prstGeom>
          <a:solidFill>
            <a:srgbClr val="0B35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0" name="!!p32_04"/>
          <p:cNvSpPr/>
          <p:nvPr/>
        </p:nvSpPr>
        <p:spPr>
          <a:xfrm>
            <a:off x="1109267" y="1956135"/>
            <a:ext cx="99157" cy="99157"/>
          </a:xfrm>
          <a:prstGeom prst="roundRect">
            <a:avLst>
              <a:gd name="adj" fmla="val 30000"/>
            </a:avLst>
          </a:prstGeom>
          <a:solidFill>
            <a:srgbClr val="13587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1" name="!!p32_05"/>
          <p:cNvSpPr/>
          <p:nvPr/>
        </p:nvSpPr>
        <p:spPr>
          <a:xfrm>
            <a:off x="1268013" y="1956135"/>
            <a:ext cx="99157" cy="99157"/>
          </a:xfrm>
          <a:prstGeom prst="roundRect">
            <a:avLst>
              <a:gd name="adj" fmla="val 30000"/>
            </a:avLst>
          </a:prstGeom>
          <a:solidFill>
            <a:srgbClr val="145F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2" name="!!p32_06"/>
          <p:cNvSpPr/>
          <p:nvPr/>
        </p:nvSpPr>
        <p:spPr>
          <a:xfrm>
            <a:off x="1426759" y="1956135"/>
            <a:ext cx="99157" cy="99157"/>
          </a:xfrm>
          <a:prstGeom prst="roundRect">
            <a:avLst>
              <a:gd name="adj" fmla="val 30000"/>
            </a:avLst>
          </a:prstGeom>
          <a:solidFill>
            <a:srgbClr val="0D3C6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3" name="!!p32_07"/>
          <p:cNvSpPr/>
          <p:nvPr/>
        </p:nvSpPr>
        <p:spPr>
          <a:xfrm>
            <a:off x="1585505" y="1956135"/>
            <a:ext cx="99157" cy="99157"/>
          </a:xfrm>
          <a:prstGeom prst="roundRect">
            <a:avLst>
              <a:gd name="adj" fmla="val 30000"/>
            </a:avLst>
          </a:prstGeom>
          <a:solidFill>
            <a:srgbClr val="0B325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4" name="!!p32_08"/>
          <p:cNvSpPr/>
          <p:nvPr/>
        </p:nvSpPr>
        <p:spPr>
          <a:xfrm>
            <a:off x="1744251" y="1956135"/>
            <a:ext cx="99157" cy="99157"/>
          </a:xfrm>
          <a:prstGeom prst="roundRect">
            <a:avLst>
              <a:gd name="adj" fmla="val 30000"/>
            </a:avLst>
          </a:prstGeom>
          <a:solidFill>
            <a:srgbClr val="0A30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5" name="!!p32_09"/>
          <p:cNvSpPr/>
          <p:nvPr/>
        </p:nvSpPr>
        <p:spPr>
          <a:xfrm>
            <a:off x="1902997" y="1956135"/>
            <a:ext cx="99157" cy="99157"/>
          </a:xfrm>
          <a:prstGeom prst="roundRect">
            <a:avLst>
              <a:gd name="adj" fmla="val 30000"/>
            </a:avLst>
          </a:prstGeom>
          <a:solidFill>
            <a:srgbClr val="0A2E5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6" name="!!p32_10"/>
          <p:cNvSpPr/>
          <p:nvPr/>
        </p:nvSpPr>
        <p:spPr>
          <a:xfrm>
            <a:off x="2061743" y="1956135"/>
            <a:ext cx="99157" cy="99157"/>
          </a:xfrm>
          <a:prstGeom prst="roundRect">
            <a:avLst>
              <a:gd name="adj" fmla="val 30000"/>
            </a:avLst>
          </a:prstGeom>
          <a:solidFill>
            <a:srgbClr val="092D4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7" name="!!p32_11"/>
          <p:cNvSpPr/>
          <p:nvPr/>
        </p:nvSpPr>
        <p:spPr>
          <a:xfrm>
            <a:off x="2220489" y="1956135"/>
            <a:ext cx="99157" cy="99157"/>
          </a:xfrm>
          <a:prstGeom prst="roundRect">
            <a:avLst>
              <a:gd name="adj" fmla="val 30000"/>
            </a:avLst>
          </a:prstGeom>
          <a:solidFill>
            <a:srgbClr val="092C4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8" name="!!p32_12"/>
          <p:cNvSpPr/>
          <p:nvPr/>
        </p:nvSpPr>
        <p:spPr>
          <a:xfrm>
            <a:off x="2379235" y="1956135"/>
            <a:ext cx="99157" cy="99157"/>
          </a:xfrm>
          <a:prstGeom prst="roundRect">
            <a:avLst>
              <a:gd name="adj" fmla="val 30000"/>
            </a:avLst>
          </a:prstGeom>
          <a:solidFill>
            <a:srgbClr val="092B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9" name="!!p33_03"/>
          <p:cNvSpPr/>
          <p:nvPr/>
        </p:nvSpPr>
        <p:spPr>
          <a:xfrm>
            <a:off x="950521" y="1840835"/>
            <a:ext cx="99157" cy="99157"/>
          </a:xfrm>
          <a:prstGeom prst="roundRect">
            <a:avLst>
              <a:gd name="adj" fmla="val 30000"/>
            </a:avLst>
          </a:prstGeom>
          <a:solidFill>
            <a:srgbClr val="0C37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0" name="!!p33_04"/>
          <p:cNvSpPr/>
          <p:nvPr/>
        </p:nvSpPr>
        <p:spPr>
          <a:xfrm>
            <a:off x="1109267" y="1840835"/>
            <a:ext cx="99157" cy="99157"/>
          </a:xfrm>
          <a:prstGeom prst="roundRect">
            <a:avLst>
              <a:gd name="adj" fmla="val 30000"/>
            </a:avLst>
          </a:prstGeom>
          <a:solidFill>
            <a:srgbClr val="16698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1" name="!!p33_05"/>
          <p:cNvSpPr/>
          <p:nvPr/>
        </p:nvSpPr>
        <p:spPr>
          <a:xfrm>
            <a:off x="1268013" y="1840835"/>
            <a:ext cx="99157" cy="99157"/>
          </a:xfrm>
          <a:prstGeom prst="roundRect">
            <a:avLst>
              <a:gd name="adj" fmla="val 30000"/>
            </a:avLst>
          </a:prstGeom>
          <a:solidFill>
            <a:srgbClr val="17709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2" name="!!p33_06"/>
          <p:cNvSpPr/>
          <p:nvPr/>
        </p:nvSpPr>
        <p:spPr>
          <a:xfrm>
            <a:off x="1426759" y="1840835"/>
            <a:ext cx="99157" cy="99157"/>
          </a:xfrm>
          <a:prstGeom prst="roundRect">
            <a:avLst>
              <a:gd name="adj" fmla="val 30000"/>
            </a:avLst>
          </a:prstGeom>
          <a:solidFill>
            <a:srgbClr val="0E3F6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3" name="!!p33_07"/>
          <p:cNvSpPr/>
          <p:nvPr/>
        </p:nvSpPr>
        <p:spPr>
          <a:xfrm>
            <a:off x="1585505" y="1840835"/>
            <a:ext cx="99157" cy="99157"/>
          </a:xfrm>
          <a:prstGeom prst="roundRect">
            <a:avLst>
              <a:gd name="adj" fmla="val 30000"/>
            </a:avLst>
          </a:prstGeom>
          <a:solidFill>
            <a:srgbClr val="0A305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4" name="!!p33_08"/>
          <p:cNvSpPr/>
          <p:nvPr/>
        </p:nvSpPr>
        <p:spPr>
          <a:xfrm>
            <a:off x="1744251" y="1840835"/>
            <a:ext cx="99157" cy="99157"/>
          </a:xfrm>
          <a:prstGeom prst="roundRect">
            <a:avLst>
              <a:gd name="adj" fmla="val 30000"/>
            </a:avLst>
          </a:prstGeom>
          <a:solidFill>
            <a:srgbClr val="0A2D4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5" name="!!p33_09"/>
          <p:cNvSpPr/>
          <p:nvPr/>
        </p:nvSpPr>
        <p:spPr>
          <a:xfrm>
            <a:off x="1902997" y="1840835"/>
            <a:ext cx="99157" cy="99157"/>
          </a:xfrm>
          <a:prstGeom prst="roundRect">
            <a:avLst>
              <a:gd name="adj" fmla="val 30000"/>
            </a:avLst>
          </a:prstGeom>
          <a:solidFill>
            <a:srgbClr val="092D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6" name="!!p33_10"/>
          <p:cNvSpPr/>
          <p:nvPr/>
        </p:nvSpPr>
        <p:spPr>
          <a:xfrm>
            <a:off x="2061743" y="1840835"/>
            <a:ext cx="99157" cy="99157"/>
          </a:xfrm>
          <a:prstGeom prst="roundRect">
            <a:avLst>
              <a:gd name="adj" fmla="val 30000"/>
            </a:avLst>
          </a:prstGeom>
          <a:solidFill>
            <a:srgbClr val="092C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7" name="!!p33_11"/>
          <p:cNvSpPr/>
          <p:nvPr/>
        </p:nvSpPr>
        <p:spPr>
          <a:xfrm>
            <a:off x="2220489" y="1840835"/>
            <a:ext cx="99157" cy="99157"/>
          </a:xfrm>
          <a:prstGeom prst="roundRect">
            <a:avLst>
              <a:gd name="adj" fmla="val 30000"/>
            </a:avLst>
          </a:prstGeom>
          <a:solidFill>
            <a:srgbClr val="092B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8" name="!!p33_12"/>
          <p:cNvSpPr/>
          <p:nvPr/>
        </p:nvSpPr>
        <p:spPr>
          <a:xfrm>
            <a:off x="2379235" y="1840835"/>
            <a:ext cx="99157" cy="99157"/>
          </a:xfrm>
          <a:prstGeom prst="roundRect">
            <a:avLst>
              <a:gd name="adj" fmla="val 30000"/>
            </a:avLst>
          </a:prstGeom>
          <a:solidFill>
            <a:srgbClr val="092A4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9" name="!!p34_03"/>
          <p:cNvSpPr/>
          <p:nvPr/>
        </p:nvSpPr>
        <p:spPr>
          <a:xfrm>
            <a:off x="950521" y="1725535"/>
            <a:ext cx="99157" cy="99157"/>
          </a:xfrm>
          <a:prstGeom prst="roundRect">
            <a:avLst>
              <a:gd name="adj" fmla="val 30000"/>
            </a:avLst>
          </a:prstGeom>
          <a:solidFill>
            <a:srgbClr val="0C37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0" name="!!p34_04"/>
          <p:cNvSpPr/>
          <p:nvPr/>
        </p:nvSpPr>
        <p:spPr>
          <a:xfrm>
            <a:off x="1109267" y="1725535"/>
            <a:ext cx="99157" cy="99157"/>
          </a:xfrm>
          <a:prstGeom prst="roundRect">
            <a:avLst>
              <a:gd name="adj" fmla="val 30000"/>
            </a:avLst>
          </a:prstGeom>
          <a:solidFill>
            <a:srgbClr val="176F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1" name="!!p34_05"/>
          <p:cNvSpPr/>
          <p:nvPr/>
        </p:nvSpPr>
        <p:spPr>
          <a:xfrm>
            <a:off x="1268013" y="1725535"/>
            <a:ext cx="99157" cy="99157"/>
          </a:xfrm>
          <a:prstGeom prst="roundRect">
            <a:avLst>
              <a:gd name="adj" fmla="val 30000"/>
            </a:avLst>
          </a:prstGeom>
          <a:solidFill>
            <a:srgbClr val="1875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2" name="!!p34_06"/>
          <p:cNvSpPr/>
          <p:nvPr/>
        </p:nvSpPr>
        <p:spPr>
          <a:xfrm>
            <a:off x="1426759" y="1725535"/>
            <a:ext cx="99157" cy="99157"/>
          </a:xfrm>
          <a:prstGeom prst="roundRect">
            <a:avLst>
              <a:gd name="adj" fmla="val 30000"/>
            </a:avLst>
          </a:prstGeom>
          <a:solidFill>
            <a:srgbClr val="0E3F6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3" name="!!p34_07"/>
          <p:cNvSpPr/>
          <p:nvPr/>
        </p:nvSpPr>
        <p:spPr>
          <a:xfrm>
            <a:off x="1585505" y="1725535"/>
            <a:ext cx="99157" cy="99157"/>
          </a:xfrm>
          <a:prstGeom prst="roundRect">
            <a:avLst>
              <a:gd name="adj" fmla="val 30000"/>
            </a:avLst>
          </a:prstGeom>
          <a:solidFill>
            <a:srgbClr val="0A2F5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4" name="!!p34_08"/>
          <p:cNvSpPr/>
          <p:nvPr/>
        </p:nvSpPr>
        <p:spPr>
          <a:xfrm>
            <a:off x="1744251" y="1725535"/>
            <a:ext cx="99157" cy="99157"/>
          </a:xfrm>
          <a:prstGeom prst="roundRect">
            <a:avLst>
              <a:gd name="adj" fmla="val 30000"/>
            </a:avLst>
          </a:prstGeom>
          <a:solidFill>
            <a:srgbClr val="092C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5" name="!!p34_09"/>
          <p:cNvSpPr/>
          <p:nvPr/>
        </p:nvSpPr>
        <p:spPr>
          <a:xfrm>
            <a:off x="1902997" y="1725535"/>
            <a:ext cx="99157" cy="99157"/>
          </a:xfrm>
          <a:prstGeom prst="roundRect">
            <a:avLst>
              <a:gd name="adj" fmla="val 30000"/>
            </a:avLst>
          </a:prstGeom>
          <a:solidFill>
            <a:srgbClr val="092B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6" name="!!p34_10"/>
          <p:cNvSpPr/>
          <p:nvPr/>
        </p:nvSpPr>
        <p:spPr>
          <a:xfrm>
            <a:off x="2061743" y="1725535"/>
            <a:ext cx="99157" cy="99157"/>
          </a:xfrm>
          <a:prstGeom prst="roundRect">
            <a:avLst>
              <a:gd name="adj" fmla="val 30000"/>
            </a:avLst>
          </a:prstGeom>
          <a:solidFill>
            <a:srgbClr val="092B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7" name="!!p34_11"/>
          <p:cNvSpPr/>
          <p:nvPr/>
        </p:nvSpPr>
        <p:spPr>
          <a:xfrm>
            <a:off x="2220489" y="1725535"/>
            <a:ext cx="99157" cy="99157"/>
          </a:xfrm>
          <a:prstGeom prst="roundRect">
            <a:avLst>
              <a:gd name="adj" fmla="val 30000"/>
            </a:avLst>
          </a:prstGeom>
          <a:solidFill>
            <a:srgbClr val="092A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8" name="!!p35_04"/>
          <p:cNvSpPr/>
          <p:nvPr/>
        </p:nvSpPr>
        <p:spPr>
          <a:xfrm>
            <a:off x="1109267" y="1610236"/>
            <a:ext cx="99157" cy="99157"/>
          </a:xfrm>
          <a:prstGeom prst="roundRect">
            <a:avLst>
              <a:gd name="adj" fmla="val 30000"/>
            </a:avLst>
          </a:prstGeom>
          <a:solidFill>
            <a:srgbClr val="1565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9" name="!!p35_05"/>
          <p:cNvSpPr/>
          <p:nvPr/>
        </p:nvSpPr>
        <p:spPr>
          <a:xfrm>
            <a:off x="1268013" y="1610236"/>
            <a:ext cx="99157" cy="99157"/>
          </a:xfrm>
          <a:prstGeom prst="roundRect">
            <a:avLst>
              <a:gd name="adj" fmla="val 30000"/>
            </a:avLst>
          </a:prstGeom>
          <a:solidFill>
            <a:srgbClr val="166A9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0" name="!!p35_06"/>
          <p:cNvSpPr/>
          <p:nvPr/>
        </p:nvSpPr>
        <p:spPr>
          <a:xfrm>
            <a:off x="1426759" y="1610236"/>
            <a:ext cx="99157" cy="99157"/>
          </a:xfrm>
          <a:prstGeom prst="roundRect">
            <a:avLst>
              <a:gd name="adj" fmla="val 30000"/>
            </a:avLst>
          </a:prstGeom>
          <a:solidFill>
            <a:srgbClr val="0D396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1" name="!!p35_07"/>
          <p:cNvSpPr/>
          <p:nvPr/>
        </p:nvSpPr>
        <p:spPr>
          <a:xfrm>
            <a:off x="1585505" y="1610236"/>
            <a:ext cx="99157" cy="99157"/>
          </a:xfrm>
          <a:prstGeom prst="roundRect">
            <a:avLst>
              <a:gd name="adj" fmla="val 30000"/>
            </a:avLst>
          </a:prstGeom>
          <a:solidFill>
            <a:srgbClr val="092D4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2" name="!!p35_08"/>
          <p:cNvSpPr/>
          <p:nvPr/>
        </p:nvSpPr>
        <p:spPr>
          <a:xfrm>
            <a:off x="1744251" y="1610236"/>
            <a:ext cx="99157" cy="99157"/>
          </a:xfrm>
          <a:prstGeom prst="roundRect">
            <a:avLst>
              <a:gd name="adj" fmla="val 30000"/>
            </a:avLst>
          </a:prstGeom>
          <a:solidFill>
            <a:srgbClr val="092A4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3" name="!!p35_09"/>
          <p:cNvSpPr/>
          <p:nvPr/>
        </p:nvSpPr>
        <p:spPr>
          <a:xfrm>
            <a:off x="1902997" y="1610236"/>
            <a:ext cx="99157" cy="99157"/>
          </a:xfrm>
          <a:prstGeom prst="roundRect">
            <a:avLst>
              <a:gd name="adj" fmla="val 30000"/>
            </a:avLst>
          </a:prstGeom>
          <a:solidFill>
            <a:srgbClr val="092A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4" name="!!p35_10"/>
          <p:cNvSpPr/>
          <p:nvPr/>
        </p:nvSpPr>
        <p:spPr>
          <a:xfrm>
            <a:off x="2061743" y="1610236"/>
            <a:ext cx="99157" cy="99157"/>
          </a:xfrm>
          <a:prstGeom prst="roundRect">
            <a:avLst>
              <a:gd name="adj" fmla="val 30000"/>
            </a:avLst>
          </a:prstGeom>
          <a:solidFill>
            <a:srgbClr val="082A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5" name="!!p35_11"/>
          <p:cNvSpPr/>
          <p:nvPr/>
        </p:nvSpPr>
        <p:spPr>
          <a:xfrm>
            <a:off x="2220489" y="1610236"/>
            <a:ext cx="99157" cy="99157"/>
          </a:xfrm>
          <a:prstGeom prst="roundRect">
            <a:avLst>
              <a:gd name="adj" fmla="val 30000"/>
            </a:avLst>
          </a:prstGeom>
          <a:solidFill>
            <a:srgbClr val="08294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6" name="!!p36_04"/>
          <p:cNvSpPr/>
          <p:nvPr/>
        </p:nvSpPr>
        <p:spPr>
          <a:xfrm>
            <a:off x="1109267" y="1494936"/>
            <a:ext cx="99157" cy="99157"/>
          </a:xfrm>
          <a:prstGeom prst="roundRect">
            <a:avLst>
              <a:gd name="adj" fmla="val 30000"/>
            </a:avLst>
          </a:prstGeom>
          <a:solidFill>
            <a:srgbClr val="114D7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7" name="!!p36_05"/>
          <p:cNvSpPr/>
          <p:nvPr/>
        </p:nvSpPr>
        <p:spPr>
          <a:xfrm>
            <a:off x="1268013" y="1494936"/>
            <a:ext cx="99157" cy="99157"/>
          </a:xfrm>
          <a:prstGeom prst="roundRect">
            <a:avLst>
              <a:gd name="adj" fmla="val 30000"/>
            </a:avLst>
          </a:prstGeom>
          <a:solidFill>
            <a:srgbClr val="12527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8" name="!!p36_06"/>
          <p:cNvSpPr/>
          <p:nvPr/>
        </p:nvSpPr>
        <p:spPr>
          <a:xfrm>
            <a:off x="1426759" y="1494936"/>
            <a:ext cx="99157" cy="99157"/>
          </a:xfrm>
          <a:prstGeom prst="roundRect">
            <a:avLst>
              <a:gd name="adj" fmla="val 30000"/>
            </a:avLst>
          </a:prstGeom>
          <a:solidFill>
            <a:srgbClr val="0C35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9" name="!!p36_07"/>
          <p:cNvSpPr/>
          <p:nvPr/>
        </p:nvSpPr>
        <p:spPr>
          <a:xfrm>
            <a:off x="1585505" y="1494936"/>
            <a:ext cx="99157" cy="99157"/>
          </a:xfrm>
          <a:prstGeom prst="roundRect">
            <a:avLst>
              <a:gd name="adj" fmla="val 30000"/>
            </a:avLst>
          </a:prstGeom>
          <a:solidFill>
            <a:srgbClr val="092B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0" name="!!p36_08"/>
          <p:cNvSpPr/>
          <p:nvPr/>
        </p:nvSpPr>
        <p:spPr>
          <a:xfrm>
            <a:off x="1744251" y="1494936"/>
            <a:ext cx="99157" cy="99157"/>
          </a:xfrm>
          <a:prstGeom prst="roundRect">
            <a:avLst>
              <a:gd name="adj" fmla="val 30000"/>
            </a:avLst>
          </a:prstGeom>
          <a:solidFill>
            <a:srgbClr val="08294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1" name="!!p36_09"/>
          <p:cNvSpPr/>
          <p:nvPr/>
        </p:nvSpPr>
        <p:spPr>
          <a:xfrm>
            <a:off x="1902997" y="1494936"/>
            <a:ext cx="99157" cy="99157"/>
          </a:xfrm>
          <a:prstGeom prst="roundRect">
            <a:avLst>
              <a:gd name="adj" fmla="val 30000"/>
            </a:avLst>
          </a:prstGeom>
          <a:solidFill>
            <a:srgbClr val="08294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2" name="!!p36_10"/>
          <p:cNvSpPr/>
          <p:nvPr/>
        </p:nvSpPr>
        <p:spPr>
          <a:xfrm>
            <a:off x="2061743" y="1494936"/>
            <a:ext cx="99157" cy="99157"/>
          </a:xfrm>
          <a:prstGeom prst="roundRect">
            <a:avLst>
              <a:gd name="adj" fmla="val 30000"/>
            </a:avLst>
          </a:prstGeom>
          <a:solidFill>
            <a:srgbClr val="08294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3" name="!!p37_04"/>
          <p:cNvSpPr/>
          <p:nvPr/>
        </p:nvSpPr>
        <p:spPr>
          <a:xfrm>
            <a:off x="1109267" y="1379636"/>
            <a:ext cx="99157" cy="99157"/>
          </a:xfrm>
          <a:prstGeom prst="roundRect">
            <a:avLst>
              <a:gd name="adj" fmla="val 30000"/>
            </a:avLst>
          </a:prstGeom>
          <a:solidFill>
            <a:srgbClr val="0C37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4" name="!!p37_05"/>
          <p:cNvSpPr/>
          <p:nvPr/>
        </p:nvSpPr>
        <p:spPr>
          <a:xfrm>
            <a:off x="1268013" y="1379636"/>
            <a:ext cx="99157" cy="99157"/>
          </a:xfrm>
          <a:prstGeom prst="roundRect">
            <a:avLst>
              <a:gd name="adj" fmla="val 30000"/>
            </a:avLst>
          </a:prstGeom>
          <a:solidFill>
            <a:srgbClr val="0C386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5" name="!!p37_06"/>
          <p:cNvSpPr/>
          <p:nvPr/>
        </p:nvSpPr>
        <p:spPr>
          <a:xfrm>
            <a:off x="1426759" y="1379636"/>
            <a:ext cx="99157" cy="99157"/>
          </a:xfrm>
          <a:prstGeom prst="roundRect">
            <a:avLst>
              <a:gd name="adj" fmla="val 30000"/>
            </a:avLst>
          </a:prstGeom>
          <a:solidFill>
            <a:srgbClr val="0A2F5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6" name="!!p37_07"/>
          <p:cNvSpPr/>
          <p:nvPr/>
        </p:nvSpPr>
        <p:spPr>
          <a:xfrm>
            <a:off x="1585505" y="1379636"/>
            <a:ext cx="99157" cy="99157"/>
          </a:xfrm>
          <a:prstGeom prst="roundRect">
            <a:avLst>
              <a:gd name="adj" fmla="val 30000"/>
            </a:avLst>
          </a:prstGeom>
          <a:solidFill>
            <a:srgbClr val="0829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7" name="!!p37_08"/>
          <p:cNvSpPr/>
          <p:nvPr/>
        </p:nvSpPr>
        <p:spPr>
          <a:xfrm>
            <a:off x="1744251" y="1379636"/>
            <a:ext cx="99157" cy="99157"/>
          </a:xfrm>
          <a:prstGeom prst="roundRect">
            <a:avLst>
              <a:gd name="adj" fmla="val 30000"/>
            </a:avLst>
          </a:prstGeom>
          <a:solidFill>
            <a:srgbClr val="0828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8" name="!!p37_09"/>
          <p:cNvSpPr/>
          <p:nvPr/>
        </p:nvSpPr>
        <p:spPr>
          <a:xfrm>
            <a:off x="1902997" y="1379636"/>
            <a:ext cx="99157" cy="99157"/>
          </a:xfrm>
          <a:prstGeom prst="roundRect">
            <a:avLst>
              <a:gd name="adj" fmla="val 30000"/>
            </a:avLst>
          </a:prstGeom>
          <a:solidFill>
            <a:srgbClr val="0828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9" name="Rectangle 328"/>
          <p:cNvSpPr/>
          <p:nvPr/>
        </p:nvSpPr>
        <p:spPr>
          <a:xfrm>
            <a:off x="920726" y="5905352"/>
            <a:ext cx="38099" cy="101597"/>
          </a:xfrm>
          <a:prstGeom prst="rect">
            <a:avLst/>
          </a:prstGeom>
          <a:solidFill>
            <a:srgbClr val="051D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0" name="Rectangle 329"/>
          <p:cNvSpPr/>
          <p:nvPr/>
        </p:nvSpPr>
        <p:spPr>
          <a:xfrm>
            <a:off x="952476" y="5905352"/>
            <a:ext cx="38099" cy="101597"/>
          </a:xfrm>
          <a:prstGeom prst="rect">
            <a:avLst/>
          </a:prstGeom>
          <a:solidFill>
            <a:srgbClr val="0620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1" name="Rectangle 330"/>
          <p:cNvSpPr/>
          <p:nvPr/>
        </p:nvSpPr>
        <p:spPr>
          <a:xfrm>
            <a:off x="984225" y="5905352"/>
            <a:ext cx="38099" cy="101597"/>
          </a:xfrm>
          <a:prstGeom prst="rect">
            <a:avLst/>
          </a:prstGeom>
          <a:solidFill>
            <a:srgbClr val="0723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2" name="Rectangle 331"/>
          <p:cNvSpPr/>
          <p:nvPr/>
        </p:nvSpPr>
        <p:spPr>
          <a:xfrm>
            <a:off x="1015974" y="5905352"/>
            <a:ext cx="38099" cy="101597"/>
          </a:xfrm>
          <a:prstGeom prst="rect">
            <a:avLst/>
          </a:prstGeom>
          <a:solidFill>
            <a:srgbClr val="0826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3" name="Rectangle 332"/>
          <p:cNvSpPr/>
          <p:nvPr/>
        </p:nvSpPr>
        <p:spPr>
          <a:xfrm>
            <a:off x="1047723" y="5905352"/>
            <a:ext cx="38099" cy="101597"/>
          </a:xfrm>
          <a:prstGeom prst="rect">
            <a:avLst/>
          </a:prstGeom>
          <a:solidFill>
            <a:srgbClr val="08294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4" name="Rectangle 333"/>
          <p:cNvSpPr/>
          <p:nvPr/>
        </p:nvSpPr>
        <p:spPr>
          <a:xfrm>
            <a:off x="1079473" y="5905352"/>
            <a:ext cx="38099" cy="101597"/>
          </a:xfrm>
          <a:prstGeom prst="rect">
            <a:avLst/>
          </a:prstGeom>
          <a:solidFill>
            <a:srgbClr val="092C4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5" name="Rectangle 334"/>
          <p:cNvSpPr/>
          <p:nvPr/>
        </p:nvSpPr>
        <p:spPr>
          <a:xfrm>
            <a:off x="1111222" y="5905352"/>
            <a:ext cx="38099" cy="101597"/>
          </a:xfrm>
          <a:prstGeom prst="rect">
            <a:avLst/>
          </a:prstGeom>
          <a:solidFill>
            <a:srgbClr val="0A2F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6" name="Rectangle 335"/>
          <p:cNvSpPr/>
          <p:nvPr/>
        </p:nvSpPr>
        <p:spPr>
          <a:xfrm>
            <a:off x="1142971" y="5905352"/>
            <a:ext cx="38099" cy="101597"/>
          </a:xfrm>
          <a:prstGeom prst="rect">
            <a:avLst/>
          </a:prstGeom>
          <a:solidFill>
            <a:srgbClr val="0B33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7" name="Rectangle 336"/>
          <p:cNvSpPr/>
          <p:nvPr/>
        </p:nvSpPr>
        <p:spPr>
          <a:xfrm>
            <a:off x="1174720" y="5905352"/>
            <a:ext cx="38099" cy="101597"/>
          </a:xfrm>
          <a:prstGeom prst="rect">
            <a:avLst/>
          </a:prstGeom>
          <a:solidFill>
            <a:srgbClr val="0C36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8" name="Rectangle 337"/>
          <p:cNvSpPr/>
          <p:nvPr/>
        </p:nvSpPr>
        <p:spPr>
          <a:xfrm>
            <a:off x="1206469" y="5905352"/>
            <a:ext cx="38099" cy="101597"/>
          </a:xfrm>
          <a:prstGeom prst="rect">
            <a:avLst/>
          </a:prstGeom>
          <a:solidFill>
            <a:srgbClr val="0D39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9" name="Rectangle 338"/>
          <p:cNvSpPr/>
          <p:nvPr/>
        </p:nvSpPr>
        <p:spPr>
          <a:xfrm>
            <a:off x="1238219" y="5905352"/>
            <a:ext cx="38099" cy="101597"/>
          </a:xfrm>
          <a:prstGeom prst="rect">
            <a:avLst/>
          </a:prstGeom>
          <a:solidFill>
            <a:srgbClr val="0E3F6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0" name="Rectangle 339"/>
          <p:cNvSpPr/>
          <p:nvPr/>
        </p:nvSpPr>
        <p:spPr>
          <a:xfrm>
            <a:off x="1269968" y="5905352"/>
            <a:ext cx="38099" cy="101597"/>
          </a:xfrm>
          <a:prstGeom prst="rect">
            <a:avLst/>
          </a:prstGeom>
          <a:solidFill>
            <a:srgbClr val="10487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1" name="Rectangle 340"/>
          <p:cNvSpPr/>
          <p:nvPr/>
        </p:nvSpPr>
        <p:spPr>
          <a:xfrm>
            <a:off x="1301717" y="5905352"/>
            <a:ext cx="38099" cy="101597"/>
          </a:xfrm>
          <a:prstGeom prst="rect">
            <a:avLst/>
          </a:prstGeom>
          <a:solidFill>
            <a:srgbClr val="1151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2" name="Rectangle 341"/>
          <p:cNvSpPr/>
          <p:nvPr/>
        </p:nvSpPr>
        <p:spPr>
          <a:xfrm>
            <a:off x="1333466" y="5905352"/>
            <a:ext cx="38099" cy="101597"/>
          </a:xfrm>
          <a:prstGeom prst="rect">
            <a:avLst/>
          </a:prstGeom>
          <a:solidFill>
            <a:srgbClr val="1359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3" name="Rectangle 342"/>
          <p:cNvSpPr/>
          <p:nvPr/>
        </p:nvSpPr>
        <p:spPr>
          <a:xfrm>
            <a:off x="1365215" y="5905352"/>
            <a:ext cx="38099" cy="101597"/>
          </a:xfrm>
          <a:prstGeom prst="rect">
            <a:avLst/>
          </a:prstGeom>
          <a:solidFill>
            <a:srgbClr val="1562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4" name="Rectangle 343"/>
          <p:cNvSpPr/>
          <p:nvPr/>
        </p:nvSpPr>
        <p:spPr>
          <a:xfrm>
            <a:off x="1396965" y="5905352"/>
            <a:ext cx="38099" cy="101597"/>
          </a:xfrm>
          <a:prstGeom prst="rect">
            <a:avLst/>
          </a:prstGeom>
          <a:solidFill>
            <a:srgbClr val="166B9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5" name="Rectangle 344"/>
          <p:cNvSpPr/>
          <p:nvPr/>
        </p:nvSpPr>
        <p:spPr>
          <a:xfrm>
            <a:off x="1428714" y="5905352"/>
            <a:ext cx="38099" cy="101597"/>
          </a:xfrm>
          <a:prstGeom prst="rect">
            <a:avLst/>
          </a:prstGeom>
          <a:solidFill>
            <a:srgbClr val="18749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6" name="Rectangle 345"/>
          <p:cNvSpPr/>
          <p:nvPr/>
        </p:nvSpPr>
        <p:spPr>
          <a:xfrm>
            <a:off x="1460463" y="5905352"/>
            <a:ext cx="38099" cy="101597"/>
          </a:xfrm>
          <a:prstGeom prst="rect">
            <a:avLst/>
          </a:prstGeom>
          <a:solidFill>
            <a:srgbClr val="1A7CA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7" name="Rectangle 346"/>
          <p:cNvSpPr/>
          <p:nvPr/>
        </p:nvSpPr>
        <p:spPr>
          <a:xfrm>
            <a:off x="1492212" y="5905352"/>
            <a:ext cx="38099" cy="101597"/>
          </a:xfrm>
          <a:prstGeom prst="rect">
            <a:avLst/>
          </a:prstGeom>
          <a:solidFill>
            <a:srgbClr val="1C85A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8" name="Rectangle 347"/>
          <p:cNvSpPr/>
          <p:nvPr/>
        </p:nvSpPr>
        <p:spPr>
          <a:xfrm>
            <a:off x="1523961" y="5905352"/>
            <a:ext cx="38099" cy="101597"/>
          </a:xfrm>
          <a:prstGeom prst="rect">
            <a:avLst/>
          </a:prstGeom>
          <a:solidFill>
            <a:srgbClr val="1E8EB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9" name="Rectangle 348"/>
          <p:cNvSpPr/>
          <p:nvPr/>
        </p:nvSpPr>
        <p:spPr>
          <a:xfrm>
            <a:off x="1555711" y="5905352"/>
            <a:ext cx="38099" cy="101597"/>
          </a:xfrm>
          <a:prstGeom prst="rect">
            <a:avLst/>
          </a:prstGeom>
          <a:solidFill>
            <a:srgbClr val="2393B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0" name="Rectangle 349"/>
          <p:cNvSpPr/>
          <p:nvPr/>
        </p:nvSpPr>
        <p:spPr>
          <a:xfrm>
            <a:off x="1587460" y="5905352"/>
            <a:ext cx="38099" cy="101597"/>
          </a:xfrm>
          <a:prstGeom prst="rect">
            <a:avLst/>
          </a:prstGeom>
          <a:solidFill>
            <a:srgbClr val="2998B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1" name="Rectangle 350"/>
          <p:cNvSpPr/>
          <p:nvPr/>
        </p:nvSpPr>
        <p:spPr>
          <a:xfrm>
            <a:off x="1619209" y="5905352"/>
            <a:ext cx="38099" cy="101597"/>
          </a:xfrm>
          <a:prstGeom prst="rect">
            <a:avLst/>
          </a:prstGeom>
          <a:solidFill>
            <a:srgbClr val="2F9D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2" name="Rectangle 351"/>
          <p:cNvSpPr/>
          <p:nvPr/>
        </p:nvSpPr>
        <p:spPr>
          <a:xfrm>
            <a:off x="1650958" y="5905352"/>
            <a:ext cx="38099" cy="101597"/>
          </a:xfrm>
          <a:prstGeom prst="rect">
            <a:avLst/>
          </a:prstGeom>
          <a:solidFill>
            <a:srgbClr val="34A2C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3" name="Rectangle 352"/>
          <p:cNvSpPr/>
          <p:nvPr/>
        </p:nvSpPr>
        <p:spPr>
          <a:xfrm>
            <a:off x="1682707" y="5905352"/>
            <a:ext cx="38099" cy="101597"/>
          </a:xfrm>
          <a:prstGeom prst="rect">
            <a:avLst/>
          </a:prstGeom>
          <a:solidFill>
            <a:srgbClr val="3AA7D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4" name="Rectangle 353"/>
          <p:cNvSpPr/>
          <p:nvPr/>
        </p:nvSpPr>
        <p:spPr>
          <a:xfrm>
            <a:off x="1714457" y="5905352"/>
            <a:ext cx="38099" cy="101597"/>
          </a:xfrm>
          <a:prstGeom prst="rect">
            <a:avLst/>
          </a:prstGeom>
          <a:solidFill>
            <a:srgbClr val="3FACD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5" name="Rectangle 354"/>
          <p:cNvSpPr/>
          <p:nvPr/>
        </p:nvSpPr>
        <p:spPr>
          <a:xfrm>
            <a:off x="1746206" y="5905352"/>
            <a:ext cx="38099" cy="101597"/>
          </a:xfrm>
          <a:prstGeom prst="rect">
            <a:avLst/>
          </a:prstGeom>
          <a:solidFill>
            <a:srgbClr val="45B1D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6" name="Rectangle 355"/>
          <p:cNvSpPr/>
          <p:nvPr/>
        </p:nvSpPr>
        <p:spPr>
          <a:xfrm>
            <a:off x="1777955" y="5905352"/>
            <a:ext cx="38099" cy="101597"/>
          </a:xfrm>
          <a:prstGeom prst="rect">
            <a:avLst/>
          </a:prstGeom>
          <a:solidFill>
            <a:srgbClr val="4BB6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7" name="Rectangle 356"/>
          <p:cNvSpPr/>
          <p:nvPr/>
        </p:nvSpPr>
        <p:spPr>
          <a:xfrm>
            <a:off x="1809704" y="5905352"/>
            <a:ext cx="38099" cy="101597"/>
          </a:xfrm>
          <a:prstGeom prst="rect">
            <a:avLst/>
          </a:prstGeom>
          <a:solidFill>
            <a:srgbClr val="50BB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8" name="Rectangle 357"/>
          <p:cNvSpPr/>
          <p:nvPr/>
        </p:nvSpPr>
        <p:spPr>
          <a:xfrm>
            <a:off x="1841453" y="5905352"/>
            <a:ext cx="38099" cy="101597"/>
          </a:xfrm>
          <a:prstGeom prst="rect">
            <a:avLst/>
          </a:prstGeom>
          <a:solidFill>
            <a:srgbClr val="60BF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9" name="Rectangle 358"/>
          <p:cNvSpPr/>
          <p:nvPr/>
        </p:nvSpPr>
        <p:spPr>
          <a:xfrm>
            <a:off x="1873203" y="5905352"/>
            <a:ext cx="38099" cy="101597"/>
          </a:xfrm>
          <a:prstGeom prst="rect">
            <a:avLst/>
          </a:prstGeom>
          <a:solidFill>
            <a:srgbClr val="75C1C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0" name="Rectangle 359"/>
          <p:cNvSpPr/>
          <p:nvPr/>
        </p:nvSpPr>
        <p:spPr>
          <a:xfrm>
            <a:off x="1904952" y="5905352"/>
            <a:ext cx="38099" cy="101597"/>
          </a:xfrm>
          <a:prstGeom prst="rect">
            <a:avLst/>
          </a:prstGeom>
          <a:solidFill>
            <a:srgbClr val="8AC4B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1" name="Rectangle 360"/>
          <p:cNvSpPr/>
          <p:nvPr/>
        </p:nvSpPr>
        <p:spPr>
          <a:xfrm>
            <a:off x="1936701" y="5905352"/>
            <a:ext cx="38099" cy="101597"/>
          </a:xfrm>
          <a:prstGeom prst="rect">
            <a:avLst/>
          </a:prstGeom>
          <a:solidFill>
            <a:srgbClr val="9FC6A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2" name="Rectangle 361"/>
          <p:cNvSpPr/>
          <p:nvPr/>
        </p:nvSpPr>
        <p:spPr>
          <a:xfrm>
            <a:off x="1968450" y="5905352"/>
            <a:ext cx="38099" cy="101597"/>
          </a:xfrm>
          <a:prstGeom prst="rect">
            <a:avLst/>
          </a:prstGeom>
          <a:solidFill>
            <a:srgbClr val="B4C99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3" name="Rectangle 362"/>
          <p:cNvSpPr/>
          <p:nvPr/>
        </p:nvSpPr>
        <p:spPr>
          <a:xfrm>
            <a:off x="2000199" y="5905352"/>
            <a:ext cx="38099" cy="101597"/>
          </a:xfrm>
          <a:prstGeom prst="rect">
            <a:avLst/>
          </a:prstGeom>
          <a:solidFill>
            <a:srgbClr val="C9CB7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4" name="Rectangle 363"/>
          <p:cNvSpPr/>
          <p:nvPr/>
        </p:nvSpPr>
        <p:spPr>
          <a:xfrm>
            <a:off x="2031949" y="5905352"/>
            <a:ext cx="38099" cy="101597"/>
          </a:xfrm>
          <a:prstGeom prst="rect">
            <a:avLst/>
          </a:prstGeom>
          <a:solidFill>
            <a:srgbClr val="DECE6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5" name="Rectangle 364"/>
          <p:cNvSpPr/>
          <p:nvPr/>
        </p:nvSpPr>
        <p:spPr>
          <a:xfrm>
            <a:off x="2063698" y="5905352"/>
            <a:ext cx="38099" cy="101597"/>
          </a:xfrm>
          <a:prstGeom prst="rect">
            <a:avLst/>
          </a:prstGeom>
          <a:solidFill>
            <a:srgbClr val="F3D15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6" name="Rectangle 365"/>
          <p:cNvSpPr/>
          <p:nvPr/>
        </p:nvSpPr>
        <p:spPr>
          <a:xfrm>
            <a:off x="2095447" y="5905352"/>
            <a:ext cx="38099" cy="101597"/>
          </a:xfrm>
          <a:prstGeom prst="rect">
            <a:avLst/>
          </a:prstGeom>
          <a:solidFill>
            <a:srgbClr val="FFCF4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7" name="Rectangle 366"/>
          <p:cNvSpPr/>
          <p:nvPr/>
        </p:nvSpPr>
        <p:spPr>
          <a:xfrm>
            <a:off x="2127196" y="5905352"/>
            <a:ext cx="38099" cy="101597"/>
          </a:xfrm>
          <a:prstGeom prst="rect">
            <a:avLst/>
          </a:prstGeom>
          <a:solidFill>
            <a:srgbClr val="FFC6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8" name="Rectangle 367"/>
          <p:cNvSpPr/>
          <p:nvPr/>
        </p:nvSpPr>
        <p:spPr>
          <a:xfrm>
            <a:off x="2158946" y="5905352"/>
            <a:ext cx="38099" cy="101597"/>
          </a:xfrm>
          <a:prstGeom prst="rect">
            <a:avLst/>
          </a:prstGeom>
          <a:solidFill>
            <a:srgbClr val="FFBE3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9" name="Rectangle 368"/>
          <p:cNvSpPr/>
          <p:nvPr/>
        </p:nvSpPr>
        <p:spPr>
          <a:xfrm>
            <a:off x="2190695" y="5905352"/>
            <a:ext cx="38099" cy="101597"/>
          </a:xfrm>
          <a:prstGeom prst="rect">
            <a:avLst/>
          </a:prstGeom>
          <a:solidFill>
            <a:srgbClr val="FFB6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0" name="Rectangle 369"/>
          <p:cNvSpPr/>
          <p:nvPr/>
        </p:nvSpPr>
        <p:spPr>
          <a:xfrm>
            <a:off x="2222444" y="5905352"/>
            <a:ext cx="38099" cy="101597"/>
          </a:xfrm>
          <a:prstGeom prst="rect">
            <a:avLst/>
          </a:prstGeom>
          <a:solidFill>
            <a:srgbClr val="FFAD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1" name="Rectangle 370"/>
          <p:cNvSpPr/>
          <p:nvPr/>
        </p:nvSpPr>
        <p:spPr>
          <a:xfrm>
            <a:off x="2254193" y="5905352"/>
            <a:ext cx="38099" cy="101597"/>
          </a:xfrm>
          <a:prstGeom prst="rect">
            <a:avLst/>
          </a:prstGeom>
          <a:solidFill>
            <a:srgbClr val="FFA5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2" name="Rectangle 371"/>
          <p:cNvSpPr/>
          <p:nvPr/>
        </p:nvSpPr>
        <p:spPr>
          <a:xfrm>
            <a:off x="2285942" y="5905352"/>
            <a:ext cx="38099" cy="101597"/>
          </a:xfrm>
          <a:prstGeom prst="rect">
            <a:avLst/>
          </a:prstGeom>
          <a:solidFill>
            <a:srgbClr val="FF9D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3" name="Rectangle 372"/>
          <p:cNvSpPr/>
          <p:nvPr/>
        </p:nvSpPr>
        <p:spPr>
          <a:xfrm>
            <a:off x="2317692" y="5905352"/>
            <a:ext cx="38099" cy="101597"/>
          </a:xfrm>
          <a:prstGeom prst="rect">
            <a:avLst/>
          </a:prstGeom>
          <a:solidFill>
            <a:srgbClr val="FF951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4" name="Rectangle 373"/>
          <p:cNvSpPr/>
          <p:nvPr/>
        </p:nvSpPr>
        <p:spPr>
          <a:xfrm>
            <a:off x="2349441" y="5905352"/>
            <a:ext cx="38099" cy="101597"/>
          </a:xfrm>
          <a:prstGeom prst="rect">
            <a:avLst/>
          </a:prstGeom>
          <a:solidFill>
            <a:srgbClr val="FF8C0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5" name="Rectangle 374"/>
          <p:cNvSpPr/>
          <p:nvPr/>
        </p:nvSpPr>
        <p:spPr>
          <a:xfrm>
            <a:off x="2381190" y="5905352"/>
            <a:ext cx="38099" cy="101597"/>
          </a:xfrm>
          <a:prstGeom prst="rect">
            <a:avLst/>
          </a:prstGeom>
          <a:solidFill>
            <a:srgbClr val="FF840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6" name="Rectangle 375"/>
          <p:cNvSpPr/>
          <p:nvPr/>
        </p:nvSpPr>
        <p:spPr>
          <a:xfrm>
            <a:off x="2412939" y="5905352"/>
            <a:ext cx="38099" cy="101597"/>
          </a:xfrm>
          <a:prstGeom prst="rect">
            <a:avLst/>
          </a:prstGeom>
          <a:solidFill>
            <a:srgbClr val="FF7C0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7" name="Rectangle 376"/>
          <p:cNvSpPr/>
          <p:nvPr/>
        </p:nvSpPr>
        <p:spPr>
          <a:xfrm>
            <a:off x="2444688" y="5905352"/>
            <a:ext cx="38099" cy="101597"/>
          </a:xfrm>
          <a:prstGeom prst="rect">
            <a:avLst/>
          </a:prstGeom>
          <a:solidFill>
            <a:srgbClr val="FD750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8" name="Rectangle 377"/>
          <p:cNvSpPr/>
          <p:nvPr/>
        </p:nvSpPr>
        <p:spPr>
          <a:xfrm>
            <a:off x="2476438" y="5905352"/>
            <a:ext cx="38099" cy="101597"/>
          </a:xfrm>
          <a:prstGeom prst="rect">
            <a:avLst/>
          </a:prstGeom>
          <a:solidFill>
            <a:srgbClr val="FB6F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9" name="Rectangle 378"/>
          <p:cNvSpPr/>
          <p:nvPr/>
        </p:nvSpPr>
        <p:spPr>
          <a:xfrm>
            <a:off x="2508187" y="5905352"/>
            <a:ext cx="38099" cy="101597"/>
          </a:xfrm>
          <a:prstGeom prst="rect">
            <a:avLst/>
          </a:prstGeom>
          <a:solidFill>
            <a:srgbClr val="FA690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0" name="Rectangle 379"/>
          <p:cNvSpPr/>
          <p:nvPr/>
        </p:nvSpPr>
        <p:spPr>
          <a:xfrm>
            <a:off x="2539936" y="5905352"/>
            <a:ext cx="38099" cy="101597"/>
          </a:xfrm>
          <a:prstGeom prst="rect">
            <a:avLst/>
          </a:prstGeom>
          <a:solidFill>
            <a:srgbClr val="F863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1" name="Rectangle 380"/>
          <p:cNvSpPr/>
          <p:nvPr/>
        </p:nvSpPr>
        <p:spPr>
          <a:xfrm>
            <a:off x="2571685" y="5905352"/>
            <a:ext cx="38099" cy="101597"/>
          </a:xfrm>
          <a:prstGeom prst="rect">
            <a:avLst/>
          </a:prstGeom>
          <a:solidFill>
            <a:srgbClr val="F65D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2" name="Rectangle 381"/>
          <p:cNvSpPr/>
          <p:nvPr/>
        </p:nvSpPr>
        <p:spPr>
          <a:xfrm>
            <a:off x="2603434" y="5905352"/>
            <a:ext cx="38099" cy="101597"/>
          </a:xfrm>
          <a:prstGeom prst="rect">
            <a:avLst/>
          </a:prstGeom>
          <a:solidFill>
            <a:srgbClr val="F4570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3" name="Rectangle 382"/>
          <p:cNvSpPr/>
          <p:nvPr/>
        </p:nvSpPr>
        <p:spPr>
          <a:xfrm>
            <a:off x="2635184" y="5905352"/>
            <a:ext cx="38099" cy="101597"/>
          </a:xfrm>
          <a:prstGeom prst="rect">
            <a:avLst/>
          </a:prstGeom>
          <a:solidFill>
            <a:srgbClr val="F2511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4" name="Rectangle 383"/>
          <p:cNvSpPr/>
          <p:nvPr/>
        </p:nvSpPr>
        <p:spPr>
          <a:xfrm>
            <a:off x="2666933" y="5905352"/>
            <a:ext cx="38099" cy="101597"/>
          </a:xfrm>
          <a:prstGeom prst="rect">
            <a:avLst/>
          </a:prstGeom>
          <a:solidFill>
            <a:srgbClr val="F04B1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5" name="Rectangle 384"/>
          <p:cNvSpPr/>
          <p:nvPr/>
        </p:nvSpPr>
        <p:spPr>
          <a:xfrm>
            <a:off x="2698682" y="5905352"/>
            <a:ext cx="38099" cy="101597"/>
          </a:xfrm>
          <a:prstGeom prst="rect">
            <a:avLst/>
          </a:prstGeom>
          <a:solidFill>
            <a:srgbClr val="EE451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6" name="Rectangle 385"/>
          <p:cNvSpPr/>
          <p:nvPr/>
        </p:nvSpPr>
        <p:spPr>
          <a:xfrm>
            <a:off x="2730431" y="5905352"/>
            <a:ext cx="38099" cy="101597"/>
          </a:xfrm>
          <a:prstGeom prst="rect">
            <a:avLst/>
          </a:prstGeom>
          <a:solidFill>
            <a:srgbClr val="EC3F1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7" name="Rectangle 386"/>
          <p:cNvSpPr/>
          <p:nvPr/>
        </p:nvSpPr>
        <p:spPr>
          <a:xfrm>
            <a:off x="2762180" y="5905352"/>
            <a:ext cx="38099" cy="101597"/>
          </a:xfrm>
          <a:prstGeom prst="rect">
            <a:avLst/>
          </a:prstGeom>
          <a:solidFill>
            <a:srgbClr val="EA391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8" name="Rectangle 387"/>
          <p:cNvSpPr/>
          <p:nvPr/>
        </p:nvSpPr>
        <p:spPr>
          <a:xfrm>
            <a:off x="2793930" y="5905352"/>
            <a:ext cx="38099" cy="101597"/>
          </a:xfrm>
          <a:prstGeom prst="rect">
            <a:avLst/>
          </a:prstGeom>
          <a:solidFill>
            <a:srgbClr val="E833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9" name="TextBox 388"/>
          <p:cNvSpPr txBox="1"/>
          <p:nvPr/>
        </p:nvSpPr>
        <p:spPr>
          <a:xfrm>
            <a:off x="539736" y="6070448"/>
            <a:ext cx="761980" cy="190495"/>
          </a:xfrm>
          <a:prstGeom prst="rect">
            <a:avLst/>
          </a:prstGeom>
          <a:noFill/>
        </p:spPr>
        <p:txBody>
          <a:bodyPr wrap="square" lIns="0" tIns="0" rIns="0" bIns="0" anchor="t">
            <a:spAutoFit/>
          </a:bodyPr>
          <a:lstStyle/>
          <a:p>
            <a:pPr algn="ctr">
              <a:lnSpc>
                <a:spcPct val="125000"/>
              </a:lnSpc>
            </a:pPr>
            <a:r>
              <a:rPr sz="1100" b="0">
                <a:solidFill>
                  <a:srgbClr val="8FB6D0"/>
                </a:solidFill>
                <a:latin typeface="Consolas"/>
              </a:rPr>
              <a:t>0</a:t>
            </a:r>
          </a:p>
        </p:txBody>
      </p:sp>
      <p:sp>
        <p:nvSpPr>
          <p:cNvPr id="390" name="TextBox 389"/>
          <p:cNvSpPr txBox="1"/>
          <p:nvPr/>
        </p:nvSpPr>
        <p:spPr>
          <a:xfrm>
            <a:off x="1492212" y="6070448"/>
            <a:ext cx="761980" cy="190495"/>
          </a:xfrm>
          <a:prstGeom prst="rect">
            <a:avLst/>
          </a:prstGeom>
          <a:noFill/>
        </p:spPr>
        <p:txBody>
          <a:bodyPr wrap="square" lIns="0" tIns="0" rIns="0" bIns="0" anchor="t">
            <a:spAutoFit/>
          </a:bodyPr>
          <a:lstStyle/>
          <a:p>
            <a:pPr algn="ctr">
              <a:lnSpc>
                <a:spcPct val="125000"/>
              </a:lnSpc>
            </a:pPr>
            <a:r>
              <a:rPr sz="1100" b="0">
                <a:solidFill>
                  <a:srgbClr val="8FB6D0"/>
                </a:solidFill>
                <a:latin typeface="Consolas"/>
              </a:rPr>
              <a:t>200</a:t>
            </a:r>
          </a:p>
        </p:txBody>
      </p:sp>
      <p:sp>
        <p:nvSpPr>
          <p:cNvPr id="391" name="TextBox 390"/>
          <p:cNvSpPr txBox="1"/>
          <p:nvPr/>
        </p:nvSpPr>
        <p:spPr>
          <a:xfrm>
            <a:off x="2444688" y="6070448"/>
            <a:ext cx="761980" cy="190495"/>
          </a:xfrm>
          <a:prstGeom prst="rect">
            <a:avLst/>
          </a:prstGeom>
          <a:noFill/>
        </p:spPr>
        <p:txBody>
          <a:bodyPr wrap="square" lIns="0" tIns="0" rIns="0" bIns="0" anchor="t">
            <a:spAutoFit/>
          </a:bodyPr>
          <a:lstStyle/>
          <a:p>
            <a:pPr algn="ctr">
              <a:lnSpc>
                <a:spcPct val="125000"/>
              </a:lnSpc>
            </a:pPr>
            <a:r>
              <a:rPr sz="1100" b="0">
                <a:solidFill>
                  <a:srgbClr val="8FB6D0"/>
                </a:solidFill>
                <a:latin typeface="Consolas"/>
              </a:rPr>
              <a:t>400</a:t>
            </a:r>
          </a:p>
        </p:txBody>
      </p:sp>
      <p:sp>
        <p:nvSpPr>
          <p:cNvPr id="392" name="TextBox 391"/>
          <p:cNvSpPr txBox="1"/>
          <p:nvPr/>
        </p:nvSpPr>
        <p:spPr>
          <a:xfrm>
            <a:off x="2978075" y="5892652"/>
            <a:ext cx="1269968" cy="190495"/>
          </a:xfrm>
          <a:prstGeom prst="rect">
            <a:avLst/>
          </a:prstGeom>
          <a:noFill/>
        </p:spPr>
        <p:txBody>
          <a:bodyPr wrap="square" lIns="0" tIns="0" rIns="0" bIns="0" anchor="t">
            <a:spAutoFit/>
          </a:bodyPr>
          <a:lstStyle/>
          <a:p>
            <a:pPr algn="l">
              <a:lnSpc>
                <a:spcPct val="125000"/>
              </a:lnSpc>
            </a:pPr>
            <a:r>
              <a:rPr sz="1100" b="0">
                <a:solidFill>
                  <a:srgbClr val="8FB6D0"/>
                </a:solidFill>
                <a:latin typeface="Consolas"/>
              </a:rPr>
              <a:t>kPa</a:t>
            </a:r>
          </a:p>
        </p:txBody>
      </p:sp>
      <p:sp>
        <p:nvSpPr>
          <p:cNvPr id="393" name="!!piek"/>
          <p:cNvSpPr txBox="1"/>
          <p:nvPr/>
        </p:nvSpPr>
        <p:spPr>
          <a:xfrm>
            <a:off x="3555911" y="1587460"/>
            <a:ext cx="4444888" cy="1904952"/>
          </a:xfrm>
          <a:prstGeom prst="rect">
            <a:avLst/>
          </a:prstGeom>
          <a:noFill/>
        </p:spPr>
        <p:txBody>
          <a:bodyPr wrap="none" lIns="0" tIns="0" rIns="0" bIns="0" anchor="t">
            <a:spAutoFit/>
          </a:bodyPr>
          <a:lstStyle/>
          <a:p>
            <a:pPr algn="l">
              <a:lnSpc>
                <a:spcPct val="90000"/>
              </a:lnSpc>
            </a:pPr>
            <a:r>
              <a:rPr sz="15000" b="1">
                <a:solidFill>
                  <a:srgbClr val="52BDEC"/>
                </a:solidFill>
                <a:latin typeface="Segoe UI"/>
              </a:rPr>
              <a:t>186</a:t>
            </a:r>
          </a:p>
        </p:txBody>
      </p:sp>
      <p:sp>
        <p:nvSpPr>
          <p:cNvPr id="394" name="!!eenheid"/>
          <p:cNvSpPr txBox="1"/>
          <p:nvPr/>
        </p:nvSpPr>
        <p:spPr>
          <a:xfrm>
            <a:off x="6857828" y="1904952"/>
            <a:ext cx="1269968" cy="507987"/>
          </a:xfrm>
          <a:prstGeom prst="rect">
            <a:avLst/>
          </a:prstGeom>
          <a:noFill/>
        </p:spPr>
        <p:txBody>
          <a:bodyPr wrap="square" lIns="0" tIns="0" rIns="0" bIns="0" anchor="t">
            <a:spAutoFit/>
          </a:bodyPr>
          <a:lstStyle/>
          <a:p>
            <a:pPr algn="l">
              <a:lnSpc>
                <a:spcPct val="125000"/>
              </a:lnSpc>
            </a:pPr>
            <a:r>
              <a:rPr sz="4400" b="1">
                <a:solidFill>
                  <a:srgbClr val="52BDEC"/>
                </a:solidFill>
                <a:latin typeface="Segoe UI Light"/>
              </a:rPr>
              <a:t>kPa</a:t>
            </a:r>
          </a:p>
        </p:txBody>
      </p:sp>
      <p:sp>
        <p:nvSpPr>
          <p:cNvPr id="395" name="!!plek"/>
          <p:cNvSpPr txBox="1"/>
          <p:nvPr/>
        </p:nvSpPr>
        <p:spPr>
          <a:xfrm>
            <a:off x="3581310" y="3352716"/>
            <a:ext cx="7619809" cy="380990"/>
          </a:xfrm>
          <a:prstGeom prst="rect">
            <a:avLst/>
          </a:prstGeom>
          <a:noFill/>
        </p:spPr>
        <p:txBody>
          <a:bodyPr wrap="square" lIns="0" tIns="0" rIns="0" bIns="0" anchor="t">
            <a:spAutoFit/>
          </a:bodyPr>
          <a:lstStyle/>
          <a:p>
            <a:pPr algn="l">
              <a:lnSpc>
                <a:spcPct val="125000"/>
              </a:lnSpc>
            </a:pPr>
            <a:r>
              <a:rPr sz="2200" b="1">
                <a:solidFill>
                  <a:srgbClr val="F2F8FC"/>
                </a:solidFill>
                <a:latin typeface="Segoe UI"/>
              </a:rPr>
              <a:t>piekdruk in de doelregio na aanpassing</a:t>
            </a:r>
          </a:p>
        </p:txBody>
      </p:sp>
      <p:sp>
        <p:nvSpPr>
          <p:cNvPr id="396" name="!!norm"/>
          <p:cNvSpPr/>
          <p:nvPr/>
        </p:nvSpPr>
        <p:spPr>
          <a:xfrm>
            <a:off x="3555911" y="3924201"/>
            <a:ext cx="8000799" cy="609584"/>
          </a:xfrm>
          <a:prstGeom prst="roundRect">
            <a:avLst>
              <a:gd name="adj" fmla="val 4500"/>
            </a:avLst>
          </a:prstGeom>
          <a:solidFill>
            <a:srgbClr val="1748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7" name="!!normtekst"/>
          <p:cNvSpPr txBox="1"/>
          <p:nvPr/>
        </p:nvSpPr>
        <p:spPr>
          <a:xfrm>
            <a:off x="3555911" y="4101997"/>
            <a:ext cx="8000799" cy="292092"/>
          </a:xfrm>
          <a:prstGeom prst="rect">
            <a:avLst/>
          </a:prstGeom>
          <a:noFill/>
        </p:spPr>
        <p:txBody>
          <a:bodyPr wrap="square" lIns="0" tIns="0" rIns="0" bIns="0" anchor="t">
            <a:spAutoFit/>
          </a:bodyPr>
          <a:lstStyle/>
          <a:p>
            <a:pPr algn="ctr">
              <a:lnSpc>
                <a:spcPct val="125000"/>
              </a:lnSpc>
            </a:pPr>
            <a:r>
              <a:rPr sz="2200" b="1">
                <a:solidFill>
                  <a:srgbClr val="FF7A00"/>
                </a:solidFill>
                <a:latin typeface="Consolas"/>
              </a:rPr>
              <a:t>40% lager  ·  onder 200 kPa  ·  beide criteria</a:t>
            </a:r>
          </a:p>
        </p:txBody>
      </p:sp>
      <p:sp>
        <p:nvSpPr>
          <p:cNvPr id="398" name="TextBox 397"/>
          <p:cNvSpPr txBox="1"/>
          <p:nvPr/>
        </p:nvSpPr>
        <p:spPr>
          <a:xfrm>
            <a:off x="3555911" y="4825879"/>
            <a:ext cx="8000799" cy="1527662"/>
          </a:xfrm>
          <a:prstGeom prst="rect">
            <a:avLst/>
          </a:prstGeom>
          <a:noFill/>
        </p:spPr>
        <p:txBody>
          <a:bodyPr wrap="square" lIns="0" tIns="0" rIns="0" bIns="0" anchor="t">
            <a:spAutoFit/>
          </a:bodyPr>
          <a:lstStyle/>
          <a:p>
            <a:pPr algn="l">
              <a:lnSpc>
                <a:spcPct val="135000"/>
              </a:lnSpc>
            </a:pPr>
            <a:r>
              <a:rPr lang="nl-NL" sz="1700" b="0">
                <a:solidFill>
                  <a:srgbClr val="8FB6D0"/>
                </a:solidFill>
                <a:latin typeface="Segoe UI"/>
              </a:rPr>
              <a:t>De norm geldt per doelregio: piekdruk onder 200 kPa óf minstens 25% lager dan zónder zool, in dezelfde sessie: op visite 2 en op maand 6, 12 en 18.</a:t>
            </a:r>
            <a:endParaRPr sz="1700" b="0">
              <a:solidFill>
                <a:srgbClr val="8FB6D0"/>
              </a:solidFill>
              <a:latin typeface="Segoe UI"/>
            </a:endParaRPr>
          </a:p>
          <a:p>
            <a:pPr algn="l">
              <a:lnSpc>
                <a:spcPct val="135000"/>
              </a:lnSpc>
              <a:spcBef>
                <a:spcPts val="1200"/>
              </a:spcBef>
            </a:pPr>
            <a:r>
              <a:rPr lang="nl-NL" sz="1700" b="0">
                <a:solidFill>
                  <a:srgbClr val="8FB6D0"/>
                </a:solidFill>
                <a:latin typeface="Segoe UI"/>
              </a:rPr>
              <a:t>Haalt u de norm niet, dan past de pedorthist de zool aan en meet u opnieuw mét, tot drie keer.</a:t>
            </a:r>
            <a:endParaRPr sz="1700" b="0">
              <a:solidFill>
                <a:srgbClr val="8FB6D0"/>
              </a:solidFill>
              <a:latin typeface="Segoe UI"/>
            </a:endParaRPr>
          </a:p>
        </p:txBody>
      </p:sp>
      <p:sp>
        <p:nvSpPr>
          <p:cNvPr id="399" name="TextBox 398"/>
          <p:cNvSpPr txBox="1"/>
          <p:nvPr/>
        </p:nvSpPr>
        <p:spPr>
          <a:xfrm>
            <a:off x="634984" y="6387940"/>
            <a:ext cx="8889777" cy="190495"/>
          </a:xfrm>
          <a:prstGeom prst="rect">
            <a:avLst/>
          </a:prstGeom>
          <a:noFill/>
        </p:spPr>
        <p:txBody>
          <a:bodyPr wrap="square" lIns="0" tIns="0" rIns="0" bIns="0" anchor="t">
            <a:spAutoFit/>
          </a:bodyPr>
          <a:lstStyle/>
          <a:p>
            <a:pPr algn="l">
              <a:lnSpc>
                <a:spcPct val="125000"/>
              </a:lnSpc>
            </a:pPr>
            <a:r>
              <a:rPr sz="1150" b="0">
                <a:solidFill>
                  <a:srgbClr val="8FB6D0"/>
                </a:solidFill>
                <a:latin typeface="Consolas"/>
              </a:rPr>
              <a:t>eCRF-document 24 · Meting drukherverdeling voetorthese</a:t>
            </a:r>
          </a:p>
        </p:txBody>
      </p:sp>
      <p:sp>
        <p:nvSpPr>
          <p:cNvPr id="400" name="TextBox 399"/>
          <p:cNvSpPr txBox="1"/>
          <p:nvPr/>
        </p:nvSpPr>
        <p:spPr>
          <a:xfrm>
            <a:off x="10540736" y="6387940"/>
            <a:ext cx="1015974" cy="186141"/>
          </a:xfrm>
          <a:prstGeom prst="rect">
            <a:avLst/>
          </a:prstGeom>
          <a:noFill/>
        </p:spPr>
        <p:txBody>
          <a:bodyPr wrap="square" lIns="0" tIns="0" rIns="0" bIns="0" anchor="t">
            <a:spAutoFit/>
          </a:bodyPr>
          <a:lstStyle/>
          <a:p>
            <a:pPr algn="r">
              <a:lnSpc>
                <a:spcPct val="125000"/>
              </a:lnSpc>
            </a:pPr>
            <a:r>
              <a:rPr lang="nl-BE" sz="1050" b="0">
                <a:solidFill>
                  <a:srgbClr val="8FB6D0"/>
                </a:solidFill>
                <a:latin typeface="Consolas"/>
              </a:rPr>
              <a:t>14 / 31</a:t>
            </a:r>
            <a:endParaRPr sz="1050" b="0">
              <a:solidFill>
                <a:srgbClr val="8FB6D0"/>
              </a:solidFill>
              <a:latin typeface="Consolas"/>
            </a:endParaRPr>
          </a:p>
        </p:txBody>
      </p:sp>
      <p:pic>
        <p:nvPicPr>
          <p:cNvPr id="401" name="merk" descr="merk.png"/>
          <p:cNvPicPr>
            <a:picLocks noChangeAspect="1"/>
          </p:cNvPicPr>
          <p:nvPr/>
        </p:nvPicPr>
        <p:blipFill>
          <a:blip r:embed="rId3"/>
          <a:stretch>
            <a:fillRect/>
          </a:stretch>
        </p:blipFill>
        <p:spPr>
          <a:xfrm>
            <a:off x="11094166" y="368290"/>
            <a:ext cx="417101" cy="482587"/>
          </a:xfrm>
          <a:prstGeom prst="rect">
            <a:avLst/>
          </a:prstGeom>
        </p:spPr>
      </p:pic>
      <p:sp>
        <p:nvSpPr>
          <p:cNvPr id="402" name="TextBox 401"/>
          <p:cNvSpPr txBox="1"/>
          <p:nvPr/>
        </p:nvSpPr>
        <p:spPr>
          <a:xfrm>
            <a:off x="634984" y="6629234"/>
            <a:ext cx="10921726" cy="177795"/>
          </a:xfrm>
          <a:prstGeom prst="rect">
            <a:avLst/>
          </a:prstGeom>
          <a:noFill/>
        </p:spPr>
        <p:txBody>
          <a:bodyPr wrap="square" lIns="0" tIns="0" rIns="0" bIns="0" anchor="t">
            <a:spAutoFit/>
          </a:bodyPr>
          <a:lstStyle/>
          <a:p>
            <a:pPr algn="l">
              <a:lnSpc>
                <a:spcPct val="125000"/>
              </a:lnSpc>
            </a:pPr>
            <a:r>
              <a:rPr sz="1000" b="0">
                <a:solidFill>
                  <a:srgbClr val="8FB6D0"/>
                </a:solidFill>
                <a:latin typeface="Consolas"/>
              </a:rPr>
              <a:t>Bron  6 · Bus 2011   |   7 · Bus 2020</a:t>
            </a: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200">
        <p159:morph option="byObject"/>
      </p:transition>
    </mc:Choice>
    <mc:Fallback xmlns="">
      <p:transition spd="slow">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7828"/>
          </a:xfrm>
          <a:prstGeom prst="rect">
            <a:avLst/>
          </a:prstGeom>
          <a:gradFill rotWithShape="1">
            <a:gsLst>
              <a:gs pos="0">
                <a:srgbClr val="072138"/>
              </a:gs>
              <a:gs pos="100000">
                <a:srgbClr val="04182A"/>
              </a:gs>
            </a:gsLst>
            <a:lin ang="5400000" scaled="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3" name="!!beeld" descr="knal_belasting.jpg"/>
          <p:cNvPicPr>
            <a:picLocks noChangeAspect="1"/>
          </p:cNvPicPr>
          <p:nvPr/>
        </p:nvPicPr>
        <p:blipFill>
          <a:blip r:embed="rId3"/>
          <a:stretch>
            <a:fillRect/>
          </a:stretch>
        </p:blipFill>
        <p:spPr>
          <a:xfrm>
            <a:off x="-22661" y="0"/>
            <a:ext cx="12237017" cy="6857828"/>
          </a:xfrm>
          <a:prstGeom prst="rect">
            <a:avLst/>
          </a:prstGeom>
        </p:spPr>
      </p:pic>
      <p:sp>
        <p:nvSpPr>
          <p:cNvPr id="4" name="Rectangle 3"/>
          <p:cNvSpPr/>
          <p:nvPr/>
        </p:nvSpPr>
        <p:spPr>
          <a:xfrm>
            <a:off x="0" y="0"/>
            <a:ext cx="12191695" cy="6857828"/>
          </a:xfrm>
          <a:prstGeom prst="rect">
            <a:avLst/>
          </a:prstGeom>
          <a:gradFill rotWithShape="1">
            <a:gsLst>
              <a:gs pos="0">
                <a:srgbClr val="04182A">
                  <a:alpha val="68000"/>
                </a:srgbClr>
              </a:gs>
              <a:gs pos="100000">
                <a:srgbClr val="072138">
                  <a:alpha val="95000"/>
                </a:srgbClr>
              </a:gs>
            </a:gsLst>
            <a:lin ang="5400000" scaled="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952476" y="1231869"/>
            <a:ext cx="812779" cy="50798"/>
          </a:xfrm>
          <a:prstGeom prst="rect">
            <a:avLst/>
          </a:prstGeom>
          <a:solidFill>
            <a:srgbClr val="FF7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knal"/>
          <p:cNvSpPr txBox="1"/>
          <p:nvPr/>
        </p:nvSpPr>
        <p:spPr>
          <a:xfrm>
            <a:off x="952476" y="1523961"/>
            <a:ext cx="10286742" cy="4190895"/>
          </a:xfrm>
          <a:prstGeom prst="rect">
            <a:avLst/>
          </a:prstGeom>
          <a:noFill/>
        </p:spPr>
        <p:txBody>
          <a:bodyPr wrap="square" lIns="0" tIns="0" rIns="0" bIns="0" anchor="t">
            <a:spAutoFit/>
          </a:bodyPr>
          <a:lstStyle/>
          <a:p>
            <a:pPr algn="l">
              <a:lnSpc>
                <a:spcPct val="106000"/>
              </a:lnSpc>
            </a:pPr>
            <a:r>
              <a:rPr sz="7200" b="1">
                <a:solidFill>
                  <a:srgbClr val="FFFFFF"/>
                </a:solidFill>
                <a:latin typeface="Segoe UI"/>
              </a:rPr>
              <a:t>Niet minder belasting.</a:t>
            </a:r>
          </a:p>
          <a:p>
            <a:pPr algn="l">
              <a:lnSpc>
                <a:spcPct val="106000"/>
              </a:lnSpc>
              <a:spcBef>
                <a:spcPts val="500"/>
              </a:spcBef>
            </a:pPr>
            <a:r>
              <a:rPr sz="7200" b="1">
                <a:solidFill>
                  <a:srgbClr val="FFFFFF"/>
                </a:solidFill>
                <a:latin typeface="Segoe UI"/>
              </a:rPr>
              <a:t>Belasting op een plek die het aankan.</a:t>
            </a: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200">
        <p159:morph option="byObject"/>
      </p:transition>
    </mc:Choice>
    <mc:Fallback xmlns="">
      <p:transition spd="slow">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7828"/>
          </a:xfrm>
          <a:prstGeom prst="rect">
            <a:avLst/>
          </a:prstGeom>
          <a:gradFill rotWithShape="1">
            <a:gsLst>
              <a:gs pos="0">
                <a:srgbClr val="072138"/>
              </a:gs>
              <a:gs pos="100000">
                <a:srgbClr val="04182A"/>
              </a:gs>
            </a:gsLst>
            <a:lin ang="5400000" scaled="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3" name="merkgroot" descr="merk.png"/>
          <p:cNvPicPr>
            <a:picLocks noChangeAspect="1"/>
          </p:cNvPicPr>
          <p:nvPr/>
        </p:nvPicPr>
        <p:blipFill>
          <a:blip r:embed="rId3">
            <a:alphaModFix amt="14000"/>
          </a:blip>
          <a:stretch>
            <a:fillRect/>
          </a:stretch>
        </p:blipFill>
        <p:spPr>
          <a:xfrm>
            <a:off x="6603834" y="-1126099"/>
            <a:ext cx="7873803" cy="9110028"/>
          </a:xfrm>
          <a:prstGeom prst="rect">
            <a:avLst/>
          </a:prstGeom>
        </p:spPr>
      </p:pic>
      <p:sp>
        <p:nvSpPr>
          <p:cNvPr id="4" name="hero"/>
          <p:cNvSpPr txBox="1"/>
          <p:nvPr/>
        </p:nvSpPr>
        <p:spPr>
          <a:xfrm>
            <a:off x="431789" y="723881"/>
            <a:ext cx="5714857" cy="2920926"/>
          </a:xfrm>
          <a:prstGeom prst="rect">
            <a:avLst/>
          </a:prstGeom>
          <a:noFill/>
        </p:spPr>
        <p:txBody>
          <a:bodyPr wrap="none" lIns="0" tIns="0" rIns="0" bIns="0" anchor="t">
            <a:spAutoFit/>
          </a:bodyPr>
          <a:lstStyle/>
          <a:p>
            <a:pPr algn="l">
              <a:lnSpc>
                <a:spcPct val="82000"/>
              </a:lnSpc>
            </a:pPr>
            <a:r>
              <a:rPr sz="26000" b="1">
                <a:solidFill>
                  <a:srgbClr val="52BDEC">
                    <a:alpha val="15000"/>
                  </a:srgbClr>
                </a:solidFill>
                <a:latin typeface="Segoe UI"/>
              </a:rPr>
              <a:t>03</a:t>
            </a:r>
          </a:p>
        </p:txBody>
      </p:sp>
      <p:sp>
        <p:nvSpPr>
          <p:cNvPr id="5" name="TextBox 4"/>
          <p:cNvSpPr txBox="1"/>
          <p:nvPr/>
        </p:nvSpPr>
        <p:spPr>
          <a:xfrm>
            <a:off x="634984" y="571485"/>
            <a:ext cx="9524761" cy="215894"/>
          </a:xfrm>
          <a:prstGeom prst="rect">
            <a:avLst/>
          </a:prstGeom>
          <a:noFill/>
        </p:spPr>
        <p:txBody>
          <a:bodyPr wrap="square" lIns="0" tIns="0" rIns="0" bIns="0" anchor="t">
            <a:spAutoFit/>
          </a:bodyPr>
          <a:lstStyle/>
          <a:p>
            <a:pPr algn="l">
              <a:lnSpc>
                <a:spcPct val="125000"/>
              </a:lnSpc>
            </a:pPr>
            <a:r>
              <a:rPr sz="1250" b="1" spc="240">
                <a:solidFill>
                  <a:srgbClr val="52BDEC"/>
                </a:solidFill>
                <a:latin typeface="Consolas"/>
              </a:rPr>
              <a:t>BLOK 03</a:t>
            </a:r>
          </a:p>
        </p:txBody>
      </p:sp>
      <p:sp>
        <p:nvSpPr>
          <p:cNvPr id="6" name="Rectangle 5"/>
          <p:cNvSpPr/>
          <p:nvPr/>
        </p:nvSpPr>
        <p:spPr>
          <a:xfrm>
            <a:off x="634984" y="3213019"/>
            <a:ext cx="812779" cy="50798"/>
          </a:xfrm>
          <a:prstGeom prst="rect">
            <a:avLst/>
          </a:prstGeom>
          <a:solidFill>
            <a:srgbClr val="FF7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sectietitel"/>
          <p:cNvSpPr txBox="1"/>
          <p:nvPr/>
        </p:nvSpPr>
        <p:spPr>
          <a:xfrm>
            <a:off x="634984" y="3555911"/>
            <a:ext cx="8889777" cy="1015974"/>
          </a:xfrm>
          <a:prstGeom prst="rect">
            <a:avLst/>
          </a:prstGeom>
          <a:noFill/>
        </p:spPr>
        <p:txBody>
          <a:bodyPr wrap="square" lIns="0" tIns="0" rIns="0" bIns="0" anchor="t">
            <a:spAutoFit/>
          </a:bodyPr>
          <a:lstStyle/>
          <a:p>
            <a:pPr algn="l">
              <a:lnSpc>
                <a:spcPct val="125000"/>
              </a:lnSpc>
            </a:pPr>
            <a:r>
              <a:rPr sz="7600" b="1">
                <a:solidFill>
                  <a:srgbClr val="F2F8FC"/>
                </a:solidFill>
                <a:latin typeface="Segoe UI"/>
              </a:rPr>
              <a:t>Het traject</a:t>
            </a:r>
          </a:p>
        </p:txBody>
      </p:sp>
      <p:sp>
        <p:nvSpPr>
          <p:cNvPr id="8" name="TextBox 7"/>
          <p:cNvSpPr txBox="1"/>
          <p:nvPr/>
        </p:nvSpPr>
        <p:spPr>
          <a:xfrm>
            <a:off x="660383" y="4825879"/>
            <a:ext cx="8254793" cy="507987"/>
          </a:xfrm>
          <a:prstGeom prst="rect">
            <a:avLst/>
          </a:prstGeom>
          <a:noFill/>
        </p:spPr>
        <p:txBody>
          <a:bodyPr wrap="square" lIns="0" tIns="0" rIns="0" bIns="0" anchor="t">
            <a:spAutoFit/>
          </a:bodyPr>
          <a:lstStyle/>
          <a:p>
            <a:pPr algn="l">
              <a:lnSpc>
                <a:spcPct val="125000"/>
              </a:lnSpc>
            </a:pPr>
            <a:r>
              <a:rPr sz="2300" b="0">
                <a:solidFill>
                  <a:srgbClr val="8FB6D0"/>
                </a:solidFill>
                <a:latin typeface="Segoe UI Light"/>
              </a:rPr>
              <a:t>Negen contactmomenten. Per moment: wat u doet en wat u invult.</a:t>
            </a:r>
          </a:p>
        </p:txBody>
      </p:sp>
      <p:sp>
        <p:nvSpPr>
          <p:cNvPr id="9" name="TextBox 8"/>
          <p:cNvSpPr txBox="1"/>
          <p:nvPr/>
        </p:nvSpPr>
        <p:spPr>
          <a:xfrm>
            <a:off x="10540736" y="6387940"/>
            <a:ext cx="1015974" cy="186141"/>
          </a:xfrm>
          <a:prstGeom prst="rect">
            <a:avLst/>
          </a:prstGeom>
          <a:noFill/>
        </p:spPr>
        <p:txBody>
          <a:bodyPr wrap="square" lIns="0" tIns="0" rIns="0" bIns="0" anchor="t">
            <a:spAutoFit/>
          </a:bodyPr>
          <a:lstStyle/>
          <a:p>
            <a:pPr algn="r">
              <a:lnSpc>
                <a:spcPct val="125000"/>
              </a:lnSpc>
            </a:pPr>
            <a:r>
              <a:rPr lang="nl-BE" sz="1050" b="0">
                <a:solidFill>
                  <a:srgbClr val="8FB6D0"/>
                </a:solidFill>
                <a:latin typeface="Consolas"/>
              </a:rPr>
              <a:t>16 / 31</a:t>
            </a:r>
            <a:endParaRPr sz="1050" b="0">
              <a:solidFill>
                <a:srgbClr val="8FB6D0"/>
              </a:solidFill>
              <a:latin typeface="Consolas"/>
            </a:endParaRP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200">
        <p159:morph option="byObject"/>
      </p:transition>
    </mc:Choice>
    <mc:Fallback xmlns="">
      <p:transition spd="slow">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7828"/>
          </a:xfrm>
          <a:prstGeom prst="rect">
            <a:avLst/>
          </a:prstGeom>
          <a:gradFill rotWithShape="1">
            <a:gsLst>
              <a:gs pos="0">
                <a:srgbClr val="072138"/>
              </a:gs>
              <a:gs pos="100000">
                <a:srgbClr val="04182A"/>
              </a:gs>
            </a:gsLst>
            <a:lin ang="5400000" scaled="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634984" y="571485"/>
            <a:ext cx="9524761" cy="221599"/>
          </a:xfrm>
          <a:prstGeom prst="rect">
            <a:avLst/>
          </a:prstGeom>
          <a:noFill/>
        </p:spPr>
        <p:txBody>
          <a:bodyPr wrap="square" lIns="0" tIns="0" rIns="0" bIns="0" anchor="t">
            <a:spAutoFit/>
          </a:bodyPr>
          <a:lstStyle/>
          <a:p>
            <a:pPr algn="l">
              <a:lnSpc>
                <a:spcPct val="125000"/>
              </a:lnSpc>
            </a:pPr>
            <a:r>
              <a:rPr lang="nl-BE" sz="1250" b="1" spc="240">
                <a:solidFill>
                  <a:srgbClr val="52BDEC"/>
                </a:solidFill>
                <a:latin typeface="Consolas"/>
              </a:rPr>
              <a:t>GESCHIKTHEID</a:t>
            </a:r>
            <a:endParaRPr sz="1250" b="1" spc="240">
              <a:solidFill>
                <a:srgbClr val="52BDEC"/>
              </a:solidFill>
              <a:latin typeface="Consolas"/>
            </a:endParaRPr>
          </a:p>
        </p:txBody>
      </p:sp>
      <p:sp>
        <p:nvSpPr>
          <p:cNvPr id="4" name="sectietitel"/>
          <p:cNvSpPr txBox="1"/>
          <p:nvPr/>
        </p:nvSpPr>
        <p:spPr>
          <a:xfrm>
            <a:off x="634984" y="838179"/>
            <a:ext cx="9905752" cy="624017"/>
          </a:xfrm>
          <a:prstGeom prst="rect">
            <a:avLst/>
          </a:prstGeom>
          <a:noFill/>
        </p:spPr>
        <p:txBody>
          <a:bodyPr wrap="square" lIns="0" tIns="0" rIns="0" bIns="0" anchor="t">
            <a:spAutoFit/>
          </a:bodyPr>
          <a:lstStyle/>
          <a:p>
            <a:pPr algn="l">
              <a:lnSpc>
                <a:spcPct val="110000"/>
              </a:lnSpc>
            </a:pPr>
            <a:r>
              <a:rPr lang="nl-BE" sz="4000" b="1">
                <a:solidFill>
                  <a:srgbClr val="F2F8FC"/>
                </a:solidFill>
                <a:latin typeface="Segoe UI"/>
              </a:rPr>
              <a:t>Wie komt in aanmerking</a:t>
            </a:r>
            <a:endParaRPr sz="4000" b="1">
              <a:solidFill>
                <a:srgbClr val="F2F8FC"/>
              </a:solidFill>
              <a:latin typeface="Segoe UI"/>
            </a:endParaRPr>
          </a:p>
        </p:txBody>
      </p:sp>
      <p:sp>
        <p:nvSpPr>
          <p:cNvPr id="13" name="TextBox 12"/>
          <p:cNvSpPr txBox="1"/>
          <p:nvPr/>
        </p:nvSpPr>
        <p:spPr>
          <a:xfrm>
            <a:off x="10540736" y="6387940"/>
            <a:ext cx="1015974" cy="186141"/>
          </a:xfrm>
          <a:prstGeom prst="rect">
            <a:avLst/>
          </a:prstGeom>
          <a:noFill/>
        </p:spPr>
        <p:txBody>
          <a:bodyPr wrap="square" lIns="0" tIns="0" rIns="0" bIns="0" anchor="t">
            <a:spAutoFit/>
          </a:bodyPr>
          <a:lstStyle/>
          <a:p>
            <a:pPr algn="r">
              <a:lnSpc>
                <a:spcPct val="125000"/>
              </a:lnSpc>
            </a:pPr>
            <a:r>
              <a:rPr lang="nl-BE" sz="1050" b="0">
                <a:solidFill>
                  <a:srgbClr val="8FB6D0"/>
                </a:solidFill>
                <a:latin typeface="Consolas"/>
              </a:rPr>
              <a:t>17 / 31</a:t>
            </a:r>
            <a:endParaRPr sz="1050" b="0">
              <a:solidFill>
                <a:srgbClr val="8FB6D0"/>
              </a:solidFill>
              <a:latin typeface="Consolas"/>
            </a:endParaRPr>
          </a:p>
        </p:txBody>
      </p:sp>
      <p:pic>
        <p:nvPicPr>
          <p:cNvPr id="14" name="merk" descr="merk.png"/>
          <p:cNvPicPr>
            <a:picLocks noChangeAspect="1"/>
          </p:cNvPicPr>
          <p:nvPr/>
        </p:nvPicPr>
        <p:blipFill>
          <a:blip r:embed="rId3"/>
          <a:stretch>
            <a:fillRect/>
          </a:stretch>
        </p:blipFill>
        <p:spPr>
          <a:xfrm>
            <a:off x="11094166" y="368290"/>
            <a:ext cx="417101" cy="482587"/>
          </a:xfrm>
          <a:prstGeom prst="rect">
            <a:avLst/>
          </a:prstGeom>
        </p:spPr>
      </p:pic>
      <p:sp>
        <p:nvSpPr>
          <p:cNvPr id="11" name="Tekstvak 10">
            <a:extLst>
              <a:ext uri="{FF2B5EF4-FFF2-40B4-BE49-F238E27FC236}">
                <a16:creationId xmlns:a16="http://schemas.microsoft.com/office/drawing/2014/main" id="{4F60413A-8DDE-78AD-DDED-C8593D93507A}"/>
              </a:ext>
            </a:extLst>
          </p:cNvPr>
          <p:cNvSpPr txBox="1"/>
          <p:nvPr/>
        </p:nvSpPr>
        <p:spPr>
          <a:xfrm>
            <a:off x="635000" y="1574800"/>
            <a:ext cx="5334000" cy="369332"/>
          </a:xfrm>
          <a:prstGeom prst="rect">
            <a:avLst/>
          </a:prstGeom>
          <a:noFill/>
        </p:spPr>
        <p:txBody>
          <a:bodyPr vert="horz" wrap="square" lIns="0" tIns="0" rIns="0" bIns="0" rtlCol="0">
            <a:noAutofit/>
          </a:bodyPr>
          <a:lstStyle/>
          <a:p>
            <a:r>
              <a:rPr lang="nl-NL" sz="1300" b="1">
                <a:solidFill>
                  <a:srgbClr val="52BDEC"/>
                </a:solidFill>
                <a:latin typeface="Segoe UI" panose="020B0502040204020203" pitchFamily="34" charset="0"/>
              </a:rPr>
              <a:t>Wel · alle zes moeten kloppen · onthoud VOETEN</a:t>
            </a:r>
            <a:endParaRPr lang="nl-BE" sz="1300" b="1">
              <a:solidFill>
                <a:srgbClr val="52BDEC"/>
              </a:solidFill>
              <a:latin typeface="Segoe UI" panose="020B0502040204020203" pitchFamily="34" charset="0"/>
            </a:endParaRPr>
          </a:p>
        </p:txBody>
      </p:sp>
      <p:sp>
        <p:nvSpPr>
          <p:cNvPr id="15" name="Ovaal 14">
            <a:extLst>
              <a:ext uri="{FF2B5EF4-FFF2-40B4-BE49-F238E27FC236}">
                <a16:creationId xmlns:a16="http://schemas.microsoft.com/office/drawing/2014/main" id="{192E5F21-7901-98DF-6886-49D5C7EA09B5}"/>
              </a:ext>
            </a:extLst>
          </p:cNvPr>
          <p:cNvSpPr/>
          <p:nvPr/>
        </p:nvSpPr>
        <p:spPr>
          <a:xfrm>
            <a:off x="635000" y="1955800"/>
            <a:ext cx="355600" cy="355600"/>
          </a:xfrm>
          <a:prstGeom prst="ellipse">
            <a:avLst/>
          </a:prstGeom>
          <a:gradFill flip="none" rotWithShape="1">
            <a:gsLst>
              <a:gs pos="0">
                <a:srgbClr val="52BDEC"/>
              </a:gs>
              <a:gs pos="100000">
                <a:schemeClr val="accent1">
                  <a:tint val="50000"/>
                  <a:shade val="100000"/>
                  <a:satMod val="350000"/>
                </a:schemeClr>
              </a:gs>
            </a:gsLst>
            <a:lin ang="16200000" scaled="0"/>
            <a:tileRect/>
          </a:gradFill>
          <a:ln w="9525" cap="flat" cmpd="sng" algn="ctr">
            <a:noFill/>
            <a:prstDash val="solid"/>
          </a:ln>
          <a:effectLst>
            <a:outerShdw blurRad="40000" dist="23000" dir="5400000" rotWithShape="0">
              <a:srgbClr val="000000">
                <a:alpha val="35000"/>
              </a:srgbClr>
            </a:outerShdw>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lang="nl-BE" sz="1400" b="1">
                <a:solidFill>
                  <a:srgbClr val="0A2540"/>
                </a:solidFill>
                <a:latin typeface="Segoe UI" panose="020B0502040204020203" pitchFamily="34" charset="0"/>
              </a:rPr>
              <a:t>V</a:t>
            </a:r>
          </a:p>
        </p:txBody>
      </p:sp>
      <p:sp>
        <p:nvSpPr>
          <p:cNvPr id="16" name="Tekstvak 15">
            <a:extLst>
              <a:ext uri="{FF2B5EF4-FFF2-40B4-BE49-F238E27FC236}">
                <a16:creationId xmlns:a16="http://schemas.microsoft.com/office/drawing/2014/main" id="{72752334-525F-8234-C8ED-C16BDE8B427C}"/>
              </a:ext>
            </a:extLst>
          </p:cNvPr>
          <p:cNvSpPr txBox="1"/>
          <p:nvPr/>
        </p:nvSpPr>
        <p:spPr>
          <a:xfrm>
            <a:off x="1168400" y="1968500"/>
            <a:ext cx="4673600" cy="369332"/>
          </a:xfrm>
          <a:prstGeom prst="rect">
            <a:avLst/>
          </a:prstGeom>
          <a:noFill/>
        </p:spPr>
        <p:txBody>
          <a:bodyPr vert="horz" wrap="square" lIns="0" tIns="0" rIns="0" bIns="0" rtlCol="0">
            <a:noAutofit/>
          </a:bodyPr>
          <a:lstStyle/>
          <a:p>
            <a:r>
              <a:rPr lang="nl-BE" sz="1500" b="1">
                <a:solidFill>
                  <a:srgbClr val="F2F8FC"/>
                </a:solidFill>
                <a:latin typeface="Segoe UI" panose="020B0502040204020203" pitchFamily="34" charset="0"/>
              </a:rPr>
              <a:t>Vaten stabiel</a:t>
            </a:r>
          </a:p>
        </p:txBody>
      </p:sp>
      <p:sp>
        <p:nvSpPr>
          <p:cNvPr id="17" name="Tekstvak 16">
            <a:extLst>
              <a:ext uri="{FF2B5EF4-FFF2-40B4-BE49-F238E27FC236}">
                <a16:creationId xmlns:a16="http://schemas.microsoft.com/office/drawing/2014/main" id="{60AF1900-48A9-9487-D88B-4FCE0EDA981F}"/>
              </a:ext>
            </a:extLst>
          </p:cNvPr>
          <p:cNvSpPr txBox="1"/>
          <p:nvPr/>
        </p:nvSpPr>
        <p:spPr>
          <a:xfrm>
            <a:off x="1168400" y="2235200"/>
            <a:ext cx="4673600" cy="369332"/>
          </a:xfrm>
          <a:prstGeom prst="rect">
            <a:avLst/>
          </a:prstGeom>
          <a:noFill/>
        </p:spPr>
        <p:txBody>
          <a:bodyPr vert="horz" wrap="square" lIns="0" tIns="0" rIns="0" bIns="0" rtlCol="0">
            <a:noAutofit/>
          </a:bodyPr>
          <a:lstStyle/>
          <a:p>
            <a:r>
              <a:rPr lang="nl-NL" sz="1150">
                <a:solidFill>
                  <a:srgbClr val="8FB6D0"/>
                </a:solidFill>
                <a:latin typeface="Segoe UI" panose="020B0502040204020203" pitchFamily="34" charset="0"/>
              </a:rPr>
              <a:t>PEDIS-graad 1–2, naar oordeel van de arts</a:t>
            </a:r>
            <a:endParaRPr lang="nl-BE" sz="1150">
              <a:solidFill>
                <a:srgbClr val="8FB6D0"/>
              </a:solidFill>
              <a:latin typeface="Segoe UI" panose="020B0502040204020203" pitchFamily="34" charset="0"/>
            </a:endParaRPr>
          </a:p>
        </p:txBody>
      </p:sp>
      <p:sp>
        <p:nvSpPr>
          <p:cNvPr id="18" name="Ovaal 17">
            <a:extLst>
              <a:ext uri="{FF2B5EF4-FFF2-40B4-BE49-F238E27FC236}">
                <a16:creationId xmlns:a16="http://schemas.microsoft.com/office/drawing/2014/main" id="{94BF414A-2E94-F3CF-B6C5-BD4374C7C39F}"/>
              </a:ext>
            </a:extLst>
          </p:cNvPr>
          <p:cNvSpPr/>
          <p:nvPr/>
        </p:nvSpPr>
        <p:spPr>
          <a:xfrm>
            <a:off x="635000" y="2565400"/>
            <a:ext cx="355600" cy="355600"/>
          </a:xfrm>
          <a:prstGeom prst="ellipse">
            <a:avLst/>
          </a:prstGeom>
          <a:gradFill flip="none" rotWithShape="1">
            <a:gsLst>
              <a:gs pos="0">
                <a:srgbClr val="52BDEC"/>
              </a:gs>
              <a:gs pos="100000">
                <a:schemeClr val="accent1">
                  <a:tint val="50000"/>
                  <a:shade val="100000"/>
                  <a:satMod val="350000"/>
                </a:schemeClr>
              </a:gs>
            </a:gsLst>
            <a:lin ang="16200000" scaled="0"/>
            <a:tileRect/>
          </a:gradFill>
          <a:ln w="9525" cap="flat" cmpd="sng" algn="ctr">
            <a:noFill/>
            <a:prstDash val="solid"/>
          </a:ln>
          <a:effectLst>
            <a:outerShdw blurRad="40000" dist="23000" dir="5400000" rotWithShape="0">
              <a:srgbClr val="000000">
                <a:alpha val="35000"/>
              </a:srgbClr>
            </a:outerShdw>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lang="nl-BE" sz="1400" b="1">
                <a:solidFill>
                  <a:srgbClr val="0A2540"/>
                </a:solidFill>
                <a:latin typeface="Segoe UI" panose="020B0502040204020203" pitchFamily="34" charset="0"/>
              </a:rPr>
              <a:t>O</a:t>
            </a:r>
          </a:p>
        </p:txBody>
      </p:sp>
      <p:sp>
        <p:nvSpPr>
          <p:cNvPr id="19" name="Tekstvak 18">
            <a:extLst>
              <a:ext uri="{FF2B5EF4-FFF2-40B4-BE49-F238E27FC236}">
                <a16:creationId xmlns:a16="http://schemas.microsoft.com/office/drawing/2014/main" id="{746F03D2-F0F1-F570-5908-E71A0BBFDB32}"/>
              </a:ext>
            </a:extLst>
          </p:cNvPr>
          <p:cNvSpPr txBox="1"/>
          <p:nvPr/>
        </p:nvSpPr>
        <p:spPr>
          <a:xfrm>
            <a:off x="1168400" y="2578100"/>
            <a:ext cx="4673600" cy="369332"/>
          </a:xfrm>
          <a:prstGeom prst="rect">
            <a:avLst/>
          </a:prstGeom>
          <a:noFill/>
        </p:spPr>
        <p:txBody>
          <a:bodyPr vert="horz" wrap="square" lIns="0" tIns="0" rIns="0" bIns="0" rtlCol="0">
            <a:noAutofit/>
          </a:bodyPr>
          <a:lstStyle/>
          <a:p>
            <a:r>
              <a:rPr lang="nl-BE" sz="1500" b="1">
                <a:solidFill>
                  <a:srgbClr val="F2F8FC"/>
                </a:solidFill>
                <a:latin typeface="Segoe UI" panose="020B0502040204020203" pitchFamily="34" charset="0"/>
              </a:rPr>
              <a:t>Onlangs een voetwonde</a:t>
            </a:r>
          </a:p>
        </p:txBody>
      </p:sp>
      <p:sp>
        <p:nvSpPr>
          <p:cNvPr id="20" name="Tekstvak 19">
            <a:extLst>
              <a:ext uri="{FF2B5EF4-FFF2-40B4-BE49-F238E27FC236}">
                <a16:creationId xmlns:a16="http://schemas.microsoft.com/office/drawing/2014/main" id="{E9061BD1-3B44-1C66-6CD3-8905D1DAB3D3}"/>
              </a:ext>
            </a:extLst>
          </p:cNvPr>
          <p:cNvSpPr txBox="1"/>
          <p:nvPr/>
        </p:nvSpPr>
        <p:spPr>
          <a:xfrm>
            <a:off x="1168400" y="2844800"/>
            <a:ext cx="4673600" cy="369332"/>
          </a:xfrm>
          <a:prstGeom prst="rect">
            <a:avLst/>
          </a:prstGeom>
          <a:noFill/>
        </p:spPr>
        <p:txBody>
          <a:bodyPr vert="horz" wrap="square" lIns="0" tIns="0" rIns="0" bIns="0" rtlCol="0">
            <a:noAutofit/>
          </a:bodyPr>
          <a:lstStyle/>
          <a:p>
            <a:r>
              <a:rPr lang="nl-NL" sz="1150">
                <a:solidFill>
                  <a:srgbClr val="8FB6D0"/>
                </a:solidFill>
                <a:latin typeface="Segoe UI" panose="020B0502040204020203" pitchFamily="34" charset="0"/>
              </a:rPr>
              <a:t>IWGDF-risico 3: genezen plantair ulcus, teen- of halluxamputatie, of resectie van één of meer metatarsaalkopjes (ook de eerste), 2 weken tot 18 maanden geleden</a:t>
            </a:r>
            <a:endParaRPr lang="nl-BE" sz="1150">
              <a:solidFill>
                <a:srgbClr val="8FB6D0"/>
              </a:solidFill>
              <a:latin typeface="Segoe UI" panose="020B0502040204020203" pitchFamily="34" charset="0"/>
            </a:endParaRPr>
          </a:p>
        </p:txBody>
      </p:sp>
      <p:sp>
        <p:nvSpPr>
          <p:cNvPr id="21" name="Ovaal 20">
            <a:extLst>
              <a:ext uri="{FF2B5EF4-FFF2-40B4-BE49-F238E27FC236}">
                <a16:creationId xmlns:a16="http://schemas.microsoft.com/office/drawing/2014/main" id="{C3F1ADE2-2534-2B2C-24C3-AD0035E9AAD9}"/>
              </a:ext>
            </a:extLst>
          </p:cNvPr>
          <p:cNvSpPr/>
          <p:nvPr/>
        </p:nvSpPr>
        <p:spPr>
          <a:xfrm>
            <a:off x="635000" y="3581400"/>
            <a:ext cx="355600" cy="355600"/>
          </a:xfrm>
          <a:prstGeom prst="ellipse">
            <a:avLst/>
          </a:prstGeom>
          <a:gradFill flip="none" rotWithShape="1">
            <a:gsLst>
              <a:gs pos="0">
                <a:srgbClr val="52BDEC"/>
              </a:gs>
              <a:gs pos="100000">
                <a:schemeClr val="accent1">
                  <a:tint val="50000"/>
                  <a:shade val="100000"/>
                  <a:satMod val="350000"/>
                </a:schemeClr>
              </a:gs>
            </a:gsLst>
            <a:lin ang="16200000" scaled="0"/>
            <a:tileRect/>
          </a:gradFill>
          <a:ln w="9525" cap="flat" cmpd="sng" algn="ctr">
            <a:noFill/>
            <a:prstDash val="solid"/>
          </a:ln>
          <a:effectLst>
            <a:outerShdw blurRad="40000" dist="23000" dir="5400000" rotWithShape="0">
              <a:srgbClr val="000000">
                <a:alpha val="35000"/>
              </a:srgbClr>
            </a:outerShdw>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lang="nl-BE" sz="1400" b="1">
                <a:solidFill>
                  <a:srgbClr val="0A2540"/>
                </a:solidFill>
                <a:latin typeface="Segoe UI" panose="020B0502040204020203" pitchFamily="34" charset="0"/>
              </a:rPr>
              <a:t>E</a:t>
            </a:r>
          </a:p>
        </p:txBody>
      </p:sp>
      <p:sp>
        <p:nvSpPr>
          <p:cNvPr id="22" name="Tekstvak 21">
            <a:extLst>
              <a:ext uri="{FF2B5EF4-FFF2-40B4-BE49-F238E27FC236}">
                <a16:creationId xmlns:a16="http://schemas.microsoft.com/office/drawing/2014/main" id="{9511168A-DA3D-8CEF-C684-76EBAFE69190}"/>
              </a:ext>
            </a:extLst>
          </p:cNvPr>
          <p:cNvSpPr txBox="1"/>
          <p:nvPr/>
        </p:nvSpPr>
        <p:spPr>
          <a:xfrm>
            <a:off x="1168400" y="3594100"/>
            <a:ext cx="4673600" cy="369332"/>
          </a:xfrm>
          <a:prstGeom prst="rect">
            <a:avLst/>
          </a:prstGeom>
          <a:noFill/>
        </p:spPr>
        <p:txBody>
          <a:bodyPr vert="horz" wrap="square" lIns="0" tIns="0" rIns="0" bIns="0" rtlCol="0">
            <a:noAutofit/>
          </a:bodyPr>
          <a:lstStyle/>
          <a:p>
            <a:r>
              <a:rPr lang="nl-BE" sz="1500" b="1">
                <a:solidFill>
                  <a:srgbClr val="F2F8FC"/>
                </a:solidFill>
                <a:latin typeface="Segoe UI" panose="020B0502040204020203" pitchFamily="34" charset="0"/>
              </a:rPr>
              <a:t>Eigen stappen</a:t>
            </a:r>
          </a:p>
        </p:txBody>
      </p:sp>
      <p:sp>
        <p:nvSpPr>
          <p:cNvPr id="23" name="Tekstvak 22">
            <a:extLst>
              <a:ext uri="{FF2B5EF4-FFF2-40B4-BE49-F238E27FC236}">
                <a16:creationId xmlns:a16="http://schemas.microsoft.com/office/drawing/2014/main" id="{E9E89C82-58C2-4731-447E-0D1E67AAF44D}"/>
              </a:ext>
            </a:extLst>
          </p:cNvPr>
          <p:cNvSpPr txBox="1"/>
          <p:nvPr/>
        </p:nvSpPr>
        <p:spPr>
          <a:xfrm>
            <a:off x="1168400" y="3860800"/>
            <a:ext cx="4673600" cy="369332"/>
          </a:xfrm>
          <a:prstGeom prst="rect">
            <a:avLst/>
          </a:prstGeom>
          <a:noFill/>
        </p:spPr>
        <p:txBody>
          <a:bodyPr vert="horz" wrap="square" lIns="0" tIns="0" rIns="0" bIns="0" rtlCol="0">
            <a:noAutofit/>
          </a:bodyPr>
          <a:lstStyle/>
          <a:p>
            <a:r>
              <a:rPr lang="nl-NL" sz="1150">
                <a:solidFill>
                  <a:srgbClr val="8FB6D0"/>
                </a:solidFill>
                <a:latin typeface="Segoe UI" panose="020B0502040204020203" pitchFamily="34" charset="0"/>
              </a:rPr>
              <a:t>stapt zelfstandig blootsvoets, zonder hulpmiddel</a:t>
            </a:r>
            <a:endParaRPr lang="nl-BE" sz="1150">
              <a:solidFill>
                <a:srgbClr val="8FB6D0"/>
              </a:solidFill>
              <a:latin typeface="Segoe UI" panose="020B0502040204020203" pitchFamily="34" charset="0"/>
            </a:endParaRPr>
          </a:p>
        </p:txBody>
      </p:sp>
      <p:sp>
        <p:nvSpPr>
          <p:cNvPr id="24" name="Ovaal 23">
            <a:extLst>
              <a:ext uri="{FF2B5EF4-FFF2-40B4-BE49-F238E27FC236}">
                <a16:creationId xmlns:a16="http://schemas.microsoft.com/office/drawing/2014/main" id="{0D4721DA-3458-7A4C-3997-C8C6C4A86BEB}"/>
              </a:ext>
            </a:extLst>
          </p:cNvPr>
          <p:cNvSpPr/>
          <p:nvPr/>
        </p:nvSpPr>
        <p:spPr>
          <a:xfrm>
            <a:off x="635000" y="4191000"/>
            <a:ext cx="355600" cy="355600"/>
          </a:xfrm>
          <a:prstGeom prst="ellipse">
            <a:avLst/>
          </a:prstGeom>
          <a:gradFill flip="none" rotWithShape="1">
            <a:gsLst>
              <a:gs pos="0">
                <a:srgbClr val="52BDEC"/>
              </a:gs>
              <a:gs pos="100000">
                <a:schemeClr val="accent1">
                  <a:tint val="50000"/>
                  <a:shade val="100000"/>
                  <a:satMod val="350000"/>
                </a:schemeClr>
              </a:gs>
            </a:gsLst>
            <a:lin ang="16200000" scaled="0"/>
            <a:tileRect/>
          </a:gradFill>
          <a:ln w="9525" cap="flat" cmpd="sng" algn="ctr">
            <a:noFill/>
            <a:prstDash val="solid"/>
          </a:ln>
          <a:effectLst>
            <a:outerShdw blurRad="40000" dist="23000" dir="5400000" rotWithShape="0">
              <a:srgbClr val="000000">
                <a:alpha val="35000"/>
              </a:srgbClr>
            </a:outerShdw>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lang="nl-BE" sz="1400" b="1">
                <a:solidFill>
                  <a:srgbClr val="0A2540"/>
                </a:solidFill>
                <a:latin typeface="Segoe UI" panose="020B0502040204020203" pitchFamily="34" charset="0"/>
              </a:rPr>
              <a:t>T</a:t>
            </a:r>
          </a:p>
        </p:txBody>
      </p:sp>
      <p:sp>
        <p:nvSpPr>
          <p:cNvPr id="25" name="Tekstvak 24">
            <a:extLst>
              <a:ext uri="{FF2B5EF4-FFF2-40B4-BE49-F238E27FC236}">
                <a16:creationId xmlns:a16="http://schemas.microsoft.com/office/drawing/2014/main" id="{D9B54D53-9353-0C59-A7E7-CEDFC2227F31}"/>
              </a:ext>
            </a:extLst>
          </p:cNvPr>
          <p:cNvSpPr txBox="1"/>
          <p:nvPr/>
        </p:nvSpPr>
        <p:spPr>
          <a:xfrm>
            <a:off x="1168400" y="4203700"/>
            <a:ext cx="4673600" cy="369332"/>
          </a:xfrm>
          <a:prstGeom prst="rect">
            <a:avLst/>
          </a:prstGeom>
          <a:noFill/>
        </p:spPr>
        <p:txBody>
          <a:bodyPr vert="horz" wrap="square" lIns="0" tIns="0" rIns="0" bIns="0" rtlCol="0">
            <a:noAutofit/>
          </a:bodyPr>
          <a:lstStyle/>
          <a:p>
            <a:r>
              <a:rPr lang="nl-BE" sz="1500" b="1">
                <a:solidFill>
                  <a:srgbClr val="F2F8FC"/>
                </a:solidFill>
                <a:latin typeface="Segoe UI" panose="020B0502040204020203" pitchFamily="34" charset="0"/>
              </a:rPr>
              <a:t>Type 1 of 2</a:t>
            </a:r>
          </a:p>
        </p:txBody>
      </p:sp>
      <p:sp>
        <p:nvSpPr>
          <p:cNvPr id="26" name="Ovaal 25">
            <a:extLst>
              <a:ext uri="{FF2B5EF4-FFF2-40B4-BE49-F238E27FC236}">
                <a16:creationId xmlns:a16="http://schemas.microsoft.com/office/drawing/2014/main" id="{77E6D179-5F0B-C93D-DF56-093FE96CCA42}"/>
              </a:ext>
            </a:extLst>
          </p:cNvPr>
          <p:cNvSpPr/>
          <p:nvPr/>
        </p:nvSpPr>
        <p:spPr>
          <a:xfrm>
            <a:off x="635000" y="4673600"/>
            <a:ext cx="355600" cy="355600"/>
          </a:xfrm>
          <a:prstGeom prst="ellipse">
            <a:avLst/>
          </a:prstGeom>
          <a:gradFill flip="none" rotWithShape="1">
            <a:gsLst>
              <a:gs pos="0">
                <a:srgbClr val="52BDEC"/>
              </a:gs>
              <a:gs pos="100000">
                <a:schemeClr val="accent1">
                  <a:tint val="50000"/>
                  <a:shade val="100000"/>
                  <a:satMod val="350000"/>
                </a:schemeClr>
              </a:gs>
            </a:gsLst>
            <a:lin ang="16200000" scaled="0"/>
            <a:tileRect/>
          </a:gradFill>
          <a:ln w="9525" cap="flat" cmpd="sng" algn="ctr">
            <a:noFill/>
            <a:prstDash val="solid"/>
          </a:ln>
          <a:effectLst>
            <a:outerShdw blurRad="40000" dist="23000" dir="5400000" rotWithShape="0">
              <a:srgbClr val="000000">
                <a:alpha val="35000"/>
              </a:srgbClr>
            </a:outerShdw>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lang="nl-BE" sz="1400" b="1">
                <a:solidFill>
                  <a:srgbClr val="0A2540"/>
                </a:solidFill>
                <a:latin typeface="Segoe UI" panose="020B0502040204020203" pitchFamily="34" charset="0"/>
              </a:rPr>
              <a:t>E</a:t>
            </a:r>
          </a:p>
        </p:txBody>
      </p:sp>
      <p:sp>
        <p:nvSpPr>
          <p:cNvPr id="27" name="Tekstvak 26">
            <a:extLst>
              <a:ext uri="{FF2B5EF4-FFF2-40B4-BE49-F238E27FC236}">
                <a16:creationId xmlns:a16="http://schemas.microsoft.com/office/drawing/2014/main" id="{52525483-FF20-8E2D-C4FC-942FB73BB8C9}"/>
              </a:ext>
            </a:extLst>
          </p:cNvPr>
          <p:cNvSpPr txBox="1"/>
          <p:nvPr/>
        </p:nvSpPr>
        <p:spPr>
          <a:xfrm>
            <a:off x="1168400" y="4686300"/>
            <a:ext cx="4673600" cy="369332"/>
          </a:xfrm>
          <a:prstGeom prst="rect">
            <a:avLst/>
          </a:prstGeom>
          <a:noFill/>
        </p:spPr>
        <p:txBody>
          <a:bodyPr vert="horz" wrap="square" lIns="0" tIns="0" rIns="0" bIns="0" rtlCol="0">
            <a:noAutofit/>
          </a:bodyPr>
          <a:lstStyle/>
          <a:p>
            <a:r>
              <a:rPr lang="nl-BE" sz="1500" b="1">
                <a:solidFill>
                  <a:srgbClr val="F2F8FC"/>
                </a:solidFill>
                <a:latin typeface="Segoe UI" panose="020B0502040204020203" pitchFamily="34" charset="0"/>
              </a:rPr>
              <a:t>Echt beschermend schoeisel</a:t>
            </a:r>
          </a:p>
        </p:txBody>
      </p:sp>
      <p:sp>
        <p:nvSpPr>
          <p:cNvPr id="28" name="Tekstvak 27">
            <a:extLst>
              <a:ext uri="{FF2B5EF4-FFF2-40B4-BE49-F238E27FC236}">
                <a16:creationId xmlns:a16="http://schemas.microsoft.com/office/drawing/2014/main" id="{E0D9D39E-B4CF-0335-AB38-A06897B5562E}"/>
              </a:ext>
            </a:extLst>
          </p:cNvPr>
          <p:cNvSpPr txBox="1"/>
          <p:nvPr/>
        </p:nvSpPr>
        <p:spPr>
          <a:xfrm>
            <a:off x="1168400" y="4953000"/>
            <a:ext cx="4673600" cy="369332"/>
          </a:xfrm>
          <a:prstGeom prst="rect">
            <a:avLst/>
          </a:prstGeom>
          <a:noFill/>
        </p:spPr>
        <p:txBody>
          <a:bodyPr vert="horz" wrap="square" lIns="0" tIns="0" rIns="0" bIns="0" rtlCol="0">
            <a:noAutofit/>
          </a:bodyPr>
          <a:lstStyle/>
          <a:p>
            <a:r>
              <a:rPr lang="nl-NL" sz="1150">
                <a:solidFill>
                  <a:srgbClr val="8FB6D0"/>
                </a:solidFill>
                <a:latin typeface="Segoe UI" panose="020B0502040204020203" pitchFamily="34" charset="0"/>
              </a:rPr>
              <a:t>of bereid om over te schakelen</a:t>
            </a:r>
            <a:endParaRPr lang="nl-BE" sz="1150">
              <a:solidFill>
                <a:srgbClr val="8FB6D0"/>
              </a:solidFill>
              <a:latin typeface="Segoe UI" panose="020B0502040204020203" pitchFamily="34" charset="0"/>
            </a:endParaRPr>
          </a:p>
        </p:txBody>
      </p:sp>
      <p:sp>
        <p:nvSpPr>
          <p:cNvPr id="29" name="Ovaal 28">
            <a:extLst>
              <a:ext uri="{FF2B5EF4-FFF2-40B4-BE49-F238E27FC236}">
                <a16:creationId xmlns:a16="http://schemas.microsoft.com/office/drawing/2014/main" id="{9EB470EC-AECB-DF36-4BA9-A0501225DD0E}"/>
              </a:ext>
            </a:extLst>
          </p:cNvPr>
          <p:cNvSpPr/>
          <p:nvPr/>
        </p:nvSpPr>
        <p:spPr>
          <a:xfrm>
            <a:off x="635000" y="5283200"/>
            <a:ext cx="355600" cy="355600"/>
          </a:xfrm>
          <a:prstGeom prst="ellipse">
            <a:avLst/>
          </a:prstGeom>
          <a:gradFill flip="none" rotWithShape="1">
            <a:gsLst>
              <a:gs pos="0">
                <a:srgbClr val="52BDEC"/>
              </a:gs>
              <a:gs pos="100000">
                <a:schemeClr val="accent1">
                  <a:tint val="50000"/>
                  <a:shade val="100000"/>
                  <a:satMod val="350000"/>
                </a:schemeClr>
              </a:gs>
            </a:gsLst>
            <a:lin ang="16200000" scaled="0"/>
            <a:tileRect/>
          </a:gradFill>
          <a:ln w="9525" cap="flat" cmpd="sng" algn="ctr">
            <a:noFill/>
            <a:prstDash val="solid"/>
          </a:ln>
          <a:effectLst>
            <a:outerShdw blurRad="40000" dist="23000" dir="5400000" rotWithShape="0">
              <a:srgbClr val="000000">
                <a:alpha val="35000"/>
              </a:srgbClr>
            </a:outerShdw>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lang="nl-BE" sz="1400" b="1">
                <a:solidFill>
                  <a:srgbClr val="0A2540"/>
                </a:solidFill>
                <a:latin typeface="Segoe UI" panose="020B0502040204020203" pitchFamily="34" charset="0"/>
              </a:rPr>
              <a:t>N</a:t>
            </a:r>
          </a:p>
        </p:txBody>
      </p:sp>
      <p:sp>
        <p:nvSpPr>
          <p:cNvPr id="30" name="Tekstvak 29">
            <a:extLst>
              <a:ext uri="{FF2B5EF4-FFF2-40B4-BE49-F238E27FC236}">
                <a16:creationId xmlns:a16="http://schemas.microsoft.com/office/drawing/2014/main" id="{6102B0B8-BD8C-F935-DEF9-85051109986D}"/>
              </a:ext>
            </a:extLst>
          </p:cNvPr>
          <p:cNvSpPr txBox="1"/>
          <p:nvPr/>
        </p:nvSpPr>
        <p:spPr>
          <a:xfrm>
            <a:off x="1168400" y="5295900"/>
            <a:ext cx="4673600" cy="369332"/>
          </a:xfrm>
          <a:prstGeom prst="rect">
            <a:avLst/>
          </a:prstGeom>
          <a:noFill/>
        </p:spPr>
        <p:txBody>
          <a:bodyPr vert="horz" wrap="square" lIns="0" tIns="0" rIns="0" bIns="0" rtlCol="0">
            <a:noAutofit/>
          </a:bodyPr>
          <a:lstStyle/>
          <a:p>
            <a:r>
              <a:rPr lang="nl-BE" sz="1500" b="1">
                <a:solidFill>
                  <a:srgbClr val="F2F8FC"/>
                </a:solidFill>
                <a:latin typeface="Segoe UI" panose="020B0502040204020203" pitchFamily="34" charset="0"/>
              </a:rPr>
              <a:t>Nederlands en volwassen</a:t>
            </a:r>
          </a:p>
        </p:txBody>
      </p:sp>
      <p:sp>
        <p:nvSpPr>
          <p:cNvPr id="31" name="Tekstvak 30">
            <a:extLst>
              <a:ext uri="{FF2B5EF4-FFF2-40B4-BE49-F238E27FC236}">
                <a16:creationId xmlns:a16="http://schemas.microsoft.com/office/drawing/2014/main" id="{A60C8BEB-A330-C1DA-0768-B8F19258FD3E}"/>
              </a:ext>
            </a:extLst>
          </p:cNvPr>
          <p:cNvSpPr txBox="1"/>
          <p:nvPr/>
        </p:nvSpPr>
        <p:spPr>
          <a:xfrm>
            <a:off x="1168400" y="5562600"/>
            <a:ext cx="4673600" cy="369332"/>
          </a:xfrm>
          <a:prstGeom prst="rect">
            <a:avLst/>
          </a:prstGeom>
          <a:noFill/>
        </p:spPr>
        <p:txBody>
          <a:bodyPr vert="horz" wrap="square" lIns="0" tIns="0" rIns="0" bIns="0" rtlCol="0">
            <a:noAutofit/>
          </a:bodyPr>
          <a:lstStyle/>
          <a:p>
            <a:r>
              <a:rPr lang="nl-NL" sz="1150">
                <a:solidFill>
                  <a:srgbClr val="8FB6D0"/>
                </a:solidFill>
                <a:latin typeface="Segoe UI" panose="020B0502040204020203" pitchFamily="34" charset="0"/>
              </a:rPr>
              <a:t>18 jaar of ouder, begrijpt Nederlands</a:t>
            </a:r>
            <a:endParaRPr lang="nl-BE" sz="1150">
              <a:solidFill>
                <a:srgbClr val="8FB6D0"/>
              </a:solidFill>
              <a:latin typeface="Segoe UI" panose="020B0502040204020203" pitchFamily="34" charset="0"/>
            </a:endParaRPr>
          </a:p>
        </p:txBody>
      </p:sp>
      <p:sp>
        <p:nvSpPr>
          <p:cNvPr id="32" name="Tekstvak 31">
            <a:extLst>
              <a:ext uri="{FF2B5EF4-FFF2-40B4-BE49-F238E27FC236}">
                <a16:creationId xmlns:a16="http://schemas.microsoft.com/office/drawing/2014/main" id="{27404C85-5882-C06D-26E6-5C3A582110C3}"/>
              </a:ext>
            </a:extLst>
          </p:cNvPr>
          <p:cNvSpPr txBox="1"/>
          <p:nvPr/>
        </p:nvSpPr>
        <p:spPr>
          <a:xfrm>
            <a:off x="6350000" y="1574800"/>
            <a:ext cx="5207000" cy="369332"/>
          </a:xfrm>
          <a:prstGeom prst="rect">
            <a:avLst/>
          </a:prstGeom>
          <a:noFill/>
        </p:spPr>
        <p:txBody>
          <a:bodyPr vert="horz" wrap="square" lIns="0" tIns="0" rIns="0" bIns="0" rtlCol="0">
            <a:noAutofit/>
          </a:bodyPr>
          <a:lstStyle/>
          <a:p>
            <a:r>
              <a:rPr lang="nl-NL" sz="1300" b="1">
                <a:solidFill>
                  <a:srgbClr val="FF7A00"/>
                </a:solidFill>
                <a:latin typeface="Segoe UI" panose="020B0502040204020203" pitchFamily="34" charset="0"/>
              </a:rPr>
              <a:t>Niet · één criterium volstaat om uit te sluiten</a:t>
            </a:r>
            <a:endParaRPr lang="nl-BE" sz="1300" b="1">
              <a:solidFill>
                <a:srgbClr val="FF7A00"/>
              </a:solidFill>
              <a:latin typeface="Segoe UI" panose="020B0502040204020203" pitchFamily="34" charset="0"/>
            </a:endParaRPr>
          </a:p>
        </p:txBody>
      </p:sp>
      <p:sp>
        <p:nvSpPr>
          <p:cNvPr id="33" name="Tekstvak 32">
            <a:extLst>
              <a:ext uri="{FF2B5EF4-FFF2-40B4-BE49-F238E27FC236}">
                <a16:creationId xmlns:a16="http://schemas.microsoft.com/office/drawing/2014/main" id="{0BABA8D1-59E7-6922-CED7-74F6AE48DC07}"/>
              </a:ext>
            </a:extLst>
          </p:cNvPr>
          <p:cNvSpPr txBox="1"/>
          <p:nvPr/>
        </p:nvSpPr>
        <p:spPr>
          <a:xfrm>
            <a:off x="6350000" y="1955800"/>
            <a:ext cx="177800" cy="369332"/>
          </a:xfrm>
          <a:prstGeom prst="rect">
            <a:avLst/>
          </a:prstGeom>
          <a:noFill/>
        </p:spPr>
        <p:txBody>
          <a:bodyPr vert="horz" wrap="square" lIns="0" tIns="0" rIns="0" bIns="0" rtlCol="0">
            <a:noAutofit/>
          </a:bodyPr>
          <a:lstStyle/>
          <a:p>
            <a:r>
              <a:rPr lang="nl-BE" sz="1400" b="1">
                <a:solidFill>
                  <a:srgbClr val="FF7A00"/>
                </a:solidFill>
                <a:latin typeface="Segoe UI" panose="020B0502040204020203" pitchFamily="34" charset="0"/>
              </a:rPr>
              <a:t>×</a:t>
            </a:r>
          </a:p>
        </p:txBody>
      </p:sp>
      <p:sp>
        <p:nvSpPr>
          <p:cNvPr id="34" name="Tekstvak 33">
            <a:extLst>
              <a:ext uri="{FF2B5EF4-FFF2-40B4-BE49-F238E27FC236}">
                <a16:creationId xmlns:a16="http://schemas.microsoft.com/office/drawing/2014/main" id="{20ABA881-A773-E1EE-A4C3-CFF9AFF12C01}"/>
              </a:ext>
            </a:extLst>
          </p:cNvPr>
          <p:cNvSpPr txBox="1"/>
          <p:nvPr/>
        </p:nvSpPr>
        <p:spPr>
          <a:xfrm>
            <a:off x="6604000" y="1955800"/>
            <a:ext cx="4953000" cy="369332"/>
          </a:xfrm>
          <a:prstGeom prst="rect">
            <a:avLst/>
          </a:prstGeom>
          <a:noFill/>
        </p:spPr>
        <p:txBody>
          <a:bodyPr vert="horz" wrap="square" lIns="0" tIns="0" rIns="0" bIns="0" rtlCol="0">
            <a:noAutofit/>
          </a:bodyPr>
          <a:lstStyle/>
          <a:p>
            <a:r>
              <a:rPr lang="nl-NL" sz="1250">
                <a:solidFill>
                  <a:srgbClr val="F2F8FC"/>
                </a:solidFill>
                <a:latin typeface="Segoe UI" panose="020B0502040204020203" pitchFamily="34" charset="0"/>
              </a:rPr>
              <a:t>Amputatie proximaal van de MTP-gewrichten</a:t>
            </a:r>
            <a:endParaRPr lang="nl-BE" sz="1250">
              <a:solidFill>
                <a:srgbClr val="F2F8FC"/>
              </a:solidFill>
              <a:latin typeface="Segoe UI" panose="020B0502040204020203" pitchFamily="34" charset="0"/>
            </a:endParaRPr>
          </a:p>
        </p:txBody>
      </p:sp>
      <p:sp>
        <p:nvSpPr>
          <p:cNvPr id="35" name="Tekstvak 34">
            <a:extLst>
              <a:ext uri="{FF2B5EF4-FFF2-40B4-BE49-F238E27FC236}">
                <a16:creationId xmlns:a16="http://schemas.microsoft.com/office/drawing/2014/main" id="{0DE687C3-FC57-4179-634E-CE93575A0525}"/>
              </a:ext>
            </a:extLst>
          </p:cNvPr>
          <p:cNvSpPr txBox="1"/>
          <p:nvPr/>
        </p:nvSpPr>
        <p:spPr>
          <a:xfrm>
            <a:off x="6350000" y="2324100"/>
            <a:ext cx="177800" cy="369332"/>
          </a:xfrm>
          <a:prstGeom prst="rect">
            <a:avLst/>
          </a:prstGeom>
          <a:noFill/>
        </p:spPr>
        <p:txBody>
          <a:bodyPr vert="horz" wrap="square" lIns="0" tIns="0" rIns="0" bIns="0" rtlCol="0">
            <a:noAutofit/>
          </a:bodyPr>
          <a:lstStyle/>
          <a:p>
            <a:r>
              <a:rPr lang="nl-BE" sz="1400" b="1">
                <a:solidFill>
                  <a:srgbClr val="FF7A00"/>
                </a:solidFill>
                <a:latin typeface="Segoe UI" panose="020B0502040204020203" pitchFamily="34" charset="0"/>
              </a:rPr>
              <a:t>×</a:t>
            </a:r>
          </a:p>
        </p:txBody>
      </p:sp>
      <p:sp>
        <p:nvSpPr>
          <p:cNvPr id="36" name="Tekstvak 35">
            <a:extLst>
              <a:ext uri="{FF2B5EF4-FFF2-40B4-BE49-F238E27FC236}">
                <a16:creationId xmlns:a16="http://schemas.microsoft.com/office/drawing/2014/main" id="{22AD5D36-4EEA-B3CB-791C-A9A879533177}"/>
              </a:ext>
            </a:extLst>
          </p:cNvPr>
          <p:cNvSpPr txBox="1"/>
          <p:nvPr/>
        </p:nvSpPr>
        <p:spPr>
          <a:xfrm>
            <a:off x="6604000" y="2324100"/>
            <a:ext cx="4953000" cy="369332"/>
          </a:xfrm>
          <a:prstGeom prst="rect">
            <a:avLst/>
          </a:prstGeom>
          <a:noFill/>
        </p:spPr>
        <p:txBody>
          <a:bodyPr vert="horz" wrap="square" lIns="0" tIns="0" rIns="0" bIns="0" rtlCol="0">
            <a:noAutofit/>
          </a:bodyPr>
          <a:lstStyle/>
          <a:p>
            <a:r>
              <a:rPr lang="nl-BE" sz="1250">
                <a:solidFill>
                  <a:srgbClr val="F2F8FC"/>
                </a:solidFill>
                <a:latin typeface="Segoe UI" panose="020B0502040204020203" pitchFamily="34" charset="0"/>
              </a:rPr>
              <a:t>Actief voetulcus of Charcot-deformiteit</a:t>
            </a:r>
          </a:p>
        </p:txBody>
      </p:sp>
      <p:sp>
        <p:nvSpPr>
          <p:cNvPr id="37" name="Tekstvak 36">
            <a:extLst>
              <a:ext uri="{FF2B5EF4-FFF2-40B4-BE49-F238E27FC236}">
                <a16:creationId xmlns:a16="http://schemas.microsoft.com/office/drawing/2014/main" id="{3F1465A8-5FE6-A167-B167-5D815E288C66}"/>
              </a:ext>
            </a:extLst>
          </p:cNvPr>
          <p:cNvSpPr txBox="1"/>
          <p:nvPr/>
        </p:nvSpPr>
        <p:spPr>
          <a:xfrm>
            <a:off x="6350000" y="2692400"/>
            <a:ext cx="177800" cy="369332"/>
          </a:xfrm>
          <a:prstGeom prst="rect">
            <a:avLst/>
          </a:prstGeom>
          <a:noFill/>
        </p:spPr>
        <p:txBody>
          <a:bodyPr vert="horz" wrap="square" lIns="0" tIns="0" rIns="0" bIns="0" rtlCol="0">
            <a:noAutofit/>
          </a:bodyPr>
          <a:lstStyle/>
          <a:p>
            <a:r>
              <a:rPr lang="nl-BE" sz="1400" b="1">
                <a:solidFill>
                  <a:srgbClr val="FF7A00"/>
                </a:solidFill>
                <a:latin typeface="Segoe UI" panose="020B0502040204020203" pitchFamily="34" charset="0"/>
              </a:rPr>
              <a:t>×</a:t>
            </a:r>
          </a:p>
        </p:txBody>
      </p:sp>
      <p:sp>
        <p:nvSpPr>
          <p:cNvPr id="38" name="Tekstvak 37">
            <a:extLst>
              <a:ext uri="{FF2B5EF4-FFF2-40B4-BE49-F238E27FC236}">
                <a16:creationId xmlns:a16="http://schemas.microsoft.com/office/drawing/2014/main" id="{9A720363-A7EC-824C-57C1-D3386F76C988}"/>
              </a:ext>
            </a:extLst>
          </p:cNvPr>
          <p:cNvSpPr txBox="1"/>
          <p:nvPr/>
        </p:nvSpPr>
        <p:spPr>
          <a:xfrm>
            <a:off x="6604000" y="2692400"/>
            <a:ext cx="4953000" cy="369332"/>
          </a:xfrm>
          <a:prstGeom prst="rect">
            <a:avLst/>
          </a:prstGeom>
          <a:noFill/>
        </p:spPr>
        <p:txBody>
          <a:bodyPr vert="horz" wrap="square" lIns="0" tIns="0" rIns="0" bIns="0" rtlCol="0">
            <a:noAutofit/>
          </a:bodyPr>
          <a:lstStyle/>
          <a:p>
            <a:r>
              <a:rPr lang="nl-NL" sz="1250">
                <a:solidFill>
                  <a:srgbClr val="F2F8FC"/>
                </a:solidFill>
                <a:latin typeface="Segoe UI" panose="020B0502040204020203" pitchFamily="34" charset="0"/>
              </a:rPr>
              <a:t>Kritische ischemie, PEDIS 3: enkeldruk &lt; 50, teendruk &lt; 30 of TcpO₂ &lt; 30 mmHg</a:t>
            </a:r>
            <a:endParaRPr lang="nl-BE" sz="1250">
              <a:solidFill>
                <a:srgbClr val="F2F8FC"/>
              </a:solidFill>
              <a:latin typeface="Segoe UI" panose="020B0502040204020203" pitchFamily="34" charset="0"/>
            </a:endParaRPr>
          </a:p>
        </p:txBody>
      </p:sp>
      <p:sp>
        <p:nvSpPr>
          <p:cNvPr id="39" name="Tekstvak 38">
            <a:extLst>
              <a:ext uri="{FF2B5EF4-FFF2-40B4-BE49-F238E27FC236}">
                <a16:creationId xmlns:a16="http://schemas.microsoft.com/office/drawing/2014/main" id="{1DFC4A46-AA5F-2D82-0397-62CB0527FBE1}"/>
              </a:ext>
            </a:extLst>
          </p:cNvPr>
          <p:cNvSpPr txBox="1"/>
          <p:nvPr/>
        </p:nvSpPr>
        <p:spPr>
          <a:xfrm>
            <a:off x="6350000" y="3276600"/>
            <a:ext cx="177800" cy="369332"/>
          </a:xfrm>
          <a:prstGeom prst="rect">
            <a:avLst/>
          </a:prstGeom>
          <a:noFill/>
        </p:spPr>
        <p:txBody>
          <a:bodyPr vert="horz" wrap="square" lIns="0" tIns="0" rIns="0" bIns="0" rtlCol="0">
            <a:noAutofit/>
          </a:bodyPr>
          <a:lstStyle/>
          <a:p>
            <a:r>
              <a:rPr lang="nl-BE" sz="1400" b="1">
                <a:solidFill>
                  <a:srgbClr val="FF7A00"/>
                </a:solidFill>
                <a:latin typeface="Segoe UI" panose="020B0502040204020203" pitchFamily="34" charset="0"/>
              </a:rPr>
              <a:t>×</a:t>
            </a:r>
          </a:p>
        </p:txBody>
      </p:sp>
      <p:sp>
        <p:nvSpPr>
          <p:cNvPr id="40" name="Tekstvak 39">
            <a:extLst>
              <a:ext uri="{FF2B5EF4-FFF2-40B4-BE49-F238E27FC236}">
                <a16:creationId xmlns:a16="http://schemas.microsoft.com/office/drawing/2014/main" id="{3084CEED-2F19-809D-B54A-B09773BF66C3}"/>
              </a:ext>
            </a:extLst>
          </p:cNvPr>
          <p:cNvSpPr txBox="1"/>
          <p:nvPr/>
        </p:nvSpPr>
        <p:spPr>
          <a:xfrm>
            <a:off x="6604000" y="3276600"/>
            <a:ext cx="4953000" cy="369332"/>
          </a:xfrm>
          <a:prstGeom prst="rect">
            <a:avLst/>
          </a:prstGeom>
          <a:noFill/>
        </p:spPr>
        <p:txBody>
          <a:bodyPr vert="horz" wrap="square" lIns="0" tIns="0" rIns="0" bIns="0" rtlCol="0">
            <a:noAutofit/>
          </a:bodyPr>
          <a:lstStyle/>
          <a:p>
            <a:r>
              <a:rPr lang="nl-BE" sz="1250">
                <a:solidFill>
                  <a:srgbClr val="F2F8FC"/>
                </a:solidFill>
                <a:latin typeface="Segoe UI" panose="020B0502040204020203" pitchFamily="34" charset="0"/>
              </a:rPr>
              <a:t>Nierfunctievervangende therapie</a:t>
            </a:r>
          </a:p>
        </p:txBody>
      </p:sp>
      <p:sp>
        <p:nvSpPr>
          <p:cNvPr id="41" name="Tekstvak 40">
            <a:extLst>
              <a:ext uri="{FF2B5EF4-FFF2-40B4-BE49-F238E27FC236}">
                <a16:creationId xmlns:a16="http://schemas.microsoft.com/office/drawing/2014/main" id="{6FD9FF35-FA01-7CC8-1991-160C1F269F93}"/>
              </a:ext>
            </a:extLst>
          </p:cNvPr>
          <p:cNvSpPr txBox="1"/>
          <p:nvPr/>
        </p:nvSpPr>
        <p:spPr>
          <a:xfrm>
            <a:off x="6350000" y="3644900"/>
            <a:ext cx="177800" cy="369332"/>
          </a:xfrm>
          <a:prstGeom prst="rect">
            <a:avLst/>
          </a:prstGeom>
          <a:noFill/>
        </p:spPr>
        <p:txBody>
          <a:bodyPr vert="horz" wrap="square" lIns="0" tIns="0" rIns="0" bIns="0" rtlCol="0">
            <a:noAutofit/>
          </a:bodyPr>
          <a:lstStyle/>
          <a:p>
            <a:r>
              <a:rPr lang="nl-BE" sz="1400" b="1">
                <a:solidFill>
                  <a:srgbClr val="FF7A00"/>
                </a:solidFill>
                <a:latin typeface="Segoe UI" panose="020B0502040204020203" pitchFamily="34" charset="0"/>
              </a:rPr>
              <a:t>×</a:t>
            </a:r>
          </a:p>
        </p:txBody>
      </p:sp>
      <p:sp>
        <p:nvSpPr>
          <p:cNvPr id="42" name="Tekstvak 41">
            <a:extLst>
              <a:ext uri="{FF2B5EF4-FFF2-40B4-BE49-F238E27FC236}">
                <a16:creationId xmlns:a16="http://schemas.microsoft.com/office/drawing/2014/main" id="{D7BFA62F-C021-D50A-7B5E-68C8EB56E6C6}"/>
              </a:ext>
            </a:extLst>
          </p:cNvPr>
          <p:cNvSpPr txBox="1"/>
          <p:nvPr/>
        </p:nvSpPr>
        <p:spPr>
          <a:xfrm>
            <a:off x="6604000" y="3644900"/>
            <a:ext cx="4953000" cy="369332"/>
          </a:xfrm>
          <a:prstGeom prst="rect">
            <a:avLst/>
          </a:prstGeom>
          <a:noFill/>
        </p:spPr>
        <p:txBody>
          <a:bodyPr vert="horz" wrap="square" lIns="0" tIns="0" rIns="0" bIns="0" rtlCol="0">
            <a:noAutofit/>
          </a:bodyPr>
          <a:lstStyle/>
          <a:p>
            <a:r>
              <a:rPr lang="nl-BE" sz="1250">
                <a:solidFill>
                  <a:srgbClr val="F2F8FC"/>
                </a:solidFill>
                <a:latin typeface="Segoe UI" panose="020B0502040204020203" pitchFamily="34" charset="0"/>
              </a:rPr>
              <a:t>Immunosuppressieve therapie</a:t>
            </a:r>
          </a:p>
        </p:txBody>
      </p:sp>
      <p:sp>
        <p:nvSpPr>
          <p:cNvPr id="43" name="Tekstvak 42">
            <a:extLst>
              <a:ext uri="{FF2B5EF4-FFF2-40B4-BE49-F238E27FC236}">
                <a16:creationId xmlns:a16="http://schemas.microsoft.com/office/drawing/2014/main" id="{3E8201BA-B4C6-2EE3-A076-50A09EC95613}"/>
              </a:ext>
            </a:extLst>
          </p:cNvPr>
          <p:cNvSpPr txBox="1"/>
          <p:nvPr/>
        </p:nvSpPr>
        <p:spPr>
          <a:xfrm>
            <a:off x="6350000" y="4013200"/>
            <a:ext cx="177800" cy="369332"/>
          </a:xfrm>
          <a:prstGeom prst="rect">
            <a:avLst/>
          </a:prstGeom>
          <a:noFill/>
        </p:spPr>
        <p:txBody>
          <a:bodyPr vert="horz" wrap="square" lIns="0" tIns="0" rIns="0" bIns="0" rtlCol="0">
            <a:noAutofit/>
          </a:bodyPr>
          <a:lstStyle/>
          <a:p>
            <a:r>
              <a:rPr lang="nl-BE" sz="1400" b="1">
                <a:solidFill>
                  <a:srgbClr val="FF7A00"/>
                </a:solidFill>
                <a:latin typeface="Segoe UI" panose="020B0502040204020203" pitchFamily="34" charset="0"/>
              </a:rPr>
              <a:t>×</a:t>
            </a:r>
          </a:p>
        </p:txBody>
      </p:sp>
      <p:sp>
        <p:nvSpPr>
          <p:cNvPr id="44" name="Tekstvak 43">
            <a:extLst>
              <a:ext uri="{FF2B5EF4-FFF2-40B4-BE49-F238E27FC236}">
                <a16:creationId xmlns:a16="http://schemas.microsoft.com/office/drawing/2014/main" id="{37C60B9E-9FD6-BBFE-702B-D3F1A2F7F7BE}"/>
              </a:ext>
            </a:extLst>
          </p:cNvPr>
          <p:cNvSpPr txBox="1"/>
          <p:nvPr/>
        </p:nvSpPr>
        <p:spPr>
          <a:xfrm>
            <a:off x="6604000" y="4013200"/>
            <a:ext cx="4953000" cy="369332"/>
          </a:xfrm>
          <a:prstGeom prst="rect">
            <a:avLst/>
          </a:prstGeom>
          <a:noFill/>
        </p:spPr>
        <p:txBody>
          <a:bodyPr vert="horz" wrap="square" lIns="0" tIns="0" rIns="0" bIns="0" rtlCol="0">
            <a:noAutofit/>
          </a:bodyPr>
          <a:lstStyle/>
          <a:p>
            <a:r>
              <a:rPr lang="nl-NL" sz="1250">
                <a:solidFill>
                  <a:srgbClr val="F2F8FC"/>
                </a:solidFill>
                <a:latin typeface="Segoe UI" panose="020B0502040204020203" pitchFamily="34" charset="0"/>
              </a:rPr>
              <a:t>Verwachte overleving &lt; 18 maanden, naar oordeel van de arts</a:t>
            </a:r>
            <a:endParaRPr lang="nl-BE" sz="1250">
              <a:solidFill>
                <a:srgbClr val="F2F8FC"/>
              </a:solidFill>
              <a:latin typeface="Segoe UI" panose="020B0502040204020203" pitchFamily="34" charset="0"/>
            </a:endParaRPr>
          </a:p>
        </p:txBody>
      </p:sp>
      <p:sp>
        <p:nvSpPr>
          <p:cNvPr id="45" name="Tekstvak 44">
            <a:extLst>
              <a:ext uri="{FF2B5EF4-FFF2-40B4-BE49-F238E27FC236}">
                <a16:creationId xmlns:a16="http://schemas.microsoft.com/office/drawing/2014/main" id="{7F970108-1A94-C495-A9F4-2AD738C717D5}"/>
              </a:ext>
            </a:extLst>
          </p:cNvPr>
          <p:cNvSpPr txBox="1"/>
          <p:nvPr/>
        </p:nvSpPr>
        <p:spPr>
          <a:xfrm>
            <a:off x="6350000" y="4381500"/>
            <a:ext cx="177800" cy="369332"/>
          </a:xfrm>
          <a:prstGeom prst="rect">
            <a:avLst/>
          </a:prstGeom>
          <a:noFill/>
        </p:spPr>
        <p:txBody>
          <a:bodyPr vert="horz" wrap="square" lIns="0" tIns="0" rIns="0" bIns="0" rtlCol="0">
            <a:noAutofit/>
          </a:bodyPr>
          <a:lstStyle/>
          <a:p>
            <a:r>
              <a:rPr lang="nl-BE" sz="1400" b="1">
                <a:solidFill>
                  <a:srgbClr val="FF7A00"/>
                </a:solidFill>
                <a:latin typeface="Segoe UI" panose="020B0502040204020203" pitchFamily="34" charset="0"/>
              </a:rPr>
              <a:t>×</a:t>
            </a:r>
          </a:p>
        </p:txBody>
      </p:sp>
      <p:sp>
        <p:nvSpPr>
          <p:cNvPr id="46" name="Tekstvak 45">
            <a:extLst>
              <a:ext uri="{FF2B5EF4-FFF2-40B4-BE49-F238E27FC236}">
                <a16:creationId xmlns:a16="http://schemas.microsoft.com/office/drawing/2014/main" id="{599EE81C-5DB1-6CAC-4AF1-18EAC88E8D6C}"/>
              </a:ext>
            </a:extLst>
          </p:cNvPr>
          <p:cNvSpPr txBox="1"/>
          <p:nvPr/>
        </p:nvSpPr>
        <p:spPr>
          <a:xfrm>
            <a:off x="6604000" y="4381500"/>
            <a:ext cx="4953000" cy="369332"/>
          </a:xfrm>
          <a:prstGeom prst="rect">
            <a:avLst/>
          </a:prstGeom>
          <a:noFill/>
        </p:spPr>
        <p:txBody>
          <a:bodyPr vert="horz" wrap="square" lIns="0" tIns="0" rIns="0" bIns="0" rtlCol="0">
            <a:noAutofit/>
          </a:bodyPr>
          <a:lstStyle/>
          <a:p>
            <a:r>
              <a:rPr lang="nl-NL" sz="1250">
                <a:solidFill>
                  <a:srgbClr val="F2F8FC"/>
                </a:solidFill>
                <a:latin typeface="Segoe UI" panose="020B0502040204020203" pitchFamily="34" charset="0"/>
              </a:rPr>
              <a:t>Kan geen toestemming geven of de instructies niet volgen</a:t>
            </a:r>
            <a:endParaRPr lang="nl-BE" sz="1250">
              <a:solidFill>
                <a:srgbClr val="F2F8FC"/>
              </a:solidFill>
              <a:latin typeface="Segoe UI" panose="020B0502040204020203" pitchFamily="34" charset="0"/>
            </a:endParaRPr>
          </a:p>
        </p:txBody>
      </p:sp>
      <p:sp>
        <p:nvSpPr>
          <p:cNvPr id="47" name="Tekstvak 46">
            <a:extLst>
              <a:ext uri="{FF2B5EF4-FFF2-40B4-BE49-F238E27FC236}">
                <a16:creationId xmlns:a16="http://schemas.microsoft.com/office/drawing/2014/main" id="{F4F169AE-0824-9639-2907-03F54E131B79}"/>
              </a:ext>
            </a:extLst>
          </p:cNvPr>
          <p:cNvSpPr txBox="1"/>
          <p:nvPr/>
        </p:nvSpPr>
        <p:spPr>
          <a:xfrm>
            <a:off x="6350000" y="4749800"/>
            <a:ext cx="177800" cy="369332"/>
          </a:xfrm>
          <a:prstGeom prst="rect">
            <a:avLst/>
          </a:prstGeom>
          <a:noFill/>
        </p:spPr>
        <p:txBody>
          <a:bodyPr vert="horz" wrap="square" lIns="0" tIns="0" rIns="0" bIns="0" rtlCol="0">
            <a:noAutofit/>
          </a:bodyPr>
          <a:lstStyle/>
          <a:p>
            <a:r>
              <a:rPr lang="nl-BE" sz="1400" b="1">
                <a:solidFill>
                  <a:srgbClr val="FF7A00"/>
                </a:solidFill>
                <a:latin typeface="Segoe UI" panose="020B0502040204020203" pitchFamily="34" charset="0"/>
              </a:rPr>
              <a:t>×</a:t>
            </a:r>
          </a:p>
        </p:txBody>
      </p:sp>
      <p:sp>
        <p:nvSpPr>
          <p:cNvPr id="48" name="Tekstvak 47">
            <a:extLst>
              <a:ext uri="{FF2B5EF4-FFF2-40B4-BE49-F238E27FC236}">
                <a16:creationId xmlns:a16="http://schemas.microsoft.com/office/drawing/2014/main" id="{5B64EE56-261F-2053-D325-EF76C7290B89}"/>
              </a:ext>
            </a:extLst>
          </p:cNvPr>
          <p:cNvSpPr txBox="1"/>
          <p:nvPr/>
        </p:nvSpPr>
        <p:spPr>
          <a:xfrm>
            <a:off x="6604000" y="4749800"/>
            <a:ext cx="4953000" cy="369332"/>
          </a:xfrm>
          <a:prstGeom prst="rect">
            <a:avLst/>
          </a:prstGeom>
          <a:noFill/>
        </p:spPr>
        <p:txBody>
          <a:bodyPr vert="horz" wrap="square" lIns="0" tIns="0" rIns="0" bIns="0" rtlCol="0">
            <a:noAutofit/>
          </a:bodyPr>
          <a:lstStyle/>
          <a:p>
            <a:r>
              <a:rPr lang="nl-NL" sz="1250">
                <a:solidFill>
                  <a:srgbClr val="F2F8FC"/>
                </a:solidFill>
                <a:latin typeface="Segoe UI" panose="020B0502040204020203" pitchFamily="34" charset="0"/>
              </a:rPr>
              <a:t>Hulpmiddel dat de druksensoren belemmert, zoals een enkel-voetorthese</a:t>
            </a:r>
            <a:endParaRPr lang="nl-BE" sz="1250">
              <a:solidFill>
                <a:srgbClr val="F2F8FC"/>
              </a:solidFill>
              <a:latin typeface="Segoe UI" panose="020B0502040204020203" pitchFamily="34" charset="0"/>
            </a:endParaRPr>
          </a:p>
        </p:txBody>
      </p:sp>
      <p:sp>
        <p:nvSpPr>
          <p:cNvPr id="49" name="Tekstvak 48">
            <a:extLst>
              <a:ext uri="{FF2B5EF4-FFF2-40B4-BE49-F238E27FC236}">
                <a16:creationId xmlns:a16="http://schemas.microsoft.com/office/drawing/2014/main" id="{3219DA9F-DD18-1CFE-47B9-D638BF7128AE}"/>
              </a:ext>
            </a:extLst>
          </p:cNvPr>
          <p:cNvSpPr txBox="1"/>
          <p:nvPr/>
        </p:nvSpPr>
        <p:spPr>
          <a:xfrm>
            <a:off x="6350000" y="5334000"/>
            <a:ext cx="177800" cy="369332"/>
          </a:xfrm>
          <a:prstGeom prst="rect">
            <a:avLst/>
          </a:prstGeom>
          <a:noFill/>
        </p:spPr>
        <p:txBody>
          <a:bodyPr vert="horz" wrap="square" lIns="0" tIns="0" rIns="0" bIns="0" rtlCol="0">
            <a:noAutofit/>
          </a:bodyPr>
          <a:lstStyle/>
          <a:p>
            <a:r>
              <a:rPr lang="nl-BE" sz="1400" b="1">
                <a:solidFill>
                  <a:srgbClr val="FF7A00"/>
                </a:solidFill>
                <a:latin typeface="Segoe UI" panose="020B0502040204020203" pitchFamily="34" charset="0"/>
              </a:rPr>
              <a:t>×</a:t>
            </a:r>
          </a:p>
        </p:txBody>
      </p:sp>
      <p:sp>
        <p:nvSpPr>
          <p:cNvPr id="50" name="Tekstvak 49">
            <a:extLst>
              <a:ext uri="{FF2B5EF4-FFF2-40B4-BE49-F238E27FC236}">
                <a16:creationId xmlns:a16="http://schemas.microsoft.com/office/drawing/2014/main" id="{70EAA15C-5432-4092-B189-61B3842FFBE0}"/>
              </a:ext>
            </a:extLst>
          </p:cNvPr>
          <p:cNvSpPr txBox="1"/>
          <p:nvPr/>
        </p:nvSpPr>
        <p:spPr>
          <a:xfrm>
            <a:off x="6604000" y="5334000"/>
            <a:ext cx="4953000" cy="369332"/>
          </a:xfrm>
          <a:prstGeom prst="rect">
            <a:avLst/>
          </a:prstGeom>
          <a:noFill/>
        </p:spPr>
        <p:txBody>
          <a:bodyPr vert="horz" wrap="square" lIns="0" tIns="0" rIns="0" bIns="0" rtlCol="0">
            <a:noAutofit/>
          </a:bodyPr>
          <a:lstStyle/>
          <a:p>
            <a:r>
              <a:rPr lang="nl-NL" sz="1250">
                <a:solidFill>
                  <a:srgbClr val="F2F8FC"/>
                </a:solidFill>
                <a:latin typeface="Segoe UI" panose="020B0502040204020203" pitchFamily="34" charset="0"/>
              </a:rPr>
              <a:t>Weigert het beschermend schoeisel of de draagsensor in de zool</a:t>
            </a:r>
            <a:endParaRPr lang="nl-BE" sz="1250">
              <a:solidFill>
                <a:srgbClr val="F2F8FC"/>
              </a:solidFill>
              <a:latin typeface="Segoe UI" panose="020B0502040204020203" pitchFamily="34" charset="0"/>
            </a:endParaRPr>
          </a:p>
        </p:txBody>
      </p:sp>
      <p:sp>
        <p:nvSpPr>
          <p:cNvPr id="51" name="bron">
            <a:extLst>
              <a:ext uri="{FF2B5EF4-FFF2-40B4-BE49-F238E27FC236}">
                <a16:creationId xmlns:a16="http://schemas.microsoft.com/office/drawing/2014/main" id="{358C9FFE-E70B-5B39-85C6-7BD282E194A6}"/>
              </a:ext>
            </a:extLst>
          </p:cNvPr>
          <p:cNvSpPr txBox="1"/>
          <p:nvPr/>
        </p:nvSpPr>
        <p:spPr>
          <a:xfrm>
            <a:off x="634984" y="6629234"/>
            <a:ext cx="10921726" cy="177795"/>
          </a:xfrm>
          <a:prstGeom prst="rect">
            <a:avLst/>
          </a:prstGeom>
          <a:noFill/>
        </p:spPr>
        <p:txBody>
          <a:bodyPr vert="horz" wrap="square" lIns="0" tIns="0" rIns="0" bIns="0" rtlCol="0">
            <a:noAutofit/>
          </a:bodyPr>
          <a:lstStyle/>
          <a:p>
            <a:r>
              <a:rPr lang="nl-NL" sz="1000">
                <a:solidFill>
                  <a:srgbClr val="8FB6D0"/>
                </a:solidFill>
                <a:latin typeface="Consolas" panose="020B0609020204030204" pitchFamily="49" charset="0"/>
              </a:rPr>
              <a:t>Bron  studieprotocol §4.1 · IWGDF 2023 · de arts screent en vraagt de toestemming</a:t>
            </a:r>
            <a:endParaRPr lang="nl-BE" sz="1000">
              <a:solidFill>
                <a:srgbClr val="8FB6D0"/>
              </a:solidFill>
              <a:latin typeface="Consolas" panose="020B0609020204030204" pitchFamily="49" charset="0"/>
            </a:endParaRPr>
          </a:p>
        </p:txBody>
      </p:sp>
    </p:spTree>
    <p:extLst>
      <p:ext uri="{BB962C8B-B14F-4D97-AF65-F5344CB8AC3E}">
        <p14:creationId xmlns:p14="http://schemas.microsoft.com/office/powerpoint/2010/main" val="1621244454"/>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200">
        <p159:morph option="byObject"/>
      </p:transition>
    </mc:Choice>
    <mc:Fallback xmlns="">
      <p:transition spd="slow">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7828"/>
          </a:xfrm>
          <a:prstGeom prst="rect">
            <a:avLst/>
          </a:prstGeom>
          <a:gradFill rotWithShape="1">
            <a:gsLst>
              <a:gs pos="0">
                <a:srgbClr val="072138"/>
              </a:gs>
              <a:gs pos="100000">
                <a:srgbClr val="04182A"/>
              </a:gs>
            </a:gsLst>
            <a:lin ang="5400000" scaled="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634984" y="355591"/>
            <a:ext cx="9524761" cy="215894"/>
          </a:xfrm>
          <a:prstGeom prst="rect">
            <a:avLst/>
          </a:prstGeom>
          <a:noFill/>
        </p:spPr>
        <p:txBody>
          <a:bodyPr wrap="square" lIns="0" tIns="0" rIns="0" bIns="0" anchor="t">
            <a:spAutoFit/>
          </a:bodyPr>
          <a:lstStyle/>
          <a:p>
            <a:pPr algn="l">
              <a:lnSpc>
                <a:spcPct val="125000"/>
              </a:lnSpc>
            </a:pPr>
            <a:r>
              <a:rPr sz="1250" b="1" spc="240">
                <a:solidFill>
                  <a:srgbClr val="52BDEC"/>
                </a:solidFill>
                <a:latin typeface="Consolas"/>
              </a:rPr>
              <a:t>HET TRAJECT</a:t>
            </a:r>
          </a:p>
        </p:txBody>
      </p:sp>
      <p:sp>
        <p:nvSpPr>
          <p:cNvPr id="4" name="!!sectietitel"/>
          <p:cNvSpPr txBox="1"/>
          <p:nvPr/>
        </p:nvSpPr>
        <p:spPr>
          <a:xfrm>
            <a:off x="634984" y="609584"/>
            <a:ext cx="9905752" cy="1269968"/>
          </a:xfrm>
          <a:prstGeom prst="rect">
            <a:avLst/>
          </a:prstGeom>
          <a:noFill/>
        </p:spPr>
        <p:txBody>
          <a:bodyPr wrap="square" lIns="0" tIns="0" rIns="0" bIns="0" anchor="t">
            <a:spAutoFit/>
          </a:bodyPr>
          <a:lstStyle/>
          <a:p>
            <a:pPr algn="l">
              <a:lnSpc>
                <a:spcPct val="110000"/>
              </a:lnSpc>
            </a:pPr>
            <a:r>
              <a:rPr sz="4000" b="1">
                <a:solidFill>
                  <a:srgbClr val="F2F8FC"/>
                </a:solidFill>
                <a:latin typeface="Segoe UI"/>
              </a:rPr>
              <a:t>Screening plus negen visites</a:t>
            </a:r>
          </a:p>
        </p:txBody>
      </p:sp>
      <p:sp>
        <p:nvSpPr>
          <p:cNvPr id="5" name="!!band"/>
          <p:cNvSpPr/>
          <p:nvPr/>
        </p:nvSpPr>
        <p:spPr>
          <a:xfrm>
            <a:off x="0" y="1206469"/>
            <a:ext cx="12191695" cy="3301917"/>
          </a:xfrm>
          <a:prstGeom prst="rect">
            <a:avLst/>
          </a:prstGeom>
          <a:solidFill>
            <a:srgbClr val="0A2A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as"/>
          <p:cNvSpPr/>
          <p:nvPr/>
        </p:nvSpPr>
        <p:spPr>
          <a:xfrm>
            <a:off x="634984" y="2920926"/>
            <a:ext cx="10921726" cy="19049"/>
          </a:xfrm>
          <a:prstGeom prst="rect">
            <a:avLst/>
          </a:prstGeom>
          <a:solidFill>
            <a:srgbClr val="215B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stip0"/>
          <p:cNvSpPr/>
          <p:nvPr/>
        </p:nvSpPr>
        <p:spPr>
          <a:xfrm>
            <a:off x="1085822" y="2838379"/>
            <a:ext cx="190495" cy="190495"/>
          </a:xfrm>
          <a:prstGeom prst="ellipse">
            <a:avLst/>
          </a:prstGeom>
          <a:solidFill>
            <a:srgbClr val="FF7A00"/>
          </a:solidFill>
          <a:ln w="38100">
            <a:solidFill>
              <a:srgbClr val="0A2A4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maand0"/>
          <p:cNvSpPr txBox="1"/>
          <p:nvPr/>
        </p:nvSpPr>
        <p:spPr>
          <a:xfrm>
            <a:off x="634984" y="2133546"/>
            <a:ext cx="1092172" cy="279393"/>
          </a:xfrm>
          <a:prstGeom prst="rect">
            <a:avLst/>
          </a:prstGeom>
          <a:noFill/>
        </p:spPr>
        <p:txBody>
          <a:bodyPr wrap="square" lIns="0" tIns="0" rIns="0" bIns="0" anchor="t">
            <a:spAutoFit/>
          </a:bodyPr>
          <a:lstStyle/>
          <a:p>
            <a:pPr algn="ctr">
              <a:lnSpc>
                <a:spcPct val="125000"/>
              </a:lnSpc>
            </a:pPr>
            <a:r>
              <a:rPr sz="1500" b="1">
                <a:solidFill>
                  <a:srgbClr val="F2F8FC"/>
                </a:solidFill>
                <a:latin typeface="Consolas"/>
              </a:rPr>
              <a:t>Screen</a:t>
            </a:r>
          </a:p>
        </p:txBody>
      </p:sp>
      <p:sp>
        <p:nvSpPr>
          <p:cNvPr id="9" name="!!taak0"/>
          <p:cNvSpPr txBox="1"/>
          <p:nvPr/>
        </p:nvSpPr>
        <p:spPr>
          <a:xfrm>
            <a:off x="698482" y="3251118"/>
            <a:ext cx="965175" cy="571485"/>
          </a:xfrm>
          <a:prstGeom prst="rect">
            <a:avLst/>
          </a:prstGeom>
          <a:noFill/>
        </p:spPr>
        <p:txBody>
          <a:bodyPr wrap="square" lIns="0" tIns="0" rIns="0" bIns="0" anchor="t">
            <a:spAutoFit/>
          </a:bodyPr>
          <a:lstStyle/>
          <a:p>
            <a:pPr algn="ctr">
              <a:lnSpc>
                <a:spcPct val="130000"/>
              </a:lnSpc>
            </a:pPr>
            <a:r>
              <a:rPr sz="1350" b="0">
                <a:solidFill>
                  <a:srgbClr val="8FB6D0"/>
                </a:solidFill>
                <a:latin typeface="Segoe UI"/>
              </a:rPr>
              <a:t>geschiktheid</a:t>
            </a:r>
          </a:p>
        </p:txBody>
      </p:sp>
      <p:sp>
        <p:nvSpPr>
          <p:cNvPr id="10" name="!!stip1"/>
          <p:cNvSpPr/>
          <p:nvPr/>
        </p:nvSpPr>
        <p:spPr>
          <a:xfrm>
            <a:off x="2177995" y="2838379"/>
            <a:ext cx="190495" cy="190495"/>
          </a:xfrm>
          <a:prstGeom prst="ellipse">
            <a:avLst/>
          </a:prstGeom>
          <a:solidFill>
            <a:srgbClr val="FF7A00"/>
          </a:solidFill>
          <a:ln w="38100">
            <a:solidFill>
              <a:srgbClr val="0A2A4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maand1"/>
          <p:cNvSpPr txBox="1"/>
          <p:nvPr/>
        </p:nvSpPr>
        <p:spPr>
          <a:xfrm>
            <a:off x="1727156" y="2133546"/>
            <a:ext cx="1092172" cy="279393"/>
          </a:xfrm>
          <a:prstGeom prst="rect">
            <a:avLst/>
          </a:prstGeom>
          <a:noFill/>
        </p:spPr>
        <p:txBody>
          <a:bodyPr wrap="square" lIns="0" tIns="0" rIns="0" bIns="0" anchor="t">
            <a:spAutoFit/>
          </a:bodyPr>
          <a:lstStyle/>
          <a:p>
            <a:pPr algn="ctr">
              <a:lnSpc>
                <a:spcPct val="125000"/>
              </a:lnSpc>
            </a:pPr>
            <a:r>
              <a:rPr sz="1700" b="1">
                <a:solidFill>
                  <a:srgbClr val="F2F8FC"/>
                </a:solidFill>
                <a:latin typeface="Consolas"/>
              </a:rPr>
              <a:t>V0</a:t>
            </a:r>
          </a:p>
        </p:txBody>
      </p:sp>
      <p:sp>
        <p:nvSpPr>
          <p:cNvPr id="12" name="!!taak1"/>
          <p:cNvSpPr txBox="1"/>
          <p:nvPr/>
        </p:nvSpPr>
        <p:spPr>
          <a:xfrm>
            <a:off x="1790655" y="3251118"/>
            <a:ext cx="965175" cy="571485"/>
          </a:xfrm>
          <a:prstGeom prst="rect">
            <a:avLst/>
          </a:prstGeom>
          <a:noFill/>
        </p:spPr>
        <p:txBody>
          <a:bodyPr wrap="square" lIns="0" tIns="0" rIns="0" bIns="0" anchor="t">
            <a:spAutoFit/>
          </a:bodyPr>
          <a:lstStyle/>
          <a:p>
            <a:pPr algn="ctr">
              <a:lnSpc>
                <a:spcPct val="130000"/>
              </a:lnSpc>
            </a:pPr>
            <a:r>
              <a:rPr sz="1350" b="0">
                <a:solidFill>
                  <a:srgbClr val="8FB6D0"/>
                </a:solidFill>
                <a:latin typeface="Segoe UI"/>
              </a:rPr>
              <a:t>loting</a:t>
            </a:r>
          </a:p>
        </p:txBody>
      </p:sp>
      <p:sp>
        <p:nvSpPr>
          <p:cNvPr id="13" name="!!stip2"/>
          <p:cNvSpPr/>
          <p:nvPr/>
        </p:nvSpPr>
        <p:spPr>
          <a:xfrm>
            <a:off x="3289217" y="2857428"/>
            <a:ext cx="152396" cy="152396"/>
          </a:xfrm>
          <a:prstGeom prst="ellipse">
            <a:avLst/>
          </a:prstGeom>
          <a:solidFill>
            <a:srgbClr val="52BDEC"/>
          </a:solidFill>
          <a:ln w="38100">
            <a:solidFill>
              <a:srgbClr val="0A2A4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maand2"/>
          <p:cNvSpPr txBox="1"/>
          <p:nvPr/>
        </p:nvSpPr>
        <p:spPr>
          <a:xfrm>
            <a:off x="2819329" y="2133546"/>
            <a:ext cx="1092172" cy="279393"/>
          </a:xfrm>
          <a:prstGeom prst="rect">
            <a:avLst/>
          </a:prstGeom>
          <a:noFill/>
        </p:spPr>
        <p:txBody>
          <a:bodyPr wrap="square" lIns="0" tIns="0" rIns="0" bIns="0" anchor="t">
            <a:spAutoFit/>
          </a:bodyPr>
          <a:lstStyle/>
          <a:p>
            <a:pPr algn="ctr">
              <a:lnSpc>
                <a:spcPct val="125000"/>
              </a:lnSpc>
            </a:pPr>
            <a:r>
              <a:rPr sz="1700" b="1">
                <a:solidFill>
                  <a:srgbClr val="F2F8FC"/>
                </a:solidFill>
                <a:latin typeface="Consolas"/>
              </a:rPr>
              <a:t>V1</a:t>
            </a:r>
          </a:p>
        </p:txBody>
      </p:sp>
      <p:sp>
        <p:nvSpPr>
          <p:cNvPr id="15" name="!!taak2"/>
          <p:cNvSpPr txBox="1"/>
          <p:nvPr/>
        </p:nvSpPr>
        <p:spPr>
          <a:xfrm>
            <a:off x="2882827" y="3251118"/>
            <a:ext cx="965175" cy="571485"/>
          </a:xfrm>
          <a:prstGeom prst="rect">
            <a:avLst/>
          </a:prstGeom>
          <a:noFill/>
        </p:spPr>
        <p:txBody>
          <a:bodyPr wrap="square" lIns="0" tIns="0" rIns="0" bIns="0" anchor="t">
            <a:spAutoFit/>
          </a:bodyPr>
          <a:lstStyle/>
          <a:p>
            <a:pPr algn="ctr">
              <a:lnSpc>
                <a:spcPct val="130000"/>
              </a:lnSpc>
            </a:pPr>
            <a:r>
              <a:rPr sz="1350" b="0">
                <a:solidFill>
                  <a:srgbClr val="8FB6D0"/>
                </a:solidFill>
                <a:latin typeface="Segoe UI"/>
              </a:rPr>
              <a:t>baseline</a:t>
            </a:r>
          </a:p>
        </p:txBody>
      </p:sp>
      <p:sp>
        <p:nvSpPr>
          <p:cNvPr id="16" name="!!stip3"/>
          <p:cNvSpPr/>
          <p:nvPr/>
        </p:nvSpPr>
        <p:spPr>
          <a:xfrm>
            <a:off x="4381390" y="2857428"/>
            <a:ext cx="152396" cy="152396"/>
          </a:xfrm>
          <a:prstGeom prst="ellipse">
            <a:avLst/>
          </a:prstGeom>
          <a:solidFill>
            <a:srgbClr val="52BDEC"/>
          </a:solidFill>
          <a:ln w="38100">
            <a:solidFill>
              <a:srgbClr val="0A2A4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maand3"/>
          <p:cNvSpPr txBox="1"/>
          <p:nvPr/>
        </p:nvSpPr>
        <p:spPr>
          <a:xfrm>
            <a:off x="3911502" y="2133546"/>
            <a:ext cx="1092172" cy="279393"/>
          </a:xfrm>
          <a:prstGeom prst="rect">
            <a:avLst/>
          </a:prstGeom>
          <a:noFill/>
        </p:spPr>
        <p:txBody>
          <a:bodyPr wrap="square" lIns="0" tIns="0" rIns="0" bIns="0" anchor="t">
            <a:spAutoFit/>
          </a:bodyPr>
          <a:lstStyle/>
          <a:p>
            <a:pPr algn="ctr">
              <a:lnSpc>
                <a:spcPct val="125000"/>
              </a:lnSpc>
            </a:pPr>
            <a:r>
              <a:rPr sz="1700" b="1">
                <a:solidFill>
                  <a:srgbClr val="F2F8FC"/>
                </a:solidFill>
                <a:latin typeface="Consolas"/>
              </a:rPr>
              <a:t>V2</a:t>
            </a:r>
          </a:p>
        </p:txBody>
      </p:sp>
      <p:sp>
        <p:nvSpPr>
          <p:cNvPr id="18" name="!!taak3"/>
          <p:cNvSpPr txBox="1"/>
          <p:nvPr/>
        </p:nvSpPr>
        <p:spPr>
          <a:xfrm>
            <a:off x="3975000" y="3251118"/>
            <a:ext cx="965175" cy="571485"/>
          </a:xfrm>
          <a:prstGeom prst="rect">
            <a:avLst/>
          </a:prstGeom>
          <a:noFill/>
        </p:spPr>
        <p:txBody>
          <a:bodyPr wrap="square" lIns="0" tIns="0" rIns="0" bIns="0" anchor="t">
            <a:spAutoFit/>
          </a:bodyPr>
          <a:lstStyle/>
          <a:p>
            <a:pPr algn="ctr">
              <a:lnSpc>
                <a:spcPct val="130000"/>
              </a:lnSpc>
            </a:pPr>
            <a:r>
              <a:rPr sz="1350" b="0">
                <a:solidFill>
                  <a:srgbClr val="8FB6D0"/>
                </a:solidFill>
                <a:latin typeface="Segoe UI"/>
              </a:rPr>
              <a:t>zool + sensor</a:t>
            </a:r>
          </a:p>
        </p:txBody>
      </p:sp>
      <p:sp>
        <p:nvSpPr>
          <p:cNvPr id="19" name="!!stip4"/>
          <p:cNvSpPr/>
          <p:nvPr/>
        </p:nvSpPr>
        <p:spPr>
          <a:xfrm>
            <a:off x="5473563" y="2857428"/>
            <a:ext cx="152396" cy="152396"/>
          </a:xfrm>
          <a:prstGeom prst="ellipse">
            <a:avLst/>
          </a:prstGeom>
          <a:solidFill>
            <a:srgbClr val="1D8DB0"/>
          </a:solidFill>
          <a:ln w="38100">
            <a:solidFill>
              <a:srgbClr val="0A2A4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maand4"/>
          <p:cNvSpPr txBox="1"/>
          <p:nvPr/>
        </p:nvSpPr>
        <p:spPr>
          <a:xfrm>
            <a:off x="5003674" y="2133546"/>
            <a:ext cx="1092172" cy="279393"/>
          </a:xfrm>
          <a:prstGeom prst="rect">
            <a:avLst/>
          </a:prstGeom>
          <a:noFill/>
        </p:spPr>
        <p:txBody>
          <a:bodyPr wrap="square" lIns="0" tIns="0" rIns="0" bIns="0" anchor="t">
            <a:spAutoFit/>
          </a:bodyPr>
          <a:lstStyle/>
          <a:p>
            <a:pPr algn="ctr">
              <a:lnSpc>
                <a:spcPct val="125000"/>
              </a:lnSpc>
            </a:pPr>
            <a:r>
              <a:rPr sz="1700" b="1">
                <a:solidFill>
                  <a:srgbClr val="F2F8FC"/>
                </a:solidFill>
                <a:latin typeface="Consolas"/>
              </a:rPr>
              <a:t>M3</a:t>
            </a:r>
          </a:p>
        </p:txBody>
      </p:sp>
      <p:sp>
        <p:nvSpPr>
          <p:cNvPr id="21" name="!!taak4"/>
          <p:cNvSpPr txBox="1"/>
          <p:nvPr/>
        </p:nvSpPr>
        <p:spPr>
          <a:xfrm>
            <a:off x="5067173" y="3251118"/>
            <a:ext cx="965175" cy="571485"/>
          </a:xfrm>
          <a:prstGeom prst="rect">
            <a:avLst/>
          </a:prstGeom>
          <a:noFill/>
        </p:spPr>
        <p:txBody>
          <a:bodyPr wrap="square" lIns="0" tIns="0" rIns="0" bIns="0" anchor="t">
            <a:spAutoFit/>
          </a:bodyPr>
          <a:lstStyle/>
          <a:p>
            <a:pPr algn="ctr">
              <a:lnSpc>
                <a:spcPct val="130000"/>
              </a:lnSpc>
            </a:pPr>
            <a:r>
              <a:rPr sz="1350" b="0">
                <a:solidFill>
                  <a:srgbClr val="8FB6D0"/>
                </a:solidFill>
                <a:latin typeface="Segoe UI"/>
              </a:rPr>
              <a:t>opvolging</a:t>
            </a:r>
          </a:p>
        </p:txBody>
      </p:sp>
      <p:sp>
        <p:nvSpPr>
          <p:cNvPr id="22" name="!!stip5"/>
          <p:cNvSpPr/>
          <p:nvPr/>
        </p:nvSpPr>
        <p:spPr>
          <a:xfrm>
            <a:off x="6565735" y="2857428"/>
            <a:ext cx="152396" cy="152396"/>
          </a:xfrm>
          <a:prstGeom prst="ellipse">
            <a:avLst/>
          </a:prstGeom>
          <a:solidFill>
            <a:srgbClr val="52BDEC"/>
          </a:solidFill>
          <a:ln w="38100">
            <a:solidFill>
              <a:srgbClr val="0A2A4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maand5"/>
          <p:cNvSpPr txBox="1"/>
          <p:nvPr/>
        </p:nvSpPr>
        <p:spPr>
          <a:xfrm>
            <a:off x="6095847" y="2133546"/>
            <a:ext cx="1092172" cy="279393"/>
          </a:xfrm>
          <a:prstGeom prst="rect">
            <a:avLst/>
          </a:prstGeom>
          <a:noFill/>
        </p:spPr>
        <p:txBody>
          <a:bodyPr wrap="square" lIns="0" tIns="0" rIns="0" bIns="0" anchor="t">
            <a:spAutoFit/>
          </a:bodyPr>
          <a:lstStyle/>
          <a:p>
            <a:pPr algn="ctr">
              <a:lnSpc>
                <a:spcPct val="125000"/>
              </a:lnSpc>
            </a:pPr>
            <a:r>
              <a:rPr sz="1700" b="1">
                <a:solidFill>
                  <a:srgbClr val="F2F8FC"/>
                </a:solidFill>
                <a:latin typeface="Consolas"/>
              </a:rPr>
              <a:t>M6</a:t>
            </a:r>
          </a:p>
        </p:txBody>
      </p:sp>
      <p:sp>
        <p:nvSpPr>
          <p:cNvPr id="24" name="!!taak5"/>
          <p:cNvSpPr txBox="1"/>
          <p:nvPr/>
        </p:nvSpPr>
        <p:spPr>
          <a:xfrm>
            <a:off x="6159346" y="3251118"/>
            <a:ext cx="965175" cy="571485"/>
          </a:xfrm>
          <a:prstGeom prst="rect">
            <a:avLst/>
          </a:prstGeom>
          <a:noFill/>
        </p:spPr>
        <p:txBody>
          <a:bodyPr wrap="square" lIns="0" tIns="0" rIns="0" bIns="0" anchor="t">
            <a:spAutoFit/>
          </a:bodyPr>
          <a:lstStyle/>
          <a:p>
            <a:pPr algn="ctr">
              <a:lnSpc>
                <a:spcPct val="130000"/>
              </a:lnSpc>
            </a:pPr>
            <a:r>
              <a:rPr sz="1350" b="0">
                <a:solidFill>
                  <a:srgbClr val="8FB6D0"/>
                </a:solidFill>
                <a:latin typeface="Segoe UI"/>
              </a:rPr>
              <a:t>meting</a:t>
            </a:r>
          </a:p>
        </p:txBody>
      </p:sp>
      <p:sp>
        <p:nvSpPr>
          <p:cNvPr id="25" name="!!stip6"/>
          <p:cNvSpPr/>
          <p:nvPr/>
        </p:nvSpPr>
        <p:spPr>
          <a:xfrm>
            <a:off x="7657908" y="2857428"/>
            <a:ext cx="152396" cy="152396"/>
          </a:xfrm>
          <a:prstGeom prst="ellipse">
            <a:avLst/>
          </a:prstGeom>
          <a:solidFill>
            <a:srgbClr val="1D8DB0"/>
          </a:solidFill>
          <a:ln w="38100">
            <a:solidFill>
              <a:srgbClr val="0A2A4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maand6"/>
          <p:cNvSpPr txBox="1"/>
          <p:nvPr/>
        </p:nvSpPr>
        <p:spPr>
          <a:xfrm>
            <a:off x="7188020" y="2133546"/>
            <a:ext cx="1092172" cy="279393"/>
          </a:xfrm>
          <a:prstGeom prst="rect">
            <a:avLst/>
          </a:prstGeom>
          <a:noFill/>
        </p:spPr>
        <p:txBody>
          <a:bodyPr wrap="square" lIns="0" tIns="0" rIns="0" bIns="0" anchor="t">
            <a:spAutoFit/>
          </a:bodyPr>
          <a:lstStyle/>
          <a:p>
            <a:pPr algn="ctr">
              <a:lnSpc>
                <a:spcPct val="125000"/>
              </a:lnSpc>
            </a:pPr>
            <a:r>
              <a:rPr sz="1700" b="1">
                <a:solidFill>
                  <a:srgbClr val="F2F8FC"/>
                </a:solidFill>
                <a:latin typeface="Consolas"/>
              </a:rPr>
              <a:t>M9</a:t>
            </a:r>
          </a:p>
        </p:txBody>
      </p:sp>
      <p:sp>
        <p:nvSpPr>
          <p:cNvPr id="27" name="!!taak6"/>
          <p:cNvSpPr txBox="1"/>
          <p:nvPr/>
        </p:nvSpPr>
        <p:spPr>
          <a:xfrm>
            <a:off x="7251518" y="3251118"/>
            <a:ext cx="965175" cy="571485"/>
          </a:xfrm>
          <a:prstGeom prst="rect">
            <a:avLst/>
          </a:prstGeom>
          <a:noFill/>
        </p:spPr>
        <p:txBody>
          <a:bodyPr wrap="square" lIns="0" tIns="0" rIns="0" bIns="0" anchor="t">
            <a:spAutoFit/>
          </a:bodyPr>
          <a:lstStyle/>
          <a:p>
            <a:pPr algn="ctr">
              <a:lnSpc>
                <a:spcPct val="130000"/>
              </a:lnSpc>
            </a:pPr>
            <a:r>
              <a:rPr sz="1350" b="0">
                <a:solidFill>
                  <a:srgbClr val="8FB6D0"/>
                </a:solidFill>
                <a:latin typeface="Segoe UI"/>
              </a:rPr>
              <a:t>opvolging</a:t>
            </a:r>
          </a:p>
        </p:txBody>
      </p:sp>
      <p:sp>
        <p:nvSpPr>
          <p:cNvPr id="28" name="!!stip7"/>
          <p:cNvSpPr/>
          <p:nvPr/>
        </p:nvSpPr>
        <p:spPr>
          <a:xfrm>
            <a:off x="8750081" y="2857428"/>
            <a:ext cx="152396" cy="152396"/>
          </a:xfrm>
          <a:prstGeom prst="ellipse">
            <a:avLst/>
          </a:prstGeom>
          <a:solidFill>
            <a:srgbClr val="52BDEC"/>
          </a:solidFill>
          <a:ln w="38100">
            <a:solidFill>
              <a:srgbClr val="0A2A4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maand7"/>
          <p:cNvSpPr txBox="1"/>
          <p:nvPr/>
        </p:nvSpPr>
        <p:spPr>
          <a:xfrm>
            <a:off x="8280192" y="2133546"/>
            <a:ext cx="1092172" cy="279393"/>
          </a:xfrm>
          <a:prstGeom prst="rect">
            <a:avLst/>
          </a:prstGeom>
          <a:noFill/>
        </p:spPr>
        <p:txBody>
          <a:bodyPr wrap="square" lIns="0" tIns="0" rIns="0" bIns="0" anchor="t">
            <a:spAutoFit/>
          </a:bodyPr>
          <a:lstStyle/>
          <a:p>
            <a:pPr algn="ctr">
              <a:lnSpc>
                <a:spcPct val="125000"/>
              </a:lnSpc>
            </a:pPr>
            <a:r>
              <a:rPr sz="1700" b="1">
                <a:solidFill>
                  <a:srgbClr val="F2F8FC"/>
                </a:solidFill>
                <a:latin typeface="Consolas"/>
              </a:rPr>
              <a:t>M12</a:t>
            </a:r>
          </a:p>
        </p:txBody>
      </p:sp>
      <p:sp>
        <p:nvSpPr>
          <p:cNvPr id="30" name="!!taak7"/>
          <p:cNvSpPr txBox="1"/>
          <p:nvPr/>
        </p:nvSpPr>
        <p:spPr>
          <a:xfrm>
            <a:off x="8343691" y="3251118"/>
            <a:ext cx="965175" cy="571485"/>
          </a:xfrm>
          <a:prstGeom prst="rect">
            <a:avLst/>
          </a:prstGeom>
          <a:noFill/>
        </p:spPr>
        <p:txBody>
          <a:bodyPr wrap="square" lIns="0" tIns="0" rIns="0" bIns="0" anchor="t">
            <a:spAutoFit/>
          </a:bodyPr>
          <a:lstStyle/>
          <a:p>
            <a:pPr algn="ctr">
              <a:lnSpc>
                <a:spcPct val="130000"/>
              </a:lnSpc>
            </a:pPr>
            <a:r>
              <a:rPr sz="1350" b="0">
                <a:solidFill>
                  <a:srgbClr val="8FB6D0"/>
                </a:solidFill>
                <a:latin typeface="Segoe UI"/>
              </a:rPr>
              <a:t>meting</a:t>
            </a:r>
          </a:p>
        </p:txBody>
      </p:sp>
      <p:sp>
        <p:nvSpPr>
          <p:cNvPr id="31" name="!!stip8"/>
          <p:cNvSpPr/>
          <p:nvPr/>
        </p:nvSpPr>
        <p:spPr>
          <a:xfrm>
            <a:off x="9842253" y="2857428"/>
            <a:ext cx="152396" cy="152396"/>
          </a:xfrm>
          <a:prstGeom prst="ellipse">
            <a:avLst/>
          </a:prstGeom>
          <a:solidFill>
            <a:srgbClr val="1D8DB0"/>
          </a:solidFill>
          <a:ln w="38100">
            <a:solidFill>
              <a:srgbClr val="0A2A4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maand8"/>
          <p:cNvSpPr txBox="1"/>
          <p:nvPr/>
        </p:nvSpPr>
        <p:spPr>
          <a:xfrm>
            <a:off x="9372365" y="2133546"/>
            <a:ext cx="1092172" cy="279393"/>
          </a:xfrm>
          <a:prstGeom prst="rect">
            <a:avLst/>
          </a:prstGeom>
          <a:noFill/>
        </p:spPr>
        <p:txBody>
          <a:bodyPr wrap="square" lIns="0" tIns="0" rIns="0" bIns="0" anchor="t">
            <a:spAutoFit/>
          </a:bodyPr>
          <a:lstStyle/>
          <a:p>
            <a:pPr algn="ctr">
              <a:lnSpc>
                <a:spcPct val="125000"/>
              </a:lnSpc>
            </a:pPr>
            <a:r>
              <a:rPr sz="1700" b="1">
                <a:solidFill>
                  <a:srgbClr val="F2F8FC"/>
                </a:solidFill>
                <a:latin typeface="Consolas"/>
              </a:rPr>
              <a:t>M15</a:t>
            </a:r>
          </a:p>
        </p:txBody>
      </p:sp>
      <p:sp>
        <p:nvSpPr>
          <p:cNvPr id="33" name="!!taak8"/>
          <p:cNvSpPr txBox="1"/>
          <p:nvPr/>
        </p:nvSpPr>
        <p:spPr>
          <a:xfrm>
            <a:off x="9435864" y="3251118"/>
            <a:ext cx="965175" cy="571485"/>
          </a:xfrm>
          <a:prstGeom prst="rect">
            <a:avLst/>
          </a:prstGeom>
          <a:noFill/>
        </p:spPr>
        <p:txBody>
          <a:bodyPr wrap="square" lIns="0" tIns="0" rIns="0" bIns="0" anchor="t">
            <a:spAutoFit/>
          </a:bodyPr>
          <a:lstStyle/>
          <a:p>
            <a:pPr algn="ctr">
              <a:lnSpc>
                <a:spcPct val="130000"/>
              </a:lnSpc>
            </a:pPr>
            <a:r>
              <a:rPr sz="1350" b="0">
                <a:solidFill>
                  <a:srgbClr val="8FB6D0"/>
                </a:solidFill>
                <a:latin typeface="Segoe UI"/>
              </a:rPr>
              <a:t>opvolging</a:t>
            </a:r>
          </a:p>
        </p:txBody>
      </p:sp>
      <p:sp>
        <p:nvSpPr>
          <p:cNvPr id="34" name="!!stip9"/>
          <p:cNvSpPr/>
          <p:nvPr/>
        </p:nvSpPr>
        <p:spPr>
          <a:xfrm>
            <a:off x="10915377" y="2838379"/>
            <a:ext cx="190495" cy="190495"/>
          </a:xfrm>
          <a:prstGeom prst="ellipse">
            <a:avLst/>
          </a:prstGeom>
          <a:solidFill>
            <a:srgbClr val="FF7A00"/>
          </a:solidFill>
          <a:ln w="38100">
            <a:solidFill>
              <a:srgbClr val="0A2A4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maand9"/>
          <p:cNvSpPr txBox="1"/>
          <p:nvPr/>
        </p:nvSpPr>
        <p:spPr>
          <a:xfrm>
            <a:off x="10464538" y="2133546"/>
            <a:ext cx="1092172" cy="279393"/>
          </a:xfrm>
          <a:prstGeom prst="rect">
            <a:avLst/>
          </a:prstGeom>
          <a:noFill/>
        </p:spPr>
        <p:txBody>
          <a:bodyPr wrap="square" lIns="0" tIns="0" rIns="0" bIns="0" anchor="t">
            <a:spAutoFit/>
          </a:bodyPr>
          <a:lstStyle/>
          <a:p>
            <a:pPr algn="ctr">
              <a:lnSpc>
                <a:spcPct val="125000"/>
              </a:lnSpc>
            </a:pPr>
            <a:r>
              <a:rPr sz="1700" b="1">
                <a:solidFill>
                  <a:srgbClr val="F2F8FC"/>
                </a:solidFill>
                <a:latin typeface="Consolas"/>
              </a:rPr>
              <a:t>M18</a:t>
            </a:r>
          </a:p>
        </p:txBody>
      </p:sp>
      <p:sp>
        <p:nvSpPr>
          <p:cNvPr id="36" name="!!taak9"/>
          <p:cNvSpPr txBox="1"/>
          <p:nvPr/>
        </p:nvSpPr>
        <p:spPr>
          <a:xfrm>
            <a:off x="10528036" y="3251118"/>
            <a:ext cx="965175" cy="571485"/>
          </a:xfrm>
          <a:prstGeom prst="rect">
            <a:avLst/>
          </a:prstGeom>
          <a:noFill/>
        </p:spPr>
        <p:txBody>
          <a:bodyPr wrap="square" lIns="0" tIns="0" rIns="0" bIns="0" anchor="t">
            <a:spAutoFit/>
          </a:bodyPr>
          <a:lstStyle/>
          <a:p>
            <a:pPr algn="ctr">
              <a:lnSpc>
                <a:spcPct val="130000"/>
              </a:lnSpc>
            </a:pPr>
            <a:r>
              <a:rPr sz="1350" b="0">
                <a:solidFill>
                  <a:srgbClr val="8FB6D0"/>
                </a:solidFill>
                <a:latin typeface="Segoe UI"/>
              </a:rPr>
              <a:t>meting + einde</a:t>
            </a:r>
          </a:p>
        </p:txBody>
      </p:sp>
      <p:sp>
        <p:nvSpPr>
          <p:cNvPr id="37" name="Oval 36"/>
          <p:cNvSpPr/>
          <p:nvPr/>
        </p:nvSpPr>
        <p:spPr>
          <a:xfrm>
            <a:off x="660383" y="4013099"/>
            <a:ext cx="114297" cy="114297"/>
          </a:xfrm>
          <a:prstGeom prst="ellipse">
            <a:avLst/>
          </a:prstGeom>
          <a:solidFill>
            <a:srgbClr val="52BD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TextBox 37"/>
          <p:cNvSpPr txBox="1"/>
          <p:nvPr/>
        </p:nvSpPr>
        <p:spPr>
          <a:xfrm>
            <a:off x="850878" y="3975000"/>
            <a:ext cx="2285942" cy="215894"/>
          </a:xfrm>
          <a:prstGeom prst="rect">
            <a:avLst/>
          </a:prstGeom>
          <a:noFill/>
        </p:spPr>
        <p:txBody>
          <a:bodyPr wrap="square" lIns="0" tIns="0" rIns="0" bIns="0" anchor="t">
            <a:spAutoFit/>
          </a:bodyPr>
          <a:lstStyle/>
          <a:p>
            <a:pPr algn="l">
              <a:lnSpc>
                <a:spcPct val="125000"/>
              </a:lnSpc>
            </a:pPr>
            <a:r>
              <a:rPr sz="1300" b="0">
                <a:solidFill>
                  <a:srgbClr val="8FB6D0"/>
                </a:solidFill>
                <a:latin typeface="Consolas"/>
              </a:rPr>
              <a:t>meetmoment</a:t>
            </a:r>
          </a:p>
        </p:txBody>
      </p:sp>
      <p:sp>
        <p:nvSpPr>
          <p:cNvPr id="39" name="Oval 38"/>
          <p:cNvSpPr/>
          <p:nvPr/>
        </p:nvSpPr>
        <p:spPr>
          <a:xfrm>
            <a:off x="3200319" y="4013099"/>
            <a:ext cx="114297" cy="114297"/>
          </a:xfrm>
          <a:prstGeom prst="ellipse">
            <a:avLst/>
          </a:prstGeom>
          <a:solidFill>
            <a:srgbClr val="1D8DB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 name="TextBox 39"/>
          <p:cNvSpPr txBox="1"/>
          <p:nvPr/>
        </p:nvSpPr>
        <p:spPr>
          <a:xfrm>
            <a:off x="3390815" y="3975000"/>
            <a:ext cx="2285942" cy="215894"/>
          </a:xfrm>
          <a:prstGeom prst="rect">
            <a:avLst/>
          </a:prstGeom>
          <a:noFill/>
        </p:spPr>
        <p:txBody>
          <a:bodyPr wrap="square" lIns="0" tIns="0" rIns="0" bIns="0" anchor="t">
            <a:spAutoFit/>
          </a:bodyPr>
          <a:lstStyle/>
          <a:p>
            <a:pPr algn="l">
              <a:lnSpc>
                <a:spcPct val="125000"/>
              </a:lnSpc>
            </a:pPr>
            <a:r>
              <a:rPr sz="1300" b="0">
                <a:solidFill>
                  <a:srgbClr val="8FB6D0"/>
                </a:solidFill>
                <a:latin typeface="Consolas"/>
              </a:rPr>
              <a:t>begeleiding</a:t>
            </a:r>
          </a:p>
        </p:txBody>
      </p:sp>
      <p:sp>
        <p:nvSpPr>
          <p:cNvPr id="41" name="Oval 40"/>
          <p:cNvSpPr/>
          <p:nvPr/>
        </p:nvSpPr>
        <p:spPr>
          <a:xfrm>
            <a:off x="5740256" y="4013099"/>
            <a:ext cx="114297" cy="114297"/>
          </a:xfrm>
          <a:prstGeom prst="ellipse">
            <a:avLst/>
          </a:prstGeom>
          <a:solidFill>
            <a:srgbClr val="FF7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2" name="TextBox 41"/>
          <p:cNvSpPr txBox="1"/>
          <p:nvPr/>
        </p:nvSpPr>
        <p:spPr>
          <a:xfrm>
            <a:off x="5930751" y="3975000"/>
            <a:ext cx="2285942" cy="215894"/>
          </a:xfrm>
          <a:prstGeom prst="rect">
            <a:avLst/>
          </a:prstGeom>
          <a:noFill/>
        </p:spPr>
        <p:txBody>
          <a:bodyPr wrap="square" lIns="0" tIns="0" rIns="0" bIns="0" anchor="t">
            <a:spAutoFit/>
          </a:bodyPr>
          <a:lstStyle/>
          <a:p>
            <a:pPr algn="l">
              <a:lnSpc>
                <a:spcPct val="125000"/>
              </a:lnSpc>
            </a:pPr>
            <a:r>
              <a:rPr sz="1300" b="0">
                <a:solidFill>
                  <a:srgbClr val="8FB6D0"/>
                </a:solidFill>
                <a:latin typeface="Consolas"/>
              </a:rPr>
              <a:t>start en afronding</a:t>
            </a:r>
          </a:p>
        </p:txBody>
      </p:sp>
      <p:sp>
        <p:nvSpPr>
          <p:cNvPr id="43" name="!!camera"/>
          <p:cNvSpPr txBox="1"/>
          <p:nvPr/>
        </p:nvSpPr>
        <p:spPr>
          <a:xfrm>
            <a:off x="634984" y="4711582"/>
            <a:ext cx="2031949" cy="1460463"/>
          </a:xfrm>
          <a:prstGeom prst="rect">
            <a:avLst/>
          </a:prstGeom>
          <a:noFill/>
        </p:spPr>
        <p:txBody>
          <a:bodyPr wrap="none" lIns="0" tIns="0" rIns="0" bIns="0" anchor="t">
            <a:spAutoFit/>
          </a:bodyPr>
          <a:lstStyle/>
          <a:p>
            <a:pPr algn="l">
              <a:lnSpc>
                <a:spcPct val="100000"/>
              </a:lnSpc>
            </a:pPr>
            <a:r>
              <a:rPr sz="9600" b="1">
                <a:solidFill>
                  <a:srgbClr val="52BDEC"/>
                </a:solidFill>
                <a:latin typeface="Segoe UI"/>
              </a:rPr>
              <a:t>18</a:t>
            </a:r>
          </a:p>
        </p:txBody>
      </p:sp>
      <p:sp>
        <p:nvSpPr>
          <p:cNvPr id="44" name="TextBox 43"/>
          <p:cNvSpPr txBox="1"/>
          <p:nvPr/>
        </p:nvSpPr>
        <p:spPr>
          <a:xfrm>
            <a:off x="2539936" y="4813179"/>
            <a:ext cx="8889777" cy="419089"/>
          </a:xfrm>
          <a:prstGeom prst="rect">
            <a:avLst/>
          </a:prstGeom>
          <a:noFill/>
        </p:spPr>
        <p:txBody>
          <a:bodyPr wrap="square" lIns="0" tIns="0" rIns="0" bIns="0" anchor="t">
            <a:spAutoFit/>
          </a:bodyPr>
          <a:lstStyle/>
          <a:p>
            <a:pPr algn="l">
              <a:lnSpc>
                <a:spcPct val="125000"/>
              </a:lnSpc>
            </a:pPr>
            <a:r>
              <a:rPr sz="3000" b="1">
                <a:solidFill>
                  <a:srgbClr val="F2F8FC"/>
                </a:solidFill>
                <a:latin typeface="Segoe UI"/>
              </a:rPr>
              <a:t>maanden, van screening tot afronding</a:t>
            </a:r>
          </a:p>
        </p:txBody>
      </p:sp>
      <p:sp>
        <p:nvSpPr>
          <p:cNvPr id="45" name="TextBox 44"/>
          <p:cNvSpPr txBox="1"/>
          <p:nvPr/>
        </p:nvSpPr>
        <p:spPr>
          <a:xfrm>
            <a:off x="2552636" y="5283067"/>
            <a:ext cx="8889777" cy="952476"/>
          </a:xfrm>
          <a:prstGeom prst="rect">
            <a:avLst/>
          </a:prstGeom>
          <a:noFill/>
        </p:spPr>
        <p:txBody>
          <a:bodyPr wrap="square" lIns="0" tIns="0" rIns="0" bIns="0" anchor="t">
            <a:spAutoFit/>
          </a:bodyPr>
          <a:lstStyle/>
          <a:p>
            <a:pPr algn="l">
              <a:lnSpc>
                <a:spcPct val="140000"/>
              </a:lnSpc>
            </a:pPr>
            <a:r>
              <a:rPr sz="1800" b="0">
                <a:solidFill>
                  <a:srgbClr val="8FB6D0"/>
                </a:solidFill>
                <a:latin typeface="Segoe UI"/>
              </a:rPr>
              <a:t>Visite 0 tot 2 liggen dicht op elkaar: toestemming, baseline, en de zool binnen de maand. Daarna is het ritme elke drie maanden, hetzelfde ritme als de controle die deze patiënten al krijgen.</a:t>
            </a:r>
          </a:p>
        </p:txBody>
      </p:sp>
      <p:sp>
        <p:nvSpPr>
          <p:cNvPr id="46" name="TextBox 45"/>
          <p:cNvSpPr txBox="1"/>
          <p:nvPr/>
        </p:nvSpPr>
        <p:spPr>
          <a:xfrm>
            <a:off x="10540736" y="6387940"/>
            <a:ext cx="1015974" cy="186141"/>
          </a:xfrm>
          <a:prstGeom prst="rect">
            <a:avLst/>
          </a:prstGeom>
          <a:noFill/>
        </p:spPr>
        <p:txBody>
          <a:bodyPr wrap="square" lIns="0" tIns="0" rIns="0" bIns="0" anchor="t">
            <a:spAutoFit/>
          </a:bodyPr>
          <a:lstStyle/>
          <a:p>
            <a:pPr algn="r">
              <a:lnSpc>
                <a:spcPct val="125000"/>
              </a:lnSpc>
            </a:pPr>
            <a:r>
              <a:rPr lang="nl-BE" sz="1050" b="0">
                <a:solidFill>
                  <a:srgbClr val="8FB6D0"/>
                </a:solidFill>
                <a:latin typeface="Consolas"/>
              </a:rPr>
              <a:t>18 / 31</a:t>
            </a:r>
            <a:endParaRPr sz="1050" b="0">
              <a:solidFill>
                <a:srgbClr val="8FB6D0"/>
              </a:solidFill>
              <a:latin typeface="Consolas"/>
            </a:endParaRPr>
          </a:p>
        </p:txBody>
      </p:sp>
      <p:pic>
        <p:nvPicPr>
          <p:cNvPr id="47" name="merk" descr="merk.png"/>
          <p:cNvPicPr>
            <a:picLocks noChangeAspect="1"/>
          </p:cNvPicPr>
          <p:nvPr/>
        </p:nvPicPr>
        <p:blipFill>
          <a:blip r:embed="rId3"/>
          <a:stretch>
            <a:fillRect/>
          </a:stretch>
        </p:blipFill>
        <p:spPr>
          <a:xfrm>
            <a:off x="11094166" y="368290"/>
            <a:ext cx="417101" cy="482587"/>
          </a:xfrm>
          <a:prstGeom prst="rect">
            <a:avLst/>
          </a:prstGeom>
        </p:spPr>
      </p:pic>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200">
        <p159:morph option="byObject"/>
      </p:transition>
    </mc:Choice>
    <mc:Fallback xmlns="">
      <p:transition spd="slow">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7828"/>
          </a:xfrm>
          <a:prstGeom prst="rect">
            <a:avLst/>
          </a:prstGeom>
          <a:gradFill rotWithShape="1">
            <a:gsLst>
              <a:gs pos="0">
                <a:srgbClr val="072138"/>
              </a:gs>
              <a:gs pos="100000">
                <a:srgbClr val="04182A"/>
              </a:gs>
            </a:gsLst>
            <a:lin ang="5400000" scaled="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634984" y="571485"/>
            <a:ext cx="9524761" cy="221599"/>
          </a:xfrm>
          <a:prstGeom prst="rect">
            <a:avLst/>
          </a:prstGeom>
          <a:noFill/>
        </p:spPr>
        <p:txBody>
          <a:bodyPr wrap="square" lIns="0" tIns="0" rIns="0" bIns="0" anchor="t">
            <a:spAutoFit/>
          </a:bodyPr>
          <a:lstStyle/>
          <a:p>
            <a:pPr algn="l">
              <a:lnSpc>
                <a:spcPct val="125000"/>
              </a:lnSpc>
            </a:pPr>
            <a:r>
              <a:rPr lang="en-US" sz="1250" b="1" spc="240">
                <a:solidFill>
                  <a:srgbClr val="52BDEC"/>
                </a:solidFill>
                <a:latin typeface="Consolas"/>
              </a:rPr>
              <a:t>SEBIA · ALLEEN IN OPTIMAL CARE</a:t>
            </a:r>
            <a:endParaRPr sz="1250" b="1" spc="240">
              <a:solidFill>
                <a:srgbClr val="52BDEC"/>
              </a:solidFill>
              <a:latin typeface="Consolas"/>
            </a:endParaRPr>
          </a:p>
        </p:txBody>
      </p:sp>
      <p:sp>
        <p:nvSpPr>
          <p:cNvPr id="4" name="sectietitel"/>
          <p:cNvSpPr txBox="1"/>
          <p:nvPr/>
        </p:nvSpPr>
        <p:spPr>
          <a:xfrm>
            <a:off x="634984" y="838179"/>
            <a:ext cx="9905752" cy="624017"/>
          </a:xfrm>
          <a:prstGeom prst="rect">
            <a:avLst/>
          </a:prstGeom>
          <a:noFill/>
        </p:spPr>
        <p:txBody>
          <a:bodyPr wrap="square" lIns="0" tIns="0" rIns="0" bIns="0" anchor="t">
            <a:spAutoFit/>
          </a:bodyPr>
          <a:lstStyle/>
          <a:p>
            <a:pPr algn="l">
              <a:lnSpc>
                <a:spcPct val="110000"/>
              </a:lnSpc>
            </a:pPr>
            <a:r>
              <a:rPr lang="nl-BE" sz="4000" b="1">
                <a:solidFill>
                  <a:srgbClr val="F2F8FC"/>
                </a:solidFill>
                <a:latin typeface="Segoe UI"/>
              </a:rPr>
              <a:t>SEBIA-interventie: componenten</a:t>
            </a:r>
            <a:endParaRPr sz="4000" b="1" dirty="0">
              <a:solidFill>
                <a:srgbClr val="F2F8FC"/>
              </a:solidFill>
              <a:latin typeface="Segoe UI"/>
            </a:endParaRPr>
          </a:p>
        </p:txBody>
      </p:sp>
      <p:sp>
        <p:nvSpPr>
          <p:cNvPr id="5" name="Rounded Rectangle 4"/>
          <p:cNvSpPr/>
          <p:nvPr/>
        </p:nvSpPr>
        <p:spPr>
          <a:xfrm>
            <a:off x="634984" y="2031949"/>
            <a:ext cx="5384538" cy="3822604"/>
          </a:xfrm>
          <a:prstGeom prst="roundRect">
            <a:avLst>
              <a:gd name="adj" fmla="val 4500"/>
            </a:avLst>
          </a:prstGeom>
          <a:solidFill>
            <a:srgbClr val="0A2A44"/>
          </a:solidFill>
          <a:ln w="9525">
            <a:solidFill>
              <a:srgbClr val="215B8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888977" y="2247843"/>
            <a:ext cx="1269968" cy="460832"/>
          </a:xfrm>
          <a:prstGeom prst="rect">
            <a:avLst/>
          </a:prstGeom>
          <a:noFill/>
        </p:spPr>
        <p:txBody>
          <a:bodyPr wrap="square" lIns="0" tIns="0" rIns="0" bIns="0" anchor="t">
            <a:spAutoFit/>
          </a:bodyPr>
          <a:lstStyle/>
          <a:p>
            <a:pPr algn="l">
              <a:lnSpc>
                <a:spcPct val="125000"/>
              </a:lnSpc>
            </a:pPr>
            <a:r>
              <a:rPr lang="nl-BE" sz="2600" b="1">
                <a:solidFill>
                  <a:srgbClr val="52BDEC"/>
                </a:solidFill>
                <a:latin typeface="Consolas"/>
              </a:rPr>
              <a:t>01</a:t>
            </a:r>
            <a:endParaRPr sz="2600" b="1">
              <a:solidFill>
                <a:srgbClr val="52BDEC"/>
              </a:solidFill>
              <a:latin typeface="Consolas"/>
            </a:endParaRPr>
          </a:p>
        </p:txBody>
      </p:sp>
      <p:sp>
        <p:nvSpPr>
          <p:cNvPr id="7" name="TextBox 6"/>
          <p:cNvSpPr txBox="1"/>
          <p:nvPr/>
        </p:nvSpPr>
        <p:spPr>
          <a:xfrm>
            <a:off x="888977" y="2654233"/>
            <a:ext cx="4876551" cy="388248"/>
          </a:xfrm>
          <a:prstGeom prst="rect">
            <a:avLst/>
          </a:prstGeom>
          <a:noFill/>
        </p:spPr>
        <p:txBody>
          <a:bodyPr wrap="square" lIns="0" tIns="0" rIns="0" bIns="0" anchor="t">
            <a:spAutoFit/>
          </a:bodyPr>
          <a:lstStyle/>
          <a:p>
            <a:pPr algn="l">
              <a:lnSpc>
                <a:spcPct val="115000"/>
              </a:lnSpc>
            </a:pPr>
            <a:r>
              <a:rPr lang="nl-BE" sz="2400" b="1">
                <a:solidFill>
                  <a:srgbClr val="F2F8FC"/>
                </a:solidFill>
                <a:latin typeface="Segoe UI"/>
              </a:rPr>
              <a:t>Diabetesvoetzorg</a:t>
            </a:r>
            <a:endParaRPr sz="2400" b="1">
              <a:solidFill>
                <a:srgbClr val="F2F8FC"/>
              </a:solidFill>
              <a:latin typeface="Segoe UI"/>
            </a:endParaRPr>
          </a:p>
        </p:txBody>
      </p:sp>
      <p:sp>
        <p:nvSpPr>
          <p:cNvPr id="8" name="Rounded Rectangle 7"/>
          <p:cNvSpPr/>
          <p:nvPr/>
        </p:nvSpPr>
        <p:spPr>
          <a:xfrm>
            <a:off x="888977" y="3777072"/>
            <a:ext cx="4876551" cy="838200"/>
          </a:xfrm>
          <a:prstGeom prst="roundRect">
            <a:avLst>
              <a:gd name="adj" fmla="val 4500"/>
            </a:avLst>
          </a:prstGeom>
          <a:solidFill>
            <a:srgbClr val="1748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888977" y="4036641"/>
            <a:ext cx="4876551" cy="319062"/>
          </a:xfrm>
          <a:prstGeom prst="rect">
            <a:avLst/>
          </a:prstGeom>
          <a:noFill/>
        </p:spPr>
        <p:txBody>
          <a:bodyPr wrap="square" lIns="0" tIns="0" rIns="0" bIns="0" anchor="t">
            <a:spAutoFit/>
          </a:bodyPr>
          <a:lstStyle/>
          <a:p>
            <a:pPr algn="ctr">
              <a:lnSpc>
                <a:spcPct val="125000"/>
              </a:lnSpc>
            </a:pPr>
            <a:r>
              <a:rPr lang="nl-BE" sz="1800" b="1">
                <a:solidFill>
                  <a:srgbClr val="52BDEC"/>
                </a:solidFill>
                <a:latin typeface="Consolas"/>
              </a:rPr>
              <a:t>Educatie en skills training</a:t>
            </a:r>
            <a:endParaRPr sz="1800" b="1">
              <a:solidFill>
                <a:srgbClr val="52BDEC"/>
              </a:solidFill>
              <a:latin typeface="Consolas"/>
            </a:endParaRPr>
          </a:p>
        </p:txBody>
      </p:sp>
      <p:sp>
        <p:nvSpPr>
          <p:cNvPr id="10" name="TextBox 9"/>
          <p:cNvSpPr txBox="1"/>
          <p:nvPr/>
        </p:nvSpPr>
        <p:spPr>
          <a:xfrm>
            <a:off x="888977" y="4767654"/>
            <a:ext cx="4876551" cy="852221"/>
          </a:xfrm>
          <a:prstGeom prst="rect">
            <a:avLst/>
          </a:prstGeom>
          <a:noFill/>
        </p:spPr>
        <p:txBody>
          <a:bodyPr wrap="square" lIns="0" tIns="0" rIns="0" bIns="0" anchor="t">
            <a:spAutoFit/>
          </a:bodyPr>
          <a:lstStyle/>
          <a:p>
            <a:pPr algn="l">
              <a:lnSpc>
                <a:spcPct val="132000"/>
              </a:lnSpc>
            </a:pPr>
            <a:r>
              <a:rPr lang="nl-NL" sz="1450" b="0">
                <a:solidFill>
                  <a:srgbClr val="8FB6D0"/>
                </a:solidFill>
                <a:latin typeface="Segoe UI"/>
              </a:rPr>
              <a:t>Kennis goede voetzorg</a:t>
            </a:r>
          </a:p>
          <a:p>
            <a:pPr algn="l">
              <a:lnSpc>
                <a:spcPct val="132000"/>
              </a:lnSpc>
            </a:pPr>
            <a:r>
              <a:rPr lang="nl-NL" sz="1450" b="0">
                <a:solidFill>
                  <a:srgbClr val="8FB6D0"/>
                </a:solidFill>
                <a:latin typeface="Segoe UI"/>
              </a:rPr>
              <a:t>Uitvoeren van goede voetzorg</a:t>
            </a:r>
          </a:p>
          <a:p>
            <a:pPr algn="l">
              <a:lnSpc>
                <a:spcPct val="132000"/>
              </a:lnSpc>
            </a:pPr>
            <a:r>
              <a:rPr lang="nl-NL" sz="1450" b="0">
                <a:solidFill>
                  <a:srgbClr val="8FB6D0"/>
                </a:solidFill>
                <a:latin typeface="Segoe UI"/>
              </a:rPr>
              <a:t>Kennis belang aangepast schoeisel en zolen</a:t>
            </a:r>
            <a:endParaRPr sz="1450" b="0" dirty="0">
              <a:solidFill>
                <a:srgbClr val="8FB6D0"/>
              </a:solidFill>
              <a:latin typeface="Segoe UI"/>
            </a:endParaRPr>
          </a:p>
        </p:txBody>
      </p:sp>
      <p:sp>
        <p:nvSpPr>
          <p:cNvPr id="11" name="Rounded Rectangle 10"/>
          <p:cNvSpPr/>
          <p:nvPr/>
        </p:nvSpPr>
        <p:spPr>
          <a:xfrm>
            <a:off x="6171918" y="2031949"/>
            <a:ext cx="5384538" cy="3822604"/>
          </a:xfrm>
          <a:prstGeom prst="roundRect">
            <a:avLst>
              <a:gd name="adj" fmla="val 4500"/>
            </a:avLst>
          </a:prstGeom>
          <a:solidFill>
            <a:srgbClr val="0A2A44"/>
          </a:solidFill>
          <a:ln w="9525">
            <a:solidFill>
              <a:srgbClr val="215B8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6425912" y="2247843"/>
            <a:ext cx="1269968" cy="460832"/>
          </a:xfrm>
          <a:prstGeom prst="rect">
            <a:avLst/>
          </a:prstGeom>
          <a:noFill/>
        </p:spPr>
        <p:txBody>
          <a:bodyPr wrap="square" lIns="0" tIns="0" rIns="0" bIns="0" anchor="t">
            <a:spAutoFit/>
          </a:bodyPr>
          <a:lstStyle/>
          <a:p>
            <a:pPr algn="l">
              <a:lnSpc>
                <a:spcPct val="125000"/>
              </a:lnSpc>
            </a:pPr>
            <a:r>
              <a:rPr lang="nl-BE" sz="2600" b="1">
                <a:solidFill>
                  <a:srgbClr val="52BDEC"/>
                </a:solidFill>
                <a:latin typeface="Consolas"/>
              </a:rPr>
              <a:t>02</a:t>
            </a:r>
            <a:endParaRPr sz="2600" b="1">
              <a:solidFill>
                <a:srgbClr val="52BDEC"/>
              </a:solidFill>
              <a:latin typeface="Consolas"/>
            </a:endParaRPr>
          </a:p>
        </p:txBody>
      </p:sp>
      <p:sp>
        <p:nvSpPr>
          <p:cNvPr id="13" name="TextBox 12"/>
          <p:cNvSpPr txBox="1"/>
          <p:nvPr/>
        </p:nvSpPr>
        <p:spPr>
          <a:xfrm>
            <a:off x="6425912" y="2654233"/>
            <a:ext cx="4876551" cy="812979"/>
          </a:xfrm>
          <a:prstGeom prst="rect">
            <a:avLst/>
          </a:prstGeom>
          <a:noFill/>
        </p:spPr>
        <p:txBody>
          <a:bodyPr wrap="square" lIns="0" tIns="0" rIns="0" bIns="0" anchor="t">
            <a:spAutoFit/>
          </a:bodyPr>
          <a:lstStyle/>
          <a:p>
            <a:pPr algn="l">
              <a:lnSpc>
                <a:spcPct val="115000"/>
              </a:lnSpc>
            </a:pPr>
            <a:r>
              <a:rPr lang="nl-NL" sz="2400" b="1">
                <a:solidFill>
                  <a:srgbClr val="F2F8FC"/>
                </a:solidFill>
                <a:latin typeface="Segoe UI"/>
              </a:rPr>
              <a:t>Therapietrouw met het dragen van aangepast schoeisel en zolen</a:t>
            </a:r>
            <a:endParaRPr sz="2400" b="1">
              <a:solidFill>
                <a:srgbClr val="F2F8FC"/>
              </a:solidFill>
              <a:latin typeface="Segoe UI"/>
            </a:endParaRPr>
          </a:p>
        </p:txBody>
      </p:sp>
      <p:sp>
        <p:nvSpPr>
          <p:cNvPr id="14" name="Rounded Rectangle 13"/>
          <p:cNvSpPr/>
          <p:nvPr/>
        </p:nvSpPr>
        <p:spPr>
          <a:xfrm>
            <a:off x="6425912" y="3777072"/>
            <a:ext cx="4876551" cy="838200"/>
          </a:xfrm>
          <a:prstGeom prst="roundRect">
            <a:avLst>
              <a:gd name="adj" fmla="val 4500"/>
            </a:avLst>
          </a:prstGeom>
          <a:solidFill>
            <a:srgbClr val="1748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6425912" y="3863517"/>
            <a:ext cx="4876551" cy="665310"/>
          </a:xfrm>
          <a:prstGeom prst="rect">
            <a:avLst/>
          </a:prstGeom>
          <a:noFill/>
        </p:spPr>
        <p:txBody>
          <a:bodyPr wrap="square" lIns="0" tIns="0" rIns="0" bIns="0" anchor="t">
            <a:spAutoFit/>
          </a:bodyPr>
          <a:lstStyle/>
          <a:p>
            <a:pPr algn="ctr">
              <a:lnSpc>
                <a:spcPct val="125000"/>
              </a:lnSpc>
            </a:pPr>
            <a:r>
              <a:rPr lang="nl-BE" sz="1800" b="1">
                <a:solidFill>
                  <a:srgbClr val="52BDEC"/>
                </a:solidFill>
                <a:latin typeface="Consolas"/>
              </a:rPr>
              <a:t>Monitoring therapietrouw →</a:t>
            </a:r>
            <a:br>
              <a:rPr lang="nl-BE" sz="1800" b="1">
                <a:solidFill>
                  <a:srgbClr val="52BDEC"/>
                </a:solidFill>
                <a:latin typeface="Consolas"/>
              </a:rPr>
            </a:br>
            <a:r>
              <a:rPr lang="nl-BE" sz="1800" b="1">
                <a:solidFill>
                  <a:srgbClr val="52BDEC"/>
                </a:solidFill>
                <a:latin typeface="Consolas"/>
              </a:rPr>
              <a:t>Verbeteren therapietrouw</a:t>
            </a:r>
            <a:endParaRPr sz="1800" b="1">
              <a:solidFill>
                <a:srgbClr val="52BDEC"/>
              </a:solidFill>
              <a:latin typeface="Consolas"/>
            </a:endParaRPr>
          </a:p>
        </p:txBody>
      </p:sp>
      <p:sp>
        <p:nvSpPr>
          <p:cNvPr id="16" name="TextBox 15"/>
          <p:cNvSpPr txBox="1"/>
          <p:nvPr/>
        </p:nvSpPr>
        <p:spPr>
          <a:xfrm>
            <a:off x="6425912" y="4767654"/>
            <a:ext cx="4876551" cy="557653"/>
          </a:xfrm>
          <a:prstGeom prst="rect">
            <a:avLst/>
          </a:prstGeom>
          <a:noFill/>
        </p:spPr>
        <p:txBody>
          <a:bodyPr wrap="square" lIns="0" tIns="0" rIns="0" bIns="0" anchor="t">
            <a:spAutoFit/>
          </a:bodyPr>
          <a:lstStyle/>
          <a:p>
            <a:pPr algn="l">
              <a:lnSpc>
                <a:spcPct val="132000"/>
              </a:lnSpc>
            </a:pPr>
            <a:r>
              <a:rPr lang="nl-NL" sz="1450" b="0">
                <a:solidFill>
                  <a:srgbClr val="8FB6D0"/>
                </a:solidFill>
                <a:latin typeface="Segoe UI"/>
              </a:rPr>
              <a:t>Verhogen belang/motivatie therapietrouw</a:t>
            </a:r>
          </a:p>
          <a:p>
            <a:pPr algn="l">
              <a:lnSpc>
                <a:spcPct val="132000"/>
              </a:lnSpc>
            </a:pPr>
            <a:r>
              <a:rPr lang="nl-NL" sz="1450" b="0">
                <a:solidFill>
                  <a:srgbClr val="8FB6D0"/>
                </a:solidFill>
                <a:latin typeface="Segoe UI"/>
              </a:rPr>
              <a:t>Aanpakken barrières voor therapietrouw</a:t>
            </a:r>
            <a:endParaRPr sz="1450" b="0">
              <a:solidFill>
                <a:srgbClr val="8FB6D0"/>
              </a:solidFill>
              <a:latin typeface="Segoe UI"/>
            </a:endParaRPr>
          </a:p>
        </p:txBody>
      </p:sp>
      <p:sp>
        <p:nvSpPr>
          <p:cNvPr id="17" name="TextBox 16"/>
          <p:cNvSpPr txBox="1"/>
          <p:nvPr/>
        </p:nvSpPr>
        <p:spPr>
          <a:xfrm>
            <a:off x="10540736" y="6387940"/>
            <a:ext cx="1015974" cy="186141"/>
          </a:xfrm>
          <a:prstGeom prst="rect">
            <a:avLst/>
          </a:prstGeom>
          <a:noFill/>
        </p:spPr>
        <p:txBody>
          <a:bodyPr wrap="square" lIns="0" tIns="0" rIns="0" bIns="0" anchor="t">
            <a:spAutoFit/>
          </a:bodyPr>
          <a:lstStyle/>
          <a:p>
            <a:pPr algn="r">
              <a:lnSpc>
                <a:spcPct val="125000"/>
              </a:lnSpc>
            </a:pPr>
            <a:r>
              <a:rPr lang="nl-BE" sz="1050" b="0">
                <a:solidFill>
                  <a:srgbClr val="8FB6D0"/>
                </a:solidFill>
                <a:latin typeface="Consolas"/>
              </a:rPr>
              <a:t>19 / 31</a:t>
            </a:r>
            <a:endParaRPr sz="1050" b="0">
              <a:solidFill>
                <a:srgbClr val="8FB6D0"/>
              </a:solidFill>
              <a:latin typeface="Consolas"/>
            </a:endParaRPr>
          </a:p>
        </p:txBody>
      </p:sp>
      <p:pic>
        <p:nvPicPr>
          <p:cNvPr id="18" name="merk" descr="merk.png"/>
          <p:cNvPicPr>
            <a:picLocks noChangeAspect="1"/>
          </p:cNvPicPr>
          <p:nvPr/>
        </p:nvPicPr>
        <p:blipFill>
          <a:blip r:embed="rId3"/>
          <a:stretch>
            <a:fillRect/>
          </a:stretch>
        </p:blipFill>
        <p:spPr>
          <a:xfrm>
            <a:off x="11094166" y="368290"/>
            <a:ext cx="417101" cy="482587"/>
          </a:xfrm>
          <a:prstGeom prst="rect">
            <a:avLst/>
          </a:prstGeom>
        </p:spPr>
      </p:pic>
      <p:sp>
        <p:nvSpPr>
          <p:cNvPr id="19" name="TextBox 18"/>
          <p:cNvSpPr txBox="1"/>
          <p:nvPr/>
        </p:nvSpPr>
        <p:spPr>
          <a:xfrm>
            <a:off x="634984" y="6629234"/>
            <a:ext cx="10921726" cy="177795"/>
          </a:xfrm>
          <a:prstGeom prst="rect">
            <a:avLst/>
          </a:prstGeom>
          <a:noFill/>
        </p:spPr>
        <p:txBody>
          <a:bodyPr wrap="square" lIns="0" tIns="0" rIns="0" bIns="0" anchor="t">
            <a:spAutoFit/>
          </a:bodyPr>
          <a:lstStyle/>
          <a:p>
            <a:pPr algn="l">
              <a:lnSpc>
                <a:spcPct val="125000"/>
              </a:lnSpc>
            </a:pPr>
            <a:r>
              <a:rPr lang="nl-NL" sz="1000" b="0">
                <a:solidFill>
                  <a:srgbClr val="8FB6D0"/>
                </a:solidFill>
                <a:latin typeface="Consolas"/>
              </a:rPr>
              <a:t>Bron  SEBIA-overzicht voor de voetklinieken, F. Dobbels, 12 oktober 2026</a:t>
            </a:r>
            <a:endParaRPr sz="1000" b="0">
              <a:solidFill>
                <a:srgbClr val="8FB6D0"/>
              </a:solidFill>
              <a:latin typeface="Consolas"/>
            </a:endParaRPr>
          </a:p>
        </p:txBody>
      </p:sp>
    </p:spTree>
    <p:extLst>
      <p:ext uri="{BB962C8B-B14F-4D97-AF65-F5344CB8AC3E}">
        <p14:creationId xmlns:p14="http://schemas.microsoft.com/office/powerpoint/2010/main" val="4184741799"/>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200">
        <p159:morph option="byObject"/>
      </p:transition>
    </mc:Choice>
    <mc:Fallback xmlns="">
      <p:transition spd="slow">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7828"/>
          </a:xfrm>
          <a:prstGeom prst="rect">
            <a:avLst/>
          </a:prstGeom>
          <a:gradFill rotWithShape="1">
            <a:gsLst>
              <a:gs pos="0">
                <a:srgbClr val="072138"/>
              </a:gs>
              <a:gs pos="100000">
                <a:srgbClr val="04182A"/>
              </a:gs>
            </a:gsLst>
            <a:lin ang="5400000" scaled="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634984" y="571485"/>
            <a:ext cx="9524761" cy="221599"/>
          </a:xfrm>
          <a:prstGeom prst="rect">
            <a:avLst/>
          </a:prstGeom>
          <a:noFill/>
        </p:spPr>
        <p:txBody>
          <a:bodyPr wrap="square" lIns="0" tIns="0" rIns="0" bIns="0" anchor="t">
            <a:spAutoFit/>
          </a:bodyPr>
          <a:lstStyle/>
          <a:p>
            <a:pPr algn="l">
              <a:lnSpc>
                <a:spcPct val="125000"/>
              </a:lnSpc>
            </a:pPr>
            <a:r>
              <a:rPr lang="nl-NL" sz="1250" b="1" spc="240">
                <a:solidFill>
                  <a:srgbClr val="52BDEC"/>
                </a:solidFill>
                <a:latin typeface="Consolas"/>
              </a:rPr>
              <a:t>SEBIA · OP ELKE VISITE EEN GESPREK</a:t>
            </a:r>
            <a:endParaRPr sz="1250" b="1" spc="240">
              <a:solidFill>
                <a:srgbClr val="52BDEC"/>
              </a:solidFill>
              <a:latin typeface="Consolas"/>
            </a:endParaRPr>
          </a:p>
        </p:txBody>
      </p:sp>
      <p:sp>
        <p:nvSpPr>
          <p:cNvPr id="4" name="sectietitel"/>
          <p:cNvSpPr txBox="1"/>
          <p:nvPr/>
        </p:nvSpPr>
        <p:spPr>
          <a:xfrm>
            <a:off x="634984" y="838179"/>
            <a:ext cx="9905752" cy="624017"/>
          </a:xfrm>
          <a:prstGeom prst="rect">
            <a:avLst/>
          </a:prstGeom>
          <a:noFill/>
        </p:spPr>
        <p:txBody>
          <a:bodyPr wrap="square" lIns="0" tIns="0" rIns="0" bIns="0" anchor="t">
            <a:spAutoFit/>
          </a:bodyPr>
          <a:lstStyle/>
          <a:p>
            <a:pPr algn="l">
              <a:lnSpc>
                <a:spcPct val="110000"/>
              </a:lnSpc>
            </a:pPr>
            <a:r>
              <a:rPr lang="nl-BE" sz="4000" b="1">
                <a:solidFill>
                  <a:srgbClr val="F2F8FC"/>
                </a:solidFill>
                <a:latin typeface="Segoe UI"/>
              </a:rPr>
              <a:t>Overzicht inhoud studievisites</a:t>
            </a:r>
            <a:endParaRPr sz="4000" b="1">
              <a:solidFill>
                <a:srgbClr val="F2F8FC"/>
              </a:solidFill>
              <a:latin typeface="Segoe UI"/>
            </a:endParaRPr>
          </a:p>
        </p:txBody>
      </p:sp>
      <p:sp>
        <p:nvSpPr>
          <p:cNvPr id="5" name="Rectangle 4"/>
          <p:cNvSpPr/>
          <p:nvPr/>
        </p:nvSpPr>
        <p:spPr>
          <a:xfrm>
            <a:off x="634984" y="1879600"/>
            <a:ext cx="10921726" cy="9524"/>
          </a:xfrm>
          <a:prstGeom prst="rect">
            <a:avLst/>
          </a:prstGeom>
          <a:solidFill>
            <a:srgbClr val="215B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634984" y="2032000"/>
            <a:ext cx="2412939" cy="346633"/>
          </a:xfrm>
          <a:prstGeom prst="rect">
            <a:avLst/>
          </a:prstGeom>
          <a:noFill/>
        </p:spPr>
        <p:txBody>
          <a:bodyPr wrap="square" lIns="0" tIns="0" rIns="0" bIns="0" anchor="t">
            <a:spAutoFit/>
          </a:bodyPr>
          <a:lstStyle/>
          <a:p>
            <a:pPr algn="l">
              <a:lnSpc>
                <a:spcPct val="125000"/>
              </a:lnSpc>
            </a:pPr>
            <a:r>
              <a:rPr lang="nl-BE" sz="2000" b="1">
                <a:solidFill>
                  <a:srgbClr val="F2F8FC"/>
                </a:solidFill>
                <a:latin typeface="Segoe UI"/>
              </a:rPr>
              <a:t>V1 · baseline</a:t>
            </a:r>
            <a:endParaRPr sz="2000" b="1" dirty="0">
              <a:solidFill>
                <a:srgbClr val="F2F8FC"/>
              </a:solidFill>
              <a:latin typeface="Segoe UI"/>
            </a:endParaRPr>
          </a:p>
        </p:txBody>
      </p:sp>
      <p:sp>
        <p:nvSpPr>
          <p:cNvPr id="7" name="TextBox 6"/>
          <p:cNvSpPr txBox="1"/>
          <p:nvPr/>
        </p:nvSpPr>
        <p:spPr>
          <a:xfrm>
            <a:off x="3302000" y="2095500"/>
            <a:ext cx="6223000" cy="208647"/>
          </a:xfrm>
          <a:prstGeom prst="rect">
            <a:avLst/>
          </a:prstGeom>
          <a:noFill/>
        </p:spPr>
        <p:txBody>
          <a:bodyPr wrap="square" lIns="0" tIns="0" rIns="0" bIns="0" anchor="t">
            <a:spAutoFit/>
          </a:bodyPr>
          <a:lstStyle/>
          <a:p>
            <a:pPr algn="l">
              <a:lnSpc>
                <a:spcPct val="132000"/>
              </a:lnSpc>
            </a:pPr>
            <a:r>
              <a:rPr lang="nl-NL" sz="1150" b="0">
                <a:solidFill>
                  <a:srgbClr val="8FB6D0"/>
                </a:solidFill>
                <a:latin typeface="Segoe UI"/>
              </a:rPr>
              <a:t>Mondelinge educatie voetzorg · Demonstratie goede voetzorg · Uitleg over activity monitor</a:t>
            </a:r>
            <a:endParaRPr sz="1150" b="0">
              <a:solidFill>
                <a:srgbClr val="8FB6D0"/>
              </a:solidFill>
              <a:latin typeface="Segoe UI"/>
            </a:endParaRPr>
          </a:p>
        </p:txBody>
      </p:sp>
      <p:sp>
        <p:nvSpPr>
          <p:cNvPr id="8" name="TextBox 7"/>
          <p:cNvSpPr txBox="1"/>
          <p:nvPr/>
        </p:nvSpPr>
        <p:spPr>
          <a:xfrm>
            <a:off x="9905752" y="2082800"/>
            <a:ext cx="1650958" cy="230448"/>
          </a:xfrm>
          <a:prstGeom prst="rect">
            <a:avLst/>
          </a:prstGeom>
          <a:noFill/>
        </p:spPr>
        <p:txBody>
          <a:bodyPr wrap="square" lIns="0" tIns="0" rIns="0" bIns="0" anchor="t">
            <a:spAutoFit/>
          </a:bodyPr>
          <a:lstStyle/>
          <a:p>
            <a:pPr algn="r">
              <a:lnSpc>
                <a:spcPct val="125000"/>
              </a:lnSpc>
            </a:pPr>
            <a:r>
              <a:rPr lang="nl-BE" sz="1300" b="1">
                <a:solidFill>
                  <a:srgbClr val="52BDEC"/>
                </a:solidFill>
                <a:latin typeface="Consolas"/>
              </a:rPr>
              <a:t>educatie</a:t>
            </a:r>
            <a:endParaRPr sz="1300" b="1">
              <a:solidFill>
                <a:srgbClr val="52BDEC"/>
              </a:solidFill>
              <a:latin typeface="Consolas"/>
            </a:endParaRPr>
          </a:p>
        </p:txBody>
      </p:sp>
      <p:sp>
        <p:nvSpPr>
          <p:cNvPr id="9" name="Rectangle 8"/>
          <p:cNvSpPr/>
          <p:nvPr/>
        </p:nvSpPr>
        <p:spPr>
          <a:xfrm>
            <a:off x="634984" y="2819400"/>
            <a:ext cx="10921726" cy="9524"/>
          </a:xfrm>
          <a:prstGeom prst="rect">
            <a:avLst/>
          </a:prstGeom>
          <a:solidFill>
            <a:srgbClr val="215B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634984" y="2971800"/>
            <a:ext cx="2412939" cy="346633"/>
          </a:xfrm>
          <a:prstGeom prst="rect">
            <a:avLst/>
          </a:prstGeom>
          <a:noFill/>
        </p:spPr>
        <p:txBody>
          <a:bodyPr wrap="square" lIns="0" tIns="0" rIns="0" bIns="0" anchor="t">
            <a:spAutoFit/>
          </a:bodyPr>
          <a:lstStyle/>
          <a:p>
            <a:pPr algn="l">
              <a:lnSpc>
                <a:spcPct val="125000"/>
              </a:lnSpc>
            </a:pPr>
            <a:r>
              <a:rPr lang="nl-BE" sz="2000" b="1">
                <a:solidFill>
                  <a:srgbClr val="F2F8FC"/>
                </a:solidFill>
                <a:latin typeface="Segoe UI"/>
              </a:rPr>
              <a:t>V2 · D14–M1</a:t>
            </a:r>
            <a:endParaRPr sz="2000" b="1">
              <a:solidFill>
                <a:srgbClr val="F2F8FC"/>
              </a:solidFill>
              <a:latin typeface="Segoe UI"/>
            </a:endParaRPr>
          </a:p>
        </p:txBody>
      </p:sp>
      <p:sp>
        <p:nvSpPr>
          <p:cNvPr id="11" name="TextBox 10"/>
          <p:cNvSpPr txBox="1"/>
          <p:nvPr/>
        </p:nvSpPr>
        <p:spPr>
          <a:xfrm>
            <a:off x="3302000" y="3035300"/>
            <a:ext cx="6223000" cy="442237"/>
          </a:xfrm>
          <a:prstGeom prst="rect">
            <a:avLst/>
          </a:prstGeom>
          <a:noFill/>
        </p:spPr>
        <p:txBody>
          <a:bodyPr wrap="square" lIns="0" tIns="0" rIns="0" bIns="0" anchor="t">
            <a:spAutoFit/>
          </a:bodyPr>
          <a:lstStyle/>
          <a:p>
            <a:pPr algn="l">
              <a:lnSpc>
                <a:spcPct val="132000"/>
              </a:lnSpc>
            </a:pPr>
            <a:r>
              <a:rPr lang="nl-NL" sz="1150" b="0">
                <a:solidFill>
                  <a:srgbClr val="8FB6D0"/>
                </a:solidFill>
                <a:latin typeface="Segoe UI"/>
              </a:rPr>
              <a:t>Evaluatie kennis voetzorg (op basis van NAFF) + re-educatie · Educatie belang dragen zolen en gepaste schoenen · Uitleg over doel van de sensor in de zolen</a:t>
            </a:r>
            <a:endParaRPr sz="1150" b="0" dirty="0">
              <a:solidFill>
                <a:srgbClr val="8FB6D0"/>
              </a:solidFill>
              <a:latin typeface="Segoe UI"/>
            </a:endParaRPr>
          </a:p>
        </p:txBody>
      </p:sp>
      <p:sp>
        <p:nvSpPr>
          <p:cNvPr id="12" name="TextBox 11"/>
          <p:cNvSpPr txBox="1"/>
          <p:nvPr/>
        </p:nvSpPr>
        <p:spPr>
          <a:xfrm>
            <a:off x="9905752" y="3022600"/>
            <a:ext cx="1650958" cy="230448"/>
          </a:xfrm>
          <a:prstGeom prst="rect">
            <a:avLst/>
          </a:prstGeom>
          <a:noFill/>
        </p:spPr>
        <p:txBody>
          <a:bodyPr wrap="square" lIns="0" tIns="0" rIns="0" bIns="0" anchor="t">
            <a:spAutoFit/>
          </a:bodyPr>
          <a:lstStyle/>
          <a:p>
            <a:pPr algn="r">
              <a:lnSpc>
                <a:spcPct val="125000"/>
              </a:lnSpc>
            </a:pPr>
            <a:r>
              <a:rPr lang="nl-BE" sz="1300" b="1">
                <a:solidFill>
                  <a:srgbClr val="52BDEC"/>
                </a:solidFill>
                <a:latin typeface="Consolas"/>
              </a:rPr>
              <a:t>educatie</a:t>
            </a:r>
            <a:endParaRPr sz="1300" b="1">
              <a:solidFill>
                <a:srgbClr val="52BDEC"/>
              </a:solidFill>
              <a:latin typeface="Consolas"/>
            </a:endParaRPr>
          </a:p>
        </p:txBody>
      </p:sp>
      <p:sp>
        <p:nvSpPr>
          <p:cNvPr id="13" name="Rectangle 12"/>
          <p:cNvSpPr/>
          <p:nvPr/>
        </p:nvSpPr>
        <p:spPr>
          <a:xfrm>
            <a:off x="634984" y="3759200"/>
            <a:ext cx="10921726" cy="9524"/>
          </a:xfrm>
          <a:prstGeom prst="rect">
            <a:avLst/>
          </a:prstGeom>
          <a:solidFill>
            <a:srgbClr val="215B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634984" y="3911600"/>
            <a:ext cx="2412939" cy="346633"/>
          </a:xfrm>
          <a:prstGeom prst="rect">
            <a:avLst/>
          </a:prstGeom>
          <a:noFill/>
        </p:spPr>
        <p:txBody>
          <a:bodyPr wrap="square" lIns="0" tIns="0" rIns="0" bIns="0" anchor="t">
            <a:spAutoFit/>
          </a:bodyPr>
          <a:lstStyle/>
          <a:p>
            <a:pPr algn="l">
              <a:lnSpc>
                <a:spcPct val="125000"/>
              </a:lnSpc>
            </a:pPr>
            <a:r>
              <a:rPr lang="nl-BE" sz="2000" b="1">
                <a:solidFill>
                  <a:srgbClr val="F2F8FC"/>
                </a:solidFill>
                <a:latin typeface="Segoe UI"/>
              </a:rPr>
              <a:t>V3 · V5 · V7</a:t>
            </a:r>
            <a:endParaRPr sz="2000" b="1">
              <a:solidFill>
                <a:srgbClr val="F2F8FC"/>
              </a:solidFill>
              <a:latin typeface="Segoe UI"/>
            </a:endParaRPr>
          </a:p>
        </p:txBody>
      </p:sp>
      <p:sp>
        <p:nvSpPr>
          <p:cNvPr id="15" name="TextBox 14"/>
          <p:cNvSpPr txBox="1"/>
          <p:nvPr/>
        </p:nvSpPr>
        <p:spPr>
          <a:xfrm>
            <a:off x="3302000" y="3975100"/>
            <a:ext cx="6223000" cy="442237"/>
          </a:xfrm>
          <a:prstGeom prst="rect">
            <a:avLst/>
          </a:prstGeom>
          <a:noFill/>
        </p:spPr>
        <p:txBody>
          <a:bodyPr wrap="square" lIns="0" tIns="0" rIns="0" bIns="0" anchor="t">
            <a:spAutoFit/>
          </a:bodyPr>
          <a:lstStyle/>
          <a:p>
            <a:pPr algn="l">
              <a:lnSpc>
                <a:spcPct val="132000"/>
              </a:lnSpc>
            </a:pPr>
            <a:r>
              <a:rPr lang="nl-NL" sz="1150" b="0">
                <a:solidFill>
                  <a:srgbClr val="8FB6D0"/>
                </a:solidFill>
                <a:latin typeface="Segoe UI"/>
              </a:rPr>
              <a:t>Feedback therapietrouw op basis van sensor-output · Toepassen therapietrouwverhogende interventies</a:t>
            </a:r>
            <a:endParaRPr sz="1150" b="0" dirty="0">
              <a:solidFill>
                <a:srgbClr val="8FB6D0"/>
              </a:solidFill>
              <a:latin typeface="Segoe UI"/>
            </a:endParaRPr>
          </a:p>
        </p:txBody>
      </p:sp>
      <p:sp>
        <p:nvSpPr>
          <p:cNvPr id="16" name="TextBox 15"/>
          <p:cNvSpPr txBox="1"/>
          <p:nvPr/>
        </p:nvSpPr>
        <p:spPr>
          <a:xfrm>
            <a:off x="9905752" y="3962400"/>
            <a:ext cx="1650958" cy="230448"/>
          </a:xfrm>
          <a:prstGeom prst="rect">
            <a:avLst/>
          </a:prstGeom>
          <a:noFill/>
        </p:spPr>
        <p:txBody>
          <a:bodyPr wrap="square" lIns="0" tIns="0" rIns="0" bIns="0" anchor="t">
            <a:spAutoFit/>
          </a:bodyPr>
          <a:lstStyle/>
          <a:p>
            <a:pPr algn="r">
              <a:lnSpc>
                <a:spcPct val="125000"/>
              </a:lnSpc>
            </a:pPr>
            <a:r>
              <a:rPr lang="nl-BE" sz="1300" b="1">
                <a:solidFill>
                  <a:srgbClr val="52BDEC"/>
                </a:solidFill>
                <a:latin typeface="Consolas"/>
              </a:rPr>
              <a:t>therapietrouw</a:t>
            </a:r>
            <a:endParaRPr sz="1300" b="1" dirty="0">
              <a:solidFill>
                <a:srgbClr val="52BDEC"/>
              </a:solidFill>
              <a:latin typeface="Consolas"/>
            </a:endParaRPr>
          </a:p>
        </p:txBody>
      </p:sp>
      <p:sp>
        <p:nvSpPr>
          <p:cNvPr id="17" name="Rectangle 16"/>
          <p:cNvSpPr/>
          <p:nvPr/>
        </p:nvSpPr>
        <p:spPr>
          <a:xfrm>
            <a:off x="634984" y="4699000"/>
            <a:ext cx="10921726" cy="9524"/>
          </a:xfrm>
          <a:prstGeom prst="rect">
            <a:avLst/>
          </a:prstGeom>
          <a:solidFill>
            <a:srgbClr val="215B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634984" y="4851400"/>
            <a:ext cx="2412939" cy="346633"/>
          </a:xfrm>
          <a:prstGeom prst="rect">
            <a:avLst/>
          </a:prstGeom>
          <a:noFill/>
        </p:spPr>
        <p:txBody>
          <a:bodyPr wrap="square" lIns="0" tIns="0" rIns="0" bIns="0" anchor="t">
            <a:spAutoFit/>
          </a:bodyPr>
          <a:lstStyle/>
          <a:p>
            <a:pPr algn="l">
              <a:lnSpc>
                <a:spcPct val="125000"/>
              </a:lnSpc>
            </a:pPr>
            <a:r>
              <a:rPr lang="nl-BE" sz="2000" b="1">
                <a:solidFill>
                  <a:srgbClr val="F2F8FC"/>
                </a:solidFill>
                <a:latin typeface="Segoe UI"/>
              </a:rPr>
              <a:t>V4 · V6</a:t>
            </a:r>
            <a:endParaRPr sz="2000" b="1">
              <a:solidFill>
                <a:srgbClr val="F2F8FC"/>
              </a:solidFill>
              <a:latin typeface="Segoe UI"/>
            </a:endParaRPr>
          </a:p>
        </p:txBody>
      </p:sp>
      <p:sp>
        <p:nvSpPr>
          <p:cNvPr id="19" name="TextBox 18"/>
          <p:cNvSpPr txBox="1"/>
          <p:nvPr/>
        </p:nvSpPr>
        <p:spPr>
          <a:xfrm>
            <a:off x="3302000" y="4914900"/>
            <a:ext cx="6223000" cy="675826"/>
          </a:xfrm>
          <a:prstGeom prst="rect">
            <a:avLst/>
          </a:prstGeom>
          <a:noFill/>
        </p:spPr>
        <p:txBody>
          <a:bodyPr wrap="square" lIns="0" tIns="0" rIns="0" bIns="0" anchor="t">
            <a:spAutoFit/>
          </a:bodyPr>
          <a:lstStyle/>
          <a:p>
            <a:pPr algn="l">
              <a:lnSpc>
                <a:spcPct val="132000"/>
              </a:lnSpc>
            </a:pPr>
            <a:r>
              <a:rPr lang="nl-NL" sz="1150" b="0">
                <a:solidFill>
                  <a:srgbClr val="8FB6D0"/>
                </a:solidFill>
                <a:latin typeface="Segoe UI"/>
              </a:rPr>
              <a:t>Evaluatie vaardigheden goede voetzorg · Evaluatie nood aan bijkomende kennis voetzorg (obv NAFF) · Feedback therapietrouw op basis van sensor-output · Toepassen therapietrouwverhogende interventies</a:t>
            </a:r>
            <a:endParaRPr sz="1150" b="0" dirty="0">
              <a:solidFill>
                <a:srgbClr val="8FB6D0"/>
              </a:solidFill>
              <a:latin typeface="Segoe UI"/>
            </a:endParaRPr>
          </a:p>
        </p:txBody>
      </p:sp>
      <p:sp>
        <p:nvSpPr>
          <p:cNvPr id="20" name="TextBox 19"/>
          <p:cNvSpPr txBox="1"/>
          <p:nvPr/>
        </p:nvSpPr>
        <p:spPr>
          <a:xfrm>
            <a:off x="9905752" y="4902200"/>
            <a:ext cx="1650958" cy="230448"/>
          </a:xfrm>
          <a:prstGeom prst="rect">
            <a:avLst/>
          </a:prstGeom>
          <a:noFill/>
        </p:spPr>
        <p:txBody>
          <a:bodyPr wrap="square" lIns="0" tIns="0" rIns="0" bIns="0" anchor="t">
            <a:spAutoFit/>
          </a:bodyPr>
          <a:lstStyle/>
          <a:p>
            <a:pPr algn="r">
              <a:lnSpc>
                <a:spcPct val="125000"/>
              </a:lnSpc>
            </a:pPr>
            <a:r>
              <a:rPr lang="nl-BE" sz="1300" b="1">
                <a:solidFill>
                  <a:srgbClr val="52BDEC"/>
                </a:solidFill>
                <a:latin typeface="Consolas"/>
              </a:rPr>
              <a:t>beide</a:t>
            </a:r>
            <a:endParaRPr sz="1300" b="1">
              <a:solidFill>
                <a:srgbClr val="52BDEC"/>
              </a:solidFill>
              <a:latin typeface="Consolas"/>
            </a:endParaRPr>
          </a:p>
        </p:txBody>
      </p:sp>
      <p:sp>
        <p:nvSpPr>
          <p:cNvPr id="23" name="TextBox 22"/>
          <p:cNvSpPr txBox="1"/>
          <p:nvPr/>
        </p:nvSpPr>
        <p:spPr>
          <a:xfrm>
            <a:off x="10540736" y="6387940"/>
            <a:ext cx="1015974" cy="186141"/>
          </a:xfrm>
          <a:prstGeom prst="rect">
            <a:avLst/>
          </a:prstGeom>
          <a:noFill/>
        </p:spPr>
        <p:txBody>
          <a:bodyPr wrap="square" lIns="0" tIns="0" rIns="0" bIns="0" anchor="t">
            <a:spAutoFit/>
          </a:bodyPr>
          <a:lstStyle/>
          <a:p>
            <a:pPr algn="r">
              <a:lnSpc>
                <a:spcPct val="125000"/>
              </a:lnSpc>
            </a:pPr>
            <a:r>
              <a:rPr lang="nl-BE" sz="1050" b="0">
                <a:solidFill>
                  <a:srgbClr val="8FB6D0"/>
                </a:solidFill>
                <a:latin typeface="Consolas"/>
              </a:rPr>
              <a:t>20 / 31</a:t>
            </a:r>
            <a:endParaRPr sz="1050" b="0">
              <a:solidFill>
                <a:srgbClr val="8FB6D0"/>
              </a:solidFill>
              <a:latin typeface="Consolas"/>
            </a:endParaRPr>
          </a:p>
        </p:txBody>
      </p:sp>
      <p:pic>
        <p:nvPicPr>
          <p:cNvPr id="24" name="merk" descr="merk.png"/>
          <p:cNvPicPr>
            <a:picLocks noChangeAspect="1"/>
          </p:cNvPicPr>
          <p:nvPr/>
        </p:nvPicPr>
        <p:blipFill>
          <a:blip r:embed="rId3"/>
          <a:stretch>
            <a:fillRect/>
          </a:stretch>
        </p:blipFill>
        <p:spPr>
          <a:xfrm>
            <a:off x="11094166" y="368290"/>
            <a:ext cx="417101" cy="482587"/>
          </a:xfrm>
          <a:prstGeom prst="rect">
            <a:avLst/>
          </a:prstGeom>
        </p:spPr>
      </p:pic>
      <p:sp>
        <p:nvSpPr>
          <p:cNvPr id="21" name="rij5 lijn">
            <a:extLst>
              <a:ext uri="{FF2B5EF4-FFF2-40B4-BE49-F238E27FC236}">
                <a16:creationId xmlns:a16="http://schemas.microsoft.com/office/drawing/2014/main" id="{9800A204-6E25-7415-1656-CA2AE41AC8D3}"/>
              </a:ext>
            </a:extLst>
          </p:cNvPr>
          <p:cNvSpPr/>
          <p:nvPr/>
        </p:nvSpPr>
        <p:spPr>
          <a:xfrm>
            <a:off x="634984" y="5638800"/>
            <a:ext cx="10921726" cy="9524"/>
          </a:xfrm>
          <a:prstGeom prst="rect">
            <a:avLst/>
          </a:prstGeom>
          <a:solidFill>
            <a:srgbClr val="215B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rij5 label">
            <a:extLst>
              <a:ext uri="{FF2B5EF4-FFF2-40B4-BE49-F238E27FC236}">
                <a16:creationId xmlns:a16="http://schemas.microsoft.com/office/drawing/2014/main" id="{32F0A583-0B47-FCC3-8CFE-B6BCC96965B2}"/>
              </a:ext>
            </a:extLst>
          </p:cNvPr>
          <p:cNvSpPr txBox="1"/>
          <p:nvPr/>
        </p:nvSpPr>
        <p:spPr>
          <a:xfrm>
            <a:off x="634984" y="5791200"/>
            <a:ext cx="2412939" cy="346633"/>
          </a:xfrm>
          <a:prstGeom prst="rect">
            <a:avLst/>
          </a:prstGeom>
          <a:noFill/>
        </p:spPr>
        <p:txBody>
          <a:bodyPr wrap="square" lIns="0" tIns="0" rIns="0" bIns="0" anchor="t">
            <a:spAutoFit/>
          </a:bodyPr>
          <a:lstStyle/>
          <a:p>
            <a:pPr algn="l">
              <a:lnSpc>
                <a:spcPct val="125000"/>
              </a:lnSpc>
            </a:pPr>
            <a:r>
              <a:rPr lang="nl-BE" sz="2000" b="1">
                <a:solidFill>
                  <a:srgbClr val="F2F8FC"/>
                </a:solidFill>
                <a:latin typeface="Segoe UI"/>
              </a:rPr>
              <a:t>V8 · maand 18</a:t>
            </a:r>
            <a:endParaRPr sz="2000" b="1">
              <a:solidFill>
                <a:srgbClr val="F2F8FC"/>
              </a:solidFill>
              <a:latin typeface="Segoe UI"/>
            </a:endParaRPr>
          </a:p>
        </p:txBody>
      </p:sp>
      <p:sp>
        <p:nvSpPr>
          <p:cNvPr id="25" name="rij5 tekst">
            <a:extLst>
              <a:ext uri="{FF2B5EF4-FFF2-40B4-BE49-F238E27FC236}">
                <a16:creationId xmlns:a16="http://schemas.microsoft.com/office/drawing/2014/main" id="{48121CF9-029C-29B3-E400-293E86CEE25D}"/>
              </a:ext>
            </a:extLst>
          </p:cNvPr>
          <p:cNvSpPr txBox="1"/>
          <p:nvPr/>
        </p:nvSpPr>
        <p:spPr>
          <a:xfrm>
            <a:off x="3302000" y="5854700"/>
            <a:ext cx="6223000" cy="208647"/>
          </a:xfrm>
          <a:prstGeom prst="rect">
            <a:avLst/>
          </a:prstGeom>
          <a:noFill/>
        </p:spPr>
        <p:txBody>
          <a:bodyPr wrap="square" lIns="0" tIns="0" rIns="0" bIns="0" anchor="t">
            <a:spAutoFit/>
          </a:bodyPr>
          <a:lstStyle/>
          <a:p>
            <a:pPr algn="l">
              <a:lnSpc>
                <a:spcPct val="132000"/>
              </a:lnSpc>
            </a:pPr>
            <a:r>
              <a:rPr lang="nl-NL" sz="1150" b="0">
                <a:solidFill>
                  <a:srgbClr val="8FB6D0"/>
                </a:solidFill>
                <a:latin typeface="Segoe UI"/>
              </a:rPr>
              <a:t>Afrondend gesprek (geen feedback of nieuwe interventies)</a:t>
            </a:r>
            <a:endParaRPr sz="1150" b="0" dirty="0">
              <a:solidFill>
                <a:srgbClr val="8FB6D0"/>
              </a:solidFill>
              <a:latin typeface="Segoe UI"/>
            </a:endParaRPr>
          </a:p>
        </p:txBody>
      </p:sp>
      <p:sp>
        <p:nvSpPr>
          <p:cNvPr id="26" name="rij5 badge">
            <a:extLst>
              <a:ext uri="{FF2B5EF4-FFF2-40B4-BE49-F238E27FC236}">
                <a16:creationId xmlns:a16="http://schemas.microsoft.com/office/drawing/2014/main" id="{F03E0BDD-F271-B330-F6D0-C5C783DCB2BE}"/>
              </a:ext>
            </a:extLst>
          </p:cNvPr>
          <p:cNvSpPr txBox="1"/>
          <p:nvPr/>
        </p:nvSpPr>
        <p:spPr>
          <a:xfrm>
            <a:off x="9905752" y="5842000"/>
            <a:ext cx="1650958" cy="230448"/>
          </a:xfrm>
          <a:prstGeom prst="rect">
            <a:avLst/>
          </a:prstGeom>
          <a:noFill/>
        </p:spPr>
        <p:txBody>
          <a:bodyPr wrap="square" lIns="0" tIns="0" rIns="0" bIns="0" anchor="t">
            <a:spAutoFit/>
          </a:bodyPr>
          <a:lstStyle/>
          <a:p>
            <a:pPr algn="r">
              <a:lnSpc>
                <a:spcPct val="125000"/>
              </a:lnSpc>
            </a:pPr>
            <a:r>
              <a:rPr lang="nl-BE" sz="1300" b="1">
                <a:solidFill>
                  <a:srgbClr val="52BDEC"/>
                </a:solidFill>
                <a:latin typeface="Consolas"/>
              </a:rPr>
              <a:t>afronding</a:t>
            </a:r>
            <a:endParaRPr sz="1300" b="1">
              <a:solidFill>
                <a:srgbClr val="52BDEC"/>
              </a:solidFill>
              <a:latin typeface="Consolas"/>
            </a:endParaRPr>
          </a:p>
        </p:txBody>
      </p:sp>
      <p:sp>
        <p:nvSpPr>
          <p:cNvPr id="27" name="bron">
            <a:extLst>
              <a:ext uri="{FF2B5EF4-FFF2-40B4-BE49-F238E27FC236}">
                <a16:creationId xmlns:a16="http://schemas.microsoft.com/office/drawing/2014/main" id="{2C611D94-62A7-B930-46FE-1BA4ADF83865}"/>
              </a:ext>
            </a:extLst>
          </p:cNvPr>
          <p:cNvSpPr txBox="1"/>
          <p:nvPr/>
        </p:nvSpPr>
        <p:spPr>
          <a:xfrm>
            <a:off x="634984" y="6629234"/>
            <a:ext cx="10921726" cy="177795"/>
          </a:xfrm>
          <a:prstGeom prst="rect">
            <a:avLst/>
          </a:prstGeom>
          <a:noFill/>
        </p:spPr>
        <p:txBody>
          <a:bodyPr vert="horz" wrap="square" lIns="0" tIns="0" rIns="0" bIns="0" rtlCol="0">
            <a:noAutofit/>
          </a:bodyPr>
          <a:lstStyle/>
          <a:p>
            <a:r>
              <a:rPr lang="nl-NL" sz="1000">
                <a:solidFill>
                  <a:srgbClr val="8FB6D0"/>
                </a:solidFill>
                <a:latin typeface="Consolas" panose="020B0609020204030204" pitchFamily="49" charset="0"/>
              </a:rPr>
              <a:t>Bron  SEBIA-overzicht voor de voetklinieken, F. Dobbels, 12 oktober 2026</a:t>
            </a:r>
            <a:endParaRPr lang="nl-BE" sz="1000">
              <a:solidFill>
                <a:srgbClr val="8FB6D0"/>
              </a:solidFill>
              <a:latin typeface="Consolas" panose="020B0609020204030204" pitchFamily="49" charset="0"/>
            </a:endParaRPr>
          </a:p>
        </p:txBody>
      </p:sp>
    </p:spTree>
    <p:extLst>
      <p:ext uri="{BB962C8B-B14F-4D97-AF65-F5344CB8AC3E}">
        <p14:creationId xmlns:p14="http://schemas.microsoft.com/office/powerpoint/2010/main" val="527596910"/>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200">
        <p159:morph option="byObject"/>
      </p:transition>
    </mc:Choice>
    <mc:Fallback xmlns="">
      <p:transition spd="slow">
        <p:fade/>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7828"/>
          </a:xfrm>
          <a:prstGeom prst="rect">
            <a:avLst/>
          </a:prstGeom>
          <a:gradFill rotWithShape="1">
            <a:gsLst>
              <a:gs pos="0">
                <a:srgbClr val="072138"/>
              </a:gs>
              <a:gs pos="100000">
                <a:srgbClr val="04182A"/>
              </a:gs>
            </a:gsLst>
            <a:lin ang="5400000" scaled="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634984" y="571485"/>
            <a:ext cx="9524761" cy="215894"/>
          </a:xfrm>
          <a:prstGeom prst="rect">
            <a:avLst/>
          </a:prstGeom>
          <a:noFill/>
        </p:spPr>
        <p:txBody>
          <a:bodyPr wrap="square" lIns="0" tIns="0" rIns="0" bIns="0" anchor="t">
            <a:spAutoFit/>
          </a:bodyPr>
          <a:lstStyle/>
          <a:p>
            <a:pPr algn="l">
              <a:lnSpc>
                <a:spcPct val="125000"/>
              </a:lnSpc>
            </a:pPr>
            <a:r>
              <a:rPr sz="1250" b="1" spc="240">
                <a:solidFill>
                  <a:srgbClr val="52BDEC"/>
                </a:solidFill>
                <a:latin typeface="Consolas"/>
              </a:rPr>
              <a:t>DE TECHNIEK</a:t>
            </a:r>
          </a:p>
        </p:txBody>
      </p:sp>
      <p:sp>
        <p:nvSpPr>
          <p:cNvPr id="4" name="sectietitel"/>
          <p:cNvSpPr txBox="1"/>
          <p:nvPr/>
        </p:nvSpPr>
        <p:spPr>
          <a:xfrm>
            <a:off x="634984" y="838179"/>
            <a:ext cx="9905752" cy="1269968"/>
          </a:xfrm>
          <a:prstGeom prst="rect">
            <a:avLst/>
          </a:prstGeom>
          <a:noFill/>
        </p:spPr>
        <p:txBody>
          <a:bodyPr wrap="square" lIns="0" tIns="0" rIns="0" bIns="0" anchor="t">
            <a:spAutoFit/>
          </a:bodyPr>
          <a:lstStyle/>
          <a:p>
            <a:pPr algn="l">
              <a:lnSpc>
                <a:spcPct val="110000"/>
              </a:lnSpc>
            </a:pPr>
            <a:r>
              <a:rPr sz="4000" b="1">
                <a:solidFill>
                  <a:srgbClr val="F2F8FC"/>
                </a:solidFill>
                <a:latin typeface="Segoe UI"/>
              </a:rPr>
              <a:t>Drie toestellen</a:t>
            </a:r>
          </a:p>
        </p:txBody>
      </p:sp>
      <p:sp>
        <p:nvSpPr>
          <p:cNvPr id="5" name="Rounded Rectangle 4"/>
          <p:cNvSpPr/>
          <p:nvPr/>
        </p:nvSpPr>
        <p:spPr>
          <a:xfrm>
            <a:off x="634984" y="1968450"/>
            <a:ext cx="5384538" cy="4000399"/>
          </a:xfrm>
          <a:prstGeom prst="roundRect">
            <a:avLst>
              <a:gd name="adj" fmla="val 4500"/>
            </a:avLst>
          </a:prstGeom>
          <a:solidFill>
            <a:srgbClr val="0A2A44"/>
          </a:solidFill>
          <a:ln w="9525">
            <a:solidFill>
              <a:srgbClr val="215B8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6" name="Picture 5" descr="pedar.png"/>
          <p:cNvPicPr>
            <a:picLocks noChangeAspect="1"/>
          </p:cNvPicPr>
          <p:nvPr/>
        </p:nvPicPr>
        <p:blipFill>
          <a:blip r:embed="rId3"/>
          <a:stretch>
            <a:fillRect/>
          </a:stretch>
        </p:blipFill>
        <p:spPr>
          <a:xfrm>
            <a:off x="2344719" y="2184345"/>
            <a:ext cx="1965067" cy="1663658"/>
          </a:xfrm>
          <a:prstGeom prst="rect">
            <a:avLst/>
          </a:prstGeom>
        </p:spPr>
      </p:pic>
      <p:sp>
        <p:nvSpPr>
          <p:cNvPr id="7" name="TextBox 6"/>
          <p:cNvSpPr txBox="1"/>
          <p:nvPr/>
        </p:nvSpPr>
        <p:spPr>
          <a:xfrm>
            <a:off x="914377" y="3975000"/>
            <a:ext cx="2412939" cy="444488"/>
          </a:xfrm>
          <a:prstGeom prst="rect">
            <a:avLst/>
          </a:prstGeom>
          <a:noFill/>
        </p:spPr>
        <p:txBody>
          <a:bodyPr wrap="square" lIns="0" tIns="0" rIns="0" bIns="0" anchor="t">
            <a:spAutoFit/>
          </a:bodyPr>
          <a:lstStyle/>
          <a:p>
            <a:pPr algn="l">
              <a:lnSpc>
                <a:spcPct val="125000"/>
              </a:lnSpc>
            </a:pPr>
            <a:r>
              <a:rPr sz="3200" b="1">
                <a:solidFill>
                  <a:srgbClr val="F2F8FC"/>
                </a:solidFill>
                <a:latin typeface="Segoe UI"/>
              </a:rPr>
              <a:t>Novel pedar</a:t>
            </a:r>
          </a:p>
        </p:txBody>
      </p:sp>
      <p:sp>
        <p:nvSpPr>
          <p:cNvPr id="8" name="TextBox 7"/>
          <p:cNvSpPr txBox="1"/>
          <p:nvPr/>
        </p:nvSpPr>
        <p:spPr>
          <a:xfrm>
            <a:off x="927076" y="4444888"/>
            <a:ext cx="2412939" cy="228594"/>
          </a:xfrm>
          <a:prstGeom prst="rect">
            <a:avLst/>
          </a:prstGeom>
          <a:noFill/>
        </p:spPr>
        <p:txBody>
          <a:bodyPr wrap="square" lIns="0" tIns="0" rIns="0" bIns="0" anchor="t">
            <a:spAutoFit/>
          </a:bodyPr>
          <a:lstStyle/>
          <a:p>
            <a:pPr algn="l">
              <a:lnSpc>
                <a:spcPct val="125000"/>
              </a:lnSpc>
            </a:pPr>
            <a:r>
              <a:rPr sz="1250" b="1" spc="160">
                <a:solidFill>
                  <a:srgbClr val="52BDEC"/>
                </a:solidFill>
                <a:latin typeface="Consolas"/>
              </a:rPr>
              <a:t>DRUK</a:t>
            </a:r>
          </a:p>
        </p:txBody>
      </p:sp>
      <p:sp>
        <p:nvSpPr>
          <p:cNvPr id="9" name="TextBox 8"/>
          <p:cNvSpPr txBox="1"/>
          <p:nvPr/>
        </p:nvSpPr>
        <p:spPr>
          <a:xfrm>
            <a:off x="914377" y="4660783"/>
            <a:ext cx="2412939" cy="380990"/>
          </a:xfrm>
          <a:prstGeom prst="rect">
            <a:avLst/>
          </a:prstGeom>
          <a:noFill/>
        </p:spPr>
        <p:txBody>
          <a:bodyPr wrap="square" lIns="0" tIns="0" rIns="0" bIns="0" anchor="t">
            <a:spAutoFit/>
          </a:bodyPr>
          <a:lstStyle/>
          <a:p>
            <a:pPr algn="l">
              <a:lnSpc>
                <a:spcPct val="100000"/>
              </a:lnSpc>
            </a:pPr>
            <a:r>
              <a:rPr sz="2400" b="1">
                <a:solidFill>
                  <a:srgbClr val="52BDEC"/>
                </a:solidFill>
                <a:latin typeface="Segoe UI"/>
              </a:rPr>
              <a:t>8  voetregio's</a:t>
            </a:r>
          </a:p>
        </p:txBody>
      </p:sp>
      <p:sp>
        <p:nvSpPr>
          <p:cNvPr id="10" name="TextBox 9"/>
          <p:cNvSpPr txBox="1"/>
          <p:nvPr/>
        </p:nvSpPr>
        <p:spPr>
          <a:xfrm>
            <a:off x="914377" y="5079873"/>
            <a:ext cx="2412939" cy="253993"/>
          </a:xfrm>
          <a:prstGeom prst="rect">
            <a:avLst/>
          </a:prstGeom>
          <a:noFill/>
        </p:spPr>
        <p:txBody>
          <a:bodyPr wrap="square" lIns="0" tIns="0" rIns="0" bIns="0" anchor="t">
            <a:spAutoFit/>
          </a:bodyPr>
          <a:lstStyle/>
          <a:p>
            <a:pPr algn="l">
              <a:lnSpc>
                <a:spcPct val="125000"/>
              </a:lnSpc>
            </a:pPr>
            <a:r>
              <a:rPr sz="1300" b="1" spc="130">
                <a:solidFill>
                  <a:srgbClr val="FF7A00"/>
                </a:solidFill>
                <a:latin typeface="Consolas"/>
              </a:rPr>
              <a:t>UW TEAM MEET</a:t>
            </a:r>
          </a:p>
        </p:txBody>
      </p:sp>
      <p:sp>
        <p:nvSpPr>
          <p:cNvPr id="11" name="TextBox 10"/>
          <p:cNvSpPr txBox="1"/>
          <p:nvPr/>
        </p:nvSpPr>
        <p:spPr>
          <a:xfrm>
            <a:off x="3479713" y="3975000"/>
            <a:ext cx="2260416" cy="910186"/>
          </a:xfrm>
          <a:prstGeom prst="rect">
            <a:avLst/>
          </a:prstGeom>
          <a:noFill/>
        </p:spPr>
        <p:txBody>
          <a:bodyPr wrap="square" lIns="0" tIns="0" rIns="0" bIns="0" anchor="t">
            <a:spAutoFit/>
          </a:bodyPr>
          <a:lstStyle/>
          <a:p>
            <a:pPr algn="l">
              <a:lnSpc>
                <a:spcPct val="130000"/>
              </a:lnSpc>
            </a:pPr>
            <a:r>
              <a:rPr sz="1350" b="0">
                <a:solidFill>
                  <a:srgbClr val="8FB6D0"/>
                </a:solidFill>
                <a:latin typeface="Segoe UI"/>
              </a:rPr>
              <a:t>In de schoen, met de zool</a:t>
            </a:r>
          </a:p>
          <a:p>
            <a:pPr algn="l">
              <a:lnSpc>
                <a:spcPct val="130000"/>
              </a:lnSpc>
              <a:spcBef>
                <a:spcPts val="1000"/>
              </a:spcBef>
            </a:pPr>
            <a:r>
              <a:rPr sz="1350" b="0">
                <a:solidFill>
                  <a:srgbClr val="8FB6D0"/>
                </a:solidFill>
                <a:latin typeface="Segoe UI"/>
              </a:rPr>
              <a:t>Nulstellen: één keer per sessie</a:t>
            </a:r>
          </a:p>
        </p:txBody>
      </p:sp>
      <p:sp>
        <p:nvSpPr>
          <p:cNvPr id="12" name="Rounded Rectangle 11"/>
          <p:cNvSpPr/>
          <p:nvPr/>
        </p:nvSpPr>
        <p:spPr>
          <a:xfrm>
            <a:off x="6171918" y="1968450"/>
            <a:ext cx="5384538" cy="1917652"/>
          </a:xfrm>
          <a:prstGeom prst="roundRect">
            <a:avLst>
              <a:gd name="adj" fmla="val 4500"/>
            </a:avLst>
          </a:prstGeom>
          <a:solidFill>
            <a:srgbClr val="0A2A44"/>
          </a:solidFill>
          <a:ln w="9525">
            <a:solidFill>
              <a:srgbClr val="215B8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ounded Rectangle 12"/>
          <p:cNvSpPr/>
          <p:nvPr/>
        </p:nvSpPr>
        <p:spPr>
          <a:xfrm>
            <a:off x="6324314" y="2120846"/>
            <a:ext cx="1727156" cy="1612859"/>
          </a:xfrm>
          <a:prstGeom prst="roundRect">
            <a:avLst>
              <a:gd name="adj" fmla="val 4500"/>
            </a:avLst>
          </a:prstGeom>
          <a:solidFill>
            <a:srgbClr val="113A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4" name="Picture 13" descr="orthotimer.png"/>
          <p:cNvPicPr>
            <a:picLocks noChangeAspect="1"/>
          </p:cNvPicPr>
          <p:nvPr/>
        </p:nvPicPr>
        <p:blipFill>
          <a:blip r:embed="rId4"/>
          <a:stretch>
            <a:fillRect/>
          </a:stretch>
        </p:blipFill>
        <p:spPr>
          <a:xfrm>
            <a:off x="6387813" y="2629374"/>
            <a:ext cx="1600159" cy="595804"/>
          </a:xfrm>
          <a:prstGeom prst="rect">
            <a:avLst/>
          </a:prstGeom>
        </p:spPr>
      </p:pic>
      <p:sp>
        <p:nvSpPr>
          <p:cNvPr id="15" name="TextBox 14"/>
          <p:cNvSpPr txBox="1"/>
          <p:nvPr/>
        </p:nvSpPr>
        <p:spPr>
          <a:xfrm>
            <a:off x="8241966" y="2133546"/>
            <a:ext cx="3060496" cy="342891"/>
          </a:xfrm>
          <a:prstGeom prst="rect">
            <a:avLst/>
          </a:prstGeom>
          <a:noFill/>
        </p:spPr>
        <p:txBody>
          <a:bodyPr wrap="square" lIns="0" tIns="0" rIns="0" bIns="0" anchor="t">
            <a:spAutoFit/>
          </a:bodyPr>
          <a:lstStyle/>
          <a:p>
            <a:pPr algn="l">
              <a:lnSpc>
                <a:spcPct val="125000"/>
              </a:lnSpc>
            </a:pPr>
            <a:r>
              <a:rPr sz="2500" b="1">
                <a:solidFill>
                  <a:srgbClr val="F2F8FC"/>
                </a:solidFill>
                <a:latin typeface="Segoe UI"/>
              </a:rPr>
              <a:t>Orthotimer</a:t>
            </a:r>
          </a:p>
        </p:txBody>
      </p:sp>
      <p:sp>
        <p:nvSpPr>
          <p:cNvPr id="16" name="TextBox 15"/>
          <p:cNvSpPr txBox="1"/>
          <p:nvPr/>
        </p:nvSpPr>
        <p:spPr>
          <a:xfrm>
            <a:off x="8254666" y="2501837"/>
            <a:ext cx="3060496" cy="215894"/>
          </a:xfrm>
          <a:prstGeom prst="rect">
            <a:avLst/>
          </a:prstGeom>
          <a:noFill/>
        </p:spPr>
        <p:txBody>
          <a:bodyPr wrap="square" lIns="0" tIns="0" rIns="0" bIns="0" anchor="t">
            <a:spAutoFit/>
          </a:bodyPr>
          <a:lstStyle/>
          <a:p>
            <a:pPr algn="l">
              <a:lnSpc>
                <a:spcPct val="125000"/>
              </a:lnSpc>
            </a:pPr>
            <a:r>
              <a:rPr sz="1200" b="1" spc="150">
                <a:solidFill>
                  <a:srgbClr val="52BDEC"/>
                </a:solidFill>
                <a:latin typeface="Consolas"/>
              </a:rPr>
              <a:t>DRAAGTIJD</a:t>
            </a:r>
          </a:p>
        </p:txBody>
      </p:sp>
      <p:sp>
        <p:nvSpPr>
          <p:cNvPr id="17" name="TextBox 16"/>
          <p:cNvSpPr txBox="1"/>
          <p:nvPr/>
        </p:nvSpPr>
        <p:spPr>
          <a:xfrm>
            <a:off x="8241966" y="2705032"/>
            <a:ext cx="3060496" cy="355591"/>
          </a:xfrm>
          <a:prstGeom prst="rect">
            <a:avLst/>
          </a:prstGeom>
          <a:noFill/>
        </p:spPr>
        <p:txBody>
          <a:bodyPr wrap="square" lIns="0" tIns="0" rIns="0" bIns="0" anchor="t">
            <a:spAutoFit/>
          </a:bodyPr>
          <a:lstStyle/>
          <a:p>
            <a:pPr algn="l">
              <a:lnSpc>
                <a:spcPct val="100000"/>
              </a:lnSpc>
            </a:pPr>
            <a:r>
              <a:rPr sz="2200" b="1">
                <a:solidFill>
                  <a:srgbClr val="52BDEC"/>
                </a:solidFill>
                <a:latin typeface="Segoe UI"/>
              </a:rPr>
              <a:t>15  minuten</a:t>
            </a:r>
          </a:p>
        </p:txBody>
      </p:sp>
      <p:sp>
        <p:nvSpPr>
          <p:cNvPr id="18" name="TextBox 17"/>
          <p:cNvSpPr txBox="1"/>
          <p:nvPr/>
        </p:nvSpPr>
        <p:spPr>
          <a:xfrm>
            <a:off x="8241966" y="3047923"/>
            <a:ext cx="3060496" cy="558786"/>
          </a:xfrm>
          <a:prstGeom prst="rect">
            <a:avLst/>
          </a:prstGeom>
          <a:noFill/>
        </p:spPr>
        <p:txBody>
          <a:bodyPr wrap="square" lIns="0" tIns="0" rIns="0" bIns="0" anchor="t">
            <a:spAutoFit/>
          </a:bodyPr>
          <a:lstStyle/>
          <a:p>
            <a:pPr algn="l">
              <a:lnSpc>
                <a:spcPct val="128000"/>
              </a:lnSpc>
            </a:pPr>
            <a:r>
              <a:rPr sz="1400" b="0">
                <a:solidFill>
                  <a:srgbClr val="8FB6D0"/>
                </a:solidFill>
                <a:latin typeface="Segoe UI"/>
              </a:rPr>
              <a:t>In de zool, 9 × 13 × 4,5 mm</a:t>
            </a:r>
          </a:p>
          <a:p>
            <a:pPr algn="l">
              <a:lnSpc>
                <a:spcPct val="128000"/>
              </a:lnSpc>
              <a:spcBef>
                <a:spcPts val="600"/>
              </a:spcBef>
            </a:pPr>
            <a:r>
              <a:rPr sz="1400" b="0">
                <a:solidFill>
                  <a:srgbClr val="8FB6D0"/>
                </a:solidFill>
                <a:latin typeface="Segoe UI"/>
              </a:rPr>
              <a:t>Geheugen 100 dagen</a:t>
            </a:r>
          </a:p>
        </p:txBody>
      </p:sp>
      <p:sp>
        <p:nvSpPr>
          <p:cNvPr id="19" name="TextBox 18"/>
          <p:cNvSpPr txBox="1"/>
          <p:nvPr/>
        </p:nvSpPr>
        <p:spPr>
          <a:xfrm>
            <a:off x="8241966" y="3632109"/>
            <a:ext cx="3060496" cy="228594"/>
          </a:xfrm>
          <a:prstGeom prst="rect">
            <a:avLst/>
          </a:prstGeom>
          <a:noFill/>
        </p:spPr>
        <p:txBody>
          <a:bodyPr wrap="square" lIns="0" tIns="0" rIns="0" bIns="0" anchor="t">
            <a:spAutoFit/>
          </a:bodyPr>
          <a:lstStyle/>
          <a:p>
            <a:pPr algn="l">
              <a:lnSpc>
                <a:spcPct val="125000"/>
              </a:lnSpc>
            </a:pPr>
            <a:r>
              <a:rPr sz="1250" b="1" spc="130">
                <a:solidFill>
                  <a:srgbClr val="FF7A00"/>
                </a:solidFill>
                <a:latin typeface="Consolas"/>
              </a:rPr>
              <a:t>UW TEAM MEET</a:t>
            </a:r>
          </a:p>
        </p:txBody>
      </p:sp>
      <p:sp>
        <p:nvSpPr>
          <p:cNvPr id="20" name="Rounded Rectangle 19"/>
          <p:cNvSpPr/>
          <p:nvPr/>
        </p:nvSpPr>
        <p:spPr>
          <a:xfrm>
            <a:off x="6171918" y="4051198"/>
            <a:ext cx="5384538" cy="1917652"/>
          </a:xfrm>
          <a:prstGeom prst="roundRect">
            <a:avLst>
              <a:gd name="adj" fmla="val 4500"/>
            </a:avLst>
          </a:prstGeom>
          <a:solidFill>
            <a:srgbClr val="0A2A44"/>
          </a:solidFill>
          <a:ln w="9525">
            <a:solidFill>
              <a:srgbClr val="215B8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Rounded Rectangle 20"/>
          <p:cNvSpPr/>
          <p:nvPr/>
        </p:nvSpPr>
        <p:spPr>
          <a:xfrm>
            <a:off x="6324314" y="4203594"/>
            <a:ext cx="1727156" cy="1612859"/>
          </a:xfrm>
          <a:prstGeom prst="roundRect">
            <a:avLst>
              <a:gd name="adj" fmla="val 4500"/>
            </a:avLst>
          </a:prstGeom>
          <a:solidFill>
            <a:srgbClr val="1748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22" name="Picture 21" descr="movemonitor.png"/>
          <p:cNvPicPr>
            <a:picLocks noChangeAspect="1"/>
          </p:cNvPicPr>
          <p:nvPr/>
        </p:nvPicPr>
        <p:blipFill>
          <a:blip r:embed="rId5"/>
          <a:stretch>
            <a:fillRect/>
          </a:stretch>
        </p:blipFill>
        <p:spPr>
          <a:xfrm>
            <a:off x="6387813" y="4567176"/>
            <a:ext cx="1600159" cy="885697"/>
          </a:xfrm>
          <a:prstGeom prst="rect">
            <a:avLst/>
          </a:prstGeom>
        </p:spPr>
      </p:pic>
      <p:sp>
        <p:nvSpPr>
          <p:cNvPr id="23" name="TextBox 22"/>
          <p:cNvSpPr txBox="1"/>
          <p:nvPr/>
        </p:nvSpPr>
        <p:spPr>
          <a:xfrm>
            <a:off x="8241966" y="4216294"/>
            <a:ext cx="3060496" cy="342891"/>
          </a:xfrm>
          <a:prstGeom prst="rect">
            <a:avLst/>
          </a:prstGeom>
          <a:noFill/>
        </p:spPr>
        <p:txBody>
          <a:bodyPr wrap="square" lIns="0" tIns="0" rIns="0" bIns="0" anchor="t">
            <a:spAutoFit/>
          </a:bodyPr>
          <a:lstStyle/>
          <a:p>
            <a:pPr algn="l">
              <a:lnSpc>
                <a:spcPct val="125000"/>
              </a:lnSpc>
            </a:pPr>
            <a:r>
              <a:rPr sz="2500" b="1">
                <a:solidFill>
                  <a:srgbClr val="F2F8FC"/>
                </a:solidFill>
                <a:latin typeface="Segoe UI"/>
              </a:rPr>
              <a:t>MoveMonitor</a:t>
            </a:r>
          </a:p>
        </p:txBody>
      </p:sp>
      <p:sp>
        <p:nvSpPr>
          <p:cNvPr id="24" name="TextBox 23"/>
          <p:cNvSpPr txBox="1"/>
          <p:nvPr/>
        </p:nvSpPr>
        <p:spPr>
          <a:xfrm>
            <a:off x="8254666" y="4584585"/>
            <a:ext cx="3060496" cy="215894"/>
          </a:xfrm>
          <a:prstGeom prst="rect">
            <a:avLst/>
          </a:prstGeom>
          <a:noFill/>
        </p:spPr>
        <p:txBody>
          <a:bodyPr wrap="square" lIns="0" tIns="0" rIns="0" bIns="0" anchor="t">
            <a:spAutoFit/>
          </a:bodyPr>
          <a:lstStyle/>
          <a:p>
            <a:pPr algn="l">
              <a:lnSpc>
                <a:spcPct val="125000"/>
              </a:lnSpc>
            </a:pPr>
            <a:r>
              <a:rPr sz="1200" b="1" spc="150">
                <a:solidFill>
                  <a:srgbClr val="52BDEC"/>
                </a:solidFill>
                <a:latin typeface="Consolas"/>
              </a:rPr>
              <a:t>ACTIVITEIT</a:t>
            </a:r>
          </a:p>
        </p:txBody>
      </p:sp>
      <p:sp>
        <p:nvSpPr>
          <p:cNvPr id="25" name="TextBox 24"/>
          <p:cNvSpPr txBox="1"/>
          <p:nvPr/>
        </p:nvSpPr>
        <p:spPr>
          <a:xfrm>
            <a:off x="8241966" y="4787780"/>
            <a:ext cx="3060496" cy="355591"/>
          </a:xfrm>
          <a:prstGeom prst="rect">
            <a:avLst/>
          </a:prstGeom>
          <a:noFill/>
        </p:spPr>
        <p:txBody>
          <a:bodyPr wrap="square" lIns="0" tIns="0" rIns="0" bIns="0" anchor="t">
            <a:spAutoFit/>
          </a:bodyPr>
          <a:lstStyle/>
          <a:p>
            <a:pPr algn="l">
              <a:lnSpc>
                <a:spcPct val="100000"/>
              </a:lnSpc>
            </a:pPr>
            <a:r>
              <a:rPr sz="2200" b="1">
                <a:solidFill>
                  <a:srgbClr val="52BDEC"/>
                </a:solidFill>
                <a:latin typeface="Segoe UI"/>
              </a:rPr>
              <a:t>7  dagen</a:t>
            </a:r>
          </a:p>
        </p:txBody>
      </p:sp>
      <p:sp>
        <p:nvSpPr>
          <p:cNvPr id="26" name="TextBox 25"/>
          <p:cNvSpPr txBox="1"/>
          <p:nvPr/>
        </p:nvSpPr>
        <p:spPr>
          <a:xfrm>
            <a:off x="8241966" y="5130671"/>
            <a:ext cx="3060496" cy="600229"/>
          </a:xfrm>
          <a:prstGeom prst="rect">
            <a:avLst/>
          </a:prstGeom>
          <a:noFill/>
        </p:spPr>
        <p:txBody>
          <a:bodyPr wrap="square" lIns="0" tIns="0" rIns="0" bIns="0" anchor="t">
            <a:spAutoFit/>
          </a:bodyPr>
          <a:lstStyle/>
          <a:p>
            <a:pPr algn="l">
              <a:lnSpc>
                <a:spcPct val="128000"/>
              </a:lnSpc>
            </a:pPr>
            <a:r>
              <a:rPr sz="1400" b="0">
                <a:solidFill>
                  <a:srgbClr val="8FB6D0"/>
                </a:solidFill>
                <a:latin typeface="Segoe UI"/>
              </a:rPr>
              <a:t>Om het middel, op de onderrug</a:t>
            </a:r>
          </a:p>
          <a:p>
            <a:pPr algn="l">
              <a:lnSpc>
                <a:spcPct val="128000"/>
              </a:lnSpc>
              <a:spcBef>
                <a:spcPts val="600"/>
              </a:spcBef>
            </a:pPr>
            <a:r>
              <a:rPr lang="nl-NL" sz="1400" b="0">
                <a:solidFill>
                  <a:srgbClr val="8FB6D0"/>
                </a:solidFill>
                <a:latin typeface="Segoe UI"/>
              </a:rPr>
              <a:t>Eén week, alleen bij de start</a:t>
            </a:r>
            <a:endParaRPr sz="1400" b="0">
              <a:solidFill>
                <a:srgbClr val="8FB6D0"/>
              </a:solidFill>
              <a:latin typeface="Segoe UI"/>
            </a:endParaRPr>
          </a:p>
        </p:txBody>
      </p:sp>
      <p:sp>
        <p:nvSpPr>
          <p:cNvPr id="27" name="TextBox 26"/>
          <p:cNvSpPr txBox="1"/>
          <p:nvPr/>
        </p:nvSpPr>
        <p:spPr>
          <a:xfrm>
            <a:off x="8241966" y="5714857"/>
            <a:ext cx="3060496" cy="228594"/>
          </a:xfrm>
          <a:prstGeom prst="rect">
            <a:avLst/>
          </a:prstGeom>
          <a:noFill/>
        </p:spPr>
        <p:txBody>
          <a:bodyPr wrap="square" lIns="0" tIns="0" rIns="0" bIns="0" anchor="t">
            <a:spAutoFit/>
          </a:bodyPr>
          <a:lstStyle/>
          <a:p>
            <a:pPr algn="l">
              <a:lnSpc>
                <a:spcPct val="125000"/>
              </a:lnSpc>
            </a:pPr>
            <a:r>
              <a:rPr sz="1250" b="1" spc="130">
                <a:solidFill>
                  <a:srgbClr val="FF7A00"/>
                </a:solidFill>
                <a:latin typeface="Consolas"/>
              </a:rPr>
              <a:t>UW TEAM MEET</a:t>
            </a:r>
          </a:p>
        </p:txBody>
      </p:sp>
      <p:sp>
        <p:nvSpPr>
          <p:cNvPr id="28" name="TextBox 27"/>
          <p:cNvSpPr txBox="1"/>
          <p:nvPr/>
        </p:nvSpPr>
        <p:spPr>
          <a:xfrm>
            <a:off x="10540736" y="6387940"/>
            <a:ext cx="1015974" cy="186141"/>
          </a:xfrm>
          <a:prstGeom prst="rect">
            <a:avLst/>
          </a:prstGeom>
          <a:noFill/>
        </p:spPr>
        <p:txBody>
          <a:bodyPr wrap="square" lIns="0" tIns="0" rIns="0" bIns="0" anchor="t">
            <a:spAutoFit/>
          </a:bodyPr>
          <a:lstStyle/>
          <a:p>
            <a:pPr algn="r">
              <a:lnSpc>
                <a:spcPct val="125000"/>
              </a:lnSpc>
            </a:pPr>
            <a:r>
              <a:rPr lang="nl-BE" sz="1050" b="0">
                <a:solidFill>
                  <a:srgbClr val="8FB6D0"/>
                </a:solidFill>
                <a:latin typeface="Consolas"/>
              </a:rPr>
              <a:t>21 / 31</a:t>
            </a:r>
            <a:endParaRPr sz="1050" b="0">
              <a:solidFill>
                <a:srgbClr val="8FB6D0"/>
              </a:solidFill>
              <a:latin typeface="Consolas"/>
            </a:endParaRPr>
          </a:p>
        </p:txBody>
      </p:sp>
      <p:pic>
        <p:nvPicPr>
          <p:cNvPr id="29" name="merk" descr="merk.png"/>
          <p:cNvPicPr>
            <a:picLocks noChangeAspect="1"/>
          </p:cNvPicPr>
          <p:nvPr/>
        </p:nvPicPr>
        <p:blipFill>
          <a:blip r:embed="rId6"/>
          <a:stretch>
            <a:fillRect/>
          </a:stretch>
        </p:blipFill>
        <p:spPr>
          <a:xfrm>
            <a:off x="11094166" y="368290"/>
            <a:ext cx="417101" cy="482587"/>
          </a:xfrm>
          <a:prstGeom prst="rect">
            <a:avLst/>
          </a:prstGeom>
        </p:spPr>
      </p:pic>
      <p:sp>
        <p:nvSpPr>
          <p:cNvPr id="30" name="TextBox 29"/>
          <p:cNvSpPr txBox="1"/>
          <p:nvPr/>
        </p:nvSpPr>
        <p:spPr>
          <a:xfrm>
            <a:off x="634984" y="6629234"/>
            <a:ext cx="10921726" cy="177795"/>
          </a:xfrm>
          <a:prstGeom prst="rect">
            <a:avLst/>
          </a:prstGeom>
          <a:noFill/>
        </p:spPr>
        <p:txBody>
          <a:bodyPr wrap="square" lIns="0" tIns="0" rIns="0" bIns="0" anchor="t">
            <a:spAutoFit/>
          </a:bodyPr>
          <a:lstStyle/>
          <a:p>
            <a:pPr algn="l">
              <a:lnSpc>
                <a:spcPct val="125000"/>
              </a:lnSpc>
            </a:pPr>
            <a:r>
              <a:rPr sz="1000" b="0">
                <a:solidFill>
                  <a:srgbClr val="8FB6D0"/>
                </a:solidFill>
                <a:latin typeface="Consolas"/>
              </a:rPr>
              <a:t>Bron  18 · Lutjeboer 2018</a:t>
            </a: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200">
        <p159:morph option="byObject"/>
      </p:transition>
    </mc:Choice>
    <mc:Fallback xmlns="">
      <p:transition spd="slow">
        <p:fade/>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7828"/>
          </a:xfrm>
          <a:prstGeom prst="rect">
            <a:avLst/>
          </a:prstGeom>
          <a:gradFill rotWithShape="1">
            <a:gsLst>
              <a:gs pos="0">
                <a:srgbClr val="072138"/>
              </a:gs>
              <a:gs pos="100000">
                <a:srgbClr val="04182A"/>
              </a:gs>
            </a:gsLst>
            <a:lin ang="5400000" scaled="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634984" y="571485"/>
            <a:ext cx="9524761" cy="215894"/>
          </a:xfrm>
          <a:prstGeom prst="rect">
            <a:avLst/>
          </a:prstGeom>
          <a:noFill/>
        </p:spPr>
        <p:txBody>
          <a:bodyPr wrap="square" lIns="0" tIns="0" rIns="0" bIns="0" anchor="t">
            <a:spAutoFit/>
          </a:bodyPr>
          <a:lstStyle/>
          <a:p>
            <a:pPr algn="l">
              <a:lnSpc>
                <a:spcPct val="125000"/>
              </a:lnSpc>
            </a:pPr>
            <a:r>
              <a:rPr sz="1250" b="1" spc="240">
                <a:solidFill>
                  <a:srgbClr val="FF7A00"/>
                </a:solidFill>
                <a:latin typeface="Consolas"/>
              </a:rPr>
              <a:t>DE ENIGE REGEL DIE U ÉCHT MOET ONTHOUDEN</a:t>
            </a:r>
          </a:p>
        </p:txBody>
      </p:sp>
      <p:sp>
        <p:nvSpPr>
          <p:cNvPr id="4" name="hero"/>
          <p:cNvSpPr txBox="1"/>
          <p:nvPr/>
        </p:nvSpPr>
        <p:spPr>
          <a:xfrm>
            <a:off x="634984" y="1066773"/>
            <a:ext cx="6857828" cy="2539936"/>
          </a:xfrm>
          <a:prstGeom prst="rect">
            <a:avLst/>
          </a:prstGeom>
          <a:noFill/>
        </p:spPr>
        <p:txBody>
          <a:bodyPr wrap="square" lIns="0" tIns="0" rIns="0" bIns="0" anchor="t">
            <a:spAutoFit/>
          </a:bodyPr>
          <a:lstStyle/>
          <a:p>
            <a:pPr algn="l">
              <a:lnSpc>
                <a:spcPct val="108000"/>
              </a:lnSpc>
            </a:pPr>
            <a:r>
              <a:rPr sz="5400" b="1">
                <a:solidFill>
                  <a:srgbClr val="F2F8FC"/>
                </a:solidFill>
                <a:latin typeface="Segoe UI"/>
              </a:rPr>
              <a:t>Meetwaarden gaan</a:t>
            </a:r>
          </a:p>
          <a:p>
            <a:pPr algn="l">
              <a:lnSpc>
                <a:spcPct val="108000"/>
              </a:lnSpc>
              <a:spcBef>
                <a:spcPts val="500"/>
              </a:spcBef>
            </a:pPr>
            <a:r>
              <a:rPr sz="5400" b="1">
                <a:solidFill>
                  <a:srgbClr val="F2F8FC"/>
                </a:solidFill>
                <a:latin typeface="Segoe UI"/>
              </a:rPr>
              <a:t>niet naar de</a:t>
            </a:r>
          </a:p>
          <a:p>
            <a:pPr algn="l">
              <a:lnSpc>
                <a:spcPct val="108000"/>
              </a:lnSpc>
              <a:spcBef>
                <a:spcPts val="500"/>
              </a:spcBef>
            </a:pPr>
            <a:r>
              <a:rPr sz="5400" b="1">
                <a:solidFill>
                  <a:srgbClr val="F2F8FC"/>
                </a:solidFill>
                <a:latin typeface="Segoe UI"/>
              </a:rPr>
              <a:t>controlegroep</a:t>
            </a:r>
          </a:p>
        </p:txBody>
      </p:sp>
      <p:sp>
        <p:nvSpPr>
          <p:cNvPr id="5" name="Rounded Rectangle 4"/>
          <p:cNvSpPr/>
          <p:nvPr/>
        </p:nvSpPr>
        <p:spPr>
          <a:xfrm>
            <a:off x="634984" y="4101997"/>
            <a:ext cx="6857828" cy="1549361"/>
          </a:xfrm>
          <a:prstGeom prst="roundRect">
            <a:avLst>
              <a:gd name="adj" fmla="val 4500"/>
            </a:avLst>
          </a:prstGeom>
          <a:solidFill>
            <a:srgbClr val="0A2A44"/>
          </a:solidFill>
          <a:ln w="9525">
            <a:solidFill>
              <a:srgbClr val="215B8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888977" y="4082947"/>
            <a:ext cx="6349841" cy="1515158"/>
          </a:xfrm>
          <a:prstGeom prst="rect">
            <a:avLst/>
          </a:prstGeom>
          <a:noFill/>
        </p:spPr>
        <p:txBody>
          <a:bodyPr wrap="square" lIns="0" tIns="0" rIns="0" bIns="0" anchor="t">
            <a:spAutoFit/>
          </a:bodyPr>
          <a:lstStyle/>
          <a:p>
            <a:pPr algn="l">
              <a:lnSpc>
                <a:spcPct val="145000"/>
              </a:lnSpc>
            </a:pPr>
            <a:r>
              <a:rPr lang="nl-NL" sz="1750" b="0">
                <a:solidFill>
                  <a:srgbClr val="8FB6D0"/>
                </a:solidFill>
                <a:latin typeface="Segoe UI"/>
              </a:rPr>
              <a:t>In Usual Care meet u de druk alleen bij de start en op maand 6, geblindeerd: drempel 50 kPa, waarden uit. De sensor wordt uitgelezen, zonder terugkoppeling. Bespreekt u de waarden, dan lévert u de interventie en is die patiënt geen controle meer.</a:t>
            </a:r>
            <a:endParaRPr sz="1750" b="0" dirty="0">
              <a:solidFill>
                <a:srgbClr val="8FB6D0"/>
              </a:solidFill>
              <a:latin typeface="Segoe UI"/>
            </a:endParaRPr>
          </a:p>
        </p:txBody>
      </p:sp>
      <p:sp>
        <p:nvSpPr>
          <p:cNvPr id="7" name="Rounded Rectangle 6"/>
          <p:cNvSpPr/>
          <p:nvPr/>
        </p:nvSpPr>
        <p:spPr>
          <a:xfrm>
            <a:off x="7873803" y="2031949"/>
            <a:ext cx="3682907" cy="3517812"/>
          </a:xfrm>
          <a:prstGeom prst="roundRect">
            <a:avLst>
              <a:gd name="adj" fmla="val 4500"/>
            </a:avLst>
          </a:prstGeom>
          <a:solidFill>
            <a:srgbClr val="113A57"/>
          </a:solidFill>
          <a:ln w="9525">
            <a:solidFill>
              <a:srgbClr val="FF7A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8178595" y="2324041"/>
            <a:ext cx="3111422" cy="241293"/>
          </a:xfrm>
          <a:prstGeom prst="rect">
            <a:avLst/>
          </a:prstGeom>
          <a:noFill/>
        </p:spPr>
        <p:txBody>
          <a:bodyPr wrap="square" lIns="0" tIns="0" rIns="0" bIns="0" anchor="t">
            <a:spAutoFit/>
          </a:bodyPr>
          <a:lstStyle/>
          <a:p>
            <a:pPr algn="l">
              <a:lnSpc>
                <a:spcPct val="125000"/>
              </a:lnSpc>
            </a:pPr>
            <a:r>
              <a:rPr sz="1250" b="1" spc="160">
                <a:solidFill>
                  <a:srgbClr val="FF7A00"/>
                </a:solidFill>
                <a:latin typeface="Consolas"/>
              </a:rPr>
              <a:t>UITZONDERING</a:t>
            </a:r>
          </a:p>
        </p:txBody>
      </p:sp>
      <p:sp>
        <p:nvSpPr>
          <p:cNvPr id="9" name="TextBox 8"/>
          <p:cNvSpPr txBox="1"/>
          <p:nvPr/>
        </p:nvSpPr>
        <p:spPr>
          <a:xfrm>
            <a:off x="8178595" y="2730431"/>
            <a:ext cx="3111422" cy="2539936"/>
          </a:xfrm>
          <a:prstGeom prst="rect">
            <a:avLst/>
          </a:prstGeom>
          <a:noFill/>
        </p:spPr>
        <p:txBody>
          <a:bodyPr wrap="square" lIns="0" tIns="0" rIns="0" bIns="0" anchor="t">
            <a:spAutoFit/>
          </a:bodyPr>
          <a:lstStyle/>
          <a:p>
            <a:pPr algn="l">
              <a:lnSpc>
                <a:spcPct val="145000"/>
              </a:lnSpc>
            </a:pPr>
            <a:r>
              <a:rPr sz="1800" b="0">
                <a:solidFill>
                  <a:srgbClr val="F2F8FC"/>
                </a:solidFill>
                <a:latin typeface="Segoe UI"/>
              </a:rPr>
              <a:t>Klinische bevindingen zijn géén meetwaarden. Elke laesie of huiddefect meldt en behandelt u meteen. In beide groepen.</a:t>
            </a:r>
          </a:p>
        </p:txBody>
      </p:sp>
      <p:sp>
        <p:nvSpPr>
          <p:cNvPr id="10" name="TextBox 9"/>
          <p:cNvSpPr txBox="1"/>
          <p:nvPr/>
        </p:nvSpPr>
        <p:spPr>
          <a:xfrm>
            <a:off x="10540736" y="6387940"/>
            <a:ext cx="1015974" cy="186141"/>
          </a:xfrm>
          <a:prstGeom prst="rect">
            <a:avLst/>
          </a:prstGeom>
          <a:noFill/>
        </p:spPr>
        <p:txBody>
          <a:bodyPr wrap="square" lIns="0" tIns="0" rIns="0" bIns="0" anchor="t">
            <a:spAutoFit/>
          </a:bodyPr>
          <a:lstStyle/>
          <a:p>
            <a:pPr algn="r">
              <a:lnSpc>
                <a:spcPct val="125000"/>
              </a:lnSpc>
            </a:pPr>
            <a:r>
              <a:rPr lang="nl-BE" sz="1050" b="0">
                <a:solidFill>
                  <a:srgbClr val="8FB6D0"/>
                </a:solidFill>
                <a:latin typeface="Consolas"/>
              </a:rPr>
              <a:t>22 / 31</a:t>
            </a:r>
            <a:endParaRPr sz="1050" b="0">
              <a:solidFill>
                <a:srgbClr val="8FB6D0"/>
              </a:solidFill>
              <a:latin typeface="Consolas"/>
            </a:endParaRPr>
          </a:p>
        </p:txBody>
      </p:sp>
      <p:pic>
        <p:nvPicPr>
          <p:cNvPr id="11" name="merk" descr="merk.png"/>
          <p:cNvPicPr>
            <a:picLocks noChangeAspect="1"/>
          </p:cNvPicPr>
          <p:nvPr/>
        </p:nvPicPr>
        <p:blipFill>
          <a:blip r:embed="rId3"/>
          <a:stretch>
            <a:fillRect/>
          </a:stretch>
        </p:blipFill>
        <p:spPr>
          <a:xfrm>
            <a:off x="11094166" y="368290"/>
            <a:ext cx="417101" cy="482587"/>
          </a:xfrm>
          <a:prstGeom prst="rect">
            <a:avLst/>
          </a:prstGeom>
        </p:spPr>
      </p:pic>
      <p:sp>
        <p:nvSpPr>
          <p:cNvPr id="12" name="TextBox 11"/>
          <p:cNvSpPr txBox="1"/>
          <p:nvPr/>
        </p:nvSpPr>
        <p:spPr>
          <a:xfrm>
            <a:off x="634984" y="6629234"/>
            <a:ext cx="10921726" cy="177795"/>
          </a:xfrm>
          <a:prstGeom prst="rect">
            <a:avLst/>
          </a:prstGeom>
          <a:noFill/>
        </p:spPr>
        <p:txBody>
          <a:bodyPr wrap="square" lIns="0" tIns="0" rIns="0" bIns="0" anchor="t">
            <a:spAutoFit/>
          </a:bodyPr>
          <a:lstStyle/>
          <a:p>
            <a:pPr algn="l">
              <a:lnSpc>
                <a:spcPct val="125000"/>
              </a:lnSpc>
            </a:pPr>
            <a:r>
              <a:rPr lang="nl-NL" sz="1000" b="0">
                <a:solidFill>
                  <a:srgbClr val="8FB6D0"/>
                </a:solidFill>
                <a:latin typeface="Consolas"/>
              </a:rPr>
              <a:t>Bron  studieprotocol §5.4 · beslissing 8 oktober 2026</a:t>
            </a:r>
            <a:endParaRPr sz="1000" b="0">
              <a:solidFill>
                <a:srgbClr val="8FB6D0"/>
              </a:solidFill>
              <a:latin typeface="Consolas"/>
            </a:endParaRP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200">
        <p159:morph option="byObject"/>
      </p:transition>
    </mc:Choice>
    <mc:Fallback xmlns="">
      <p:transition spd="slow">
        <p:fade/>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7828"/>
          </a:xfrm>
          <a:prstGeom prst="rect">
            <a:avLst/>
          </a:prstGeom>
          <a:gradFill rotWithShape="1">
            <a:gsLst>
              <a:gs pos="0">
                <a:srgbClr val="072138"/>
              </a:gs>
              <a:gs pos="100000">
                <a:srgbClr val="04182A"/>
              </a:gs>
            </a:gsLst>
            <a:lin ang="5400000" scaled="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634984" y="571485"/>
            <a:ext cx="9524761" cy="221599"/>
          </a:xfrm>
          <a:prstGeom prst="rect">
            <a:avLst/>
          </a:prstGeom>
          <a:noFill/>
        </p:spPr>
        <p:txBody>
          <a:bodyPr wrap="square" lIns="0" tIns="0" rIns="0" bIns="0" anchor="t">
            <a:spAutoFit/>
          </a:bodyPr>
          <a:lstStyle/>
          <a:p>
            <a:pPr algn="l">
              <a:lnSpc>
                <a:spcPct val="125000"/>
              </a:lnSpc>
            </a:pPr>
            <a:r>
              <a:rPr lang="nl-NL" sz="1250" b="1" spc="240">
                <a:solidFill>
                  <a:srgbClr val="52BDEC"/>
                </a:solidFill>
                <a:latin typeface="Consolas"/>
              </a:rPr>
              <a:t>HET EINDPUNT IS GEEN EINDE: OPVOLGING TOT MAAND 18</a:t>
            </a:r>
            <a:endParaRPr sz="1250" b="1" spc="240">
              <a:solidFill>
                <a:srgbClr val="52BDEC"/>
              </a:solidFill>
              <a:latin typeface="Consolas"/>
            </a:endParaRPr>
          </a:p>
        </p:txBody>
      </p:sp>
      <p:sp>
        <p:nvSpPr>
          <p:cNvPr id="4" name="sectietitel"/>
          <p:cNvSpPr txBox="1"/>
          <p:nvPr/>
        </p:nvSpPr>
        <p:spPr>
          <a:xfrm>
            <a:off x="634984" y="838179"/>
            <a:ext cx="9905752" cy="624017"/>
          </a:xfrm>
          <a:prstGeom prst="rect">
            <a:avLst/>
          </a:prstGeom>
          <a:noFill/>
        </p:spPr>
        <p:txBody>
          <a:bodyPr wrap="square" lIns="0" tIns="0" rIns="0" bIns="0" anchor="t">
            <a:spAutoFit/>
          </a:bodyPr>
          <a:lstStyle/>
          <a:p>
            <a:pPr algn="l">
              <a:lnSpc>
                <a:spcPct val="110000"/>
              </a:lnSpc>
            </a:pPr>
            <a:r>
              <a:rPr lang="nl-BE" sz="4000" b="1">
                <a:solidFill>
                  <a:srgbClr val="F2F8FC"/>
                </a:solidFill>
                <a:latin typeface="Segoe UI"/>
              </a:rPr>
              <a:t>Bij een nieuwe wonde</a:t>
            </a:r>
            <a:endParaRPr sz="4000" b="1">
              <a:solidFill>
                <a:srgbClr val="F2F8FC"/>
              </a:solidFill>
              <a:latin typeface="Segoe UI"/>
            </a:endParaRPr>
          </a:p>
        </p:txBody>
      </p:sp>
      <p:sp>
        <p:nvSpPr>
          <p:cNvPr id="5" name="Rectangle 4"/>
          <p:cNvSpPr/>
          <p:nvPr/>
        </p:nvSpPr>
        <p:spPr>
          <a:xfrm>
            <a:off x="634984" y="1879600"/>
            <a:ext cx="10921726" cy="9524"/>
          </a:xfrm>
          <a:prstGeom prst="rect">
            <a:avLst/>
          </a:prstGeom>
          <a:solidFill>
            <a:srgbClr val="215B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634984" y="2032000"/>
            <a:ext cx="2412939" cy="346633"/>
          </a:xfrm>
          <a:prstGeom prst="rect">
            <a:avLst/>
          </a:prstGeom>
          <a:noFill/>
        </p:spPr>
        <p:txBody>
          <a:bodyPr wrap="square" lIns="0" tIns="0" rIns="0" bIns="0" anchor="t">
            <a:spAutoFit/>
          </a:bodyPr>
          <a:lstStyle/>
          <a:p>
            <a:pPr algn="l">
              <a:lnSpc>
                <a:spcPct val="125000"/>
              </a:lnSpc>
            </a:pPr>
            <a:r>
              <a:rPr lang="nl-BE" sz="2000" b="1">
                <a:solidFill>
                  <a:srgbClr val="F2F8FC"/>
                </a:solidFill>
                <a:latin typeface="Segoe UI"/>
              </a:rPr>
              <a:t>Verwittigen</a:t>
            </a:r>
            <a:endParaRPr sz="2000" b="1" dirty="0">
              <a:solidFill>
                <a:srgbClr val="F2F8FC"/>
              </a:solidFill>
              <a:latin typeface="Segoe UI"/>
            </a:endParaRPr>
          </a:p>
        </p:txBody>
      </p:sp>
      <p:sp>
        <p:nvSpPr>
          <p:cNvPr id="7" name="TextBox 6"/>
          <p:cNvSpPr txBox="1"/>
          <p:nvPr/>
        </p:nvSpPr>
        <p:spPr>
          <a:xfrm>
            <a:off x="3302000" y="2095500"/>
            <a:ext cx="6223000" cy="208647"/>
          </a:xfrm>
          <a:prstGeom prst="rect">
            <a:avLst/>
          </a:prstGeom>
          <a:noFill/>
        </p:spPr>
        <p:txBody>
          <a:bodyPr wrap="square" lIns="0" tIns="0" rIns="0" bIns="0" anchor="t">
            <a:spAutoFit/>
          </a:bodyPr>
          <a:lstStyle/>
          <a:p>
            <a:pPr algn="l">
              <a:lnSpc>
                <a:spcPct val="132000"/>
              </a:lnSpc>
            </a:pPr>
            <a:r>
              <a:rPr lang="nl-BE" sz="1150" b="0">
                <a:solidFill>
                  <a:srgbClr val="8FB6D0"/>
                </a:solidFill>
                <a:latin typeface="Segoe UI"/>
              </a:rPr>
              <a:t>De investigator meteen verwittigen</a:t>
            </a:r>
            <a:endParaRPr sz="1150" b="0">
              <a:solidFill>
                <a:srgbClr val="8FB6D0"/>
              </a:solidFill>
              <a:latin typeface="Segoe UI"/>
            </a:endParaRPr>
          </a:p>
        </p:txBody>
      </p:sp>
      <p:sp>
        <p:nvSpPr>
          <p:cNvPr id="8" name="TextBox 7"/>
          <p:cNvSpPr txBox="1"/>
          <p:nvPr/>
        </p:nvSpPr>
        <p:spPr>
          <a:xfrm>
            <a:off x="9905752" y="2082800"/>
            <a:ext cx="1650958" cy="230448"/>
          </a:xfrm>
          <a:prstGeom prst="rect">
            <a:avLst/>
          </a:prstGeom>
          <a:noFill/>
        </p:spPr>
        <p:txBody>
          <a:bodyPr wrap="square" lIns="0" tIns="0" rIns="0" bIns="0" anchor="t">
            <a:spAutoFit/>
          </a:bodyPr>
          <a:lstStyle/>
          <a:p>
            <a:pPr algn="r">
              <a:lnSpc>
                <a:spcPct val="125000"/>
              </a:lnSpc>
            </a:pPr>
            <a:r>
              <a:rPr lang="nl-BE" sz="1300" b="1">
                <a:solidFill>
                  <a:srgbClr val="52BDEC"/>
                </a:solidFill>
                <a:latin typeface="Consolas"/>
              </a:rPr>
              <a:t>onmiddellijk</a:t>
            </a:r>
            <a:endParaRPr sz="1300" b="1">
              <a:solidFill>
                <a:srgbClr val="52BDEC"/>
              </a:solidFill>
              <a:latin typeface="Consolas"/>
            </a:endParaRPr>
          </a:p>
        </p:txBody>
      </p:sp>
      <p:sp>
        <p:nvSpPr>
          <p:cNvPr id="9" name="Rectangle 8"/>
          <p:cNvSpPr/>
          <p:nvPr/>
        </p:nvSpPr>
        <p:spPr>
          <a:xfrm>
            <a:off x="634984" y="2819400"/>
            <a:ext cx="10921726" cy="9524"/>
          </a:xfrm>
          <a:prstGeom prst="rect">
            <a:avLst/>
          </a:prstGeom>
          <a:solidFill>
            <a:srgbClr val="215B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634984" y="2971800"/>
            <a:ext cx="2412939" cy="346633"/>
          </a:xfrm>
          <a:prstGeom prst="rect">
            <a:avLst/>
          </a:prstGeom>
          <a:noFill/>
        </p:spPr>
        <p:txBody>
          <a:bodyPr wrap="square" lIns="0" tIns="0" rIns="0" bIns="0" anchor="t">
            <a:spAutoFit/>
          </a:bodyPr>
          <a:lstStyle/>
          <a:p>
            <a:pPr algn="l">
              <a:lnSpc>
                <a:spcPct val="125000"/>
              </a:lnSpc>
            </a:pPr>
            <a:r>
              <a:rPr lang="nl-BE" sz="2000" b="1">
                <a:solidFill>
                  <a:srgbClr val="F2F8FC"/>
                </a:solidFill>
                <a:latin typeface="Segoe UI"/>
              </a:rPr>
              <a:t>Vastleggen</a:t>
            </a:r>
            <a:endParaRPr sz="2000" b="1">
              <a:solidFill>
                <a:srgbClr val="F2F8FC"/>
              </a:solidFill>
              <a:latin typeface="Segoe UI"/>
            </a:endParaRPr>
          </a:p>
        </p:txBody>
      </p:sp>
      <p:sp>
        <p:nvSpPr>
          <p:cNvPr id="11" name="TextBox 10"/>
          <p:cNvSpPr txBox="1"/>
          <p:nvPr/>
        </p:nvSpPr>
        <p:spPr>
          <a:xfrm>
            <a:off x="3302000" y="3035300"/>
            <a:ext cx="6223000" cy="208647"/>
          </a:xfrm>
          <a:prstGeom prst="rect">
            <a:avLst/>
          </a:prstGeom>
          <a:noFill/>
        </p:spPr>
        <p:txBody>
          <a:bodyPr wrap="square" lIns="0" tIns="0" rIns="0" bIns="0" anchor="t">
            <a:spAutoFit/>
          </a:bodyPr>
          <a:lstStyle/>
          <a:p>
            <a:pPr algn="l">
              <a:lnSpc>
                <a:spcPct val="132000"/>
              </a:lnSpc>
            </a:pPr>
            <a:r>
              <a:rPr lang="nl-NL" sz="1150" b="0">
                <a:solidFill>
                  <a:srgbClr val="8FB6D0"/>
                </a:solidFill>
                <a:latin typeface="Segoe UI"/>
              </a:rPr>
              <a:t>Foto's, klasseren met PEDIS en WIfI, verzorgen</a:t>
            </a:r>
            <a:endParaRPr sz="1150" b="0" dirty="0">
              <a:solidFill>
                <a:srgbClr val="8FB6D0"/>
              </a:solidFill>
              <a:latin typeface="Segoe UI"/>
            </a:endParaRPr>
          </a:p>
        </p:txBody>
      </p:sp>
      <p:sp>
        <p:nvSpPr>
          <p:cNvPr id="12" name="TextBox 11"/>
          <p:cNvSpPr txBox="1"/>
          <p:nvPr/>
        </p:nvSpPr>
        <p:spPr>
          <a:xfrm>
            <a:off x="9905752" y="3022600"/>
            <a:ext cx="1650958" cy="230448"/>
          </a:xfrm>
          <a:prstGeom prst="rect">
            <a:avLst/>
          </a:prstGeom>
          <a:noFill/>
        </p:spPr>
        <p:txBody>
          <a:bodyPr wrap="square" lIns="0" tIns="0" rIns="0" bIns="0" anchor="t">
            <a:spAutoFit/>
          </a:bodyPr>
          <a:lstStyle/>
          <a:p>
            <a:pPr algn="r">
              <a:lnSpc>
                <a:spcPct val="125000"/>
              </a:lnSpc>
            </a:pPr>
            <a:r>
              <a:rPr lang="nl-BE" sz="1300" b="1">
                <a:solidFill>
                  <a:srgbClr val="52BDEC"/>
                </a:solidFill>
                <a:latin typeface="Consolas"/>
              </a:rPr>
              <a:t>eCRF 36 · 38</a:t>
            </a:r>
            <a:endParaRPr sz="1300" b="1">
              <a:solidFill>
                <a:srgbClr val="52BDEC"/>
              </a:solidFill>
              <a:latin typeface="Consolas"/>
            </a:endParaRPr>
          </a:p>
        </p:txBody>
      </p:sp>
      <p:sp>
        <p:nvSpPr>
          <p:cNvPr id="13" name="Rectangle 12"/>
          <p:cNvSpPr/>
          <p:nvPr/>
        </p:nvSpPr>
        <p:spPr>
          <a:xfrm>
            <a:off x="634984" y="3759200"/>
            <a:ext cx="10921726" cy="9524"/>
          </a:xfrm>
          <a:prstGeom prst="rect">
            <a:avLst/>
          </a:prstGeom>
          <a:solidFill>
            <a:srgbClr val="215B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634984" y="3911600"/>
            <a:ext cx="2412939" cy="346633"/>
          </a:xfrm>
          <a:prstGeom prst="rect">
            <a:avLst/>
          </a:prstGeom>
          <a:noFill/>
        </p:spPr>
        <p:txBody>
          <a:bodyPr wrap="square" lIns="0" tIns="0" rIns="0" bIns="0" anchor="t">
            <a:spAutoFit/>
          </a:bodyPr>
          <a:lstStyle/>
          <a:p>
            <a:pPr algn="l">
              <a:lnSpc>
                <a:spcPct val="125000"/>
              </a:lnSpc>
            </a:pPr>
            <a:r>
              <a:rPr lang="nl-BE" sz="2000" b="1">
                <a:solidFill>
                  <a:srgbClr val="F2F8FC"/>
                </a:solidFill>
                <a:latin typeface="Segoe UI"/>
              </a:rPr>
              <a:t>Opladen</a:t>
            </a:r>
            <a:endParaRPr sz="2000" b="1">
              <a:solidFill>
                <a:srgbClr val="F2F8FC"/>
              </a:solidFill>
              <a:latin typeface="Segoe UI"/>
            </a:endParaRPr>
          </a:p>
        </p:txBody>
      </p:sp>
      <p:sp>
        <p:nvSpPr>
          <p:cNvPr id="15" name="TextBox 14"/>
          <p:cNvSpPr txBox="1"/>
          <p:nvPr/>
        </p:nvSpPr>
        <p:spPr>
          <a:xfrm>
            <a:off x="3302000" y="3975100"/>
            <a:ext cx="6223000" cy="208647"/>
          </a:xfrm>
          <a:prstGeom prst="rect">
            <a:avLst/>
          </a:prstGeom>
          <a:noFill/>
        </p:spPr>
        <p:txBody>
          <a:bodyPr wrap="square" lIns="0" tIns="0" rIns="0" bIns="0" anchor="t">
            <a:spAutoFit/>
          </a:bodyPr>
          <a:lstStyle/>
          <a:p>
            <a:pPr algn="l">
              <a:lnSpc>
                <a:spcPct val="132000"/>
              </a:lnSpc>
            </a:pPr>
            <a:r>
              <a:rPr lang="nl-NL" sz="1150" b="0">
                <a:solidFill>
                  <a:srgbClr val="8FB6D0"/>
                </a:solidFill>
                <a:latin typeface="Segoe UI"/>
              </a:rPr>
              <a:t>Foto's geanonimiseerd opladen</a:t>
            </a:r>
            <a:endParaRPr sz="1150" b="0" dirty="0">
              <a:solidFill>
                <a:srgbClr val="8FB6D0"/>
              </a:solidFill>
              <a:latin typeface="Segoe UI"/>
            </a:endParaRPr>
          </a:p>
        </p:txBody>
      </p:sp>
      <p:sp>
        <p:nvSpPr>
          <p:cNvPr id="16" name="TextBox 15"/>
          <p:cNvSpPr txBox="1"/>
          <p:nvPr/>
        </p:nvSpPr>
        <p:spPr>
          <a:xfrm>
            <a:off x="9905752" y="3962400"/>
            <a:ext cx="1650958" cy="230448"/>
          </a:xfrm>
          <a:prstGeom prst="rect">
            <a:avLst/>
          </a:prstGeom>
          <a:noFill/>
        </p:spPr>
        <p:txBody>
          <a:bodyPr wrap="square" lIns="0" tIns="0" rIns="0" bIns="0" anchor="t">
            <a:spAutoFit/>
          </a:bodyPr>
          <a:lstStyle/>
          <a:p>
            <a:pPr algn="r">
              <a:lnSpc>
                <a:spcPct val="125000"/>
              </a:lnSpc>
            </a:pPr>
            <a:r>
              <a:rPr lang="nl-BE" sz="1300" b="1">
                <a:solidFill>
                  <a:srgbClr val="52BDEC"/>
                </a:solidFill>
                <a:latin typeface="Consolas"/>
              </a:rPr>
              <a:t>ManGO</a:t>
            </a:r>
            <a:endParaRPr sz="1300" b="1" dirty="0">
              <a:solidFill>
                <a:srgbClr val="52BDEC"/>
              </a:solidFill>
              <a:latin typeface="Consolas"/>
            </a:endParaRPr>
          </a:p>
        </p:txBody>
      </p:sp>
      <p:sp>
        <p:nvSpPr>
          <p:cNvPr id="17" name="Rectangle 16"/>
          <p:cNvSpPr/>
          <p:nvPr/>
        </p:nvSpPr>
        <p:spPr>
          <a:xfrm>
            <a:off x="634984" y="4699000"/>
            <a:ext cx="10921726" cy="9524"/>
          </a:xfrm>
          <a:prstGeom prst="rect">
            <a:avLst/>
          </a:prstGeom>
          <a:solidFill>
            <a:srgbClr val="215B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634984" y="4851400"/>
            <a:ext cx="2412939" cy="346633"/>
          </a:xfrm>
          <a:prstGeom prst="rect">
            <a:avLst/>
          </a:prstGeom>
          <a:noFill/>
        </p:spPr>
        <p:txBody>
          <a:bodyPr wrap="square" lIns="0" tIns="0" rIns="0" bIns="0" anchor="t">
            <a:spAutoFit/>
          </a:bodyPr>
          <a:lstStyle/>
          <a:p>
            <a:pPr algn="l">
              <a:lnSpc>
                <a:spcPct val="125000"/>
              </a:lnSpc>
            </a:pPr>
            <a:r>
              <a:rPr lang="nl-BE" sz="2000" b="1">
                <a:solidFill>
                  <a:srgbClr val="F2F8FC"/>
                </a:solidFill>
                <a:latin typeface="Segoe UI"/>
              </a:rPr>
              <a:t>Opvolgen</a:t>
            </a:r>
            <a:endParaRPr sz="2000" b="1">
              <a:solidFill>
                <a:srgbClr val="F2F8FC"/>
              </a:solidFill>
              <a:latin typeface="Segoe UI"/>
            </a:endParaRPr>
          </a:p>
        </p:txBody>
      </p:sp>
      <p:sp>
        <p:nvSpPr>
          <p:cNvPr id="19" name="TextBox 18"/>
          <p:cNvSpPr txBox="1"/>
          <p:nvPr/>
        </p:nvSpPr>
        <p:spPr>
          <a:xfrm>
            <a:off x="3302000" y="4914900"/>
            <a:ext cx="6223000" cy="208647"/>
          </a:xfrm>
          <a:prstGeom prst="rect">
            <a:avLst/>
          </a:prstGeom>
          <a:noFill/>
        </p:spPr>
        <p:txBody>
          <a:bodyPr wrap="square" lIns="0" tIns="0" rIns="0" bIns="0" anchor="t">
            <a:spAutoFit/>
          </a:bodyPr>
          <a:lstStyle/>
          <a:p>
            <a:pPr algn="l">
              <a:lnSpc>
                <a:spcPct val="132000"/>
              </a:lnSpc>
            </a:pPr>
            <a:r>
              <a:rPr lang="nl-NL" sz="1150" b="0">
                <a:solidFill>
                  <a:srgbClr val="8FB6D0"/>
                </a:solidFill>
                <a:latin typeface="Segoe UI"/>
              </a:rPr>
              <a:t>Bij elk vervolgcontact de genezing noteren, tot genezing, amputatie of overlijden</a:t>
            </a:r>
            <a:endParaRPr sz="1150" b="0" dirty="0">
              <a:solidFill>
                <a:srgbClr val="8FB6D0"/>
              </a:solidFill>
              <a:latin typeface="Segoe UI"/>
            </a:endParaRPr>
          </a:p>
        </p:txBody>
      </p:sp>
      <p:sp>
        <p:nvSpPr>
          <p:cNvPr id="20" name="TextBox 19"/>
          <p:cNvSpPr txBox="1"/>
          <p:nvPr/>
        </p:nvSpPr>
        <p:spPr>
          <a:xfrm>
            <a:off x="9905752" y="4902200"/>
            <a:ext cx="1650958" cy="230448"/>
          </a:xfrm>
          <a:prstGeom prst="rect">
            <a:avLst/>
          </a:prstGeom>
          <a:noFill/>
        </p:spPr>
        <p:txBody>
          <a:bodyPr wrap="square" lIns="0" tIns="0" rIns="0" bIns="0" anchor="t">
            <a:spAutoFit/>
          </a:bodyPr>
          <a:lstStyle/>
          <a:p>
            <a:pPr algn="r">
              <a:lnSpc>
                <a:spcPct val="125000"/>
              </a:lnSpc>
            </a:pPr>
            <a:r>
              <a:rPr lang="nl-BE" sz="1300" b="1">
                <a:solidFill>
                  <a:srgbClr val="52BDEC"/>
                </a:solidFill>
                <a:latin typeface="Consolas"/>
              </a:rPr>
              <a:t>eCRF 47</a:t>
            </a:r>
            <a:endParaRPr sz="1300" b="1">
              <a:solidFill>
                <a:srgbClr val="52BDEC"/>
              </a:solidFill>
              <a:latin typeface="Consolas"/>
            </a:endParaRPr>
          </a:p>
        </p:txBody>
      </p:sp>
      <p:sp>
        <p:nvSpPr>
          <p:cNvPr id="23" name="TextBox 22"/>
          <p:cNvSpPr txBox="1"/>
          <p:nvPr/>
        </p:nvSpPr>
        <p:spPr>
          <a:xfrm>
            <a:off x="10540736" y="6387940"/>
            <a:ext cx="1015974" cy="186141"/>
          </a:xfrm>
          <a:prstGeom prst="rect">
            <a:avLst/>
          </a:prstGeom>
          <a:noFill/>
        </p:spPr>
        <p:txBody>
          <a:bodyPr wrap="square" lIns="0" tIns="0" rIns="0" bIns="0" anchor="t">
            <a:spAutoFit/>
          </a:bodyPr>
          <a:lstStyle/>
          <a:p>
            <a:pPr algn="r">
              <a:lnSpc>
                <a:spcPct val="125000"/>
              </a:lnSpc>
            </a:pPr>
            <a:r>
              <a:rPr lang="nl-BE" sz="1050" b="0">
                <a:solidFill>
                  <a:srgbClr val="8FB6D0"/>
                </a:solidFill>
                <a:latin typeface="Consolas"/>
              </a:rPr>
              <a:t>23 / 31</a:t>
            </a:r>
            <a:endParaRPr sz="1050" b="0">
              <a:solidFill>
                <a:srgbClr val="8FB6D0"/>
              </a:solidFill>
              <a:latin typeface="Consolas"/>
            </a:endParaRPr>
          </a:p>
        </p:txBody>
      </p:sp>
      <p:pic>
        <p:nvPicPr>
          <p:cNvPr id="24" name="merk" descr="merk.png"/>
          <p:cNvPicPr>
            <a:picLocks noChangeAspect="1"/>
          </p:cNvPicPr>
          <p:nvPr/>
        </p:nvPicPr>
        <p:blipFill>
          <a:blip r:embed="rId3"/>
          <a:stretch>
            <a:fillRect/>
          </a:stretch>
        </p:blipFill>
        <p:spPr>
          <a:xfrm>
            <a:off x="11094166" y="368290"/>
            <a:ext cx="417101" cy="482587"/>
          </a:xfrm>
          <a:prstGeom prst="rect">
            <a:avLst/>
          </a:prstGeom>
        </p:spPr>
      </p:pic>
      <p:sp>
        <p:nvSpPr>
          <p:cNvPr id="21" name="rij5 lijn">
            <a:extLst>
              <a:ext uri="{FF2B5EF4-FFF2-40B4-BE49-F238E27FC236}">
                <a16:creationId xmlns:a16="http://schemas.microsoft.com/office/drawing/2014/main" id="{CC567B4D-9AEC-44D7-3BCB-4EBF4FA74DE8}"/>
              </a:ext>
            </a:extLst>
          </p:cNvPr>
          <p:cNvSpPr/>
          <p:nvPr/>
        </p:nvSpPr>
        <p:spPr>
          <a:xfrm>
            <a:off x="634984" y="5638800"/>
            <a:ext cx="10921726" cy="9524"/>
          </a:xfrm>
          <a:prstGeom prst="rect">
            <a:avLst/>
          </a:prstGeom>
          <a:solidFill>
            <a:srgbClr val="215B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rij5 label">
            <a:extLst>
              <a:ext uri="{FF2B5EF4-FFF2-40B4-BE49-F238E27FC236}">
                <a16:creationId xmlns:a16="http://schemas.microsoft.com/office/drawing/2014/main" id="{CB205B41-7BE9-0EF0-A5F0-DDFBD567080D}"/>
              </a:ext>
            </a:extLst>
          </p:cNvPr>
          <p:cNvSpPr txBox="1"/>
          <p:nvPr/>
        </p:nvSpPr>
        <p:spPr>
          <a:xfrm>
            <a:off x="634984" y="5791200"/>
            <a:ext cx="2412939" cy="346633"/>
          </a:xfrm>
          <a:prstGeom prst="rect">
            <a:avLst/>
          </a:prstGeom>
          <a:noFill/>
        </p:spPr>
        <p:txBody>
          <a:bodyPr wrap="square" lIns="0" tIns="0" rIns="0" bIns="0" anchor="t">
            <a:spAutoFit/>
          </a:bodyPr>
          <a:lstStyle/>
          <a:p>
            <a:pPr algn="l">
              <a:lnSpc>
                <a:spcPct val="125000"/>
              </a:lnSpc>
            </a:pPr>
            <a:r>
              <a:rPr lang="nl-BE" sz="2000" b="1">
                <a:solidFill>
                  <a:srgbClr val="F2F8FC"/>
                </a:solidFill>
                <a:latin typeface="Segoe UI"/>
              </a:rPr>
              <a:t>Ernstig voorval</a:t>
            </a:r>
            <a:endParaRPr sz="2000" b="1">
              <a:solidFill>
                <a:srgbClr val="F2F8FC"/>
              </a:solidFill>
              <a:latin typeface="Segoe UI"/>
            </a:endParaRPr>
          </a:p>
        </p:txBody>
      </p:sp>
      <p:sp>
        <p:nvSpPr>
          <p:cNvPr id="25" name="rij5 tekst">
            <a:extLst>
              <a:ext uri="{FF2B5EF4-FFF2-40B4-BE49-F238E27FC236}">
                <a16:creationId xmlns:a16="http://schemas.microsoft.com/office/drawing/2014/main" id="{003C79C4-001E-FF54-0C43-BABA4AD2D471}"/>
              </a:ext>
            </a:extLst>
          </p:cNvPr>
          <p:cNvSpPr txBox="1"/>
          <p:nvPr/>
        </p:nvSpPr>
        <p:spPr>
          <a:xfrm>
            <a:off x="3302000" y="5854700"/>
            <a:ext cx="6223000" cy="208647"/>
          </a:xfrm>
          <a:prstGeom prst="rect">
            <a:avLst/>
          </a:prstGeom>
          <a:noFill/>
        </p:spPr>
        <p:txBody>
          <a:bodyPr wrap="square" lIns="0" tIns="0" rIns="0" bIns="0" anchor="t">
            <a:spAutoFit/>
          </a:bodyPr>
          <a:lstStyle/>
          <a:p>
            <a:pPr algn="l">
              <a:lnSpc>
                <a:spcPct val="132000"/>
              </a:lnSpc>
            </a:pPr>
            <a:r>
              <a:rPr lang="nl-NL" sz="1150" b="0">
                <a:solidFill>
                  <a:srgbClr val="8FB6D0"/>
                </a:solidFill>
                <a:latin typeface="Segoe UI"/>
              </a:rPr>
              <a:t>Zoals een opname: melden aan de studieverantwoordelijke</a:t>
            </a:r>
            <a:endParaRPr sz="1150" b="0" dirty="0">
              <a:solidFill>
                <a:srgbClr val="8FB6D0"/>
              </a:solidFill>
              <a:latin typeface="Segoe UI"/>
            </a:endParaRPr>
          </a:p>
        </p:txBody>
      </p:sp>
      <p:sp>
        <p:nvSpPr>
          <p:cNvPr id="26" name="rij5 badge">
            <a:extLst>
              <a:ext uri="{FF2B5EF4-FFF2-40B4-BE49-F238E27FC236}">
                <a16:creationId xmlns:a16="http://schemas.microsoft.com/office/drawing/2014/main" id="{EF2A9784-508A-4706-29A4-953BAB735B0A}"/>
              </a:ext>
            </a:extLst>
          </p:cNvPr>
          <p:cNvSpPr txBox="1"/>
          <p:nvPr/>
        </p:nvSpPr>
        <p:spPr>
          <a:xfrm>
            <a:off x="9905752" y="5842000"/>
            <a:ext cx="1650958" cy="230448"/>
          </a:xfrm>
          <a:prstGeom prst="rect">
            <a:avLst/>
          </a:prstGeom>
          <a:noFill/>
        </p:spPr>
        <p:txBody>
          <a:bodyPr wrap="square" lIns="0" tIns="0" rIns="0" bIns="0" anchor="t">
            <a:spAutoFit/>
          </a:bodyPr>
          <a:lstStyle/>
          <a:p>
            <a:pPr algn="r">
              <a:lnSpc>
                <a:spcPct val="125000"/>
              </a:lnSpc>
            </a:pPr>
            <a:r>
              <a:rPr lang="nl-BE" sz="1300" b="1">
                <a:solidFill>
                  <a:srgbClr val="52BDEC"/>
                </a:solidFill>
                <a:latin typeface="Consolas"/>
              </a:rPr>
              <a:t>72 uur · eCRF 46</a:t>
            </a:r>
            <a:endParaRPr sz="1300" b="1">
              <a:solidFill>
                <a:srgbClr val="52BDEC"/>
              </a:solidFill>
              <a:latin typeface="Consolas"/>
            </a:endParaRPr>
          </a:p>
        </p:txBody>
      </p:sp>
      <p:sp>
        <p:nvSpPr>
          <p:cNvPr id="27" name="bron">
            <a:extLst>
              <a:ext uri="{FF2B5EF4-FFF2-40B4-BE49-F238E27FC236}">
                <a16:creationId xmlns:a16="http://schemas.microsoft.com/office/drawing/2014/main" id="{E101AADC-1E07-F15E-58BA-34F396878936}"/>
              </a:ext>
            </a:extLst>
          </p:cNvPr>
          <p:cNvSpPr txBox="1"/>
          <p:nvPr/>
        </p:nvSpPr>
        <p:spPr>
          <a:xfrm>
            <a:off x="634984" y="6629234"/>
            <a:ext cx="10921726" cy="177795"/>
          </a:xfrm>
          <a:prstGeom prst="rect">
            <a:avLst/>
          </a:prstGeom>
          <a:noFill/>
        </p:spPr>
        <p:txBody>
          <a:bodyPr vert="horz" wrap="square" lIns="0" tIns="0" rIns="0" bIns="0" rtlCol="0">
            <a:noAutofit/>
          </a:bodyPr>
          <a:lstStyle/>
          <a:p>
            <a:r>
              <a:rPr lang="nl-NL" sz="1000">
                <a:solidFill>
                  <a:srgbClr val="8FB6D0"/>
                </a:solidFill>
                <a:latin typeface="Consolas" panose="020B0609020204030204" pitchFamily="49" charset="0"/>
              </a:rPr>
              <a:t>Bron  studieprotocol §5.5, §6 · eCRF 36, 38, 46, 47</a:t>
            </a:r>
            <a:endParaRPr lang="nl-BE" sz="1000">
              <a:solidFill>
                <a:srgbClr val="8FB6D0"/>
              </a:solidFill>
              <a:latin typeface="Consolas" panose="020B0609020204030204" pitchFamily="49" charset="0"/>
            </a:endParaRPr>
          </a:p>
        </p:txBody>
      </p:sp>
    </p:spTree>
    <p:extLst>
      <p:ext uri="{BB962C8B-B14F-4D97-AF65-F5344CB8AC3E}">
        <p14:creationId xmlns:p14="http://schemas.microsoft.com/office/powerpoint/2010/main" val="1838734195"/>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200">
        <p159:morph option="byObject"/>
      </p:transition>
    </mc:Choice>
    <mc:Fallback xmlns="">
      <p:transition spd="slow">
        <p:fade/>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7828"/>
          </a:xfrm>
          <a:prstGeom prst="rect">
            <a:avLst/>
          </a:prstGeom>
          <a:gradFill rotWithShape="1">
            <a:gsLst>
              <a:gs pos="0">
                <a:srgbClr val="072138"/>
              </a:gs>
              <a:gs pos="100000">
                <a:srgbClr val="04182A"/>
              </a:gs>
            </a:gsLst>
            <a:lin ang="5400000" scaled="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634984" y="571485"/>
            <a:ext cx="9524761" cy="215894"/>
          </a:xfrm>
          <a:prstGeom prst="rect">
            <a:avLst/>
          </a:prstGeom>
          <a:noFill/>
        </p:spPr>
        <p:txBody>
          <a:bodyPr wrap="square" lIns="0" tIns="0" rIns="0" bIns="0" anchor="t">
            <a:spAutoFit/>
          </a:bodyPr>
          <a:lstStyle/>
          <a:p>
            <a:pPr algn="l">
              <a:lnSpc>
                <a:spcPct val="125000"/>
              </a:lnSpc>
            </a:pPr>
            <a:r>
              <a:rPr sz="1250" b="1" spc="240">
                <a:solidFill>
                  <a:srgbClr val="52BDEC"/>
                </a:solidFill>
                <a:latin typeface="Consolas"/>
              </a:rPr>
              <a:t>VERDELING</a:t>
            </a:r>
          </a:p>
        </p:txBody>
      </p:sp>
      <p:sp>
        <p:nvSpPr>
          <p:cNvPr id="4" name="sectietitel"/>
          <p:cNvSpPr txBox="1"/>
          <p:nvPr/>
        </p:nvSpPr>
        <p:spPr>
          <a:xfrm>
            <a:off x="634984" y="838179"/>
            <a:ext cx="9905752" cy="1269968"/>
          </a:xfrm>
          <a:prstGeom prst="rect">
            <a:avLst/>
          </a:prstGeom>
          <a:noFill/>
        </p:spPr>
        <p:txBody>
          <a:bodyPr wrap="square" lIns="0" tIns="0" rIns="0" bIns="0" anchor="t">
            <a:spAutoFit/>
          </a:bodyPr>
          <a:lstStyle/>
          <a:p>
            <a:pPr algn="l">
              <a:lnSpc>
                <a:spcPct val="110000"/>
              </a:lnSpc>
            </a:pPr>
            <a:r>
              <a:rPr sz="4000" b="1">
                <a:solidFill>
                  <a:srgbClr val="F2F8FC"/>
                </a:solidFill>
                <a:latin typeface="Segoe UI"/>
              </a:rPr>
              <a:t>Wie doet wat</a:t>
            </a:r>
          </a:p>
        </p:txBody>
      </p:sp>
      <p:sp>
        <p:nvSpPr>
          <p:cNvPr id="5" name="Rectangle 4"/>
          <p:cNvSpPr/>
          <p:nvPr/>
        </p:nvSpPr>
        <p:spPr>
          <a:xfrm>
            <a:off x="634984" y="1930351"/>
            <a:ext cx="10921726" cy="9524"/>
          </a:xfrm>
          <a:prstGeom prst="rect">
            <a:avLst/>
          </a:prstGeom>
          <a:solidFill>
            <a:srgbClr val="215B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634984" y="2146246"/>
            <a:ext cx="2666933" cy="380990"/>
          </a:xfrm>
          <a:prstGeom prst="rect">
            <a:avLst/>
          </a:prstGeom>
          <a:noFill/>
        </p:spPr>
        <p:txBody>
          <a:bodyPr wrap="square" lIns="0" tIns="0" rIns="0" bIns="0" anchor="t">
            <a:spAutoFit/>
          </a:bodyPr>
          <a:lstStyle/>
          <a:p>
            <a:pPr algn="l">
              <a:lnSpc>
                <a:spcPct val="125000"/>
              </a:lnSpc>
            </a:pPr>
            <a:r>
              <a:rPr sz="2700" b="1">
                <a:solidFill>
                  <a:srgbClr val="F2F8FC"/>
                </a:solidFill>
                <a:latin typeface="Segoe UI"/>
              </a:rPr>
              <a:t>Podoloog</a:t>
            </a:r>
          </a:p>
        </p:txBody>
      </p:sp>
      <p:sp>
        <p:nvSpPr>
          <p:cNvPr id="7" name="Oval 6"/>
          <p:cNvSpPr/>
          <p:nvPr/>
        </p:nvSpPr>
        <p:spPr>
          <a:xfrm>
            <a:off x="3555911" y="2235144"/>
            <a:ext cx="69848" cy="69848"/>
          </a:xfrm>
          <a:prstGeom prst="ellipse">
            <a:avLst/>
          </a:prstGeom>
          <a:solidFill>
            <a:srgbClr val="52BD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3721006" y="2158946"/>
            <a:ext cx="2362140" cy="571485"/>
          </a:xfrm>
          <a:prstGeom prst="rect">
            <a:avLst/>
          </a:prstGeom>
          <a:noFill/>
        </p:spPr>
        <p:txBody>
          <a:bodyPr wrap="square" lIns="0" tIns="0" rIns="0" bIns="0" anchor="t">
            <a:spAutoFit/>
          </a:bodyPr>
          <a:lstStyle/>
          <a:p>
            <a:pPr algn="l">
              <a:lnSpc>
                <a:spcPct val="130000"/>
              </a:lnSpc>
            </a:pPr>
            <a:r>
              <a:rPr sz="1550" b="0">
                <a:solidFill>
                  <a:srgbClr val="8FB6D0"/>
                </a:solidFill>
                <a:latin typeface="Segoe UI"/>
              </a:rPr>
              <a:t>Voert de drukmetingen uit</a:t>
            </a:r>
          </a:p>
        </p:txBody>
      </p:sp>
      <p:sp>
        <p:nvSpPr>
          <p:cNvPr id="9" name="Oval 8"/>
          <p:cNvSpPr/>
          <p:nvPr/>
        </p:nvSpPr>
        <p:spPr>
          <a:xfrm>
            <a:off x="6273643" y="2235144"/>
            <a:ext cx="69848" cy="69848"/>
          </a:xfrm>
          <a:prstGeom prst="ellipse">
            <a:avLst/>
          </a:prstGeom>
          <a:solidFill>
            <a:srgbClr val="52BD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6438739" y="2158946"/>
            <a:ext cx="2362140" cy="571485"/>
          </a:xfrm>
          <a:prstGeom prst="rect">
            <a:avLst/>
          </a:prstGeom>
          <a:noFill/>
        </p:spPr>
        <p:txBody>
          <a:bodyPr wrap="square" lIns="0" tIns="0" rIns="0" bIns="0" anchor="t">
            <a:spAutoFit/>
          </a:bodyPr>
          <a:lstStyle/>
          <a:p>
            <a:pPr algn="l">
              <a:lnSpc>
                <a:spcPct val="130000"/>
              </a:lnSpc>
            </a:pPr>
            <a:r>
              <a:rPr sz="1550" b="0">
                <a:solidFill>
                  <a:srgbClr val="8FB6D0"/>
                </a:solidFill>
                <a:latin typeface="Segoe UI"/>
              </a:rPr>
              <a:t>Levert SEBIA</a:t>
            </a:r>
          </a:p>
        </p:txBody>
      </p:sp>
      <p:sp>
        <p:nvSpPr>
          <p:cNvPr id="11" name="Oval 10"/>
          <p:cNvSpPr/>
          <p:nvPr/>
        </p:nvSpPr>
        <p:spPr>
          <a:xfrm>
            <a:off x="8991375" y="2235144"/>
            <a:ext cx="69848" cy="69848"/>
          </a:xfrm>
          <a:prstGeom prst="ellipse">
            <a:avLst/>
          </a:prstGeom>
          <a:solidFill>
            <a:srgbClr val="52BD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9156471" y="2158946"/>
            <a:ext cx="2362140" cy="571485"/>
          </a:xfrm>
          <a:prstGeom prst="rect">
            <a:avLst/>
          </a:prstGeom>
          <a:noFill/>
        </p:spPr>
        <p:txBody>
          <a:bodyPr wrap="square" lIns="0" tIns="0" rIns="0" bIns="0" anchor="t">
            <a:spAutoFit/>
          </a:bodyPr>
          <a:lstStyle/>
          <a:p>
            <a:pPr algn="l">
              <a:lnSpc>
                <a:spcPct val="130000"/>
              </a:lnSpc>
            </a:pPr>
            <a:r>
              <a:rPr sz="1550" b="0">
                <a:solidFill>
                  <a:srgbClr val="8FB6D0"/>
                </a:solidFill>
                <a:latin typeface="Segoe UI"/>
              </a:rPr>
              <a:t>Leest de sensoren uit</a:t>
            </a:r>
          </a:p>
        </p:txBody>
      </p:sp>
      <p:sp>
        <p:nvSpPr>
          <p:cNvPr id="13" name="Rectangle 12"/>
          <p:cNvSpPr/>
          <p:nvPr/>
        </p:nvSpPr>
        <p:spPr>
          <a:xfrm>
            <a:off x="634984" y="2971725"/>
            <a:ext cx="10921726" cy="9524"/>
          </a:xfrm>
          <a:prstGeom prst="rect">
            <a:avLst/>
          </a:prstGeom>
          <a:solidFill>
            <a:srgbClr val="215B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634984" y="3187620"/>
            <a:ext cx="2666933" cy="380990"/>
          </a:xfrm>
          <a:prstGeom prst="rect">
            <a:avLst/>
          </a:prstGeom>
          <a:noFill/>
        </p:spPr>
        <p:txBody>
          <a:bodyPr wrap="square" lIns="0" tIns="0" rIns="0" bIns="0" anchor="t">
            <a:spAutoFit/>
          </a:bodyPr>
          <a:lstStyle/>
          <a:p>
            <a:pPr algn="l">
              <a:lnSpc>
                <a:spcPct val="125000"/>
              </a:lnSpc>
            </a:pPr>
            <a:r>
              <a:rPr sz="2700" b="1">
                <a:solidFill>
                  <a:srgbClr val="F2F8FC"/>
                </a:solidFill>
                <a:latin typeface="Segoe UI"/>
              </a:rPr>
              <a:t>Pedorthist</a:t>
            </a:r>
          </a:p>
        </p:txBody>
      </p:sp>
      <p:sp>
        <p:nvSpPr>
          <p:cNvPr id="15" name="Oval 14"/>
          <p:cNvSpPr/>
          <p:nvPr/>
        </p:nvSpPr>
        <p:spPr>
          <a:xfrm>
            <a:off x="3555911" y="3276518"/>
            <a:ext cx="69848" cy="69848"/>
          </a:xfrm>
          <a:prstGeom prst="ellipse">
            <a:avLst/>
          </a:prstGeom>
          <a:solidFill>
            <a:srgbClr val="52BD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3721006" y="3200319"/>
            <a:ext cx="2362140" cy="571485"/>
          </a:xfrm>
          <a:prstGeom prst="rect">
            <a:avLst/>
          </a:prstGeom>
          <a:noFill/>
        </p:spPr>
        <p:txBody>
          <a:bodyPr wrap="square" lIns="0" tIns="0" rIns="0" bIns="0" anchor="t">
            <a:spAutoFit/>
          </a:bodyPr>
          <a:lstStyle/>
          <a:p>
            <a:pPr algn="l">
              <a:lnSpc>
                <a:spcPct val="130000"/>
              </a:lnSpc>
            </a:pPr>
            <a:r>
              <a:rPr sz="1550" b="0">
                <a:solidFill>
                  <a:srgbClr val="8FB6D0"/>
                </a:solidFill>
                <a:latin typeface="Segoe UI"/>
              </a:rPr>
              <a:t>Maakt de zool</a:t>
            </a:r>
          </a:p>
        </p:txBody>
      </p:sp>
      <p:sp>
        <p:nvSpPr>
          <p:cNvPr id="17" name="Oval 16"/>
          <p:cNvSpPr/>
          <p:nvPr/>
        </p:nvSpPr>
        <p:spPr>
          <a:xfrm>
            <a:off x="6273643" y="3276518"/>
            <a:ext cx="69848" cy="69848"/>
          </a:xfrm>
          <a:prstGeom prst="ellipse">
            <a:avLst/>
          </a:prstGeom>
          <a:solidFill>
            <a:srgbClr val="52BD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6438739" y="3200319"/>
            <a:ext cx="2362140" cy="571485"/>
          </a:xfrm>
          <a:prstGeom prst="rect">
            <a:avLst/>
          </a:prstGeom>
          <a:noFill/>
        </p:spPr>
        <p:txBody>
          <a:bodyPr wrap="square" lIns="0" tIns="0" rIns="0" bIns="0" anchor="t">
            <a:spAutoFit/>
          </a:bodyPr>
          <a:lstStyle/>
          <a:p>
            <a:pPr algn="l">
              <a:lnSpc>
                <a:spcPct val="130000"/>
              </a:lnSpc>
            </a:pPr>
            <a:r>
              <a:rPr sz="1550" b="0">
                <a:solidFill>
                  <a:srgbClr val="8FB6D0"/>
                </a:solidFill>
                <a:latin typeface="Segoe UI"/>
              </a:rPr>
              <a:t>Past aan tot de norm</a:t>
            </a:r>
          </a:p>
        </p:txBody>
      </p:sp>
      <p:sp>
        <p:nvSpPr>
          <p:cNvPr id="19" name="Rectangle 18"/>
          <p:cNvSpPr/>
          <p:nvPr/>
        </p:nvSpPr>
        <p:spPr>
          <a:xfrm>
            <a:off x="634984" y="4013099"/>
            <a:ext cx="10921726" cy="9524"/>
          </a:xfrm>
          <a:prstGeom prst="rect">
            <a:avLst/>
          </a:prstGeom>
          <a:solidFill>
            <a:srgbClr val="215B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634984" y="4228994"/>
            <a:ext cx="2666933" cy="380990"/>
          </a:xfrm>
          <a:prstGeom prst="rect">
            <a:avLst/>
          </a:prstGeom>
          <a:noFill/>
        </p:spPr>
        <p:txBody>
          <a:bodyPr wrap="square" lIns="0" tIns="0" rIns="0" bIns="0" anchor="t">
            <a:spAutoFit/>
          </a:bodyPr>
          <a:lstStyle/>
          <a:p>
            <a:pPr algn="l">
              <a:lnSpc>
                <a:spcPct val="125000"/>
              </a:lnSpc>
            </a:pPr>
            <a:r>
              <a:rPr sz="2700" b="1">
                <a:solidFill>
                  <a:srgbClr val="F2F8FC"/>
                </a:solidFill>
                <a:latin typeface="Segoe UI"/>
              </a:rPr>
              <a:t>Arts</a:t>
            </a:r>
          </a:p>
        </p:txBody>
      </p:sp>
      <p:sp>
        <p:nvSpPr>
          <p:cNvPr id="21" name="Oval 20"/>
          <p:cNvSpPr/>
          <p:nvPr/>
        </p:nvSpPr>
        <p:spPr>
          <a:xfrm>
            <a:off x="3555911" y="4317892"/>
            <a:ext cx="69848" cy="69848"/>
          </a:xfrm>
          <a:prstGeom prst="ellipse">
            <a:avLst/>
          </a:prstGeom>
          <a:solidFill>
            <a:srgbClr val="52BD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3721006" y="4241693"/>
            <a:ext cx="2362140" cy="587661"/>
          </a:xfrm>
          <a:prstGeom prst="rect">
            <a:avLst/>
          </a:prstGeom>
          <a:noFill/>
        </p:spPr>
        <p:txBody>
          <a:bodyPr wrap="square" lIns="0" tIns="0" rIns="0" bIns="0" anchor="t">
            <a:spAutoFit/>
          </a:bodyPr>
          <a:lstStyle/>
          <a:p>
            <a:pPr algn="l">
              <a:lnSpc>
                <a:spcPct val="130000"/>
              </a:lnSpc>
            </a:pPr>
            <a:r>
              <a:rPr lang="nl-BE" sz="1550" b="0">
                <a:solidFill>
                  <a:srgbClr val="8FB6D0"/>
                </a:solidFill>
                <a:latin typeface="Segoe UI"/>
              </a:rPr>
              <a:t>Screent, vraagt toestemming</a:t>
            </a:r>
            <a:endParaRPr sz="1550" b="0">
              <a:solidFill>
                <a:srgbClr val="8FB6D0"/>
              </a:solidFill>
              <a:latin typeface="Segoe UI"/>
            </a:endParaRPr>
          </a:p>
        </p:txBody>
      </p:sp>
      <p:sp>
        <p:nvSpPr>
          <p:cNvPr id="23" name="Oval 22"/>
          <p:cNvSpPr/>
          <p:nvPr/>
        </p:nvSpPr>
        <p:spPr>
          <a:xfrm>
            <a:off x="6273643" y="4317892"/>
            <a:ext cx="69848" cy="69848"/>
          </a:xfrm>
          <a:prstGeom prst="ellipse">
            <a:avLst/>
          </a:prstGeom>
          <a:solidFill>
            <a:srgbClr val="52BD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6438739" y="4241693"/>
            <a:ext cx="2362140" cy="571485"/>
          </a:xfrm>
          <a:prstGeom prst="rect">
            <a:avLst/>
          </a:prstGeom>
          <a:noFill/>
        </p:spPr>
        <p:txBody>
          <a:bodyPr wrap="square" lIns="0" tIns="0" rIns="0" bIns="0" anchor="t">
            <a:spAutoFit/>
          </a:bodyPr>
          <a:lstStyle/>
          <a:p>
            <a:pPr algn="l">
              <a:lnSpc>
                <a:spcPct val="130000"/>
              </a:lnSpc>
            </a:pPr>
            <a:r>
              <a:rPr sz="1550" b="0">
                <a:solidFill>
                  <a:srgbClr val="8FB6D0"/>
                </a:solidFill>
                <a:latin typeface="Segoe UI"/>
              </a:rPr>
              <a:t>Beoordeelt laesies</a:t>
            </a:r>
          </a:p>
        </p:txBody>
      </p:sp>
      <p:sp>
        <p:nvSpPr>
          <p:cNvPr id="25" name="Oval 24"/>
          <p:cNvSpPr/>
          <p:nvPr/>
        </p:nvSpPr>
        <p:spPr>
          <a:xfrm>
            <a:off x="8991375" y="4317892"/>
            <a:ext cx="69848" cy="69848"/>
          </a:xfrm>
          <a:prstGeom prst="ellipse">
            <a:avLst/>
          </a:prstGeom>
          <a:solidFill>
            <a:srgbClr val="52BD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9156471" y="4241693"/>
            <a:ext cx="2362140" cy="571485"/>
          </a:xfrm>
          <a:prstGeom prst="rect">
            <a:avLst/>
          </a:prstGeom>
          <a:noFill/>
        </p:spPr>
        <p:txBody>
          <a:bodyPr wrap="square" lIns="0" tIns="0" rIns="0" bIns="0" anchor="t">
            <a:spAutoFit/>
          </a:bodyPr>
          <a:lstStyle/>
          <a:p>
            <a:pPr algn="l">
              <a:lnSpc>
                <a:spcPct val="130000"/>
              </a:lnSpc>
            </a:pPr>
            <a:r>
              <a:rPr sz="1550" b="0">
                <a:solidFill>
                  <a:srgbClr val="8FB6D0"/>
                </a:solidFill>
                <a:latin typeface="Segoe UI"/>
              </a:rPr>
              <a:t>Meldt voorvallen</a:t>
            </a:r>
          </a:p>
        </p:txBody>
      </p:sp>
      <p:sp>
        <p:nvSpPr>
          <p:cNvPr id="27" name="Rectangle 26"/>
          <p:cNvSpPr/>
          <p:nvPr/>
        </p:nvSpPr>
        <p:spPr>
          <a:xfrm>
            <a:off x="634984" y="5054473"/>
            <a:ext cx="10921726" cy="9524"/>
          </a:xfrm>
          <a:prstGeom prst="rect">
            <a:avLst/>
          </a:prstGeom>
          <a:solidFill>
            <a:srgbClr val="215B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634984" y="5270368"/>
            <a:ext cx="2666933" cy="380990"/>
          </a:xfrm>
          <a:prstGeom prst="rect">
            <a:avLst/>
          </a:prstGeom>
          <a:noFill/>
        </p:spPr>
        <p:txBody>
          <a:bodyPr wrap="square" lIns="0" tIns="0" rIns="0" bIns="0" anchor="t">
            <a:spAutoFit/>
          </a:bodyPr>
          <a:lstStyle/>
          <a:p>
            <a:pPr algn="l">
              <a:lnSpc>
                <a:spcPct val="125000"/>
              </a:lnSpc>
            </a:pPr>
            <a:r>
              <a:rPr sz="2700" b="1">
                <a:solidFill>
                  <a:srgbClr val="F2F8FC"/>
                </a:solidFill>
                <a:latin typeface="Segoe UI"/>
              </a:rPr>
              <a:t>Management</a:t>
            </a:r>
          </a:p>
        </p:txBody>
      </p:sp>
      <p:sp>
        <p:nvSpPr>
          <p:cNvPr id="29" name="Oval 28"/>
          <p:cNvSpPr/>
          <p:nvPr/>
        </p:nvSpPr>
        <p:spPr>
          <a:xfrm>
            <a:off x="3555911" y="5359266"/>
            <a:ext cx="69848" cy="69848"/>
          </a:xfrm>
          <a:prstGeom prst="ellipse">
            <a:avLst/>
          </a:prstGeom>
          <a:solidFill>
            <a:srgbClr val="52BD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TextBox 29"/>
          <p:cNvSpPr txBox="1"/>
          <p:nvPr/>
        </p:nvSpPr>
        <p:spPr>
          <a:xfrm>
            <a:off x="3721006" y="5283067"/>
            <a:ext cx="2362140" cy="571485"/>
          </a:xfrm>
          <a:prstGeom prst="rect">
            <a:avLst/>
          </a:prstGeom>
          <a:noFill/>
        </p:spPr>
        <p:txBody>
          <a:bodyPr wrap="square" lIns="0" tIns="0" rIns="0" bIns="0" anchor="t">
            <a:spAutoFit/>
          </a:bodyPr>
          <a:lstStyle/>
          <a:p>
            <a:pPr algn="l">
              <a:lnSpc>
                <a:spcPct val="130000"/>
              </a:lnSpc>
            </a:pPr>
            <a:r>
              <a:rPr sz="1550" b="0">
                <a:solidFill>
                  <a:srgbClr val="8FB6D0"/>
                </a:solidFill>
                <a:latin typeface="Segoe UI"/>
              </a:rPr>
              <a:t>Maakt tijd vrij</a:t>
            </a:r>
          </a:p>
        </p:txBody>
      </p:sp>
      <p:sp>
        <p:nvSpPr>
          <p:cNvPr id="31" name="Oval 30"/>
          <p:cNvSpPr/>
          <p:nvPr/>
        </p:nvSpPr>
        <p:spPr>
          <a:xfrm>
            <a:off x="6273643" y="5359266"/>
            <a:ext cx="69848" cy="69848"/>
          </a:xfrm>
          <a:prstGeom prst="ellipse">
            <a:avLst/>
          </a:prstGeom>
          <a:solidFill>
            <a:srgbClr val="52BD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TextBox 31"/>
          <p:cNvSpPr txBox="1"/>
          <p:nvPr/>
        </p:nvSpPr>
        <p:spPr>
          <a:xfrm>
            <a:off x="6438739" y="5283067"/>
            <a:ext cx="2362140" cy="571485"/>
          </a:xfrm>
          <a:prstGeom prst="rect">
            <a:avLst/>
          </a:prstGeom>
          <a:noFill/>
        </p:spPr>
        <p:txBody>
          <a:bodyPr wrap="square" lIns="0" tIns="0" rIns="0" bIns="0" anchor="t">
            <a:spAutoFit/>
          </a:bodyPr>
          <a:lstStyle/>
          <a:p>
            <a:pPr algn="l">
              <a:lnSpc>
                <a:spcPct val="130000"/>
              </a:lnSpc>
            </a:pPr>
            <a:r>
              <a:rPr sz="1550" b="0">
                <a:solidFill>
                  <a:srgbClr val="8FB6D0"/>
                </a:solidFill>
                <a:latin typeface="Segoe UI"/>
              </a:rPr>
              <a:t>Bewaakt 24 inclusies</a:t>
            </a:r>
          </a:p>
        </p:txBody>
      </p:sp>
      <p:sp>
        <p:nvSpPr>
          <p:cNvPr id="33" name="Oval 32"/>
          <p:cNvSpPr/>
          <p:nvPr/>
        </p:nvSpPr>
        <p:spPr>
          <a:xfrm>
            <a:off x="8991375" y="5359266"/>
            <a:ext cx="69848" cy="69848"/>
          </a:xfrm>
          <a:prstGeom prst="ellipse">
            <a:avLst/>
          </a:prstGeom>
          <a:solidFill>
            <a:srgbClr val="52BD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TextBox 33"/>
          <p:cNvSpPr txBox="1"/>
          <p:nvPr/>
        </p:nvSpPr>
        <p:spPr>
          <a:xfrm>
            <a:off x="9156471" y="5283067"/>
            <a:ext cx="2362140" cy="571485"/>
          </a:xfrm>
          <a:prstGeom prst="rect">
            <a:avLst/>
          </a:prstGeom>
          <a:noFill/>
        </p:spPr>
        <p:txBody>
          <a:bodyPr wrap="square" lIns="0" tIns="0" rIns="0" bIns="0" anchor="t">
            <a:spAutoFit/>
          </a:bodyPr>
          <a:lstStyle/>
          <a:p>
            <a:pPr algn="l">
              <a:lnSpc>
                <a:spcPct val="130000"/>
              </a:lnSpc>
            </a:pPr>
            <a:r>
              <a:rPr sz="1550" b="0">
                <a:solidFill>
                  <a:srgbClr val="8FB6D0"/>
                </a:solidFill>
                <a:latin typeface="Segoe UI"/>
              </a:rPr>
              <a:t>Houdt het opleidingsregister bij</a:t>
            </a:r>
          </a:p>
        </p:txBody>
      </p:sp>
      <p:sp>
        <p:nvSpPr>
          <p:cNvPr id="35" name="Rectangle 34"/>
          <p:cNvSpPr/>
          <p:nvPr/>
        </p:nvSpPr>
        <p:spPr>
          <a:xfrm>
            <a:off x="634984" y="6095847"/>
            <a:ext cx="10921726" cy="9524"/>
          </a:xfrm>
          <a:prstGeom prst="rect">
            <a:avLst/>
          </a:prstGeom>
          <a:solidFill>
            <a:srgbClr val="215B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TextBox 35"/>
          <p:cNvSpPr txBox="1"/>
          <p:nvPr/>
        </p:nvSpPr>
        <p:spPr>
          <a:xfrm>
            <a:off x="10540736" y="6387940"/>
            <a:ext cx="1015974" cy="186141"/>
          </a:xfrm>
          <a:prstGeom prst="rect">
            <a:avLst/>
          </a:prstGeom>
          <a:noFill/>
        </p:spPr>
        <p:txBody>
          <a:bodyPr wrap="square" lIns="0" tIns="0" rIns="0" bIns="0" anchor="t">
            <a:spAutoFit/>
          </a:bodyPr>
          <a:lstStyle/>
          <a:p>
            <a:pPr algn="r">
              <a:lnSpc>
                <a:spcPct val="125000"/>
              </a:lnSpc>
            </a:pPr>
            <a:r>
              <a:rPr lang="nl-BE" sz="1050" b="0">
                <a:solidFill>
                  <a:srgbClr val="8FB6D0"/>
                </a:solidFill>
                <a:latin typeface="Consolas"/>
              </a:rPr>
              <a:t>24 / 31</a:t>
            </a:r>
            <a:endParaRPr sz="1050" b="0">
              <a:solidFill>
                <a:srgbClr val="8FB6D0"/>
              </a:solidFill>
              <a:latin typeface="Consolas"/>
            </a:endParaRPr>
          </a:p>
        </p:txBody>
      </p:sp>
      <p:pic>
        <p:nvPicPr>
          <p:cNvPr id="37" name="merk" descr="merk.png"/>
          <p:cNvPicPr>
            <a:picLocks noChangeAspect="1"/>
          </p:cNvPicPr>
          <p:nvPr/>
        </p:nvPicPr>
        <p:blipFill>
          <a:blip r:embed="rId3"/>
          <a:stretch>
            <a:fillRect/>
          </a:stretch>
        </p:blipFill>
        <p:spPr>
          <a:xfrm>
            <a:off x="11094166" y="368290"/>
            <a:ext cx="417101" cy="482587"/>
          </a:xfrm>
          <a:prstGeom prst="rect">
            <a:avLst/>
          </a:prstGeom>
        </p:spPr>
      </p:pic>
      <p:sp>
        <p:nvSpPr>
          <p:cNvPr id="38" name="TextBox 37"/>
          <p:cNvSpPr txBox="1"/>
          <p:nvPr/>
        </p:nvSpPr>
        <p:spPr>
          <a:xfrm>
            <a:off x="634984" y="6629234"/>
            <a:ext cx="10921726" cy="177795"/>
          </a:xfrm>
          <a:prstGeom prst="rect">
            <a:avLst/>
          </a:prstGeom>
          <a:noFill/>
        </p:spPr>
        <p:txBody>
          <a:bodyPr wrap="square" lIns="0" tIns="0" rIns="0" bIns="0" anchor="t">
            <a:spAutoFit/>
          </a:bodyPr>
          <a:lstStyle/>
          <a:p>
            <a:pPr algn="l">
              <a:lnSpc>
                <a:spcPct val="125000"/>
              </a:lnSpc>
            </a:pPr>
            <a:r>
              <a:rPr sz="1000" b="0">
                <a:solidFill>
                  <a:srgbClr val="8FB6D0"/>
                </a:solidFill>
                <a:latin typeface="Consolas"/>
              </a:rPr>
              <a:t>Bron  8 · IWGDF 2023, preventie</a:t>
            </a: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200">
        <p159:morph option="byObject"/>
      </p:transition>
    </mc:Choice>
    <mc:Fallback xmlns="">
      <p:transition spd="slow">
        <p:fade/>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7828"/>
          </a:xfrm>
          <a:prstGeom prst="rect">
            <a:avLst/>
          </a:prstGeom>
          <a:gradFill rotWithShape="1">
            <a:gsLst>
              <a:gs pos="0">
                <a:srgbClr val="072138"/>
              </a:gs>
              <a:gs pos="100000">
                <a:srgbClr val="04182A"/>
              </a:gs>
            </a:gsLst>
            <a:lin ang="5400000" scaled="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634984" y="571485"/>
            <a:ext cx="9524761" cy="215894"/>
          </a:xfrm>
          <a:prstGeom prst="rect">
            <a:avLst/>
          </a:prstGeom>
          <a:noFill/>
        </p:spPr>
        <p:txBody>
          <a:bodyPr wrap="square" lIns="0" tIns="0" rIns="0" bIns="0" anchor="t">
            <a:spAutoFit/>
          </a:bodyPr>
          <a:lstStyle/>
          <a:p>
            <a:pPr algn="l">
              <a:lnSpc>
                <a:spcPct val="125000"/>
              </a:lnSpc>
            </a:pPr>
            <a:r>
              <a:rPr sz="1250" b="1" spc="240">
                <a:solidFill>
                  <a:srgbClr val="52BDEC"/>
                </a:solidFill>
                <a:latin typeface="Consolas"/>
              </a:rPr>
              <a:t>ONDERSTEUNING</a:t>
            </a:r>
          </a:p>
        </p:txBody>
      </p:sp>
      <p:sp>
        <p:nvSpPr>
          <p:cNvPr id="4" name="sectietitel"/>
          <p:cNvSpPr txBox="1"/>
          <p:nvPr/>
        </p:nvSpPr>
        <p:spPr>
          <a:xfrm>
            <a:off x="634984" y="838179"/>
            <a:ext cx="9905752" cy="1269968"/>
          </a:xfrm>
          <a:prstGeom prst="rect">
            <a:avLst/>
          </a:prstGeom>
          <a:noFill/>
        </p:spPr>
        <p:txBody>
          <a:bodyPr wrap="square" lIns="0" tIns="0" rIns="0" bIns="0" anchor="t">
            <a:spAutoFit/>
          </a:bodyPr>
          <a:lstStyle/>
          <a:p>
            <a:pPr algn="l">
              <a:lnSpc>
                <a:spcPct val="110000"/>
              </a:lnSpc>
            </a:pPr>
            <a:r>
              <a:rPr sz="4000" b="1">
                <a:solidFill>
                  <a:srgbClr val="F2F8FC"/>
                </a:solidFill>
                <a:latin typeface="Segoe UI"/>
              </a:rPr>
              <a:t>Wat u van ons krijgt</a:t>
            </a:r>
          </a:p>
        </p:txBody>
      </p:sp>
      <p:sp>
        <p:nvSpPr>
          <p:cNvPr id="5" name="Rectangle 4"/>
          <p:cNvSpPr/>
          <p:nvPr/>
        </p:nvSpPr>
        <p:spPr>
          <a:xfrm>
            <a:off x="634984" y="1993850"/>
            <a:ext cx="6222844" cy="9524"/>
          </a:xfrm>
          <a:prstGeom prst="rect">
            <a:avLst/>
          </a:prstGeom>
          <a:solidFill>
            <a:srgbClr val="215B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634984" y="2158946"/>
            <a:ext cx="6222844" cy="363946"/>
          </a:xfrm>
          <a:prstGeom prst="rect">
            <a:avLst/>
          </a:prstGeom>
          <a:noFill/>
        </p:spPr>
        <p:txBody>
          <a:bodyPr wrap="square" lIns="0" tIns="0" rIns="0" bIns="0" anchor="t">
            <a:spAutoFit/>
          </a:bodyPr>
          <a:lstStyle/>
          <a:p>
            <a:pPr algn="l">
              <a:lnSpc>
                <a:spcPct val="125000"/>
              </a:lnSpc>
            </a:pPr>
            <a:r>
              <a:rPr lang="nl-BE" sz="2100" b="1">
                <a:solidFill>
                  <a:srgbClr val="F2F8FC"/>
                </a:solidFill>
                <a:latin typeface="Segoe UI"/>
              </a:rPr>
              <a:t>SEBIA-opleiding</a:t>
            </a:r>
            <a:endParaRPr sz="2100" b="1">
              <a:solidFill>
                <a:srgbClr val="F2F8FC"/>
              </a:solidFill>
              <a:latin typeface="Segoe UI"/>
            </a:endParaRPr>
          </a:p>
        </p:txBody>
      </p:sp>
      <p:sp>
        <p:nvSpPr>
          <p:cNvPr id="7" name="TextBox 6"/>
          <p:cNvSpPr txBox="1"/>
          <p:nvPr/>
        </p:nvSpPr>
        <p:spPr>
          <a:xfrm>
            <a:off x="647683" y="2476438"/>
            <a:ext cx="6095847" cy="277576"/>
          </a:xfrm>
          <a:prstGeom prst="rect">
            <a:avLst/>
          </a:prstGeom>
          <a:noFill/>
        </p:spPr>
        <p:txBody>
          <a:bodyPr wrap="square" lIns="0" tIns="0" rIns="0" bIns="0" anchor="t">
            <a:spAutoFit/>
          </a:bodyPr>
          <a:lstStyle/>
          <a:p>
            <a:pPr algn="l">
              <a:lnSpc>
                <a:spcPct val="130000"/>
              </a:lnSpc>
            </a:pPr>
            <a:r>
              <a:rPr lang="nl-NL" sz="1550" b="0">
                <a:solidFill>
                  <a:srgbClr val="8FB6D0"/>
                </a:solidFill>
                <a:latin typeface="Segoe UI"/>
              </a:rPr>
              <a:t>Zes sessies door prof. Fabienne Dobbels, voor alle podologen</a:t>
            </a:r>
            <a:endParaRPr sz="1550" b="0">
              <a:solidFill>
                <a:srgbClr val="8FB6D0"/>
              </a:solidFill>
              <a:latin typeface="Segoe UI"/>
            </a:endParaRPr>
          </a:p>
        </p:txBody>
      </p:sp>
      <p:sp>
        <p:nvSpPr>
          <p:cNvPr id="8" name="Rectangle 7"/>
          <p:cNvSpPr/>
          <p:nvPr/>
        </p:nvSpPr>
        <p:spPr>
          <a:xfrm>
            <a:off x="634984" y="2959026"/>
            <a:ext cx="6222844" cy="9524"/>
          </a:xfrm>
          <a:prstGeom prst="rect">
            <a:avLst/>
          </a:prstGeom>
          <a:solidFill>
            <a:srgbClr val="215B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634984" y="3124121"/>
            <a:ext cx="6222844" cy="317492"/>
          </a:xfrm>
          <a:prstGeom prst="rect">
            <a:avLst/>
          </a:prstGeom>
          <a:noFill/>
        </p:spPr>
        <p:txBody>
          <a:bodyPr wrap="square" lIns="0" tIns="0" rIns="0" bIns="0" anchor="t">
            <a:spAutoFit/>
          </a:bodyPr>
          <a:lstStyle/>
          <a:p>
            <a:pPr algn="l">
              <a:lnSpc>
                <a:spcPct val="125000"/>
              </a:lnSpc>
            </a:pPr>
            <a:r>
              <a:rPr sz="2100" b="1">
                <a:solidFill>
                  <a:srgbClr val="F2F8FC"/>
                </a:solidFill>
                <a:latin typeface="Segoe UI"/>
              </a:rPr>
              <a:t>SOP's en draaiboeken</a:t>
            </a:r>
          </a:p>
        </p:txBody>
      </p:sp>
      <p:sp>
        <p:nvSpPr>
          <p:cNvPr id="10" name="TextBox 9"/>
          <p:cNvSpPr txBox="1"/>
          <p:nvPr/>
        </p:nvSpPr>
        <p:spPr>
          <a:xfrm>
            <a:off x="647683" y="3441613"/>
            <a:ext cx="6095847" cy="380990"/>
          </a:xfrm>
          <a:prstGeom prst="rect">
            <a:avLst/>
          </a:prstGeom>
          <a:noFill/>
        </p:spPr>
        <p:txBody>
          <a:bodyPr wrap="square" lIns="0" tIns="0" rIns="0" bIns="0" anchor="t">
            <a:spAutoFit/>
          </a:bodyPr>
          <a:lstStyle/>
          <a:p>
            <a:pPr algn="l">
              <a:lnSpc>
                <a:spcPct val="130000"/>
              </a:lnSpc>
            </a:pPr>
            <a:r>
              <a:rPr sz="1550" b="0">
                <a:solidFill>
                  <a:srgbClr val="8FB6D0"/>
                </a:solidFill>
                <a:latin typeface="Segoe UI"/>
              </a:rPr>
              <a:t>Per handeling, met de eCRF-nummers erbij</a:t>
            </a:r>
          </a:p>
        </p:txBody>
      </p:sp>
      <p:sp>
        <p:nvSpPr>
          <p:cNvPr id="11" name="Rectangle 10"/>
          <p:cNvSpPr/>
          <p:nvPr/>
        </p:nvSpPr>
        <p:spPr>
          <a:xfrm>
            <a:off x="634984" y="3924201"/>
            <a:ext cx="6222844" cy="9524"/>
          </a:xfrm>
          <a:prstGeom prst="rect">
            <a:avLst/>
          </a:prstGeom>
          <a:solidFill>
            <a:srgbClr val="215B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634984" y="4089297"/>
            <a:ext cx="6222844" cy="317492"/>
          </a:xfrm>
          <a:prstGeom prst="rect">
            <a:avLst/>
          </a:prstGeom>
          <a:noFill/>
        </p:spPr>
        <p:txBody>
          <a:bodyPr wrap="square" lIns="0" tIns="0" rIns="0" bIns="0" anchor="t">
            <a:spAutoFit/>
          </a:bodyPr>
          <a:lstStyle/>
          <a:p>
            <a:pPr algn="l">
              <a:lnSpc>
                <a:spcPct val="125000"/>
              </a:lnSpc>
            </a:pPr>
            <a:r>
              <a:rPr sz="2100" b="1">
                <a:solidFill>
                  <a:srgbClr val="F2F8FC"/>
                </a:solidFill>
                <a:latin typeface="Segoe UI"/>
              </a:rPr>
              <a:t>Gegevensinvoer</a:t>
            </a:r>
          </a:p>
        </p:txBody>
      </p:sp>
      <p:sp>
        <p:nvSpPr>
          <p:cNvPr id="13" name="TextBox 12"/>
          <p:cNvSpPr txBox="1"/>
          <p:nvPr/>
        </p:nvSpPr>
        <p:spPr>
          <a:xfrm>
            <a:off x="647683" y="4406789"/>
            <a:ext cx="6095847" cy="380990"/>
          </a:xfrm>
          <a:prstGeom prst="rect">
            <a:avLst/>
          </a:prstGeom>
          <a:noFill/>
        </p:spPr>
        <p:txBody>
          <a:bodyPr wrap="square" lIns="0" tIns="0" rIns="0" bIns="0" anchor="t">
            <a:spAutoFit/>
          </a:bodyPr>
          <a:lstStyle/>
          <a:p>
            <a:pPr algn="l">
              <a:lnSpc>
                <a:spcPct val="130000"/>
              </a:lnSpc>
            </a:pPr>
            <a:r>
              <a:rPr sz="1550" b="0">
                <a:solidFill>
                  <a:srgbClr val="8FB6D0"/>
                </a:solidFill>
                <a:latin typeface="Segoe UI"/>
              </a:rPr>
              <a:t>Doet het onderzoeksteam. U vult de formulieren in, verder niets</a:t>
            </a:r>
          </a:p>
        </p:txBody>
      </p:sp>
      <p:sp>
        <p:nvSpPr>
          <p:cNvPr id="14" name="Rectangle 13"/>
          <p:cNvSpPr/>
          <p:nvPr/>
        </p:nvSpPr>
        <p:spPr>
          <a:xfrm>
            <a:off x="634984" y="4889377"/>
            <a:ext cx="6222844" cy="9524"/>
          </a:xfrm>
          <a:prstGeom prst="rect">
            <a:avLst/>
          </a:prstGeom>
          <a:solidFill>
            <a:srgbClr val="215B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634984" y="5054473"/>
            <a:ext cx="6222844" cy="317492"/>
          </a:xfrm>
          <a:prstGeom prst="rect">
            <a:avLst/>
          </a:prstGeom>
          <a:noFill/>
        </p:spPr>
        <p:txBody>
          <a:bodyPr wrap="square" lIns="0" tIns="0" rIns="0" bIns="0" anchor="t">
            <a:spAutoFit/>
          </a:bodyPr>
          <a:lstStyle/>
          <a:p>
            <a:pPr algn="l">
              <a:lnSpc>
                <a:spcPct val="125000"/>
              </a:lnSpc>
            </a:pPr>
            <a:r>
              <a:rPr sz="2100" b="1">
                <a:solidFill>
                  <a:srgbClr val="F2F8FC"/>
                </a:solidFill>
                <a:latin typeface="Segoe UI"/>
              </a:rPr>
              <a:t>Eén contactpunt</a:t>
            </a:r>
          </a:p>
        </p:txBody>
      </p:sp>
      <p:sp>
        <p:nvSpPr>
          <p:cNvPr id="16" name="TextBox 15"/>
          <p:cNvSpPr txBox="1"/>
          <p:nvPr/>
        </p:nvSpPr>
        <p:spPr>
          <a:xfrm>
            <a:off x="647683" y="5371965"/>
            <a:ext cx="6095847" cy="277576"/>
          </a:xfrm>
          <a:prstGeom prst="rect">
            <a:avLst/>
          </a:prstGeom>
          <a:noFill/>
        </p:spPr>
        <p:txBody>
          <a:bodyPr wrap="square" lIns="0" tIns="0" rIns="0" bIns="0" anchor="t">
            <a:spAutoFit/>
          </a:bodyPr>
          <a:lstStyle/>
          <a:p>
            <a:pPr algn="l">
              <a:lnSpc>
                <a:spcPct val="130000"/>
              </a:lnSpc>
            </a:pPr>
            <a:r>
              <a:rPr lang="nl-NL" sz="1550" b="0">
                <a:solidFill>
                  <a:srgbClr val="8FB6D0"/>
                </a:solidFill>
                <a:latin typeface="Segoe UI"/>
              </a:rPr>
              <a:t>paradise-tbm@kuleuven.be, voor alles over PARADISE</a:t>
            </a:r>
            <a:endParaRPr sz="1550" b="0">
              <a:solidFill>
                <a:srgbClr val="8FB6D0"/>
              </a:solidFill>
              <a:latin typeface="Segoe UI"/>
            </a:endParaRPr>
          </a:p>
        </p:txBody>
      </p:sp>
      <p:sp>
        <p:nvSpPr>
          <p:cNvPr id="17" name="Rounded Rectangle 16"/>
          <p:cNvSpPr/>
          <p:nvPr/>
        </p:nvSpPr>
        <p:spPr>
          <a:xfrm>
            <a:off x="7492812" y="1904952"/>
            <a:ext cx="4063898" cy="3949601"/>
          </a:xfrm>
          <a:prstGeom prst="roundRect">
            <a:avLst>
              <a:gd name="adj" fmla="val 4500"/>
            </a:avLst>
          </a:prstGeom>
          <a:solidFill>
            <a:srgbClr val="113A57"/>
          </a:solidFill>
          <a:ln w="9525">
            <a:solidFill>
              <a:srgbClr val="FF7A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Oval 17"/>
          <p:cNvSpPr/>
          <p:nvPr/>
        </p:nvSpPr>
        <p:spPr>
          <a:xfrm>
            <a:off x="8000799" y="2044648"/>
            <a:ext cx="3047923" cy="3047923"/>
          </a:xfrm>
          <a:prstGeom prst="ellipse">
            <a:avLst/>
          </a:prstGeom>
          <a:solidFill>
            <a:srgbClr val="FF7A00">
              <a:alpha val="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hero"/>
          <p:cNvSpPr txBox="1"/>
          <p:nvPr/>
        </p:nvSpPr>
        <p:spPr>
          <a:xfrm>
            <a:off x="7772205" y="2158946"/>
            <a:ext cx="3555911" cy="1904952"/>
          </a:xfrm>
          <a:prstGeom prst="rect">
            <a:avLst/>
          </a:prstGeom>
          <a:noFill/>
        </p:spPr>
        <p:txBody>
          <a:bodyPr wrap="square" lIns="0" tIns="0" rIns="0" bIns="0" anchor="t">
            <a:spAutoFit/>
          </a:bodyPr>
          <a:lstStyle/>
          <a:p>
            <a:pPr algn="ctr">
              <a:lnSpc>
                <a:spcPct val="90000"/>
              </a:lnSpc>
            </a:pPr>
            <a:r>
              <a:rPr sz="15000" b="1">
                <a:solidFill>
                  <a:srgbClr val="FF7A00"/>
                </a:solidFill>
                <a:latin typeface="Segoe UI"/>
              </a:rPr>
              <a:t>0</a:t>
            </a:r>
          </a:p>
        </p:txBody>
      </p:sp>
      <p:sp>
        <p:nvSpPr>
          <p:cNvPr id="20" name="TextBox 19"/>
          <p:cNvSpPr txBox="1"/>
          <p:nvPr/>
        </p:nvSpPr>
        <p:spPr>
          <a:xfrm>
            <a:off x="7772205" y="4063898"/>
            <a:ext cx="3555911" cy="393690"/>
          </a:xfrm>
          <a:prstGeom prst="rect">
            <a:avLst/>
          </a:prstGeom>
          <a:noFill/>
        </p:spPr>
        <p:txBody>
          <a:bodyPr wrap="square" lIns="0" tIns="0" rIns="0" bIns="0" anchor="t">
            <a:spAutoFit/>
          </a:bodyPr>
          <a:lstStyle/>
          <a:p>
            <a:pPr algn="ctr">
              <a:lnSpc>
                <a:spcPct val="125000"/>
              </a:lnSpc>
            </a:pPr>
            <a:r>
              <a:rPr sz="3000" b="1">
                <a:solidFill>
                  <a:srgbClr val="F2F8FC"/>
                </a:solidFill>
                <a:latin typeface="Segoe UI"/>
              </a:rPr>
              <a:t>sancties</a:t>
            </a:r>
          </a:p>
        </p:txBody>
      </p:sp>
      <p:sp>
        <p:nvSpPr>
          <p:cNvPr id="21" name="TextBox 20"/>
          <p:cNvSpPr txBox="1"/>
          <p:nvPr/>
        </p:nvSpPr>
        <p:spPr>
          <a:xfrm>
            <a:off x="7810304" y="4584585"/>
            <a:ext cx="3428914" cy="1015974"/>
          </a:xfrm>
          <a:prstGeom prst="rect">
            <a:avLst/>
          </a:prstGeom>
          <a:noFill/>
        </p:spPr>
        <p:txBody>
          <a:bodyPr wrap="square" lIns="0" tIns="0" rIns="0" bIns="0" anchor="t">
            <a:spAutoFit/>
          </a:bodyPr>
          <a:lstStyle/>
          <a:p>
            <a:pPr algn="ctr">
              <a:lnSpc>
                <a:spcPct val="140000"/>
              </a:lnSpc>
            </a:pPr>
            <a:r>
              <a:rPr sz="1600" b="0">
                <a:solidFill>
                  <a:srgbClr val="8FB6D0"/>
                </a:solidFill>
                <a:latin typeface="Segoe UI"/>
              </a:rPr>
              <a:t>Wijkt u af van het protocol, dan meldt u dat. Het wordt geregistreerd, niet afgestraft.</a:t>
            </a:r>
          </a:p>
        </p:txBody>
      </p:sp>
      <p:sp>
        <p:nvSpPr>
          <p:cNvPr id="22" name="TextBox 21"/>
          <p:cNvSpPr txBox="1"/>
          <p:nvPr/>
        </p:nvSpPr>
        <p:spPr>
          <a:xfrm>
            <a:off x="10540736" y="6387940"/>
            <a:ext cx="1015974" cy="186141"/>
          </a:xfrm>
          <a:prstGeom prst="rect">
            <a:avLst/>
          </a:prstGeom>
          <a:noFill/>
        </p:spPr>
        <p:txBody>
          <a:bodyPr wrap="square" lIns="0" tIns="0" rIns="0" bIns="0" anchor="t">
            <a:spAutoFit/>
          </a:bodyPr>
          <a:lstStyle/>
          <a:p>
            <a:pPr algn="r">
              <a:lnSpc>
                <a:spcPct val="125000"/>
              </a:lnSpc>
            </a:pPr>
            <a:r>
              <a:rPr lang="nl-BE" sz="1050" b="0">
                <a:solidFill>
                  <a:srgbClr val="8FB6D0"/>
                </a:solidFill>
                <a:latin typeface="Consolas"/>
              </a:rPr>
              <a:t>25 / 31</a:t>
            </a:r>
            <a:endParaRPr sz="1050" b="0">
              <a:solidFill>
                <a:srgbClr val="8FB6D0"/>
              </a:solidFill>
              <a:latin typeface="Consolas"/>
            </a:endParaRPr>
          </a:p>
        </p:txBody>
      </p:sp>
      <p:pic>
        <p:nvPicPr>
          <p:cNvPr id="23" name="merk" descr="merk.png"/>
          <p:cNvPicPr>
            <a:picLocks noChangeAspect="1"/>
          </p:cNvPicPr>
          <p:nvPr/>
        </p:nvPicPr>
        <p:blipFill>
          <a:blip r:embed="rId3"/>
          <a:stretch>
            <a:fillRect/>
          </a:stretch>
        </p:blipFill>
        <p:spPr>
          <a:xfrm>
            <a:off x="11094166" y="368290"/>
            <a:ext cx="417101" cy="482587"/>
          </a:xfrm>
          <a:prstGeom prst="rect">
            <a:avLst/>
          </a:prstGeom>
        </p:spPr>
      </p:pic>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200">
        <p159:morph option="byObject"/>
      </p:transition>
    </mc:Choice>
    <mc:Fallback xmlns="">
      <p:transition spd="slow">
        <p:fade/>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7828"/>
          </a:xfrm>
          <a:prstGeom prst="rect">
            <a:avLst/>
          </a:prstGeom>
          <a:gradFill rotWithShape="1">
            <a:gsLst>
              <a:gs pos="0">
                <a:srgbClr val="072138"/>
              </a:gs>
              <a:gs pos="100000">
                <a:srgbClr val="04182A"/>
              </a:gs>
            </a:gsLst>
            <a:lin ang="5400000" scaled="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634984" y="571485"/>
            <a:ext cx="9524761" cy="221599"/>
          </a:xfrm>
          <a:prstGeom prst="rect">
            <a:avLst/>
          </a:prstGeom>
          <a:noFill/>
        </p:spPr>
        <p:txBody>
          <a:bodyPr wrap="square" lIns="0" tIns="0" rIns="0" bIns="0" anchor="t">
            <a:spAutoFit/>
          </a:bodyPr>
          <a:lstStyle/>
          <a:p>
            <a:pPr algn="l">
              <a:lnSpc>
                <a:spcPct val="125000"/>
              </a:lnSpc>
            </a:pPr>
            <a:r>
              <a:rPr lang="nl-NL" sz="1250" b="1" spc="240">
                <a:solidFill>
                  <a:srgbClr val="52BDEC"/>
                </a:solidFill>
                <a:latin typeface="Consolas"/>
              </a:rPr>
              <a:t>STAND VAN ZAKEN · OKTOBER 2026</a:t>
            </a:r>
            <a:endParaRPr sz="1250" b="1" spc="240">
              <a:solidFill>
                <a:srgbClr val="52BDEC"/>
              </a:solidFill>
              <a:latin typeface="Consolas"/>
            </a:endParaRPr>
          </a:p>
        </p:txBody>
      </p:sp>
      <p:sp>
        <p:nvSpPr>
          <p:cNvPr id="4" name="!!sectietitel"/>
          <p:cNvSpPr txBox="1"/>
          <p:nvPr/>
        </p:nvSpPr>
        <p:spPr>
          <a:xfrm>
            <a:off x="634984" y="838179"/>
            <a:ext cx="9905752" cy="1269968"/>
          </a:xfrm>
          <a:prstGeom prst="rect">
            <a:avLst/>
          </a:prstGeom>
          <a:noFill/>
        </p:spPr>
        <p:txBody>
          <a:bodyPr wrap="square" lIns="0" tIns="0" rIns="0" bIns="0" anchor="t">
            <a:spAutoFit/>
          </a:bodyPr>
          <a:lstStyle/>
          <a:p>
            <a:pPr algn="l">
              <a:lnSpc>
                <a:spcPct val="110000"/>
              </a:lnSpc>
            </a:pPr>
            <a:r>
              <a:rPr sz="4000" b="1">
                <a:solidFill>
                  <a:srgbClr val="F2F8FC"/>
                </a:solidFill>
                <a:latin typeface="Segoe UI"/>
              </a:rPr>
              <a:t>Wat af is, en waar het op wacht</a:t>
            </a:r>
          </a:p>
        </p:txBody>
      </p:sp>
      <p:sp>
        <p:nvSpPr>
          <p:cNvPr id="5" name="Rectangle 4"/>
          <p:cNvSpPr/>
          <p:nvPr/>
        </p:nvSpPr>
        <p:spPr>
          <a:xfrm>
            <a:off x="634984" y="1879553"/>
            <a:ext cx="10921726" cy="9524"/>
          </a:xfrm>
          <a:prstGeom prst="rect">
            <a:avLst/>
          </a:prstGeom>
          <a:solidFill>
            <a:srgbClr val="215B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634984" y="1900190"/>
            <a:ext cx="2412939" cy="317492"/>
          </a:xfrm>
          <a:prstGeom prst="rect">
            <a:avLst/>
          </a:prstGeom>
          <a:noFill/>
        </p:spPr>
        <p:txBody>
          <a:bodyPr wrap="square" lIns="0" tIns="0" rIns="0" bIns="0" anchor="t">
            <a:spAutoFit/>
          </a:bodyPr>
          <a:lstStyle/>
          <a:p>
            <a:pPr algn="l">
              <a:lnSpc>
                <a:spcPct val="125000"/>
              </a:lnSpc>
            </a:pPr>
            <a:r>
              <a:rPr sz="2000" b="1" dirty="0">
                <a:solidFill>
                  <a:srgbClr val="F2F8FC"/>
                </a:solidFill>
                <a:latin typeface="Segoe UI"/>
              </a:rPr>
              <a:t>Protocol en </a:t>
            </a:r>
            <a:r>
              <a:rPr sz="2000" b="1" dirty="0" err="1">
                <a:solidFill>
                  <a:srgbClr val="F2F8FC"/>
                </a:solidFill>
                <a:latin typeface="Segoe UI"/>
              </a:rPr>
              <a:t>formulieren</a:t>
            </a:r>
            <a:endParaRPr sz="2000" b="1" dirty="0">
              <a:solidFill>
                <a:srgbClr val="F2F8FC"/>
              </a:solidFill>
              <a:latin typeface="Segoe UI"/>
            </a:endParaRPr>
          </a:p>
        </p:txBody>
      </p:sp>
      <p:sp>
        <p:nvSpPr>
          <p:cNvPr id="7" name="TextBox 6"/>
          <p:cNvSpPr txBox="1"/>
          <p:nvPr/>
        </p:nvSpPr>
        <p:spPr>
          <a:xfrm>
            <a:off x="3301917" y="2031949"/>
            <a:ext cx="6222844" cy="571485"/>
          </a:xfrm>
          <a:prstGeom prst="rect">
            <a:avLst/>
          </a:prstGeom>
          <a:noFill/>
        </p:spPr>
        <p:txBody>
          <a:bodyPr wrap="square" lIns="0" tIns="0" rIns="0" bIns="0" anchor="t">
            <a:spAutoFit/>
          </a:bodyPr>
          <a:lstStyle/>
          <a:p>
            <a:pPr algn="l">
              <a:lnSpc>
                <a:spcPct val="132000"/>
              </a:lnSpc>
            </a:pPr>
            <a:r>
              <a:rPr sz="1500" b="0">
                <a:solidFill>
                  <a:srgbClr val="8FB6D0"/>
                </a:solidFill>
                <a:latin typeface="Segoe UI"/>
              </a:rPr>
              <a:t>Protocolversie 1.0 en zevenenveertig eCRF-documenten liggen er. De drukmeting is omgezet naar in-shoe, met acht regio's per voet.</a:t>
            </a:r>
          </a:p>
        </p:txBody>
      </p:sp>
      <p:sp>
        <p:nvSpPr>
          <p:cNvPr id="8" name="TextBox 7"/>
          <p:cNvSpPr txBox="1"/>
          <p:nvPr/>
        </p:nvSpPr>
        <p:spPr>
          <a:xfrm>
            <a:off x="9905752" y="2044648"/>
            <a:ext cx="1650958" cy="253993"/>
          </a:xfrm>
          <a:prstGeom prst="rect">
            <a:avLst/>
          </a:prstGeom>
          <a:noFill/>
        </p:spPr>
        <p:txBody>
          <a:bodyPr wrap="square" lIns="0" tIns="0" rIns="0" bIns="0" anchor="t">
            <a:spAutoFit/>
          </a:bodyPr>
          <a:lstStyle/>
          <a:p>
            <a:pPr algn="r">
              <a:lnSpc>
                <a:spcPct val="125000"/>
              </a:lnSpc>
            </a:pPr>
            <a:r>
              <a:rPr sz="1300" b="1">
                <a:solidFill>
                  <a:srgbClr val="52BDEC"/>
                </a:solidFill>
                <a:latin typeface="Consolas"/>
              </a:rPr>
              <a:t>klaar</a:t>
            </a:r>
          </a:p>
        </p:txBody>
      </p:sp>
      <p:sp>
        <p:nvSpPr>
          <p:cNvPr id="9" name="Rectangle 8"/>
          <p:cNvSpPr/>
          <p:nvPr/>
        </p:nvSpPr>
        <p:spPr>
          <a:xfrm>
            <a:off x="634984" y="2717732"/>
            <a:ext cx="10921726" cy="9524"/>
          </a:xfrm>
          <a:prstGeom prst="rect">
            <a:avLst/>
          </a:prstGeom>
          <a:solidFill>
            <a:srgbClr val="215B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634984" y="2870128"/>
            <a:ext cx="2412939" cy="317492"/>
          </a:xfrm>
          <a:prstGeom prst="rect">
            <a:avLst/>
          </a:prstGeom>
          <a:noFill/>
        </p:spPr>
        <p:txBody>
          <a:bodyPr wrap="square" lIns="0" tIns="0" rIns="0" bIns="0" anchor="t">
            <a:spAutoFit/>
          </a:bodyPr>
          <a:lstStyle/>
          <a:p>
            <a:pPr algn="l">
              <a:lnSpc>
                <a:spcPct val="125000"/>
              </a:lnSpc>
            </a:pPr>
            <a:r>
              <a:rPr sz="2000" b="1">
                <a:solidFill>
                  <a:srgbClr val="F2F8FC"/>
                </a:solidFill>
                <a:latin typeface="Segoe UI"/>
              </a:rPr>
              <a:t>Ethiek</a:t>
            </a:r>
          </a:p>
        </p:txBody>
      </p:sp>
      <p:sp>
        <p:nvSpPr>
          <p:cNvPr id="11" name="TextBox 10"/>
          <p:cNvSpPr txBox="1"/>
          <p:nvPr/>
        </p:nvSpPr>
        <p:spPr>
          <a:xfrm>
            <a:off x="3301917" y="2855350"/>
            <a:ext cx="7540254" cy="571485"/>
          </a:xfrm>
          <a:prstGeom prst="rect">
            <a:avLst/>
          </a:prstGeom>
          <a:noFill/>
        </p:spPr>
        <p:txBody>
          <a:bodyPr wrap="square" lIns="0" tIns="0" rIns="0" bIns="0" anchor="t">
            <a:spAutoFit/>
          </a:bodyPr>
          <a:lstStyle/>
          <a:p>
            <a:pPr algn="l">
              <a:lnSpc>
                <a:spcPct val="132000"/>
              </a:lnSpc>
            </a:pPr>
            <a:r>
              <a:rPr lang="nl-NL" sz="1500" b="0">
                <a:solidFill>
                  <a:srgbClr val="8FB6D0"/>
                </a:solidFill>
                <a:latin typeface="Segoe UI"/>
              </a:rPr>
              <a:t>Centraal bij de commissie van UZ Leuven en het FAGG. Uw dossier is volledig ingediend en ligt bij externe diensten voor feedback.</a:t>
            </a:r>
            <a:endParaRPr sz="1500" b="0" dirty="0">
              <a:solidFill>
                <a:srgbClr val="8FB6D0"/>
              </a:solidFill>
              <a:latin typeface="Segoe UI"/>
            </a:endParaRPr>
          </a:p>
        </p:txBody>
      </p:sp>
      <p:sp>
        <p:nvSpPr>
          <p:cNvPr id="12" name="TextBox 11"/>
          <p:cNvSpPr txBox="1"/>
          <p:nvPr/>
        </p:nvSpPr>
        <p:spPr>
          <a:xfrm>
            <a:off x="9905752" y="2882827"/>
            <a:ext cx="1650958" cy="230448"/>
          </a:xfrm>
          <a:prstGeom prst="rect">
            <a:avLst/>
          </a:prstGeom>
          <a:noFill/>
        </p:spPr>
        <p:txBody>
          <a:bodyPr wrap="square" lIns="0" tIns="0" rIns="0" bIns="0" anchor="t">
            <a:spAutoFit/>
          </a:bodyPr>
          <a:lstStyle/>
          <a:p>
            <a:pPr algn="r">
              <a:lnSpc>
                <a:spcPct val="125000"/>
              </a:lnSpc>
            </a:pPr>
            <a:r>
              <a:rPr lang="nl-BE" sz="1300" b="1">
                <a:solidFill>
                  <a:srgbClr val="52BDEC"/>
                </a:solidFill>
                <a:latin typeface="Consolas"/>
              </a:rPr>
              <a:t>loopt</a:t>
            </a:r>
            <a:endParaRPr sz="1300" b="1">
              <a:solidFill>
                <a:srgbClr val="52BDEC"/>
              </a:solidFill>
              <a:latin typeface="Consolas"/>
            </a:endParaRPr>
          </a:p>
        </p:txBody>
      </p:sp>
      <p:sp>
        <p:nvSpPr>
          <p:cNvPr id="13" name="Rectangle 12"/>
          <p:cNvSpPr/>
          <p:nvPr/>
        </p:nvSpPr>
        <p:spPr>
          <a:xfrm>
            <a:off x="634984" y="3555911"/>
            <a:ext cx="10921726" cy="9524"/>
          </a:xfrm>
          <a:prstGeom prst="rect">
            <a:avLst/>
          </a:prstGeom>
          <a:solidFill>
            <a:srgbClr val="215B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634984" y="3708307"/>
            <a:ext cx="2412939" cy="317492"/>
          </a:xfrm>
          <a:prstGeom prst="rect">
            <a:avLst/>
          </a:prstGeom>
          <a:noFill/>
        </p:spPr>
        <p:txBody>
          <a:bodyPr wrap="square" lIns="0" tIns="0" rIns="0" bIns="0" anchor="t">
            <a:spAutoFit/>
          </a:bodyPr>
          <a:lstStyle/>
          <a:p>
            <a:pPr algn="l">
              <a:lnSpc>
                <a:spcPct val="125000"/>
              </a:lnSpc>
            </a:pPr>
            <a:r>
              <a:rPr sz="2000" b="1">
                <a:solidFill>
                  <a:srgbClr val="F2F8FC"/>
                </a:solidFill>
                <a:latin typeface="Segoe UI"/>
              </a:rPr>
              <a:t>Toestellen</a:t>
            </a:r>
          </a:p>
        </p:txBody>
      </p:sp>
      <p:sp>
        <p:nvSpPr>
          <p:cNvPr id="15" name="TextBox 14"/>
          <p:cNvSpPr txBox="1"/>
          <p:nvPr/>
        </p:nvSpPr>
        <p:spPr>
          <a:xfrm>
            <a:off x="3301917" y="3708307"/>
            <a:ext cx="6222844" cy="576761"/>
          </a:xfrm>
          <a:prstGeom prst="rect">
            <a:avLst/>
          </a:prstGeom>
          <a:noFill/>
        </p:spPr>
        <p:txBody>
          <a:bodyPr wrap="square" lIns="0" tIns="0" rIns="0" bIns="0" anchor="t">
            <a:spAutoFit/>
          </a:bodyPr>
          <a:lstStyle/>
          <a:p>
            <a:pPr algn="l">
              <a:lnSpc>
                <a:spcPct val="132000"/>
              </a:lnSpc>
            </a:pPr>
            <a:r>
              <a:rPr lang="nl-NL" sz="1500" b="0">
                <a:solidFill>
                  <a:srgbClr val="8FB6D0"/>
                </a:solidFill>
                <a:latin typeface="Segoe UI"/>
              </a:rPr>
              <a:t>Novel pedar, MoveMonitors en Orthotimers staan bij u. De pedar installeren we vóór uw technologiesessie op 2 december.</a:t>
            </a:r>
            <a:endParaRPr sz="1500" b="0" dirty="0">
              <a:solidFill>
                <a:srgbClr val="8FB6D0"/>
              </a:solidFill>
              <a:latin typeface="Segoe UI"/>
            </a:endParaRPr>
          </a:p>
        </p:txBody>
      </p:sp>
      <p:sp>
        <p:nvSpPr>
          <p:cNvPr id="16" name="TextBox 15"/>
          <p:cNvSpPr txBox="1"/>
          <p:nvPr/>
        </p:nvSpPr>
        <p:spPr>
          <a:xfrm>
            <a:off x="9905752" y="3721006"/>
            <a:ext cx="1650958" cy="230448"/>
          </a:xfrm>
          <a:prstGeom prst="rect">
            <a:avLst/>
          </a:prstGeom>
          <a:noFill/>
        </p:spPr>
        <p:txBody>
          <a:bodyPr wrap="square" lIns="0" tIns="0" rIns="0" bIns="0" anchor="t">
            <a:spAutoFit/>
          </a:bodyPr>
          <a:lstStyle/>
          <a:p>
            <a:pPr algn="r">
              <a:lnSpc>
                <a:spcPct val="125000"/>
              </a:lnSpc>
            </a:pPr>
            <a:r>
              <a:rPr lang="nl-BE" sz="1300" b="1">
                <a:solidFill>
                  <a:srgbClr val="52BDEC"/>
                </a:solidFill>
                <a:latin typeface="Consolas"/>
              </a:rPr>
              <a:t>vóór 2 dec</a:t>
            </a:r>
            <a:endParaRPr sz="1300" b="1" dirty="0">
              <a:solidFill>
                <a:srgbClr val="52BDEC"/>
              </a:solidFill>
              <a:latin typeface="Consolas"/>
            </a:endParaRPr>
          </a:p>
        </p:txBody>
      </p:sp>
      <p:sp>
        <p:nvSpPr>
          <p:cNvPr id="17" name="Rectangle 16"/>
          <p:cNvSpPr/>
          <p:nvPr/>
        </p:nvSpPr>
        <p:spPr>
          <a:xfrm>
            <a:off x="634984" y="4394090"/>
            <a:ext cx="10921726" cy="9524"/>
          </a:xfrm>
          <a:prstGeom prst="rect">
            <a:avLst/>
          </a:prstGeom>
          <a:solidFill>
            <a:srgbClr val="215B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634984" y="4546486"/>
            <a:ext cx="2412939" cy="317492"/>
          </a:xfrm>
          <a:prstGeom prst="rect">
            <a:avLst/>
          </a:prstGeom>
          <a:noFill/>
        </p:spPr>
        <p:txBody>
          <a:bodyPr wrap="square" lIns="0" tIns="0" rIns="0" bIns="0" anchor="t">
            <a:spAutoFit/>
          </a:bodyPr>
          <a:lstStyle/>
          <a:p>
            <a:pPr algn="l">
              <a:lnSpc>
                <a:spcPct val="125000"/>
              </a:lnSpc>
            </a:pPr>
            <a:r>
              <a:rPr sz="2000" b="1">
                <a:solidFill>
                  <a:srgbClr val="F2F8FC"/>
                </a:solidFill>
                <a:latin typeface="Segoe UI"/>
              </a:rPr>
              <a:t>Databank</a:t>
            </a:r>
          </a:p>
        </p:txBody>
      </p:sp>
      <p:sp>
        <p:nvSpPr>
          <p:cNvPr id="19" name="TextBox 18"/>
          <p:cNvSpPr txBox="1"/>
          <p:nvPr/>
        </p:nvSpPr>
        <p:spPr>
          <a:xfrm>
            <a:off x="3301917" y="4517969"/>
            <a:ext cx="6222844" cy="272062"/>
          </a:xfrm>
          <a:prstGeom prst="rect">
            <a:avLst/>
          </a:prstGeom>
          <a:noFill/>
        </p:spPr>
        <p:txBody>
          <a:bodyPr wrap="square" lIns="0" tIns="0" rIns="0" bIns="0" anchor="t">
            <a:spAutoFit/>
          </a:bodyPr>
          <a:lstStyle/>
          <a:p>
            <a:pPr algn="l">
              <a:lnSpc>
                <a:spcPct val="132000"/>
              </a:lnSpc>
            </a:pPr>
            <a:r>
              <a:rPr sz="1500" b="0" dirty="0" err="1">
                <a:solidFill>
                  <a:srgbClr val="8FB6D0"/>
                </a:solidFill>
                <a:latin typeface="Segoe UI"/>
              </a:rPr>
              <a:t>Eén</a:t>
            </a:r>
            <a:r>
              <a:rPr sz="1500" b="0" dirty="0">
                <a:solidFill>
                  <a:srgbClr val="8FB6D0"/>
                </a:solidFill>
                <a:latin typeface="Segoe UI"/>
              </a:rPr>
              <a:t> centrale databank. U </a:t>
            </a:r>
            <a:r>
              <a:rPr sz="1500" b="0" dirty="0" err="1">
                <a:solidFill>
                  <a:srgbClr val="8FB6D0"/>
                </a:solidFill>
                <a:latin typeface="Segoe UI"/>
              </a:rPr>
              <a:t>vult</a:t>
            </a:r>
            <a:r>
              <a:rPr sz="1500" b="0" dirty="0">
                <a:solidFill>
                  <a:srgbClr val="8FB6D0"/>
                </a:solidFill>
                <a:latin typeface="Segoe UI"/>
              </a:rPr>
              <a:t> papier in, het </a:t>
            </a:r>
            <a:r>
              <a:rPr sz="1500" b="0" dirty="0" err="1">
                <a:solidFill>
                  <a:srgbClr val="8FB6D0"/>
                </a:solidFill>
                <a:latin typeface="Segoe UI"/>
              </a:rPr>
              <a:t>studieteam</a:t>
            </a:r>
            <a:r>
              <a:rPr sz="1500" b="0" dirty="0">
                <a:solidFill>
                  <a:srgbClr val="8FB6D0"/>
                </a:solidFill>
                <a:latin typeface="Segoe UI"/>
              </a:rPr>
              <a:t> </a:t>
            </a:r>
            <a:r>
              <a:rPr sz="1500" b="0" dirty="0" err="1">
                <a:solidFill>
                  <a:srgbClr val="8FB6D0"/>
                </a:solidFill>
                <a:latin typeface="Segoe UI"/>
              </a:rPr>
              <a:t>voert</a:t>
            </a:r>
            <a:r>
              <a:rPr sz="1500" b="0" dirty="0">
                <a:solidFill>
                  <a:srgbClr val="8FB6D0"/>
                </a:solidFill>
                <a:latin typeface="Segoe UI"/>
              </a:rPr>
              <a:t> in. </a:t>
            </a:r>
          </a:p>
        </p:txBody>
      </p:sp>
      <p:sp>
        <p:nvSpPr>
          <p:cNvPr id="20" name="TextBox 19"/>
          <p:cNvSpPr txBox="1"/>
          <p:nvPr/>
        </p:nvSpPr>
        <p:spPr>
          <a:xfrm>
            <a:off x="9905752" y="4559186"/>
            <a:ext cx="1650958" cy="253993"/>
          </a:xfrm>
          <a:prstGeom prst="rect">
            <a:avLst/>
          </a:prstGeom>
          <a:noFill/>
        </p:spPr>
        <p:txBody>
          <a:bodyPr wrap="square" lIns="0" tIns="0" rIns="0" bIns="0" anchor="t">
            <a:spAutoFit/>
          </a:bodyPr>
          <a:lstStyle/>
          <a:p>
            <a:pPr algn="r">
              <a:lnSpc>
                <a:spcPct val="125000"/>
              </a:lnSpc>
            </a:pPr>
            <a:r>
              <a:rPr sz="1300" b="1">
                <a:solidFill>
                  <a:srgbClr val="52BDEC"/>
                </a:solidFill>
                <a:latin typeface="Consolas"/>
              </a:rPr>
              <a:t>centraal</a:t>
            </a:r>
          </a:p>
        </p:txBody>
      </p:sp>
      <p:sp>
        <p:nvSpPr>
          <p:cNvPr id="23" name="TextBox 22"/>
          <p:cNvSpPr txBox="1"/>
          <p:nvPr/>
        </p:nvSpPr>
        <p:spPr>
          <a:xfrm>
            <a:off x="10540736" y="6387940"/>
            <a:ext cx="1015974" cy="186141"/>
          </a:xfrm>
          <a:prstGeom prst="rect">
            <a:avLst/>
          </a:prstGeom>
          <a:noFill/>
        </p:spPr>
        <p:txBody>
          <a:bodyPr wrap="square" lIns="0" tIns="0" rIns="0" bIns="0" anchor="t">
            <a:spAutoFit/>
          </a:bodyPr>
          <a:lstStyle/>
          <a:p>
            <a:pPr algn="r">
              <a:lnSpc>
                <a:spcPct val="125000"/>
              </a:lnSpc>
            </a:pPr>
            <a:r>
              <a:rPr lang="nl-BE" sz="1050" b="0">
                <a:solidFill>
                  <a:srgbClr val="8FB6D0"/>
                </a:solidFill>
                <a:latin typeface="Consolas"/>
              </a:rPr>
              <a:t>26 / 31</a:t>
            </a:r>
            <a:endParaRPr sz="1050" b="0">
              <a:solidFill>
                <a:srgbClr val="8FB6D0"/>
              </a:solidFill>
              <a:latin typeface="Consolas"/>
            </a:endParaRPr>
          </a:p>
        </p:txBody>
      </p:sp>
      <p:pic>
        <p:nvPicPr>
          <p:cNvPr id="24" name="merk" descr="merk.png"/>
          <p:cNvPicPr>
            <a:picLocks noChangeAspect="1"/>
          </p:cNvPicPr>
          <p:nvPr/>
        </p:nvPicPr>
        <p:blipFill>
          <a:blip r:embed="rId3"/>
          <a:stretch>
            <a:fillRect/>
          </a:stretch>
        </p:blipFill>
        <p:spPr>
          <a:xfrm>
            <a:off x="11094166" y="368290"/>
            <a:ext cx="417101" cy="482587"/>
          </a:xfrm>
          <a:prstGeom prst="rect">
            <a:avLst/>
          </a:prstGeom>
        </p:spPr>
      </p:pic>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200">
        <p159:morph option="byObject"/>
      </p:transition>
    </mc:Choice>
    <mc:Fallback xmlns="">
      <p:transition spd="slow">
        <p:fade/>
      </p:transition>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7828"/>
          </a:xfrm>
          <a:prstGeom prst="rect">
            <a:avLst/>
          </a:prstGeom>
          <a:gradFill rotWithShape="1">
            <a:gsLst>
              <a:gs pos="0">
                <a:srgbClr val="072138"/>
              </a:gs>
              <a:gs pos="100000">
                <a:srgbClr val="04182A"/>
              </a:gs>
            </a:gsLst>
            <a:lin ang="5400000" scaled="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634984" y="571485"/>
            <a:ext cx="9524761" cy="215894"/>
          </a:xfrm>
          <a:prstGeom prst="rect">
            <a:avLst/>
          </a:prstGeom>
          <a:noFill/>
        </p:spPr>
        <p:txBody>
          <a:bodyPr wrap="square" lIns="0" tIns="0" rIns="0" bIns="0" anchor="t">
            <a:spAutoFit/>
          </a:bodyPr>
          <a:lstStyle/>
          <a:p>
            <a:pPr algn="l">
              <a:lnSpc>
                <a:spcPct val="125000"/>
              </a:lnSpc>
            </a:pPr>
            <a:r>
              <a:rPr sz="1250" b="1" spc="240">
                <a:solidFill>
                  <a:srgbClr val="52BDEC"/>
                </a:solidFill>
                <a:latin typeface="Consolas"/>
              </a:rPr>
              <a:t>VAN HIER TOT UW EERSTE PATIËNT</a:t>
            </a:r>
          </a:p>
        </p:txBody>
      </p:sp>
      <p:sp>
        <p:nvSpPr>
          <p:cNvPr id="4" name="sectietitel"/>
          <p:cNvSpPr txBox="1"/>
          <p:nvPr/>
        </p:nvSpPr>
        <p:spPr>
          <a:xfrm>
            <a:off x="634984" y="838179"/>
            <a:ext cx="9905752" cy="624017"/>
          </a:xfrm>
          <a:prstGeom prst="rect">
            <a:avLst/>
          </a:prstGeom>
          <a:noFill/>
        </p:spPr>
        <p:txBody>
          <a:bodyPr wrap="square" lIns="0" tIns="0" rIns="0" bIns="0" anchor="t">
            <a:spAutoFit/>
          </a:bodyPr>
          <a:lstStyle/>
          <a:p>
            <a:pPr algn="l">
              <a:lnSpc>
                <a:spcPct val="110000"/>
              </a:lnSpc>
            </a:pPr>
            <a:r>
              <a:rPr lang="nl-NL" sz="4000" b="1">
                <a:solidFill>
                  <a:srgbClr val="F2F8FC"/>
                </a:solidFill>
                <a:latin typeface="Segoe UI"/>
              </a:rPr>
              <a:t>Uw data, van november tot april</a:t>
            </a:r>
            <a:endParaRPr sz="4000" b="1">
              <a:solidFill>
                <a:srgbClr val="F2F8FC"/>
              </a:solidFill>
              <a:latin typeface="Segoe UI"/>
            </a:endParaRPr>
          </a:p>
        </p:txBody>
      </p:sp>
      <p:sp>
        <p:nvSpPr>
          <p:cNvPr id="5" name="Rectangle 4"/>
          <p:cNvSpPr/>
          <p:nvPr/>
        </p:nvSpPr>
        <p:spPr>
          <a:xfrm>
            <a:off x="634984" y="2463738"/>
            <a:ext cx="10921726" cy="12699"/>
          </a:xfrm>
          <a:prstGeom prst="rect">
            <a:avLst/>
          </a:prstGeom>
          <a:solidFill>
            <a:srgbClr val="215B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Oval 5"/>
          <p:cNvSpPr/>
          <p:nvPr/>
        </p:nvSpPr>
        <p:spPr>
          <a:xfrm>
            <a:off x="749281" y="2349441"/>
            <a:ext cx="228594" cy="228594"/>
          </a:xfrm>
          <a:prstGeom prst="ellipse">
            <a:avLst/>
          </a:prstGeom>
          <a:solidFill>
            <a:srgbClr val="52BDEC"/>
          </a:solidFill>
          <a:ln w="38100">
            <a:solidFill>
              <a:srgbClr val="04182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ounded Rectangle 6"/>
          <p:cNvSpPr/>
          <p:nvPr/>
        </p:nvSpPr>
        <p:spPr>
          <a:xfrm>
            <a:off x="634984" y="2793930"/>
            <a:ext cx="2057348" cy="2539936"/>
          </a:xfrm>
          <a:prstGeom prst="roundRect">
            <a:avLst>
              <a:gd name="adj" fmla="val 4500"/>
            </a:avLst>
          </a:prstGeom>
          <a:solidFill>
            <a:srgbClr val="0A2A44"/>
          </a:solidFill>
          <a:ln w="9525">
            <a:solidFill>
              <a:srgbClr val="215B8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812779" y="3009824"/>
            <a:ext cx="1650958" cy="380990"/>
          </a:xfrm>
          <a:prstGeom prst="rect">
            <a:avLst/>
          </a:prstGeom>
          <a:noFill/>
        </p:spPr>
        <p:txBody>
          <a:bodyPr wrap="square" lIns="0" tIns="0" rIns="0" bIns="0" anchor="t">
            <a:spAutoFit/>
          </a:bodyPr>
          <a:lstStyle/>
          <a:p>
            <a:pPr algn="l">
              <a:lnSpc>
                <a:spcPct val="125000"/>
              </a:lnSpc>
            </a:pPr>
            <a:r>
              <a:rPr sz="2700" b="1">
                <a:solidFill>
                  <a:srgbClr val="52BDEC"/>
                </a:solidFill>
                <a:latin typeface="Consolas"/>
              </a:rPr>
              <a:t>01</a:t>
            </a:r>
          </a:p>
        </p:txBody>
      </p:sp>
      <p:sp>
        <p:nvSpPr>
          <p:cNvPr id="9" name="TextBox 8"/>
          <p:cNvSpPr txBox="1"/>
          <p:nvPr/>
        </p:nvSpPr>
        <p:spPr>
          <a:xfrm>
            <a:off x="812779" y="3467013"/>
            <a:ext cx="1701757" cy="346633"/>
          </a:xfrm>
          <a:prstGeom prst="rect">
            <a:avLst/>
          </a:prstGeom>
          <a:noFill/>
        </p:spPr>
        <p:txBody>
          <a:bodyPr wrap="square" lIns="0" tIns="0" rIns="0" bIns="0" anchor="t">
            <a:spAutoFit/>
          </a:bodyPr>
          <a:lstStyle/>
          <a:p>
            <a:pPr algn="l">
              <a:lnSpc>
                <a:spcPct val="125000"/>
              </a:lnSpc>
            </a:pPr>
            <a:r>
              <a:rPr lang="nl-BE" sz="2000" b="1">
                <a:solidFill>
                  <a:srgbClr val="F2F8FC"/>
                </a:solidFill>
                <a:latin typeface="Segoe UI"/>
              </a:rPr>
              <a:t>november</a:t>
            </a:r>
            <a:endParaRPr sz="2000" b="1">
              <a:solidFill>
                <a:srgbClr val="F2F8FC"/>
              </a:solidFill>
              <a:latin typeface="Segoe UI"/>
            </a:endParaRPr>
          </a:p>
        </p:txBody>
      </p:sp>
      <p:sp>
        <p:nvSpPr>
          <p:cNvPr id="10" name="TextBox 9"/>
          <p:cNvSpPr txBox="1"/>
          <p:nvPr/>
        </p:nvSpPr>
        <p:spPr>
          <a:xfrm>
            <a:off x="812779" y="3987700"/>
            <a:ext cx="1701757" cy="919547"/>
          </a:xfrm>
          <a:prstGeom prst="rect">
            <a:avLst/>
          </a:prstGeom>
          <a:noFill/>
        </p:spPr>
        <p:txBody>
          <a:bodyPr wrap="square" lIns="0" tIns="0" rIns="0" bIns="0" anchor="t">
            <a:spAutoFit/>
          </a:bodyPr>
          <a:lstStyle/>
          <a:p>
            <a:pPr algn="l">
              <a:lnSpc>
                <a:spcPct val="138000"/>
              </a:lnSpc>
            </a:pPr>
            <a:r>
              <a:rPr lang="nl-NL" sz="1500" b="0">
                <a:solidFill>
                  <a:srgbClr val="8FB6D0"/>
                </a:solidFill>
                <a:latin typeface="Segoe UI"/>
              </a:rPr>
              <a:t>Info draaiboek, online: di 10 en 24 nov, 12u30–14u.</a:t>
            </a:r>
            <a:endParaRPr sz="1500" b="0">
              <a:solidFill>
                <a:srgbClr val="8FB6D0"/>
              </a:solidFill>
              <a:latin typeface="Segoe UI"/>
            </a:endParaRPr>
          </a:p>
        </p:txBody>
      </p:sp>
      <p:sp>
        <p:nvSpPr>
          <p:cNvPr id="11" name="Oval 10"/>
          <p:cNvSpPr/>
          <p:nvPr/>
        </p:nvSpPr>
        <p:spPr>
          <a:xfrm>
            <a:off x="2959026" y="2349441"/>
            <a:ext cx="228594" cy="228594"/>
          </a:xfrm>
          <a:prstGeom prst="ellipse">
            <a:avLst/>
          </a:prstGeom>
          <a:solidFill>
            <a:srgbClr val="52BDEC"/>
          </a:solidFill>
          <a:ln w="38100">
            <a:solidFill>
              <a:srgbClr val="04182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ounded Rectangle 11"/>
          <p:cNvSpPr/>
          <p:nvPr/>
        </p:nvSpPr>
        <p:spPr>
          <a:xfrm>
            <a:off x="2844728" y="2793930"/>
            <a:ext cx="2057348" cy="2539936"/>
          </a:xfrm>
          <a:prstGeom prst="roundRect">
            <a:avLst>
              <a:gd name="adj" fmla="val 4500"/>
            </a:avLst>
          </a:prstGeom>
          <a:solidFill>
            <a:srgbClr val="0A2A44"/>
          </a:solidFill>
          <a:ln w="9525">
            <a:solidFill>
              <a:srgbClr val="215B8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3022524" y="3009824"/>
            <a:ext cx="1650958" cy="380990"/>
          </a:xfrm>
          <a:prstGeom prst="rect">
            <a:avLst/>
          </a:prstGeom>
          <a:noFill/>
        </p:spPr>
        <p:txBody>
          <a:bodyPr wrap="square" lIns="0" tIns="0" rIns="0" bIns="0" anchor="t">
            <a:spAutoFit/>
          </a:bodyPr>
          <a:lstStyle/>
          <a:p>
            <a:pPr algn="l">
              <a:lnSpc>
                <a:spcPct val="125000"/>
              </a:lnSpc>
            </a:pPr>
            <a:r>
              <a:rPr sz="2700" b="1">
                <a:solidFill>
                  <a:srgbClr val="52BDEC"/>
                </a:solidFill>
                <a:latin typeface="Consolas"/>
              </a:rPr>
              <a:t>02</a:t>
            </a:r>
          </a:p>
        </p:txBody>
      </p:sp>
      <p:sp>
        <p:nvSpPr>
          <p:cNvPr id="14" name="TextBox 13"/>
          <p:cNvSpPr txBox="1"/>
          <p:nvPr/>
        </p:nvSpPr>
        <p:spPr>
          <a:xfrm>
            <a:off x="3022524" y="3467013"/>
            <a:ext cx="1701757" cy="419089"/>
          </a:xfrm>
          <a:prstGeom prst="rect">
            <a:avLst/>
          </a:prstGeom>
          <a:noFill/>
        </p:spPr>
        <p:txBody>
          <a:bodyPr wrap="square" lIns="0" tIns="0" rIns="0" bIns="0" anchor="t">
            <a:spAutoFit/>
          </a:bodyPr>
          <a:lstStyle/>
          <a:p>
            <a:pPr algn="l">
              <a:lnSpc>
                <a:spcPct val="125000"/>
              </a:lnSpc>
            </a:pPr>
            <a:r>
              <a:rPr sz="2000" b="1">
                <a:solidFill>
                  <a:srgbClr val="F2F8FC"/>
                </a:solidFill>
                <a:latin typeface="Segoe UI"/>
              </a:rPr>
              <a:t>december</a:t>
            </a:r>
          </a:p>
        </p:txBody>
      </p:sp>
      <p:sp>
        <p:nvSpPr>
          <p:cNvPr id="15" name="TextBox 14"/>
          <p:cNvSpPr txBox="1"/>
          <p:nvPr/>
        </p:nvSpPr>
        <p:spPr>
          <a:xfrm>
            <a:off x="3022524" y="3987700"/>
            <a:ext cx="1701757" cy="919547"/>
          </a:xfrm>
          <a:prstGeom prst="rect">
            <a:avLst/>
          </a:prstGeom>
          <a:noFill/>
        </p:spPr>
        <p:txBody>
          <a:bodyPr wrap="square" lIns="0" tIns="0" rIns="0" bIns="0" anchor="t">
            <a:spAutoFit/>
          </a:bodyPr>
          <a:lstStyle/>
          <a:p>
            <a:pPr algn="l">
              <a:lnSpc>
                <a:spcPct val="138000"/>
              </a:lnSpc>
            </a:pPr>
            <a:r>
              <a:rPr lang="nl-NL" sz="1500" b="0">
                <a:solidFill>
                  <a:srgbClr val="8FB6D0"/>
                </a:solidFill>
                <a:latin typeface="Segoe UI"/>
              </a:rPr>
              <a:t>Technologie bij u: wo 2 dec, voormiddag.</a:t>
            </a:r>
            <a:endParaRPr sz="1500" b="0" dirty="0">
              <a:solidFill>
                <a:srgbClr val="8FB6D0"/>
              </a:solidFill>
              <a:latin typeface="Segoe UI"/>
            </a:endParaRPr>
          </a:p>
        </p:txBody>
      </p:sp>
      <p:sp>
        <p:nvSpPr>
          <p:cNvPr id="16" name="Oval 15"/>
          <p:cNvSpPr/>
          <p:nvPr/>
        </p:nvSpPr>
        <p:spPr>
          <a:xfrm>
            <a:off x="5168770" y="2349441"/>
            <a:ext cx="228594" cy="228594"/>
          </a:xfrm>
          <a:prstGeom prst="ellipse">
            <a:avLst/>
          </a:prstGeom>
          <a:solidFill>
            <a:srgbClr val="52BDEC"/>
          </a:solidFill>
          <a:ln w="38100">
            <a:solidFill>
              <a:srgbClr val="04182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Rounded Rectangle 16"/>
          <p:cNvSpPr/>
          <p:nvPr/>
        </p:nvSpPr>
        <p:spPr>
          <a:xfrm>
            <a:off x="5054473" y="2793930"/>
            <a:ext cx="2057348" cy="2539936"/>
          </a:xfrm>
          <a:prstGeom prst="roundRect">
            <a:avLst>
              <a:gd name="adj" fmla="val 4500"/>
            </a:avLst>
          </a:prstGeom>
          <a:solidFill>
            <a:srgbClr val="0A2A44"/>
          </a:solidFill>
          <a:ln w="9525">
            <a:solidFill>
              <a:srgbClr val="215B8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5232269" y="3009824"/>
            <a:ext cx="1650958" cy="380990"/>
          </a:xfrm>
          <a:prstGeom prst="rect">
            <a:avLst/>
          </a:prstGeom>
          <a:noFill/>
        </p:spPr>
        <p:txBody>
          <a:bodyPr wrap="square" lIns="0" tIns="0" rIns="0" bIns="0" anchor="t">
            <a:spAutoFit/>
          </a:bodyPr>
          <a:lstStyle/>
          <a:p>
            <a:pPr algn="l">
              <a:lnSpc>
                <a:spcPct val="125000"/>
              </a:lnSpc>
            </a:pPr>
            <a:r>
              <a:rPr sz="2700" b="1">
                <a:solidFill>
                  <a:srgbClr val="52BDEC"/>
                </a:solidFill>
                <a:latin typeface="Consolas"/>
              </a:rPr>
              <a:t>03</a:t>
            </a:r>
          </a:p>
        </p:txBody>
      </p:sp>
      <p:sp>
        <p:nvSpPr>
          <p:cNvPr id="19" name="TextBox 18"/>
          <p:cNvSpPr txBox="1"/>
          <p:nvPr/>
        </p:nvSpPr>
        <p:spPr>
          <a:xfrm>
            <a:off x="5232269" y="3467013"/>
            <a:ext cx="1701757" cy="419089"/>
          </a:xfrm>
          <a:prstGeom prst="rect">
            <a:avLst/>
          </a:prstGeom>
          <a:noFill/>
        </p:spPr>
        <p:txBody>
          <a:bodyPr wrap="square" lIns="0" tIns="0" rIns="0" bIns="0" anchor="t">
            <a:spAutoFit/>
          </a:bodyPr>
          <a:lstStyle/>
          <a:p>
            <a:pPr algn="l">
              <a:lnSpc>
                <a:spcPct val="125000"/>
              </a:lnSpc>
            </a:pPr>
            <a:r>
              <a:rPr sz="2000" b="1">
                <a:solidFill>
                  <a:srgbClr val="F2F8FC"/>
                </a:solidFill>
                <a:latin typeface="Segoe UI"/>
              </a:rPr>
              <a:t>januari</a:t>
            </a:r>
          </a:p>
        </p:txBody>
      </p:sp>
      <p:sp>
        <p:nvSpPr>
          <p:cNvPr id="20" name="TextBox 19"/>
          <p:cNvSpPr txBox="1"/>
          <p:nvPr/>
        </p:nvSpPr>
        <p:spPr>
          <a:xfrm>
            <a:off x="5232269" y="3987700"/>
            <a:ext cx="1701757" cy="1238096"/>
          </a:xfrm>
          <a:prstGeom prst="rect">
            <a:avLst/>
          </a:prstGeom>
          <a:noFill/>
        </p:spPr>
        <p:txBody>
          <a:bodyPr wrap="square" lIns="0" tIns="0" rIns="0" bIns="0" anchor="t">
            <a:spAutoFit/>
          </a:bodyPr>
          <a:lstStyle/>
          <a:p>
            <a:pPr algn="l">
              <a:lnSpc>
                <a:spcPct val="138000"/>
              </a:lnSpc>
            </a:pPr>
            <a:r>
              <a:rPr lang="nl-NL" sz="1500" b="0">
                <a:solidFill>
                  <a:srgbClr val="8FB6D0"/>
                </a:solidFill>
                <a:latin typeface="Segoe UI"/>
              </a:rPr>
              <a:t>SEBIA 1–2: wo 6 jan. Datacollectie: di 12 jan. Droogloop bij u: wo 20 jan.</a:t>
            </a:r>
            <a:endParaRPr sz="1500" b="0" dirty="0">
              <a:solidFill>
                <a:srgbClr val="8FB6D0"/>
              </a:solidFill>
              <a:latin typeface="Segoe UI"/>
            </a:endParaRPr>
          </a:p>
        </p:txBody>
      </p:sp>
      <p:sp>
        <p:nvSpPr>
          <p:cNvPr id="21" name="Oval 20"/>
          <p:cNvSpPr/>
          <p:nvPr/>
        </p:nvSpPr>
        <p:spPr>
          <a:xfrm>
            <a:off x="7378515" y="2349441"/>
            <a:ext cx="228594" cy="228594"/>
          </a:xfrm>
          <a:prstGeom prst="ellipse">
            <a:avLst/>
          </a:prstGeom>
          <a:solidFill>
            <a:srgbClr val="52BDEC"/>
          </a:solidFill>
          <a:ln w="38100">
            <a:solidFill>
              <a:srgbClr val="04182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Rounded Rectangle 21"/>
          <p:cNvSpPr/>
          <p:nvPr/>
        </p:nvSpPr>
        <p:spPr>
          <a:xfrm>
            <a:off x="7264218" y="2793930"/>
            <a:ext cx="2057348" cy="2539936"/>
          </a:xfrm>
          <a:prstGeom prst="roundRect">
            <a:avLst>
              <a:gd name="adj" fmla="val 4500"/>
            </a:avLst>
          </a:prstGeom>
          <a:solidFill>
            <a:srgbClr val="0A2A44"/>
          </a:solidFill>
          <a:ln w="9525">
            <a:solidFill>
              <a:srgbClr val="215B8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7442013" y="3009824"/>
            <a:ext cx="1650958" cy="380990"/>
          </a:xfrm>
          <a:prstGeom prst="rect">
            <a:avLst/>
          </a:prstGeom>
          <a:noFill/>
        </p:spPr>
        <p:txBody>
          <a:bodyPr wrap="square" lIns="0" tIns="0" rIns="0" bIns="0" anchor="t">
            <a:spAutoFit/>
          </a:bodyPr>
          <a:lstStyle/>
          <a:p>
            <a:pPr algn="l">
              <a:lnSpc>
                <a:spcPct val="125000"/>
              </a:lnSpc>
            </a:pPr>
            <a:r>
              <a:rPr sz="2700" b="1">
                <a:solidFill>
                  <a:srgbClr val="52BDEC"/>
                </a:solidFill>
                <a:latin typeface="Consolas"/>
              </a:rPr>
              <a:t>04</a:t>
            </a:r>
          </a:p>
        </p:txBody>
      </p:sp>
      <p:sp>
        <p:nvSpPr>
          <p:cNvPr id="24" name="TextBox 23"/>
          <p:cNvSpPr txBox="1"/>
          <p:nvPr/>
        </p:nvSpPr>
        <p:spPr>
          <a:xfrm>
            <a:off x="7442013" y="3467013"/>
            <a:ext cx="1701757" cy="419089"/>
          </a:xfrm>
          <a:prstGeom prst="rect">
            <a:avLst/>
          </a:prstGeom>
          <a:noFill/>
        </p:spPr>
        <p:txBody>
          <a:bodyPr wrap="square" lIns="0" tIns="0" rIns="0" bIns="0" anchor="t">
            <a:spAutoFit/>
          </a:bodyPr>
          <a:lstStyle/>
          <a:p>
            <a:pPr algn="l">
              <a:lnSpc>
                <a:spcPct val="125000"/>
              </a:lnSpc>
            </a:pPr>
            <a:r>
              <a:rPr sz="2000" b="1">
                <a:solidFill>
                  <a:srgbClr val="F2F8FC"/>
                </a:solidFill>
                <a:latin typeface="Segoe UI"/>
              </a:rPr>
              <a:t>februari</a:t>
            </a:r>
          </a:p>
        </p:txBody>
      </p:sp>
      <p:sp>
        <p:nvSpPr>
          <p:cNvPr id="25" name="TextBox 24"/>
          <p:cNvSpPr txBox="1"/>
          <p:nvPr/>
        </p:nvSpPr>
        <p:spPr>
          <a:xfrm>
            <a:off x="7442013" y="3987700"/>
            <a:ext cx="1701757" cy="1238096"/>
          </a:xfrm>
          <a:prstGeom prst="rect">
            <a:avLst/>
          </a:prstGeom>
          <a:noFill/>
        </p:spPr>
        <p:txBody>
          <a:bodyPr wrap="square" lIns="0" tIns="0" rIns="0" bIns="0" anchor="t">
            <a:spAutoFit/>
          </a:bodyPr>
          <a:lstStyle/>
          <a:p>
            <a:pPr algn="l">
              <a:lnSpc>
                <a:spcPct val="138000"/>
              </a:lnSpc>
            </a:pPr>
            <a:r>
              <a:rPr lang="nl-NL" sz="1500" b="0">
                <a:solidFill>
                  <a:srgbClr val="8FB6D0"/>
                </a:solidFill>
                <a:latin typeface="Segoe UI"/>
              </a:rPr>
              <a:t>Piloot van 1 tot 19 feb, Go/No-Go op 23 feb. Daarna start de inclusie.</a:t>
            </a:r>
            <a:endParaRPr sz="1500" b="0">
              <a:solidFill>
                <a:srgbClr val="8FB6D0"/>
              </a:solidFill>
              <a:latin typeface="Segoe UI"/>
            </a:endParaRPr>
          </a:p>
        </p:txBody>
      </p:sp>
      <p:sp>
        <p:nvSpPr>
          <p:cNvPr id="26" name="Oval 25"/>
          <p:cNvSpPr/>
          <p:nvPr/>
        </p:nvSpPr>
        <p:spPr>
          <a:xfrm>
            <a:off x="9588260" y="2349441"/>
            <a:ext cx="228594" cy="228594"/>
          </a:xfrm>
          <a:prstGeom prst="ellipse">
            <a:avLst/>
          </a:prstGeom>
          <a:solidFill>
            <a:srgbClr val="52BDEC"/>
          </a:solidFill>
          <a:ln w="38100">
            <a:solidFill>
              <a:srgbClr val="04182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Rounded Rectangle 26"/>
          <p:cNvSpPr/>
          <p:nvPr/>
        </p:nvSpPr>
        <p:spPr>
          <a:xfrm>
            <a:off x="9473963" y="2793930"/>
            <a:ext cx="2057348" cy="2539936"/>
          </a:xfrm>
          <a:prstGeom prst="roundRect">
            <a:avLst>
              <a:gd name="adj" fmla="val 4500"/>
            </a:avLst>
          </a:prstGeom>
          <a:solidFill>
            <a:srgbClr val="0A2A44"/>
          </a:solidFill>
          <a:ln w="9525">
            <a:solidFill>
              <a:srgbClr val="215B8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9651758" y="3009824"/>
            <a:ext cx="1650958" cy="380990"/>
          </a:xfrm>
          <a:prstGeom prst="rect">
            <a:avLst/>
          </a:prstGeom>
          <a:noFill/>
        </p:spPr>
        <p:txBody>
          <a:bodyPr wrap="square" lIns="0" tIns="0" rIns="0" bIns="0" anchor="t">
            <a:spAutoFit/>
          </a:bodyPr>
          <a:lstStyle/>
          <a:p>
            <a:pPr algn="l">
              <a:lnSpc>
                <a:spcPct val="125000"/>
              </a:lnSpc>
            </a:pPr>
            <a:r>
              <a:rPr sz="2700" b="1">
                <a:solidFill>
                  <a:srgbClr val="52BDEC"/>
                </a:solidFill>
                <a:latin typeface="Consolas"/>
              </a:rPr>
              <a:t>05</a:t>
            </a:r>
          </a:p>
        </p:txBody>
      </p:sp>
      <p:sp>
        <p:nvSpPr>
          <p:cNvPr id="29" name="TextBox 28"/>
          <p:cNvSpPr txBox="1"/>
          <p:nvPr/>
        </p:nvSpPr>
        <p:spPr>
          <a:xfrm>
            <a:off x="9651758" y="3467013"/>
            <a:ext cx="1701757" cy="346633"/>
          </a:xfrm>
          <a:prstGeom prst="rect">
            <a:avLst/>
          </a:prstGeom>
          <a:noFill/>
        </p:spPr>
        <p:txBody>
          <a:bodyPr wrap="square" lIns="0" tIns="0" rIns="0" bIns="0" anchor="t">
            <a:spAutoFit/>
          </a:bodyPr>
          <a:lstStyle/>
          <a:p>
            <a:pPr algn="l">
              <a:lnSpc>
                <a:spcPct val="125000"/>
              </a:lnSpc>
            </a:pPr>
            <a:r>
              <a:rPr lang="nl-BE" sz="2000" b="1">
                <a:solidFill>
                  <a:srgbClr val="F2F8FC"/>
                </a:solidFill>
                <a:latin typeface="Segoe UI"/>
              </a:rPr>
              <a:t>maart – april</a:t>
            </a:r>
            <a:endParaRPr sz="2000" b="1">
              <a:solidFill>
                <a:srgbClr val="F2F8FC"/>
              </a:solidFill>
              <a:latin typeface="Segoe UI"/>
            </a:endParaRPr>
          </a:p>
        </p:txBody>
      </p:sp>
      <p:sp>
        <p:nvSpPr>
          <p:cNvPr id="30" name="TextBox 29"/>
          <p:cNvSpPr txBox="1"/>
          <p:nvPr/>
        </p:nvSpPr>
        <p:spPr>
          <a:xfrm>
            <a:off x="9651758" y="3987700"/>
            <a:ext cx="1701757" cy="1238096"/>
          </a:xfrm>
          <a:prstGeom prst="rect">
            <a:avLst/>
          </a:prstGeom>
          <a:noFill/>
        </p:spPr>
        <p:txBody>
          <a:bodyPr wrap="square" lIns="0" tIns="0" rIns="0" bIns="0" anchor="t">
            <a:spAutoFit/>
          </a:bodyPr>
          <a:lstStyle/>
          <a:p>
            <a:pPr algn="l">
              <a:lnSpc>
                <a:spcPct val="138000"/>
              </a:lnSpc>
            </a:pPr>
            <a:r>
              <a:rPr lang="nl-BE" sz="1500" b="0">
                <a:solidFill>
                  <a:srgbClr val="8FB6D0"/>
                </a:solidFill>
                <a:latin typeface="Segoe UI"/>
              </a:rPr>
              <a:t>SEBIA 3–4: ma 1 mrt, namiddag. SEBIA 5 bij u: di 20 apr, voormiddag.</a:t>
            </a:r>
            <a:endParaRPr sz="1500" b="0">
              <a:solidFill>
                <a:srgbClr val="8FB6D0"/>
              </a:solidFill>
              <a:latin typeface="Segoe UI"/>
            </a:endParaRPr>
          </a:p>
        </p:txBody>
      </p:sp>
      <p:sp>
        <p:nvSpPr>
          <p:cNvPr id="31" name="TextBox 30"/>
          <p:cNvSpPr txBox="1"/>
          <p:nvPr/>
        </p:nvSpPr>
        <p:spPr>
          <a:xfrm>
            <a:off x="10540736" y="6387940"/>
            <a:ext cx="1015974" cy="186141"/>
          </a:xfrm>
          <a:prstGeom prst="rect">
            <a:avLst/>
          </a:prstGeom>
          <a:noFill/>
        </p:spPr>
        <p:txBody>
          <a:bodyPr wrap="square" lIns="0" tIns="0" rIns="0" bIns="0" anchor="t">
            <a:spAutoFit/>
          </a:bodyPr>
          <a:lstStyle/>
          <a:p>
            <a:pPr algn="r">
              <a:lnSpc>
                <a:spcPct val="125000"/>
              </a:lnSpc>
            </a:pPr>
            <a:r>
              <a:rPr lang="nl-BE" sz="1050" b="0">
                <a:solidFill>
                  <a:srgbClr val="8FB6D0"/>
                </a:solidFill>
                <a:latin typeface="Consolas"/>
              </a:rPr>
              <a:t>27 / 31</a:t>
            </a:r>
            <a:endParaRPr sz="1050" b="0">
              <a:solidFill>
                <a:srgbClr val="8FB6D0"/>
              </a:solidFill>
              <a:latin typeface="Consolas"/>
            </a:endParaRPr>
          </a:p>
        </p:txBody>
      </p:sp>
      <p:pic>
        <p:nvPicPr>
          <p:cNvPr id="32" name="merk" descr="merk.png"/>
          <p:cNvPicPr>
            <a:picLocks noChangeAspect="1"/>
          </p:cNvPicPr>
          <p:nvPr/>
        </p:nvPicPr>
        <p:blipFill>
          <a:blip r:embed="rId3"/>
          <a:stretch>
            <a:fillRect/>
          </a:stretch>
        </p:blipFill>
        <p:spPr>
          <a:xfrm>
            <a:off x="11094166" y="368290"/>
            <a:ext cx="417101" cy="482587"/>
          </a:xfrm>
          <a:prstGeom prst="rect">
            <a:avLst/>
          </a:prstGeom>
        </p:spPr>
      </p:pic>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200">
        <p159:morph option="byObject"/>
      </p:transition>
    </mc:Choice>
    <mc:Fallback xmlns="">
      <p:transition spd="slow">
        <p:fade/>
      </p:transition>
    </mc:Fallback>
  </mc:AlternateContent>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7828"/>
          </a:xfrm>
          <a:prstGeom prst="rect">
            <a:avLst/>
          </a:prstGeom>
          <a:gradFill rotWithShape="1">
            <a:gsLst>
              <a:gs pos="0">
                <a:srgbClr val="072138"/>
              </a:gs>
              <a:gs pos="100000">
                <a:srgbClr val="04182A"/>
              </a:gs>
            </a:gsLst>
            <a:lin ang="5400000" scaled="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634984" y="571485"/>
            <a:ext cx="9524761" cy="221599"/>
          </a:xfrm>
          <a:prstGeom prst="rect">
            <a:avLst/>
          </a:prstGeom>
          <a:noFill/>
        </p:spPr>
        <p:txBody>
          <a:bodyPr wrap="square" lIns="0" tIns="0" rIns="0" bIns="0" anchor="t">
            <a:spAutoFit/>
          </a:bodyPr>
          <a:lstStyle/>
          <a:p>
            <a:pPr algn="l">
              <a:lnSpc>
                <a:spcPct val="125000"/>
              </a:lnSpc>
            </a:pPr>
            <a:r>
              <a:rPr lang="nl-BE" sz="1250" b="1" spc="240">
                <a:solidFill>
                  <a:srgbClr val="52BDEC"/>
                </a:solidFill>
                <a:latin typeface="Consolas"/>
              </a:rPr>
              <a:t>TIJD</a:t>
            </a:r>
            <a:endParaRPr sz="1250" b="1" spc="240">
              <a:solidFill>
                <a:srgbClr val="52BDEC"/>
              </a:solidFill>
              <a:latin typeface="Consolas"/>
            </a:endParaRPr>
          </a:p>
        </p:txBody>
      </p:sp>
      <p:sp>
        <p:nvSpPr>
          <p:cNvPr id="4" name="sectietitel"/>
          <p:cNvSpPr txBox="1"/>
          <p:nvPr/>
        </p:nvSpPr>
        <p:spPr>
          <a:xfrm>
            <a:off x="634984" y="838179"/>
            <a:ext cx="9905752" cy="624017"/>
          </a:xfrm>
          <a:prstGeom prst="rect">
            <a:avLst/>
          </a:prstGeom>
          <a:noFill/>
        </p:spPr>
        <p:txBody>
          <a:bodyPr wrap="square" lIns="0" tIns="0" rIns="0" bIns="0" anchor="t">
            <a:spAutoFit/>
          </a:bodyPr>
          <a:lstStyle/>
          <a:p>
            <a:pPr algn="l">
              <a:lnSpc>
                <a:spcPct val="110000"/>
              </a:lnSpc>
            </a:pPr>
            <a:r>
              <a:rPr lang="nl-NL" sz="4000" b="1">
                <a:solidFill>
                  <a:srgbClr val="F2F8FC"/>
                </a:solidFill>
                <a:latin typeface="Segoe UI"/>
              </a:rPr>
              <a:t>Wat het van uw team vraagt</a:t>
            </a:r>
            <a:endParaRPr sz="4000" b="1">
              <a:solidFill>
                <a:srgbClr val="F2F8FC"/>
              </a:solidFill>
              <a:latin typeface="Segoe UI"/>
            </a:endParaRPr>
          </a:p>
        </p:txBody>
      </p:sp>
      <p:sp>
        <p:nvSpPr>
          <p:cNvPr id="5" name="Rectangle 4"/>
          <p:cNvSpPr/>
          <p:nvPr/>
        </p:nvSpPr>
        <p:spPr>
          <a:xfrm>
            <a:off x="634984" y="1879600"/>
            <a:ext cx="10921726" cy="9524"/>
          </a:xfrm>
          <a:prstGeom prst="rect">
            <a:avLst/>
          </a:prstGeom>
          <a:solidFill>
            <a:srgbClr val="215B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634984" y="2032000"/>
            <a:ext cx="2412939" cy="346633"/>
          </a:xfrm>
          <a:prstGeom prst="rect">
            <a:avLst/>
          </a:prstGeom>
          <a:noFill/>
        </p:spPr>
        <p:txBody>
          <a:bodyPr wrap="square" lIns="0" tIns="0" rIns="0" bIns="0" anchor="t">
            <a:spAutoFit/>
          </a:bodyPr>
          <a:lstStyle/>
          <a:p>
            <a:pPr algn="l">
              <a:lnSpc>
                <a:spcPct val="125000"/>
              </a:lnSpc>
            </a:pPr>
            <a:r>
              <a:rPr lang="nl-BE" sz="2000" b="1">
                <a:solidFill>
                  <a:srgbClr val="F2F8FC"/>
                </a:solidFill>
                <a:latin typeface="Segoe UI"/>
              </a:rPr>
              <a:t>Optimal Care</a:t>
            </a:r>
            <a:endParaRPr sz="2000" b="1">
              <a:solidFill>
                <a:srgbClr val="F2F8FC"/>
              </a:solidFill>
              <a:latin typeface="Segoe UI"/>
            </a:endParaRPr>
          </a:p>
        </p:txBody>
      </p:sp>
      <p:sp>
        <p:nvSpPr>
          <p:cNvPr id="7" name="TextBox 6"/>
          <p:cNvSpPr txBox="1"/>
          <p:nvPr/>
        </p:nvSpPr>
        <p:spPr>
          <a:xfrm>
            <a:off x="3302000" y="2095500"/>
            <a:ext cx="6223000" cy="576761"/>
          </a:xfrm>
          <a:prstGeom prst="rect">
            <a:avLst/>
          </a:prstGeom>
          <a:noFill/>
        </p:spPr>
        <p:txBody>
          <a:bodyPr wrap="square" lIns="0" tIns="0" rIns="0" bIns="0" anchor="t">
            <a:spAutoFit/>
          </a:bodyPr>
          <a:lstStyle/>
          <a:p>
            <a:pPr algn="l">
              <a:lnSpc>
                <a:spcPct val="132000"/>
              </a:lnSpc>
            </a:pPr>
            <a:r>
              <a:rPr lang="nl-NL" sz="1500" b="0">
                <a:solidFill>
                  <a:srgbClr val="8FB6D0"/>
                </a:solidFill>
                <a:latin typeface="Segoe UI"/>
              </a:rPr>
              <a:t>Per patiënt: twee uur bij de start, daarna twee uur per visite, over achttien maanden. Betaald: 17 uur.</a:t>
            </a:r>
            <a:endParaRPr sz="1500" b="0" dirty="0">
              <a:solidFill>
                <a:srgbClr val="8FB6D0"/>
              </a:solidFill>
              <a:latin typeface="Segoe UI"/>
            </a:endParaRPr>
          </a:p>
        </p:txBody>
      </p:sp>
      <p:sp>
        <p:nvSpPr>
          <p:cNvPr id="8" name="TextBox 7"/>
          <p:cNvSpPr txBox="1"/>
          <p:nvPr/>
        </p:nvSpPr>
        <p:spPr>
          <a:xfrm>
            <a:off x="9905752" y="2082800"/>
            <a:ext cx="1650958" cy="230448"/>
          </a:xfrm>
          <a:prstGeom prst="rect">
            <a:avLst/>
          </a:prstGeom>
          <a:noFill/>
        </p:spPr>
        <p:txBody>
          <a:bodyPr wrap="square" lIns="0" tIns="0" rIns="0" bIns="0" anchor="t">
            <a:spAutoFit/>
          </a:bodyPr>
          <a:lstStyle/>
          <a:p>
            <a:pPr algn="r">
              <a:lnSpc>
                <a:spcPct val="125000"/>
              </a:lnSpc>
            </a:pPr>
            <a:r>
              <a:rPr lang="nl-BE" sz="1300" b="1">
                <a:solidFill>
                  <a:srgbClr val="52BDEC"/>
                </a:solidFill>
                <a:latin typeface="Consolas"/>
              </a:rPr>
              <a:t>16 u</a:t>
            </a:r>
            <a:endParaRPr sz="1300" b="1">
              <a:solidFill>
                <a:srgbClr val="52BDEC"/>
              </a:solidFill>
              <a:latin typeface="Consolas"/>
            </a:endParaRPr>
          </a:p>
        </p:txBody>
      </p:sp>
      <p:sp>
        <p:nvSpPr>
          <p:cNvPr id="9" name="Rectangle 8"/>
          <p:cNvSpPr/>
          <p:nvPr/>
        </p:nvSpPr>
        <p:spPr>
          <a:xfrm>
            <a:off x="634984" y="2895600"/>
            <a:ext cx="10921726" cy="9524"/>
          </a:xfrm>
          <a:prstGeom prst="rect">
            <a:avLst/>
          </a:prstGeom>
          <a:solidFill>
            <a:srgbClr val="215B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634983" y="3048000"/>
            <a:ext cx="2412939" cy="346633"/>
          </a:xfrm>
          <a:prstGeom prst="rect">
            <a:avLst/>
          </a:prstGeom>
          <a:noFill/>
        </p:spPr>
        <p:txBody>
          <a:bodyPr wrap="square" lIns="0" tIns="0" rIns="0" bIns="0" anchor="t">
            <a:spAutoFit/>
          </a:bodyPr>
          <a:lstStyle/>
          <a:p>
            <a:pPr algn="l">
              <a:lnSpc>
                <a:spcPct val="125000"/>
              </a:lnSpc>
            </a:pPr>
            <a:r>
              <a:rPr lang="nl-BE" sz="2000" b="1">
                <a:solidFill>
                  <a:srgbClr val="F2F8FC"/>
                </a:solidFill>
                <a:latin typeface="Segoe UI"/>
              </a:rPr>
              <a:t>Usual Care</a:t>
            </a:r>
            <a:endParaRPr sz="2000" b="1" dirty="0">
              <a:solidFill>
                <a:srgbClr val="F2F8FC"/>
              </a:solidFill>
              <a:latin typeface="Segoe UI"/>
            </a:endParaRPr>
          </a:p>
        </p:txBody>
      </p:sp>
      <p:sp>
        <p:nvSpPr>
          <p:cNvPr id="11" name="TextBox 10"/>
          <p:cNvSpPr txBox="1"/>
          <p:nvPr/>
        </p:nvSpPr>
        <p:spPr>
          <a:xfrm>
            <a:off x="3302000" y="3111500"/>
            <a:ext cx="6223000" cy="576761"/>
          </a:xfrm>
          <a:prstGeom prst="rect">
            <a:avLst/>
          </a:prstGeom>
          <a:noFill/>
        </p:spPr>
        <p:txBody>
          <a:bodyPr wrap="square" lIns="0" tIns="0" rIns="0" bIns="0" anchor="t">
            <a:spAutoFit/>
          </a:bodyPr>
          <a:lstStyle/>
          <a:p>
            <a:pPr algn="l">
              <a:lnSpc>
                <a:spcPct val="132000"/>
              </a:lnSpc>
            </a:pPr>
            <a:r>
              <a:rPr lang="nl-NL" sz="1500" b="0">
                <a:solidFill>
                  <a:srgbClr val="8FB6D0"/>
                </a:solidFill>
                <a:latin typeface="Segoe UI"/>
              </a:rPr>
              <a:t>Per patiënt: twee uur bij de start, daarna één uur per visite. Betaald: 10 uur.</a:t>
            </a:r>
            <a:endParaRPr sz="1500" b="0" dirty="0">
              <a:solidFill>
                <a:srgbClr val="8FB6D0"/>
              </a:solidFill>
              <a:latin typeface="Segoe UI"/>
            </a:endParaRPr>
          </a:p>
        </p:txBody>
      </p:sp>
      <p:sp>
        <p:nvSpPr>
          <p:cNvPr id="12" name="TextBox 11"/>
          <p:cNvSpPr txBox="1"/>
          <p:nvPr/>
        </p:nvSpPr>
        <p:spPr>
          <a:xfrm>
            <a:off x="9905752" y="3098800"/>
            <a:ext cx="1650958" cy="230448"/>
          </a:xfrm>
          <a:prstGeom prst="rect">
            <a:avLst/>
          </a:prstGeom>
          <a:noFill/>
        </p:spPr>
        <p:txBody>
          <a:bodyPr wrap="square" lIns="0" tIns="0" rIns="0" bIns="0" anchor="t">
            <a:spAutoFit/>
          </a:bodyPr>
          <a:lstStyle/>
          <a:p>
            <a:pPr algn="r">
              <a:lnSpc>
                <a:spcPct val="125000"/>
              </a:lnSpc>
            </a:pPr>
            <a:r>
              <a:rPr lang="nl-BE" sz="1300" b="1">
                <a:solidFill>
                  <a:srgbClr val="52BDEC"/>
                </a:solidFill>
                <a:latin typeface="Consolas"/>
              </a:rPr>
              <a:t>9 u</a:t>
            </a:r>
            <a:endParaRPr sz="1300" b="1">
              <a:solidFill>
                <a:srgbClr val="52BDEC"/>
              </a:solidFill>
              <a:latin typeface="Consolas"/>
            </a:endParaRPr>
          </a:p>
        </p:txBody>
      </p:sp>
      <p:sp>
        <p:nvSpPr>
          <p:cNvPr id="13" name="Rectangle 12"/>
          <p:cNvSpPr/>
          <p:nvPr/>
        </p:nvSpPr>
        <p:spPr>
          <a:xfrm>
            <a:off x="634984" y="3911600"/>
            <a:ext cx="10921726" cy="9524"/>
          </a:xfrm>
          <a:prstGeom prst="rect">
            <a:avLst/>
          </a:prstGeom>
          <a:solidFill>
            <a:srgbClr val="215B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634984" y="4064000"/>
            <a:ext cx="2412939" cy="346633"/>
          </a:xfrm>
          <a:prstGeom prst="rect">
            <a:avLst/>
          </a:prstGeom>
          <a:noFill/>
        </p:spPr>
        <p:txBody>
          <a:bodyPr wrap="square" lIns="0" tIns="0" rIns="0" bIns="0" anchor="t">
            <a:spAutoFit/>
          </a:bodyPr>
          <a:lstStyle/>
          <a:p>
            <a:pPr algn="l">
              <a:lnSpc>
                <a:spcPct val="125000"/>
              </a:lnSpc>
            </a:pPr>
            <a:r>
              <a:rPr lang="nl-BE" sz="2000" b="1">
                <a:solidFill>
                  <a:srgbClr val="F2F8FC"/>
                </a:solidFill>
                <a:latin typeface="Segoe UI"/>
              </a:rPr>
              <a:t>Per centrum</a:t>
            </a:r>
            <a:endParaRPr sz="2000" b="1" dirty="0">
              <a:solidFill>
                <a:srgbClr val="F2F8FC"/>
              </a:solidFill>
              <a:latin typeface="Segoe UI"/>
            </a:endParaRPr>
          </a:p>
        </p:txBody>
      </p:sp>
      <p:sp>
        <p:nvSpPr>
          <p:cNvPr id="15" name="TextBox 14"/>
          <p:cNvSpPr txBox="1"/>
          <p:nvPr/>
        </p:nvSpPr>
        <p:spPr>
          <a:xfrm>
            <a:off x="3302000" y="4127500"/>
            <a:ext cx="6223000" cy="272062"/>
          </a:xfrm>
          <a:prstGeom prst="rect">
            <a:avLst/>
          </a:prstGeom>
          <a:noFill/>
        </p:spPr>
        <p:txBody>
          <a:bodyPr wrap="square" lIns="0" tIns="0" rIns="0" bIns="0" anchor="t">
            <a:spAutoFit/>
          </a:bodyPr>
          <a:lstStyle/>
          <a:p>
            <a:pPr algn="l">
              <a:lnSpc>
                <a:spcPct val="132000"/>
              </a:lnSpc>
            </a:pPr>
            <a:r>
              <a:rPr lang="nl-NL" sz="1500" b="0">
                <a:solidFill>
                  <a:srgbClr val="8FB6D0"/>
                </a:solidFill>
                <a:latin typeface="Segoe UI"/>
              </a:rPr>
              <a:t>Twaalf patiënten in elke arm, samen.</a:t>
            </a:r>
            <a:endParaRPr sz="1500" b="0" dirty="0">
              <a:solidFill>
                <a:srgbClr val="8FB6D0"/>
              </a:solidFill>
              <a:latin typeface="Segoe UI"/>
            </a:endParaRPr>
          </a:p>
        </p:txBody>
      </p:sp>
      <p:sp>
        <p:nvSpPr>
          <p:cNvPr id="16" name="TextBox 15"/>
          <p:cNvSpPr txBox="1"/>
          <p:nvPr/>
        </p:nvSpPr>
        <p:spPr>
          <a:xfrm>
            <a:off x="9905752" y="4114800"/>
            <a:ext cx="1650958" cy="230448"/>
          </a:xfrm>
          <a:prstGeom prst="rect">
            <a:avLst/>
          </a:prstGeom>
          <a:noFill/>
        </p:spPr>
        <p:txBody>
          <a:bodyPr wrap="square" lIns="0" tIns="0" rIns="0" bIns="0" anchor="t">
            <a:spAutoFit/>
          </a:bodyPr>
          <a:lstStyle/>
          <a:p>
            <a:pPr algn="r">
              <a:lnSpc>
                <a:spcPct val="125000"/>
              </a:lnSpc>
            </a:pPr>
            <a:r>
              <a:rPr lang="nl-BE" sz="1300" b="1">
                <a:solidFill>
                  <a:srgbClr val="52BDEC"/>
                </a:solidFill>
                <a:latin typeface="Consolas"/>
              </a:rPr>
              <a:t>300 u</a:t>
            </a:r>
            <a:endParaRPr sz="1300" b="1">
              <a:solidFill>
                <a:srgbClr val="52BDEC"/>
              </a:solidFill>
              <a:latin typeface="Consolas"/>
            </a:endParaRPr>
          </a:p>
        </p:txBody>
      </p:sp>
      <p:sp>
        <p:nvSpPr>
          <p:cNvPr id="17" name="Rectangle 16"/>
          <p:cNvSpPr/>
          <p:nvPr/>
        </p:nvSpPr>
        <p:spPr>
          <a:xfrm>
            <a:off x="634984" y="4927600"/>
            <a:ext cx="10921726" cy="9524"/>
          </a:xfrm>
          <a:prstGeom prst="rect">
            <a:avLst/>
          </a:prstGeom>
          <a:solidFill>
            <a:srgbClr val="215B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634984" y="5080000"/>
            <a:ext cx="2412939" cy="346633"/>
          </a:xfrm>
          <a:prstGeom prst="rect">
            <a:avLst/>
          </a:prstGeom>
          <a:noFill/>
        </p:spPr>
        <p:txBody>
          <a:bodyPr wrap="square" lIns="0" tIns="0" rIns="0" bIns="0" anchor="t">
            <a:spAutoFit/>
          </a:bodyPr>
          <a:lstStyle/>
          <a:p>
            <a:pPr algn="l">
              <a:lnSpc>
                <a:spcPct val="125000"/>
              </a:lnSpc>
            </a:pPr>
            <a:r>
              <a:rPr lang="nl-BE" sz="2000" b="1">
                <a:solidFill>
                  <a:srgbClr val="F2F8FC"/>
                </a:solidFill>
                <a:latin typeface="Segoe UI"/>
              </a:rPr>
              <a:t>Per maand</a:t>
            </a:r>
            <a:endParaRPr sz="2000" b="1" dirty="0">
              <a:solidFill>
                <a:srgbClr val="F2F8FC"/>
              </a:solidFill>
              <a:latin typeface="Segoe UI"/>
            </a:endParaRPr>
          </a:p>
        </p:txBody>
      </p:sp>
      <p:sp>
        <p:nvSpPr>
          <p:cNvPr id="19" name="TextBox 18"/>
          <p:cNvSpPr txBox="1"/>
          <p:nvPr/>
        </p:nvSpPr>
        <p:spPr>
          <a:xfrm>
            <a:off x="3302000" y="5143500"/>
            <a:ext cx="6223000" cy="272062"/>
          </a:xfrm>
          <a:prstGeom prst="rect">
            <a:avLst/>
          </a:prstGeom>
          <a:noFill/>
        </p:spPr>
        <p:txBody>
          <a:bodyPr wrap="square" lIns="0" tIns="0" rIns="0" bIns="0" anchor="t">
            <a:spAutoFit/>
          </a:bodyPr>
          <a:lstStyle/>
          <a:p>
            <a:pPr algn="l">
              <a:lnSpc>
                <a:spcPct val="132000"/>
              </a:lnSpc>
            </a:pPr>
            <a:r>
              <a:rPr lang="nl-NL" sz="1500" b="0">
                <a:solidFill>
                  <a:srgbClr val="8FB6D0"/>
                </a:solidFill>
                <a:latin typeface="Segoe UI"/>
              </a:rPr>
              <a:t>Aan drie inclusies per maand, zolang de inclusie loopt.</a:t>
            </a:r>
            <a:endParaRPr sz="1500" b="0" dirty="0">
              <a:solidFill>
                <a:srgbClr val="8FB6D0"/>
              </a:solidFill>
              <a:latin typeface="Segoe UI"/>
            </a:endParaRPr>
          </a:p>
        </p:txBody>
      </p:sp>
      <p:sp>
        <p:nvSpPr>
          <p:cNvPr id="20" name="TextBox 19"/>
          <p:cNvSpPr txBox="1"/>
          <p:nvPr/>
        </p:nvSpPr>
        <p:spPr>
          <a:xfrm>
            <a:off x="9905752" y="5130800"/>
            <a:ext cx="1650958" cy="230448"/>
          </a:xfrm>
          <a:prstGeom prst="rect">
            <a:avLst/>
          </a:prstGeom>
          <a:noFill/>
        </p:spPr>
        <p:txBody>
          <a:bodyPr wrap="square" lIns="0" tIns="0" rIns="0" bIns="0" anchor="t">
            <a:spAutoFit/>
          </a:bodyPr>
          <a:lstStyle/>
          <a:p>
            <a:pPr algn="r">
              <a:lnSpc>
                <a:spcPct val="125000"/>
              </a:lnSpc>
            </a:pPr>
            <a:r>
              <a:rPr lang="nl-BE" sz="1300" b="1">
                <a:solidFill>
                  <a:srgbClr val="52BDEC"/>
                </a:solidFill>
                <a:latin typeface="Consolas"/>
              </a:rPr>
              <a:t>± 14 u</a:t>
            </a:r>
            <a:endParaRPr sz="1300" b="1">
              <a:solidFill>
                <a:srgbClr val="52BDEC"/>
              </a:solidFill>
              <a:latin typeface="Consolas"/>
            </a:endParaRPr>
          </a:p>
        </p:txBody>
      </p:sp>
      <p:sp>
        <p:nvSpPr>
          <p:cNvPr id="23" name="TextBox 22"/>
          <p:cNvSpPr txBox="1"/>
          <p:nvPr/>
        </p:nvSpPr>
        <p:spPr>
          <a:xfrm>
            <a:off x="10540736" y="6387940"/>
            <a:ext cx="1015974" cy="186141"/>
          </a:xfrm>
          <a:prstGeom prst="rect">
            <a:avLst/>
          </a:prstGeom>
          <a:noFill/>
        </p:spPr>
        <p:txBody>
          <a:bodyPr wrap="square" lIns="0" tIns="0" rIns="0" bIns="0" anchor="t">
            <a:spAutoFit/>
          </a:bodyPr>
          <a:lstStyle/>
          <a:p>
            <a:pPr algn="r">
              <a:lnSpc>
                <a:spcPct val="125000"/>
              </a:lnSpc>
            </a:pPr>
            <a:r>
              <a:rPr lang="nl-BE" sz="1050" b="0">
                <a:solidFill>
                  <a:srgbClr val="8FB6D0"/>
                </a:solidFill>
                <a:latin typeface="Consolas"/>
              </a:rPr>
              <a:t>28 / 31</a:t>
            </a:r>
            <a:endParaRPr sz="1050" b="0">
              <a:solidFill>
                <a:srgbClr val="8FB6D0"/>
              </a:solidFill>
              <a:latin typeface="Consolas"/>
            </a:endParaRPr>
          </a:p>
        </p:txBody>
      </p:sp>
      <p:pic>
        <p:nvPicPr>
          <p:cNvPr id="24" name="merk" descr="merk.png"/>
          <p:cNvPicPr>
            <a:picLocks noChangeAspect="1"/>
          </p:cNvPicPr>
          <p:nvPr/>
        </p:nvPicPr>
        <p:blipFill>
          <a:blip r:embed="rId3"/>
          <a:stretch>
            <a:fillRect/>
          </a:stretch>
        </p:blipFill>
        <p:spPr>
          <a:xfrm>
            <a:off x="11094166" y="368290"/>
            <a:ext cx="417101" cy="482587"/>
          </a:xfrm>
          <a:prstGeom prst="rect">
            <a:avLst/>
          </a:prstGeom>
        </p:spPr>
      </p:pic>
      <p:sp>
        <p:nvSpPr>
          <p:cNvPr id="21" name="bron">
            <a:extLst>
              <a:ext uri="{FF2B5EF4-FFF2-40B4-BE49-F238E27FC236}">
                <a16:creationId xmlns:a16="http://schemas.microsoft.com/office/drawing/2014/main" id="{6A071F0F-11B3-BC84-F874-6D3FF1F3C25F}"/>
              </a:ext>
            </a:extLst>
          </p:cNvPr>
          <p:cNvSpPr txBox="1"/>
          <p:nvPr/>
        </p:nvSpPr>
        <p:spPr>
          <a:xfrm>
            <a:off x="634984" y="6629234"/>
            <a:ext cx="10921726" cy="177795"/>
          </a:xfrm>
          <a:prstGeom prst="rect">
            <a:avLst/>
          </a:prstGeom>
          <a:noFill/>
        </p:spPr>
        <p:txBody>
          <a:bodyPr vert="horz" wrap="square" lIns="0" tIns="0" rIns="0" bIns="0" rtlCol="0">
            <a:noAutofit/>
          </a:bodyPr>
          <a:lstStyle/>
          <a:p>
            <a:r>
              <a:rPr lang="nl-BE" sz="1000">
                <a:solidFill>
                  <a:srgbClr val="8FB6D0"/>
                </a:solidFill>
                <a:latin typeface="Consolas" panose="020B0609020204030204" pitchFamily="49" charset="0"/>
              </a:rPr>
              <a:t>Bron  consortiummeeting 1 april 2026, dia 71 · opleidingsplanning, 8 oktober 2026</a:t>
            </a:r>
          </a:p>
        </p:txBody>
      </p:sp>
    </p:spTree>
    <p:extLst>
      <p:ext uri="{BB962C8B-B14F-4D97-AF65-F5344CB8AC3E}">
        <p14:creationId xmlns:p14="http://schemas.microsoft.com/office/powerpoint/2010/main" val="2236626852"/>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200">
        <p159:morph option="byObject"/>
      </p:transition>
    </mc:Choice>
    <mc:Fallback xmlns="">
      <p:transition spd="slow">
        <p:fade/>
      </p:transition>
    </mc:Fallback>
  </mc:AlternateContent>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7828"/>
          </a:xfrm>
          <a:prstGeom prst="rect">
            <a:avLst/>
          </a:prstGeom>
          <a:gradFill rotWithShape="1">
            <a:gsLst>
              <a:gs pos="0">
                <a:srgbClr val="072138"/>
              </a:gs>
              <a:gs pos="100000">
                <a:srgbClr val="04182A"/>
              </a:gs>
            </a:gsLst>
            <a:lin ang="5400000" scaled="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634984" y="571485"/>
            <a:ext cx="9524761" cy="215894"/>
          </a:xfrm>
          <a:prstGeom prst="rect">
            <a:avLst/>
          </a:prstGeom>
          <a:noFill/>
        </p:spPr>
        <p:txBody>
          <a:bodyPr wrap="square" lIns="0" tIns="0" rIns="0" bIns="0" anchor="t">
            <a:spAutoFit/>
          </a:bodyPr>
          <a:lstStyle/>
          <a:p>
            <a:pPr algn="l">
              <a:lnSpc>
                <a:spcPct val="125000"/>
              </a:lnSpc>
            </a:pPr>
            <a:r>
              <a:rPr sz="1250" b="1" spc="240">
                <a:solidFill>
                  <a:srgbClr val="52BDEC"/>
                </a:solidFill>
                <a:latin typeface="Consolas"/>
              </a:rPr>
              <a:t>WAT WE VAN U NODIG HEBBEN</a:t>
            </a:r>
          </a:p>
        </p:txBody>
      </p:sp>
      <p:sp>
        <p:nvSpPr>
          <p:cNvPr id="4" name="!!sectietitel"/>
          <p:cNvSpPr txBox="1"/>
          <p:nvPr/>
        </p:nvSpPr>
        <p:spPr>
          <a:xfrm>
            <a:off x="634984" y="838179"/>
            <a:ext cx="9905752" cy="1269968"/>
          </a:xfrm>
          <a:prstGeom prst="rect">
            <a:avLst/>
          </a:prstGeom>
          <a:noFill/>
        </p:spPr>
        <p:txBody>
          <a:bodyPr wrap="square" lIns="0" tIns="0" rIns="0" bIns="0" anchor="t">
            <a:spAutoFit/>
          </a:bodyPr>
          <a:lstStyle/>
          <a:p>
            <a:pPr algn="l">
              <a:lnSpc>
                <a:spcPct val="110000"/>
              </a:lnSpc>
            </a:pPr>
            <a:r>
              <a:rPr sz="4000" b="1">
                <a:solidFill>
                  <a:srgbClr val="F2F8FC"/>
                </a:solidFill>
                <a:latin typeface="Segoe UI"/>
              </a:rPr>
              <a:t>Vier dingen, concreet</a:t>
            </a:r>
          </a:p>
        </p:txBody>
      </p:sp>
      <p:sp>
        <p:nvSpPr>
          <p:cNvPr id="5" name="Rectangle 4"/>
          <p:cNvSpPr/>
          <p:nvPr/>
        </p:nvSpPr>
        <p:spPr>
          <a:xfrm>
            <a:off x="634984" y="1879553"/>
            <a:ext cx="10921726" cy="9524"/>
          </a:xfrm>
          <a:prstGeom prst="rect">
            <a:avLst/>
          </a:prstGeom>
          <a:solidFill>
            <a:srgbClr val="215B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634984" y="2031949"/>
            <a:ext cx="2412939" cy="317492"/>
          </a:xfrm>
          <a:prstGeom prst="rect">
            <a:avLst/>
          </a:prstGeom>
          <a:noFill/>
        </p:spPr>
        <p:txBody>
          <a:bodyPr wrap="square" lIns="0" tIns="0" rIns="0" bIns="0" anchor="t">
            <a:spAutoFit/>
          </a:bodyPr>
          <a:lstStyle/>
          <a:p>
            <a:pPr algn="l">
              <a:lnSpc>
                <a:spcPct val="125000"/>
              </a:lnSpc>
            </a:pPr>
            <a:r>
              <a:rPr sz="2000" b="1">
                <a:solidFill>
                  <a:srgbClr val="F2F8FC"/>
                </a:solidFill>
                <a:latin typeface="Segoe UI"/>
              </a:rPr>
              <a:t>Twee zorgverleners</a:t>
            </a:r>
          </a:p>
        </p:txBody>
      </p:sp>
      <p:sp>
        <p:nvSpPr>
          <p:cNvPr id="7" name="TextBox 6"/>
          <p:cNvSpPr txBox="1"/>
          <p:nvPr/>
        </p:nvSpPr>
        <p:spPr>
          <a:xfrm>
            <a:off x="3325065" y="2087336"/>
            <a:ext cx="7708205" cy="576761"/>
          </a:xfrm>
          <a:prstGeom prst="rect">
            <a:avLst/>
          </a:prstGeom>
          <a:noFill/>
        </p:spPr>
        <p:txBody>
          <a:bodyPr wrap="square" lIns="0" tIns="0" rIns="0" bIns="0" anchor="t">
            <a:spAutoFit/>
          </a:bodyPr>
          <a:lstStyle/>
          <a:p>
            <a:pPr algn="l">
              <a:lnSpc>
                <a:spcPct val="132000"/>
              </a:lnSpc>
            </a:pPr>
            <a:r>
              <a:rPr sz="1500" b="0" dirty="0" err="1">
                <a:solidFill>
                  <a:srgbClr val="8FB6D0"/>
                </a:solidFill>
                <a:latin typeface="Segoe UI"/>
              </a:rPr>
              <a:t>Podoloog</a:t>
            </a:r>
            <a:r>
              <a:rPr sz="1500" b="0" dirty="0">
                <a:solidFill>
                  <a:srgbClr val="8FB6D0"/>
                </a:solidFill>
                <a:latin typeface="Segoe UI"/>
              </a:rPr>
              <a:t> en pedorthist</a:t>
            </a:r>
            <a:r>
              <a:rPr sz="1500" b="0">
                <a:solidFill>
                  <a:srgbClr val="8FB6D0"/>
                </a:solidFill>
                <a:latin typeface="Segoe UI"/>
              </a:rPr>
              <a:t>, </a:t>
            </a:r>
            <a:r>
              <a:rPr lang="nl-NL" sz="1500" b="0">
                <a:solidFill>
                  <a:srgbClr val="8FB6D0"/>
                </a:solidFill>
                <a:latin typeface="Segoe UI"/>
              </a:rPr>
              <a:t>met een arts die screent en de toestemming vraagt</a:t>
            </a:r>
            <a:r>
              <a:rPr sz="1500" b="0">
                <a:solidFill>
                  <a:srgbClr val="8FB6D0"/>
                </a:solidFill>
                <a:latin typeface="Segoe UI"/>
              </a:rPr>
              <a:t>. </a:t>
            </a:r>
            <a:r>
              <a:rPr sz="1500" b="0" dirty="0" err="1">
                <a:solidFill>
                  <a:srgbClr val="8FB6D0"/>
                </a:solidFill>
                <a:latin typeface="Segoe UI"/>
              </a:rPr>
              <a:t>Allebei</a:t>
            </a:r>
            <a:r>
              <a:rPr sz="1500" b="0" dirty="0">
                <a:solidFill>
                  <a:srgbClr val="8FB6D0"/>
                </a:solidFill>
                <a:latin typeface="Segoe UI"/>
              </a:rPr>
              <a:t> </a:t>
            </a:r>
            <a:r>
              <a:rPr sz="1500" b="0" dirty="0" err="1">
                <a:solidFill>
                  <a:srgbClr val="8FB6D0"/>
                </a:solidFill>
                <a:latin typeface="Segoe UI"/>
              </a:rPr>
              <a:t>gecertificeerd</a:t>
            </a:r>
            <a:r>
              <a:rPr sz="1500" b="0" dirty="0">
                <a:solidFill>
                  <a:srgbClr val="8FB6D0"/>
                </a:solidFill>
                <a:latin typeface="Segoe UI"/>
              </a:rPr>
              <a:t>. </a:t>
            </a:r>
          </a:p>
        </p:txBody>
      </p:sp>
      <p:sp>
        <p:nvSpPr>
          <p:cNvPr id="8" name="TextBox 7"/>
          <p:cNvSpPr txBox="1"/>
          <p:nvPr/>
        </p:nvSpPr>
        <p:spPr>
          <a:xfrm>
            <a:off x="9905752" y="2044648"/>
            <a:ext cx="1650958" cy="253993"/>
          </a:xfrm>
          <a:prstGeom prst="rect">
            <a:avLst/>
          </a:prstGeom>
          <a:noFill/>
        </p:spPr>
        <p:txBody>
          <a:bodyPr wrap="square" lIns="0" tIns="0" rIns="0" bIns="0" anchor="t">
            <a:spAutoFit/>
          </a:bodyPr>
          <a:lstStyle/>
          <a:p>
            <a:pPr algn="r">
              <a:lnSpc>
                <a:spcPct val="125000"/>
              </a:lnSpc>
            </a:pPr>
            <a:r>
              <a:rPr sz="1300" b="1">
                <a:solidFill>
                  <a:srgbClr val="52BDEC"/>
                </a:solidFill>
                <a:latin typeface="Consolas"/>
              </a:rPr>
              <a:t>2</a:t>
            </a:r>
          </a:p>
        </p:txBody>
      </p:sp>
      <p:sp>
        <p:nvSpPr>
          <p:cNvPr id="9" name="Rectangle 8"/>
          <p:cNvSpPr/>
          <p:nvPr/>
        </p:nvSpPr>
        <p:spPr>
          <a:xfrm>
            <a:off x="634984" y="2717732"/>
            <a:ext cx="10921726" cy="9524"/>
          </a:xfrm>
          <a:prstGeom prst="rect">
            <a:avLst/>
          </a:prstGeom>
          <a:solidFill>
            <a:srgbClr val="215B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634983" y="2806629"/>
            <a:ext cx="2412939" cy="346633"/>
          </a:xfrm>
          <a:prstGeom prst="rect">
            <a:avLst/>
          </a:prstGeom>
          <a:noFill/>
        </p:spPr>
        <p:txBody>
          <a:bodyPr wrap="square" lIns="0" tIns="0" rIns="0" bIns="0" anchor="t">
            <a:spAutoFit/>
          </a:bodyPr>
          <a:lstStyle/>
          <a:p>
            <a:pPr algn="l">
              <a:lnSpc>
                <a:spcPct val="125000"/>
              </a:lnSpc>
            </a:pPr>
            <a:r>
              <a:rPr lang="nl-BE" sz="2000" b="1">
                <a:solidFill>
                  <a:srgbClr val="F2F8FC"/>
                </a:solidFill>
                <a:latin typeface="Segoe UI"/>
              </a:rPr>
              <a:t>Drie per maand</a:t>
            </a:r>
            <a:endParaRPr sz="2000" b="1" dirty="0">
              <a:solidFill>
                <a:srgbClr val="F2F8FC"/>
              </a:solidFill>
              <a:latin typeface="Segoe UI"/>
            </a:endParaRPr>
          </a:p>
        </p:txBody>
      </p:sp>
      <p:sp>
        <p:nvSpPr>
          <p:cNvPr id="11" name="TextBox 10"/>
          <p:cNvSpPr txBox="1"/>
          <p:nvPr/>
        </p:nvSpPr>
        <p:spPr>
          <a:xfrm>
            <a:off x="3301917" y="2870128"/>
            <a:ext cx="6222844" cy="272062"/>
          </a:xfrm>
          <a:prstGeom prst="rect">
            <a:avLst/>
          </a:prstGeom>
          <a:noFill/>
        </p:spPr>
        <p:txBody>
          <a:bodyPr wrap="square" lIns="0" tIns="0" rIns="0" bIns="0" anchor="t">
            <a:spAutoFit/>
          </a:bodyPr>
          <a:lstStyle/>
          <a:p>
            <a:pPr algn="l">
              <a:lnSpc>
                <a:spcPct val="132000"/>
              </a:lnSpc>
            </a:pPr>
            <a:r>
              <a:rPr lang="nl-NL" sz="1500" b="0">
                <a:solidFill>
                  <a:srgbClr val="8FB6D0"/>
                </a:solidFill>
                <a:latin typeface="Segoe UI"/>
              </a:rPr>
              <a:t>24 deelnemers in twaalf maanden; de derde per maand is de marge.</a:t>
            </a:r>
            <a:r>
              <a:rPr sz="1500" b="0">
                <a:solidFill>
                  <a:srgbClr val="8FB6D0"/>
                </a:solidFill>
                <a:latin typeface="Segoe UI"/>
              </a:rPr>
              <a:t> </a:t>
            </a:r>
            <a:endParaRPr sz="1500" b="0" dirty="0">
              <a:solidFill>
                <a:srgbClr val="8FB6D0"/>
              </a:solidFill>
              <a:latin typeface="Segoe UI"/>
            </a:endParaRPr>
          </a:p>
        </p:txBody>
      </p:sp>
      <p:sp>
        <p:nvSpPr>
          <p:cNvPr id="12" name="TextBox 11"/>
          <p:cNvSpPr txBox="1"/>
          <p:nvPr/>
        </p:nvSpPr>
        <p:spPr>
          <a:xfrm>
            <a:off x="9905752" y="2882827"/>
            <a:ext cx="1650958" cy="230448"/>
          </a:xfrm>
          <a:prstGeom prst="rect">
            <a:avLst/>
          </a:prstGeom>
          <a:noFill/>
        </p:spPr>
        <p:txBody>
          <a:bodyPr wrap="square" lIns="0" tIns="0" rIns="0" bIns="0" anchor="t">
            <a:spAutoFit/>
          </a:bodyPr>
          <a:lstStyle/>
          <a:p>
            <a:pPr algn="r">
              <a:lnSpc>
                <a:spcPct val="125000"/>
              </a:lnSpc>
            </a:pPr>
            <a:r>
              <a:rPr lang="nl-BE" sz="1300" b="1">
                <a:solidFill>
                  <a:srgbClr val="52BDEC"/>
                </a:solidFill>
                <a:latin typeface="Consolas"/>
              </a:rPr>
              <a:t>3</a:t>
            </a:r>
            <a:endParaRPr sz="1300" b="1">
              <a:solidFill>
                <a:srgbClr val="52BDEC"/>
              </a:solidFill>
              <a:latin typeface="Consolas"/>
            </a:endParaRPr>
          </a:p>
        </p:txBody>
      </p:sp>
      <p:sp>
        <p:nvSpPr>
          <p:cNvPr id="13" name="Rectangle 12"/>
          <p:cNvSpPr/>
          <p:nvPr/>
        </p:nvSpPr>
        <p:spPr>
          <a:xfrm>
            <a:off x="634984" y="3555911"/>
            <a:ext cx="10921726" cy="9524"/>
          </a:xfrm>
          <a:prstGeom prst="rect">
            <a:avLst/>
          </a:prstGeom>
          <a:solidFill>
            <a:srgbClr val="215B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634984" y="3708307"/>
            <a:ext cx="2412939" cy="317492"/>
          </a:xfrm>
          <a:prstGeom prst="rect">
            <a:avLst/>
          </a:prstGeom>
          <a:noFill/>
        </p:spPr>
        <p:txBody>
          <a:bodyPr wrap="square" lIns="0" tIns="0" rIns="0" bIns="0" anchor="t">
            <a:spAutoFit/>
          </a:bodyPr>
          <a:lstStyle/>
          <a:p>
            <a:pPr algn="l">
              <a:lnSpc>
                <a:spcPct val="125000"/>
              </a:lnSpc>
            </a:pPr>
            <a:r>
              <a:rPr sz="2000" b="1" dirty="0">
                <a:solidFill>
                  <a:srgbClr val="F2F8FC"/>
                </a:solidFill>
                <a:latin typeface="Segoe UI"/>
              </a:rPr>
              <a:t>Een </a:t>
            </a:r>
            <a:r>
              <a:rPr sz="2000" b="1" dirty="0" err="1">
                <a:solidFill>
                  <a:srgbClr val="F2F8FC"/>
                </a:solidFill>
                <a:latin typeface="Segoe UI"/>
              </a:rPr>
              <a:t>looppad</a:t>
            </a:r>
            <a:endParaRPr sz="2000" b="1" dirty="0">
              <a:solidFill>
                <a:srgbClr val="F2F8FC"/>
              </a:solidFill>
              <a:latin typeface="Segoe UI"/>
            </a:endParaRPr>
          </a:p>
        </p:txBody>
      </p:sp>
      <p:sp>
        <p:nvSpPr>
          <p:cNvPr id="15" name="TextBox 14"/>
          <p:cNvSpPr txBox="1"/>
          <p:nvPr/>
        </p:nvSpPr>
        <p:spPr>
          <a:xfrm>
            <a:off x="3301917" y="3708307"/>
            <a:ext cx="6222844" cy="571485"/>
          </a:xfrm>
          <a:prstGeom prst="rect">
            <a:avLst/>
          </a:prstGeom>
          <a:noFill/>
        </p:spPr>
        <p:txBody>
          <a:bodyPr wrap="square" lIns="0" tIns="0" rIns="0" bIns="0" anchor="t">
            <a:spAutoFit/>
          </a:bodyPr>
          <a:lstStyle/>
          <a:p>
            <a:pPr algn="l">
              <a:lnSpc>
                <a:spcPct val="132000"/>
              </a:lnSpc>
            </a:pPr>
            <a:r>
              <a:rPr sz="1500" b="0" dirty="0">
                <a:solidFill>
                  <a:srgbClr val="8FB6D0"/>
                </a:solidFill>
                <a:latin typeface="Segoe UI"/>
              </a:rPr>
              <a:t>Tien meter </a:t>
            </a:r>
            <a:r>
              <a:rPr sz="1500" b="0" dirty="0" err="1">
                <a:solidFill>
                  <a:srgbClr val="8FB6D0"/>
                </a:solidFill>
                <a:latin typeface="Segoe UI"/>
              </a:rPr>
              <a:t>volstaat</a:t>
            </a:r>
            <a:r>
              <a:rPr sz="1500" b="0" dirty="0">
                <a:solidFill>
                  <a:srgbClr val="8FB6D0"/>
                </a:solidFill>
                <a:latin typeface="Segoe UI"/>
              </a:rPr>
              <a:t>. Extra </a:t>
            </a:r>
            <a:r>
              <a:rPr sz="1500" b="0" dirty="0" err="1">
                <a:solidFill>
                  <a:srgbClr val="8FB6D0"/>
                </a:solidFill>
                <a:latin typeface="Segoe UI"/>
              </a:rPr>
              <a:t>apparatuur</a:t>
            </a:r>
            <a:r>
              <a:rPr sz="1500" b="0" dirty="0">
                <a:solidFill>
                  <a:srgbClr val="8FB6D0"/>
                </a:solidFill>
                <a:latin typeface="Segoe UI"/>
              </a:rPr>
              <a:t> is niet </a:t>
            </a:r>
            <a:r>
              <a:rPr sz="1500" b="0" dirty="0" err="1">
                <a:solidFill>
                  <a:srgbClr val="8FB6D0"/>
                </a:solidFill>
                <a:latin typeface="Segoe UI"/>
              </a:rPr>
              <a:t>nodig</a:t>
            </a:r>
            <a:r>
              <a:rPr sz="1500" b="0" dirty="0">
                <a:solidFill>
                  <a:srgbClr val="8FB6D0"/>
                </a:solidFill>
                <a:latin typeface="Segoe UI"/>
              </a:rPr>
              <a:t>.</a:t>
            </a:r>
          </a:p>
        </p:txBody>
      </p:sp>
      <p:sp>
        <p:nvSpPr>
          <p:cNvPr id="16" name="TextBox 15"/>
          <p:cNvSpPr txBox="1"/>
          <p:nvPr/>
        </p:nvSpPr>
        <p:spPr>
          <a:xfrm>
            <a:off x="9905752" y="3721006"/>
            <a:ext cx="1650958" cy="253993"/>
          </a:xfrm>
          <a:prstGeom prst="rect">
            <a:avLst/>
          </a:prstGeom>
          <a:noFill/>
        </p:spPr>
        <p:txBody>
          <a:bodyPr wrap="square" lIns="0" tIns="0" rIns="0" bIns="0" anchor="t">
            <a:spAutoFit/>
          </a:bodyPr>
          <a:lstStyle/>
          <a:p>
            <a:pPr algn="r">
              <a:lnSpc>
                <a:spcPct val="125000"/>
              </a:lnSpc>
            </a:pPr>
            <a:r>
              <a:rPr sz="1300" b="1">
                <a:solidFill>
                  <a:srgbClr val="52BDEC"/>
                </a:solidFill>
                <a:latin typeface="Consolas"/>
              </a:rPr>
              <a:t>10 m</a:t>
            </a:r>
          </a:p>
        </p:txBody>
      </p:sp>
      <p:sp>
        <p:nvSpPr>
          <p:cNvPr id="17" name="Rectangle 16"/>
          <p:cNvSpPr/>
          <p:nvPr/>
        </p:nvSpPr>
        <p:spPr>
          <a:xfrm>
            <a:off x="634984" y="4394090"/>
            <a:ext cx="10921726" cy="9524"/>
          </a:xfrm>
          <a:prstGeom prst="rect">
            <a:avLst/>
          </a:prstGeom>
          <a:solidFill>
            <a:srgbClr val="215B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634984" y="4546486"/>
            <a:ext cx="2412939" cy="317492"/>
          </a:xfrm>
          <a:prstGeom prst="rect">
            <a:avLst/>
          </a:prstGeom>
          <a:noFill/>
        </p:spPr>
        <p:txBody>
          <a:bodyPr wrap="square" lIns="0" tIns="0" rIns="0" bIns="0" anchor="t">
            <a:spAutoFit/>
          </a:bodyPr>
          <a:lstStyle/>
          <a:p>
            <a:pPr algn="l">
              <a:lnSpc>
                <a:spcPct val="125000"/>
              </a:lnSpc>
            </a:pPr>
            <a:r>
              <a:rPr sz="2000" b="1" dirty="0">
                <a:solidFill>
                  <a:srgbClr val="F2F8FC"/>
                </a:solidFill>
                <a:latin typeface="Segoe UI"/>
              </a:rPr>
              <a:t>Een back-up</a:t>
            </a:r>
          </a:p>
        </p:txBody>
      </p:sp>
      <p:sp>
        <p:nvSpPr>
          <p:cNvPr id="19" name="TextBox 18"/>
          <p:cNvSpPr txBox="1"/>
          <p:nvPr/>
        </p:nvSpPr>
        <p:spPr>
          <a:xfrm>
            <a:off x="3301917" y="4546486"/>
            <a:ext cx="6222844" cy="272062"/>
          </a:xfrm>
          <a:prstGeom prst="rect">
            <a:avLst/>
          </a:prstGeom>
          <a:noFill/>
        </p:spPr>
        <p:txBody>
          <a:bodyPr wrap="square" lIns="0" tIns="0" rIns="0" bIns="0" anchor="t">
            <a:spAutoFit/>
          </a:bodyPr>
          <a:lstStyle/>
          <a:p>
            <a:pPr algn="l">
              <a:lnSpc>
                <a:spcPct val="132000"/>
              </a:lnSpc>
            </a:pPr>
            <a:r>
              <a:rPr sz="1500" b="0" dirty="0" err="1">
                <a:solidFill>
                  <a:srgbClr val="8FB6D0"/>
                </a:solidFill>
                <a:latin typeface="Segoe UI"/>
              </a:rPr>
              <a:t>Eén</a:t>
            </a:r>
            <a:r>
              <a:rPr sz="1500" b="0" dirty="0">
                <a:solidFill>
                  <a:srgbClr val="8FB6D0"/>
                </a:solidFill>
                <a:latin typeface="Segoe UI"/>
              </a:rPr>
              <a:t> </a:t>
            </a:r>
            <a:r>
              <a:rPr sz="1500" b="0" dirty="0" err="1">
                <a:solidFill>
                  <a:srgbClr val="8FB6D0"/>
                </a:solidFill>
                <a:latin typeface="Segoe UI"/>
              </a:rPr>
              <a:t>zorgverlener</a:t>
            </a:r>
            <a:r>
              <a:rPr sz="1500" b="0" dirty="0">
                <a:solidFill>
                  <a:srgbClr val="8FB6D0"/>
                </a:solidFill>
                <a:latin typeface="Segoe UI"/>
              </a:rPr>
              <a:t> die</a:t>
            </a:r>
            <a:r>
              <a:rPr lang="nl-BE" sz="1500" b="0" dirty="0">
                <a:solidFill>
                  <a:srgbClr val="8FB6D0"/>
                </a:solidFill>
                <a:latin typeface="Segoe UI"/>
              </a:rPr>
              <a:t> kan</a:t>
            </a:r>
            <a:r>
              <a:rPr sz="1500" b="0" dirty="0">
                <a:solidFill>
                  <a:srgbClr val="8FB6D0"/>
                </a:solidFill>
                <a:latin typeface="Segoe UI"/>
              </a:rPr>
              <a:t> </a:t>
            </a:r>
            <a:r>
              <a:rPr sz="1500" b="0" dirty="0" err="1">
                <a:solidFill>
                  <a:srgbClr val="8FB6D0"/>
                </a:solidFill>
                <a:latin typeface="Segoe UI"/>
              </a:rPr>
              <a:t>inval</a:t>
            </a:r>
            <a:r>
              <a:rPr lang="nl-BE" sz="1500" b="0" dirty="0" err="1">
                <a:solidFill>
                  <a:srgbClr val="8FB6D0"/>
                </a:solidFill>
                <a:latin typeface="Segoe UI"/>
              </a:rPr>
              <a:t>len</a:t>
            </a:r>
            <a:r>
              <a:rPr sz="1500" b="0" dirty="0">
                <a:solidFill>
                  <a:srgbClr val="8FB6D0"/>
                </a:solidFill>
                <a:latin typeface="Segoe UI"/>
              </a:rPr>
              <a:t>, en die de </a:t>
            </a:r>
            <a:r>
              <a:rPr sz="1500" b="0" dirty="0" err="1">
                <a:solidFill>
                  <a:srgbClr val="8FB6D0"/>
                </a:solidFill>
                <a:latin typeface="Segoe UI"/>
              </a:rPr>
              <a:t>droogloop</a:t>
            </a:r>
            <a:r>
              <a:rPr sz="1500" b="0" dirty="0">
                <a:solidFill>
                  <a:srgbClr val="8FB6D0"/>
                </a:solidFill>
                <a:latin typeface="Segoe UI"/>
              </a:rPr>
              <a:t> </a:t>
            </a:r>
            <a:r>
              <a:rPr sz="1500" b="0" dirty="0" err="1">
                <a:solidFill>
                  <a:srgbClr val="8FB6D0"/>
                </a:solidFill>
                <a:latin typeface="Segoe UI"/>
              </a:rPr>
              <a:t>meedoet</a:t>
            </a:r>
            <a:r>
              <a:rPr sz="1500" b="0" dirty="0">
                <a:solidFill>
                  <a:srgbClr val="8FB6D0"/>
                </a:solidFill>
                <a:latin typeface="Segoe UI"/>
              </a:rPr>
              <a:t>.</a:t>
            </a:r>
          </a:p>
        </p:txBody>
      </p:sp>
      <p:sp>
        <p:nvSpPr>
          <p:cNvPr id="20" name="TextBox 19"/>
          <p:cNvSpPr txBox="1"/>
          <p:nvPr/>
        </p:nvSpPr>
        <p:spPr>
          <a:xfrm>
            <a:off x="9905752" y="4559186"/>
            <a:ext cx="1650958" cy="253993"/>
          </a:xfrm>
          <a:prstGeom prst="rect">
            <a:avLst/>
          </a:prstGeom>
          <a:noFill/>
        </p:spPr>
        <p:txBody>
          <a:bodyPr wrap="square" lIns="0" tIns="0" rIns="0" bIns="0" anchor="t">
            <a:spAutoFit/>
          </a:bodyPr>
          <a:lstStyle/>
          <a:p>
            <a:pPr algn="r">
              <a:lnSpc>
                <a:spcPct val="125000"/>
              </a:lnSpc>
            </a:pPr>
            <a:r>
              <a:rPr sz="1300" b="1">
                <a:solidFill>
                  <a:srgbClr val="52BDEC"/>
                </a:solidFill>
                <a:latin typeface="Consolas"/>
              </a:rPr>
              <a:t>1</a:t>
            </a:r>
          </a:p>
        </p:txBody>
      </p:sp>
      <p:sp>
        <p:nvSpPr>
          <p:cNvPr id="23" name="TextBox 22"/>
          <p:cNvSpPr txBox="1"/>
          <p:nvPr/>
        </p:nvSpPr>
        <p:spPr>
          <a:xfrm>
            <a:off x="10540736" y="6387940"/>
            <a:ext cx="1015974" cy="186141"/>
          </a:xfrm>
          <a:prstGeom prst="rect">
            <a:avLst/>
          </a:prstGeom>
          <a:noFill/>
        </p:spPr>
        <p:txBody>
          <a:bodyPr wrap="square" lIns="0" tIns="0" rIns="0" bIns="0" anchor="t">
            <a:spAutoFit/>
          </a:bodyPr>
          <a:lstStyle/>
          <a:p>
            <a:pPr algn="r">
              <a:lnSpc>
                <a:spcPct val="125000"/>
              </a:lnSpc>
            </a:pPr>
            <a:r>
              <a:rPr lang="nl-BE" sz="1050" b="0">
                <a:solidFill>
                  <a:srgbClr val="8FB6D0"/>
                </a:solidFill>
                <a:latin typeface="Consolas"/>
              </a:rPr>
              <a:t>29 / 31</a:t>
            </a:r>
            <a:endParaRPr sz="1050" b="0">
              <a:solidFill>
                <a:srgbClr val="8FB6D0"/>
              </a:solidFill>
              <a:latin typeface="Consolas"/>
            </a:endParaRPr>
          </a:p>
        </p:txBody>
      </p:sp>
      <p:pic>
        <p:nvPicPr>
          <p:cNvPr id="24" name="merk" descr="merk.png"/>
          <p:cNvPicPr>
            <a:picLocks noChangeAspect="1"/>
          </p:cNvPicPr>
          <p:nvPr/>
        </p:nvPicPr>
        <p:blipFill>
          <a:blip r:embed="rId3"/>
          <a:stretch>
            <a:fillRect/>
          </a:stretch>
        </p:blipFill>
        <p:spPr>
          <a:xfrm>
            <a:off x="11094166" y="368290"/>
            <a:ext cx="417101" cy="482587"/>
          </a:xfrm>
          <a:prstGeom prst="rect">
            <a:avLst/>
          </a:prstGeom>
        </p:spPr>
      </p:pic>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200">
        <p159:morph option="byObject"/>
      </p:transition>
    </mc:Choice>
    <mc:Fallback xmlns="">
      <p:transition spd="slow">
        <p:fade/>
      </p:transition>
    </mc:Fallback>
  </mc:AlternateContent>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7828"/>
          </a:xfrm>
          <a:prstGeom prst="rect">
            <a:avLst/>
          </a:prstGeom>
          <a:gradFill rotWithShape="1">
            <a:gsLst>
              <a:gs pos="0">
                <a:srgbClr val="072138"/>
              </a:gs>
              <a:gs pos="100000">
                <a:srgbClr val="04182A"/>
              </a:gs>
            </a:gsLst>
            <a:lin ang="5400000" scaled="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634984" y="571485"/>
            <a:ext cx="9524761" cy="215894"/>
          </a:xfrm>
          <a:prstGeom prst="rect">
            <a:avLst/>
          </a:prstGeom>
          <a:noFill/>
        </p:spPr>
        <p:txBody>
          <a:bodyPr wrap="square" lIns="0" tIns="0" rIns="0" bIns="0" anchor="t">
            <a:spAutoFit/>
          </a:bodyPr>
          <a:lstStyle/>
          <a:p>
            <a:pPr algn="l">
              <a:lnSpc>
                <a:spcPct val="125000"/>
              </a:lnSpc>
            </a:pPr>
            <a:r>
              <a:rPr sz="1250" b="1" spc="240">
                <a:solidFill>
                  <a:srgbClr val="52BDEC"/>
                </a:solidFill>
                <a:latin typeface="Consolas"/>
              </a:rPr>
              <a:t>WIE U AANSPREEKT</a:t>
            </a:r>
          </a:p>
        </p:txBody>
      </p:sp>
      <p:sp>
        <p:nvSpPr>
          <p:cNvPr id="4" name="!!sectietitel"/>
          <p:cNvSpPr txBox="1"/>
          <p:nvPr/>
        </p:nvSpPr>
        <p:spPr>
          <a:xfrm>
            <a:off x="634984" y="838179"/>
            <a:ext cx="9905752" cy="1269968"/>
          </a:xfrm>
          <a:prstGeom prst="rect">
            <a:avLst/>
          </a:prstGeom>
          <a:noFill/>
        </p:spPr>
        <p:txBody>
          <a:bodyPr wrap="square" lIns="0" tIns="0" rIns="0" bIns="0" anchor="t">
            <a:spAutoFit/>
          </a:bodyPr>
          <a:lstStyle/>
          <a:p>
            <a:pPr algn="l">
              <a:lnSpc>
                <a:spcPct val="110000"/>
              </a:lnSpc>
            </a:pPr>
            <a:r>
              <a:rPr sz="4000" b="1">
                <a:solidFill>
                  <a:srgbClr val="F2F8FC"/>
                </a:solidFill>
                <a:latin typeface="Segoe UI"/>
              </a:rPr>
              <a:t>Voor als er iets misloopt</a:t>
            </a:r>
          </a:p>
        </p:txBody>
      </p:sp>
      <p:sp>
        <p:nvSpPr>
          <p:cNvPr id="5" name="Rounded Rectangle 4"/>
          <p:cNvSpPr/>
          <p:nvPr/>
        </p:nvSpPr>
        <p:spPr>
          <a:xfrm>
            <a:off x="634984" y="1904952"/>
            <a:ext cx="3174920" cy="3936901"/>
          </a:xfrm>
          <a:prstGeom prst="roundRect">
            <a:avLst>
              <a:gd name="adj" fmla="val 4500"/>
            </a:avLst>
          </a:prstGeom>
          <a:solidFill>
            <a:srgbClr val="113A57"/>
          </a:solidFill>
          <a:ln w="9525">
            <a:solidFill>
              <a:srgbClr val="215B8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6" name="portret" descr="janou.png"/>
          <p:cNvPicPr>
            <a:picLocks noChangeAspect="1"/>
          </p:cNvPicPr>
          <p:nvPr/>
        </p:nvPicPr>
        <p:blipFill>
          <a:blip r:embed="rId3"/>
          <a:stretch>
            <a:fillRect/>
          </a:stretch>
        </p:blipFill>
        <p:spPr>
          <a:xfrm>
            <a:off x="777502" y="2006549"/>
            <a:ext cx="2889883" cy="3733706"/>
          </a:xfrm>
          <a:prstGeom prst="rect">
            <a:avLst/>
          </a:prstGeom>
        </p:spPr>
      </p:pic>
      <p:sp>
        <p:nvSpPr>
          <p:cNvPr id="7" name="Rectangle 6"/>
          <p:cNvSpPr/>
          <p:nvPr/>
        </p:nvSpPr>
        <p:spPr>
          <a:xfrm>
            <a:off x="4317892" y="1904952"/>
            <a:ext cx="7238819" cy="9524"/>
          </a:xfrm>
          <a:prstGeom prst="rect">
            <a:avLst/>
          </a:prstGeom>
          <a:solidFill>
            <a:srgbClr val="215B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4317892" y="2070048"/>
            <a:ext cx="6349841" cy="380990"/>
          </a:xfrm>
          <a:prstGeom prst="rect">
            <a:avLst/>
          </a:prstGeom>
          <a:noFill/>
        </p:spPr>
        <p:txBody>
          <a:bodyPr wrap="square" lIns="0" tIns="0" rIns="0" bIns="0" anchor="t">
            <a:spAutoFit/>
          </a:bodyPr>
          <a:lstStyle/>
          <a:p>
            <a:pPr algn="l">
              <a:lnSpc>
                <a:spcPct val="125000"/>
              </a:lnSpc>
            </a:pPr>
            <a:r>
              <a:rPr sz="3000" b="1">
                <a:solidFill>
                  <a:srgbClr val="F2F8FC"/>
                </a:solidFill>
                <a:latin typeface="Segoe UI"/>
              </a:rPr>
              <a:t>Janou De Buyser</a:t>
            </a:r>
          </a:p>
        </p:txBody>
      </p:sp>
      <p:sp>
        <p:nvSpPr>
          <p:cNvPr id="9" name="TextBox 8"/>
          <p:cNvSpPr txBox="1"/>
          <p:nvPr/>
        </p:nvSpPr>
        <p:spPr>
          <a:xfrm>
            <a:off x="4330591" y="2539936"/>
            <a:ext cx="5714857" cy="228594"/>
          </a:xfrm>
          <a:prstGeom prst="rect">
            <a:avLst/>
          </a:prstGeom>
          <a:noFill/>
        </p:spPr>
        <p:txBody>
          <a:bodyPr wrap="square" lIns="0" tIns="0" rIns="0" bIns="0" anchor="t">
            <a:spAutoFit/>
          </a:bodyPr>
          <a:lstStyle/>
          <a:p>
            <a:pPr algn="l">
              <a:lnSpc>
                <a:spcPct val="125000"/>
              </a:lnSpc>
            </a:pPr>
            <a:r>
              <a:rPr lang="nl-BE" sz="1300" b="1" spc="150">
                <a:solidFill>
                  <a:srgbClr val="52BDEC"/>
                </a:solidFill>
                <a:latin typeface="Consolas"/>
              </a:rPr>
              <a:t>DOCTORAATSONDERZOEKER · UW CONTACTPERSOON</a:t>
            </a:r>
            <a:endParaRPr sz="1300" b="1" spc="150">
              <a:solidFill>
                <a:srgbClr val="52BDEC"/>
              </a:solidFill>
              <a:latin typeface="Consolas"/>
            </a:endParaRPr>
          </a:p>
        </p:txBody>
      </p:sp>
      <p:sp>
        <p:nvSpPr>
          <p:cNvPr id="10" name="TextBox 9"/>
          <p:cNvSpPr txBox="1"/>
          <p:nvPr/>
        </p:nvSpPr>
        <p:spPr>
          <a:xfrm>
            <a:off x="4317892" y="2857428"/>
            <a:ext cx="7238819" cy="634984"/>
          </a:xfrm>
          <a:prstGeom prst="rect">
            <a:avLst/>
          </a:prstGeom>
          <a:noFill/>
        </p:spPr>
        <p:txBody>
          <a:bodyPr wrap="square" lIns="0" tIns="0" rIns="0" bIns="0" anchor="t">
            <a:spAutoFit/>
          </a:bodyPr>
          <a:lstStyle/>
          <a:p>
            <a:pPr algn="l">
              <a:lnSpc>
                <a:spcPct val="135000"/>
              </a:lnSpc>
            </a:pPr>
            <a:r>
              <a:rPr sz="1650" b="0">
                <a:solidFill>
                  <a:srgbClr val="8FB6D0"/>
                </a:solidFill>
                <a:latin typeface="Segoe UI"/>
              </a:rPr>
              <a:t>Uw eerste aanspreekpunt: inclusies, metingen, formulieren, sensoren en alles wat in de praktijk vastloopt.</a:t>
            </a:r>
          </a:p>
        </p:txBody>
      </p:sp>
      <p:sp>
        <p:nvSpPr>
          <p:cNvPr id="11" name="TextBox 10"/>
          <p:cNvSpPr txBox="1"/>
          <p:nvPr/>
        </p:nvSpPr>
        <p:spPr>
          <a:xfrm>
            <a:off x="4317892" y="3530511"/>
            <a:ext cx="2693045" cy="283604"/>
          </a:xfrm>
          <a:prstGeom prst="rect">
            <a:avLst/>
          </a:prstGeom>
          <a:noFill/>
        </p:spPr>
        <p:txBody>
          <a:bodyPr wrap="none" lIns="0" tIns="0" rIns="0" bIns="0" anchor="t">
            <a:spAutoFit/>
          </a:bodyPr>
          <a:lstStyle/>
          <a:p>
            <a:pPr algn="l">
              <a:lnSpc>
                <a:spcPct val="125000"/>
              </a:lnSpc>
            </a:pPr>
            <a:r>
              <a:rPr lang="nl-BE" sz="1600" b="0">
                <a:solidFill>
                  <a:srgbClr val="F2F8FC"/>
                </a:solidFill>
                <a:latin typeface="Consolas"/>
              </a:rPr>
              <a:t>paradise-tbm@kuleuven.be</a:t>
            </a:r>
            <a:endParaRPr sz="1600" b="0">
              <a:solidFill>
                <a:srgbClr val="F2F8FC"/>
              </a:solidFill>
              <a:latin typeface="Consolas"/>
            </a:endParaRPr>
          </a:p>
        </p:txBody>
      </p:sp>
      <p:sp>
        <p:nvSpPr>
          <p:cNvPr id="12" name="TextBox 11"/>
          <p:cNvSpPr txBox="1"/>
          <p:nvPr/>
        </p:nvSpPr>
        <p:spPr>
          <a:xfrm>
            <a:off x="7873803" y="3530511"/>
            <a:ext cx="3682907" cy="253993"/>
          </a:xfrm>
          <a:prstGeom prst="rect">
            <a:avLst/>
          </a:prstGeom>
          <a:noFill/>
        </p:spPr>
        <p:txBody>
          <a:bodyPr wrap="none" lIns="0" tIns="0" rIns="0" bIns="0" anchor="t">
            <a:spAutoFit/>
          </a:bodyPr>
          <a:lstStyle/>
          <a:p>
            <a:pPr algn="l">
              <a:lnSpc>
                <a:spcPct val="125000"/>
              </a:lnSpc>
            </a:pPr>
            <a:r>
              <a:rPr sz="1600" b="0">
                <a:solidFill>
                  <a:srgbClr val="F2F8FC"/>
                </a:solidFill>
                <a:latin typeface="Consolas"/>
              </a:rPr>
              <a:t>Spoorwegstraat 12 · Brugge</a:t>
            </a:r>
          </a:p>
        </p:txBody>
      </p:sp>
      <p:sp>
        <p:nvSpPr>
          <p:cNvPr id="13" name="Rectangle 12"/>
          <p:cNvSpPr/>
          <p:nvPr/>
        </p:nvSpPr>
        <p:spPr>
          <a:xfrm>
            <a:off x="4317892" y="3873403"/>
            <a:ext cx="7238819" cy="9524"/>
          </a:xfrm>
          <a:prstGeom prst="rect">
            <a:avLst/>
          </a:prstGeom>
          <a:solidFill>
            <a:srgbClr val="215B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4317892" y="4038499"/>
            <a:ext cx="6349841" cy="380990"/>
          </a:xfrm>
          <a:prstGeom prst="rect">
            <a:avLst/>
          </a:prstGeom>
          <a:noFill/>
        </p:spPr>
        <p:txBody>
          <a:bodyPr wrap="square" lIns="0" tIns="0" rIns="0" bIns="0" anchor="t">
            <a:spAutoFit/>
          </a:bodyPr>
          <a:lstStyle/>
          <a:p>
            <a:pPr algn="l">
              <a:lnSpc>
                <a:spcPct val="125000"/>
              </a:lnSpc>
            </a:pPr>
            <a:r>
              <a:rPr sz="3000" b="1">
                <a:solidFill>
                  <a:srgbClr val="F2F8FC"/>
                </a:solidFill>
                <a:latin typeface="Segoe UI"/>
              </a:rPr>
              <a:t>prof. dr. Kevin Deschamps</a:t>
            </a:r>
          </a:p>
        </p:txBody>
      </p:sp>
      <p:sp>
        <p:nvSpPr>
          <p:cNvPr id="15" name="TextBox 14"/>
          <p:cNvSpPr txBox="1"/>
          <p:nvPr/>
        </p:nvSpPr>
        <p:spPr>
          <a:xfrm>
            <a:off x="4330591" y="4508387"/>
            <a:ext cx="5714857" cy="228594"/>
          </a:xfrm>
          <a:prstGeom prst="rect">
            <a:avLst/>
          </a:prstGeom>
          <a:noFill/>
        </p:spPr>
        <p:txBody>
          <a:bodyPr wrap="square" lIns="0" tIns="0" rIns="0" bIns="0" anchor="t">
            <a:spAutoFit/>
          </a:bodyPr>
          <a:lstStyle/>
          <a:p>
            <a:pPr algn="l">
              <a:lnSpc>
                <a:spcPct val="125000"/>
              </a:lnSpc>
            </a:pPr>
            <a:r>
              <a:rPr sz="1300" b="1" spc="150">
                <a:solidFill>
                  <a:srgbClr val="52BDEC"/>
                </a:solidFill>
                <a:latin typeface="Consolas"/>
              </a:rPr>
              <a:t>PROMOTOR</a:t>
            </a:r>
          </a:p>
        </p:txBody>
      </p:sp>
      <p:sp>
        <p:nvSpPr>
          <p:cNvPr id="16" name="TextBox 15"/>
          <p:cNvSpPr txBox="1"/>
          <p:nvPr/>
        </p:nvSpPr>
        <p:spPr>
          <a:xfrm>
            <a:off x="4317892" y="4825879"/>
            <a:ext cx="7238819" cy="634984"/>
          </a:xfrm>
          <a:prstGeom prst="rect">
            <a:avLst/>
          </a:prstGeom>
          <a:noFill/>
        </p:spPr>
        <p:txBody>
          <a:bodyPr wrap="square" lIns="0" tIns="0" rIns="0" bIns="0" anchor="t">
            <a:spAutoFit/>
          </a:bodyPr>
          <a:lstStyle/>
          <a:p>
            <a:pPr algn="l">
              <a:lnSpc>
                <a:spcPct val="135000"/>
              </a:lnSpc>
            </a:pPr>
            <a:r>
              <a:rPr sz="1650" b="0">
                <a:solidFill>
                  <a:srgbClr val="8FB6D0"/>
                </a:solidFill>
                <a:latin typeface="Segoe UI"/>
              </a:rPr>
              <a:t>Wetenschappelijke vragen, de opzet van de studie en afspraken op het niveau van uw centrum.</a:t>
            </a:r>
          </a:p>
        </p:txBody>
      </p:sp>
      <p:sp>
        <p:nvSpPr>
          <p:cNvPr id="17" name="TextBox 16"/>
          <p:cNvSpPr txBox="1"/>
          <p:nvPr/>
        </p:nvSpPr>
        <p:spPr>
          <a:xfrm>
            <a:off x="4317892" y="5498962"/>
            <a:ext cx="3682907" cy="253993"/>
          </a:xfrm>
          <a:prstGeom prst="rect">
            <a:avLst/>
          </a:prstGeom>
          <a:noFill/>
        </p:spPr>
        <p:txBody>
          <a:bodyPr wrap="none" lIns="0" tIns="0" rIns="0" bIns="0" anchor="t">
            <a:spAutoFit/>
          </a:bodyPr>
          <a:lstStyle/>
          <a:p>
            <a:pPr algn="l">
              <a:lnSpc>
                <a:spcPct val="125000"/>
              </a:lnSpc>
            </a:pPr>
            <a:r>
              <a:rPr sz="1600" b="0">
                <a:solidFill>
                  <a:srgbClr val="F2F8FC"/>
                </a:solidFill>
                <a:latin typeface="Consolas"/>
              </a:rPr>
              <a:t>Revalidatiewetenschappen</a:t>
            </a:r>
          </a:p>
        </p:txBody>
      </p:sp>
      <p:sp>
        <p:nvSpPr>
          <p:cNvPr id="18" name="TextBox 17"/>
          <p:cNvSpPr txBox="1"/>
          <p:nvPr/>
        </p:nvSpPr>
        <p:spPr>
          <a:xfrm>
            <a:off x="7873803" y="5498962"/>
            <a:ext cx="3682907" cy="253993"/>
          </a:xfrm>
          <a:prstGeom prst="rect">
            <a:avLst/>
          </a:prstGeom>
          <a:noFill/>
        </p:spPr>
        <p:txBody>
          <a:bodyPr wrap="none" lIns="0" tIns="0" rIns="0" bIns="0" anchor="t">
            <a:spAutoFit/>
          </a:bodyPr>
          <a:lstStyle/>
          <a:p>
            <a:pPr algn="l">
              <a:lnSpc>
                <a:spcPct val="125000"/>
              </a:lnSpc>
            </a:pPr>
            <a:r>
              <a:rPr sz="1600" b="0">
                <a:solidFill>
                  <a:srgbClr val="F2F8FC"/>
                </a:solidFill>
                <a:latin typeface="Consolas"/>
              </a:rPr>
              <a:t>KU Leuven · Campus Brugge</a:t>
            </a:r>
          </a:p>
        </p:txBody>
      </p:sp>
      <p:sp>
        <p:nvSpPr>
          <p:cNvPr id="19" name="Rectangle 18"/>
          <p:cNvSpPr/>
          <p:nvPr/>
        </p:nvSpPr>
        <p:spPr>
          <a:xfrm>
            <a:off x="634984" y="5968850"/>
            <a:ext cx="10921726" cy="9524"/>
          </a:xfrm>
          <a:prstGeom prst="rect">
            <a:avLst/>
          </a:prstGeom>
          <a:solidFill>
            <a:srgbClr val="215B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634984" y="6108547"/>
            <a:ext cx="10921726" cy="380990"/>
          </a:xfrm>
          <a:prstGeom prst="rect">
            <a:avLst/>
          </a:prstGeom>
          <a:noFill/>
        </p:spPr>
        <p:txBody>
          <a:bodyPr wrap="square" lIns="0" tIns="0" rIns="0" bIns="0" anchor="t">
            <a:spAutoFit/>
          </a:bodyPr>
          <a:lstStyle/>
          <a:p>
            <a:pPr algn="l">
              <a:lnSpc>
                <a:spcPct val="135000"/>
              </a:lnSpc>
            </a:pPr>
            <a:r>
              <a:rPr sz="1300" b="0">
                <a:solidFill>
                  <a:srgbClr val="8FB6D0"/>
                </a:solidFill>
                <a:latin typeface="Segoe UI"/>
              </a:rPr>
              <a:t>Consortium: KU Leuven — Revalidatiewetenschappen (Musculoskeletal Research Group) en Volksgezondheid en Eerstelijnszorg · Vrije Universiteit Brussel — Geneeskunde en Farmacie. Co-promotoren: Fabienne Dobbels, Maaike Fobelets en Koen Putman.</a:t>
            </a:r>
          </a:p>
        </p:txBody>
      </p:sp>
      <p:sp>
        <p:nvSpPr>
          <p:cNvPr id="21" name="TextBox 20"/>
          <p:cNvSpPr txBox="1"/>
          <p:nvPr/>
        </p:nvSpPr>
        <p:spPr>
          <a:xfrm>
            <a:off x="10540736" y="6387940"/>
            <a:ext cx="1015974" cy="186141"/>
          </a:xfrm>
          <a:prstGeom prst="rect">
            <a:avLst/>
          </a:prstGeom>
          <a:noFill/>
        </p:spPr>
        <p:txBody>
          <a:bodyPr wrap="square" lIns="0" tIns="0" rIns="0" bIns="0" anchor="t">
            <a:spAutoFit/>
          </a:bodyPr>
          <a:lstStyle/>
          <a:p>
            <a:pPr algn="r">
              <a:lnSpc>
                <a:spcPct val="125000"/>
              </a:lnSpc>
            </a:pPr>
            <a:r>
              <a:rPr lang="nl-BE" sz="1050" b="0">
                <a:solidFill>
                  <a:srgbClr val="8FB6D0"/>
                </a:solidFill>
                <a:latin typeface="Consolas"/>
              </a:rPr>
              <a:t>30 / 31</a:t>
            </a:r>
            <a:endParaRPr sz="1050" b="0">
              <a:solidFill>
                <a:srgbClr val="8FB6D0"/>
              </a:solidFill>
              <a:latin typeface="Consolas"/>
            </a:endParaRPr>
          </a:p>
        </p:txBody>
      </p:sp>
      <p:pic>
        <p:nvPicPr>
          <p:cNvPr id="22" name="merk" descr="merk.png"/>
          <p:cNvPicPr>
            <a:picLocks noChangeAspect="1"/>
          </p:cNvPicPr>
          <p:nvPr/>
        </p:nvPicPr>
        <p:blipFill>
          <a:blip r:embed="rId4"/>
          <a:stretch>
            <a:fillRect/>
          </a:stretch>
        </p:blipFill>
        <p:spPr>
          <a:xfrm>
            <a:off x="11094166" y="368290"/>
            <a:ext cx="417101" cy="482587"/>
          </a:xfrm>
          <a:prstGeom prst="rect">
            <a:avLst/>
          </a:prstGeom>
        </p:spPr>
      </p:pic>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200">
        <p159:morph option="byObject"/>
      </p:transition>
    </mc:Choice>
    <mc:Fallback xmlns="">
      <p:transition spd="slow">
        <p:fade/>
      </p:transition>
    </mc:Fallback>
  </mc:AlternateContent>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7828"/>
          </a:xfrm>
          <a:prstGeom prst="rect">
            <a:avLst/>
          </a:prstGeom>
          <a:gradFill rotWithShape="1">
            <a:gsLst>
              <a:gs pos="0">
                <a:srgbClr val="072138"/>
              </a:gs>
              <a:gs pos="100000">
                <a:srgbClr val="04182A"/>
              </a:gs>
            </a:gsLst>
            <a:lin ang="5400000" scaled="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634984" y="571485"/>
            <a:ext cx="9524761" cy="215894"/>
          </a:xfrm>
          <a:prstGeom prst="rect">
            <a:avLst/>
          </a:prstGeom>
          <a:noFill/>
        </p:spPr>
        <p:txBody>
          <a:bodyPr wrap="square" lIns="0" tIns="0" rIns="0" bIns="0" anchor="t">
            <a:spAutoFit/>
          </a:bodyPr>
          <a:lstStyle/>
          <a:p>
            <a:pPr algn="l">
              <a:lnSpc>
                <a:spcPct val="125000"/>
              </a:lnSpc>
            </a:pPr>
            <a:r>
              <a:rPr sz="1250" b="1" spc="240">
                <a:solidFill>
                  <a:srgbClr val="52BDEC"/>
                </a:solidFill>
                <a:latin typeface="Consolas"/>
              </a:rPr>
              <a:t>WAAR DE CIJFERS VANDAAN KOMEN</a:t>
            </a:r>
          </a:p>
        </p:txBody>
      </p:sp>
      <p:sp>
        <p:nvSpPr>
          <p:cNvPr id="4" name="sectietitel"/>
          <p:cNvSpPr txBox="1"/>
          <p:nvPr/>
        </p:nvSpPr>
        <p:spPr>
          <a:xfrm>
            <a:off x="634984" y="838179"/>
            <a:ext cx="9905752" cy="1269968"/>
          </a:xfrm>
          <a:prstGeom prst="rect">
            <a:avLst/>
          </a:prstGeom>
          <a:noFill/>
        </p:spPr>
        <p:txBody>
          <a:bodyPr wrap="square" lIns="0" tIns="0" rIns="0" bIns="0" anchor="t">
            <a:spAutoFit/>
          </a:bodyPr>
          <a:lstStyle/>
          <a:p>
            <a:pPr algn="l">
              <a:lnSpc>
                <a:spcPct val="110000"/>
              </a:lnSpc>
            </a:pPr>
            <a:r>
              <a:rPr sz="4000" b="1">
                <a:solidFill>
                  <a:srgbClr val="F2F8FC"/>
                </a:solidFill>
                <a:latin typeface="Segoe UI"/>
              </a:rPr>
              <a:t>Referenties</a:t>
            </a:r>
          </a:p>
        </p:txBody>
      </p:sp>
      <p:sp>
        <p:nvSpPr>
          <p:cNvPr id="5" name="TextBox 4"/>
          <p:cNvSpPr txBox="1"/>
          <p:nvPr/>
        </p:nvSpPr>
        <p:spPr>
          <a:xfrm>
            <a:off x="634984" y="1854153"/>
            <a:ext cx="279393" cy="190495"/>
          </a:xfrm>
          <a:prstGeom prst="rect">
            <a:avLst/>
          </a:prstGeom>
          <a:noFill/>
        </p:spPr>
        <p:txBody>
          <a:bodyPr wrap="square" lIns="0" tIns="0" rIns="0" bIns="0" anchor="t">
            <a:spAutoFit/>
          </a:bodyPr>
          <a:lstStyle/>
          <a:p>
            <a:pPr algn="r">
              <a:lnSpc>
                <a:spcPct val="125000"/>
              </a:lnSpc>
            </a:pPr>
            <a:r>
              <a:rPr sz="1200" b="1">
                <a:solidFill>
                  <a:srgbClr val="52BDEC"/>
                </a:solidFill>
                <a:latin typeface="Consolas"/>
              </a:rPr>
              <a:t>1</a:t>
            </a:r>
          </a:p>
        </p:txBody>
      </p:sp>
      <p:sp>
        <p:nvSpPr>
          <p:cNvPr id="6" name="TextBox 5"/>
          <p:cNvSpPr txBox="1"/>
          <p:nvPr/>
        </p:nvSpPr>
        <p:spPr>
          <a:xfrm>
            <a:off x="965175" y="1854153"/>
            <a:ext cx="5054346" cy="296217"/>
          </a:xfrm>
          <a:prstGeom prst="rect">
            <a:avLst/>
          </a:prstGeom>
          <a:noFill/>
        </p:spPr>
        <p:txBody>
          <a:bodyPr wrap="square" lIns="0" tIns="0" rIns="0" bIns="0" anchor="t">
            <a:spAutoFit/>
          </a:bodyPr>
          <a:lstStyle/>
          <a:p>
            <a:pPr algn="l">
              <a:lnSpc>
                <a:spcPct val="132000"/>
              </a:lnSpc>
            </a:pPr>
            <a:r>
              <a:rPr sz="1200" b="0">
                <a:solidFill>
                  <a:srgbClr val="8FB6D0"/>
                </a:solidFill>
                <a:latin typeface="Segoe UI"/>
              </a:rPr>
              <a:t>Armstrong DG et al. N Engl J Med. 2017;376(24):2367–75.</a:t>
            </a:r>
          </a:p>
        </p:txBody>
      </p:sp>
      <p:sp>
        <p:nvSpPr>
          <p:cNvPr id="7" name="TextBox 6"/>
          <p:cNvSpPr txBox="1"/>
          <p:nvPr/>
        </p:nvSpPr>
        <p:spPr>
          <a:xfrm>
            <a:off x="634984" y="2188470"/>
            <a:ext cx="279393" cy="190495"/>
          </a:xfrm>
          <a:prstGeom prst="rect">
            <a:avLst/>
          </a:prstGeom>
          <a:noFill/>
        </p:spPr>
        <p:txBody>
          <a:bodyPr wrap="square" lIns="0" tIns="0" rIns="0" bIns="0" anchor="t">
            <a:spAutoFit/>
          </a:bodyPr>
          <a:lstStyle/>
          <a:p>
            <a:pPr algn="r">
              <a:lnSpc>
                <a:spcPct val="125000"/>
              </a:lnSpc>
            </a:pPr>
            <a:r>
              <a:rPr sz="1200" b="1">
                <a:solidFill>
                  <a:srgbClr val="52BDEC"/>
                </a:solidFill>
                <a:latin typeface="Consolas"/>
              </a:rPr>
              <a:t>5</a:t>
            </a:r>
          </a:p>
        </p:txBody>
      </p:sp>
      <p:sp>
        <p:nvSpPr>
          <p:cNvPr id="8" name="TextBox 7"/>
          <p:cNvSpPr txBox="1"/>
          <p:nvPr/>
        </p:nvSpPr>
        <p:spPr>
          <a:xfrm>
            <a:off x="965175" y="2188470"/>
            <a:ext cx="5054346" cy="296217"/>
          </a:xfrm>
          <a:prstGeom prst="rect">
            <a:avLst/>
          </a:prstGeom>
          <a:noFill/>
        </p:spPr>
        <p:txBody>
          <a:bodyPr wrap="square" lIns="0" tIns="0" rIns="0" bIns="0" anchor="t">
            <a:spAutoFit/>
          </a:bodyPr>
          <a:lstStyle/>
          <a:p>
            <a:pPr algn="l">
              <a:lnSpc>
                <a:spcPct val="132000"/>
              </a:lnSpc>
            </a:pPr>
            <a:r>
              <a:rPr sz="1200" b="0">
                <a:solidFill>
                  <a:srgbClr val="8FB6D0"/>
                </a:solidFill>
                <a:latin typeface="Segoe UI"/>
              </a:rPr>
              <a:t>Bus SA et al. Diabetes Metab Res Rev. 2016;32(Suppl 1):195–200.</a:t>
            </a:r>
          </a:p>
        </p:txBody>
      </p:sp>
      <p:sp>
        <p:nvSpPr>
          <p:cNvPr id="9" name="TextBox 8"/>
          <p:cNvSpPr txBox="1"/>
          <p:nvPr/>
        </p:nvSpPr>
        <p:spPr>
          <a:xfrm>
            <a:off x="634984" y="2522786"/>
            <a:ext cx="279393" cy="190495"/>
          </a:xfrm>
          <a:prstGeom prst="rect">
            <a:avLst/>
          </a:prstGeom>
          <a:noFill/>
        </p:spPr>
        <p:txBody>
          <a:bodyPr wrap="square" lIns="0" tIns="0" rIns="0" bIns="0" anchor="t">
            <a:spAutoFit/>
          </a:bodyPr>
          <a:lstStyle/>
          <a:p>
            <a:pPr algn="r">
              <a:lnSpc>
                <a:spcPct val="125000"/>
              </a:lnSpc>
            </a:pPr>
            <a:r>
              <a:rPr sz="1200" b="1">
                <a:solidFill>
                  <a:srgbClr val="52BDEC"/>
                </a:solidFill>
                <a:latin typeface="Consolas"/>
              </a:rPr>
              <a:t>6</a:t>
            </a:r>
          </a:p>
        </p:txBody>
      </p:sp>
      <p:sp>
        <p:nvSpPr>
          <p:cNvPr id="10" name="TextBox 9"/>
          <p:cNvSpPr txBox="1"/>
          <p:nvPr/>
        </p:nvSpPr>
        <p:spPr>
          <a:xfrm>
            <a:off x="965175" y="2522786"/>
            <a:ext cx="5054346" cy="296217"/>
          </a:xfrm>
          <a:prstGeom prst="rect">
            <a:avLst/>
          </a:prstGeom>
          <a:noFill/>
        </p:spPr>
        <p:txBody>
          <a:bodyPr wrap="square" lIns="0" tIns="0" rIns="0" bIns="0" anchor="t">
            <a:spAutoFit/>
          </a:bodyPr>
          <a:lstStyle/>
          <a:p>
            <a:pPr algn="l">
              <a:lnSpc>
                <a:spcPct val="132000"/>
              </a:lnSpc>
            </a:pPr>
            <a:r>
              <a:rPr sz="1200" b="0">
                <a:solidFill>
                  <a:srgbClr val="8FB6D0"/>
                </a:solidFill>
                <a:latin typeface="Segoe UI"/>
              </a:rPr>
              <a:t>Bus SA et al. Diabetes Care. 2011;34(7):1595–600.</a:t>
            </a:r>
          </a:p>
        </p:txBody>
      </p:sp>
      <p:sp>
        <p:nvSpPr>
          <p:cNvPr id="11" name="TextBox 10"/>
          <p:cNvSpPr txBox="1"/>
          <p:nvPr/>
        </p:nvSpPr>
        <p:spPr>
          <a:xfrm>
            <a:off x="634984" y="2857103"/>
            <a:ext cx="279393" cy="190495"/>
          </a:xfrm>
          <a:prstGeom prst="rect">
            <a:avLst/>
          </a:prstGeom>
          <a:noFill/>
        </p:spPr>
        <p:txBody>
          <a:bodyPr wrap="square" lIns="0" tIns="0" rIns="0" bIns="0" anchor="t">
            <a:spAutoFit/>
          </a:bodyPr>
          <a:lstStyle/>
          <a:p>
            <a:pPr algn="r">
              <a:lnSpc>
                <a:spcPct val="125000"/>
              </a:lnSpc>
            </a:pPr>
            <a:r>
              <a:rPr sz="1200" b="1">
                <a:solidFill>
                  <a:srgbClr val="52BDEC"/>
                </a:solidFill>
                <a:latin typeface="Consolas"/>
              </a:rPr>
              <a:t>7</a:t>
            </a:r>
          </a:p>
        </p:txBody>
      </p:sp>
      <p:sp>
        <p:nvSpPr>
          <p:cNvPr id="12" name="TextBox 11"/>
          <p:cNvSpPr txBox="1"/>
          <p:nvPr/>
        </p:nvSpPr>
        <p:spPr>
          <a:xfrm>
            <a:off x="965175" y="2857103"/>
            <a:ext cx="5054346" cy="296217"/>
          </a:xfrm>
          <a:prstGeom prst="rect">
            <a:avLst/>
          </a:prstGeom>
          <a:noFill/>
        </p:spPr>
        <p:txBody>
          <a:bodyPr wrap="square" lIns="0" tIns="0" rIns="0" bIns="0" anchor="t">
            <a:spAutoFit/>
          </a:bodyPr>
          <a:lstStyle/>
          <a:p>
            <a:pPr algn="l">
              <a:lnSpc>
                <a:spcPct val="132000"/>
              </a:lnSpc>
            </a:pPr>
            <a:r>
              <a:rPr sz="1200" b="0">
                <a:solidFill>
                  <a:srgbClr val="8FB6D0"/>
                </a:solidFill>
                <a:latin typeface="Segoe UI"/>
              </a:rPr>
              <a:t>Bus SA et al. Diabetes Metab Res Rev. 2020;36(S1):e3237.</a:t>
            </a:r>
          </a:p>
        </p:txBody>
      </p:sp>
      <p:sp>
        <p:nvSpPr>
          <p:cNvPr id="13" name="TextBox 12"/>
          <p:cNvSpPr txBox="1"/>
          <p:nvPr/>
        </p:nvSpPr>
        <p:spPr>
          <a:xfrm>
            <a:off x="634984" y="3191420"/>
            <a:ext cx="279393" cy="190495"/>
          </a:xfrm>
          <a:prstGeom prst="rect">
            <a:avLst/>
          </a:prstGeom>
          <a:noFill/>
        </p:spPr>
        <p:txBody>
          <a:bodyPr wrap="square" lIns="0" tIns="0" rIns="0" bIns="0" anchor="t">
            <a:spAutoFit/>
          </a:bodyPr>
          <a:lstStyle/>
          <a:p>
            <a:pPr algn="r">
              <a:lnSpc>
                <a:spcPct val="125000"/>
              </a:lnSpc>
            </a:pPr>
            <a:r>
              <a:rPr sz="1200" b="1">
                <a:solidFill>
                  <a:srgbClr val="52BDEC"/>
                </a:solidFill>
                <a:latin typeface="Consolas"/>
              </a:rPr>
              <a:t>8</a:t>
            </a:r>
          </a:p>
        </p:txBody>
      </p:sp>
      <p:sp>
        <p:nvSpPr>
          <p:cNvPr id="14" name="TextBox 13"/>
          <p:cNvSpPr txBox="1"/>
          <p:nvPr/>
        </p:nvSpPr>
        <p:spPr>
          <a:xfrm>
            <a:off x="965175" y="3191420"/>
            <a:ext cx="5054346" cy="296217"/>
          </a:xfrm>
          <a:prstGeom prst="rect">
            <a:avLst/>
          </a:prstGeom>
          <a:noFill/>
        </p:spPr>
        <p:txBody>
          <a:bodyPr wrap="square" lIns="0" tIns="0" rIns="0" bIns="0" anchor="t">
            <a:spAutoFit/>
          </a:bodyPr>
          <a:lstStyle/>
          <a:p>
            <a:pPr algn="l">
              <a:lnSpc>
                <a:spcPct val="132000"/>
              </a:lnSpc>
            </a:pPr>
            <a:r>
              <a:rPr sz="1200" b="0">
                <a:solidFill>
                  <a:srgbClr val="8FB6D0"/>
                </a:solidFill>
                <a:latin typeface="Segoe UI"/>
              </a:rPr>
              <a:t>Bus SA et al. Diabetes Metab Res Rev. 2024;40(3):e3651.</a:t>
            </a:r>
          </a:p>
        </p:txBody>
      </p:sp>
      <p:sp>
        <p:nvSpPr>
          <p:cNvPr id="15" name="TextBox 14"/>
          <p:cNvSpPr txBox="1"/>
          <p:nvPr/>
        </p:nvSpPr>
        <p:spPr>
          <a:xfrm>
            <a:off x="634984" y="3525736"/>
            <a:ext cx="279393" cy="190495"/>
          </a:xfrm>
          <a:prstGeom prst="rect">
            <a:avLst/>
          </a:prstGeom>
          <a:noFill/>
        </p:spPr>
        <p:txBody>
          <a:bodyPr wrap="square" lIns="0" tIns="0" rIns="0" bIns="0" anchor="t">
            <a:spAutoFit/>
          </a:bodyPr>
          <a:lstStyle/>
          <a:p>
            <a:pPr algn="r">
              <a:lnSpc>
                <a:spcPct val="125000"/>
              </a:lnSpc>
            </a:pPr>
            <a:r>
              <a:rPr sz="1200" b="1">
                <a:solidFill>
                  <a:srgbClr val="52BDEC"/>
                </a:solidFill>
                <a:latin typeface="Consolas"/>
              </a:rPr>
              <a:t>9</a:t>
            </a:r>
          </a:p>
        </p:txBody>
      </p:sp>
      <p:sp>
        <p:nvSpPr>
          <p:cNvPr id="16" name="TextBox 15"/>
          <p:cNvSpPr txBox="1"/>
          <p:nvPr/>
        </p:nvSpPr>
        <p:spPr>
          <a:xfrm>
            <a:off x="965175" y="3525736"/>
            <a:ext cx="5054346" cy="296217"/>
          </a:xfrm>
          <a:prstGeom prst="rect">
            <a:avLst/>
          </a:prstGeom>
          <a:noFill/>
        </p:spPr>
        <p:txBody>
          <a:bodyPr wrap="square" lIns="0" tIns="0" rIns="0" bIns="0" anchor="t">
            <a:spAutoFit/>
          </a:bodyPr>
          <a:lstStyle/>
          <a:p>
            <a:pPr algn="l">
              <a:lnSpc>
                <a:spcPct val="132000"/>
              </a:lnSpc>
            </a:pPr>
            <a:r>
              <a:rPr sz="1200" b="0">
                <a:solidFill>
                  <a:srgbClr val="8FB6D0"/>
                </a:solidFill>
                <a:latin typeface="Segoe UI"/>
              </a:rPr>
              <a:t>Bus SA et al. Diabetes Care. 2013;36(12):4109–16.</a:t>
            </a:r>
          </a:p>
        </p:txBody>
      </p:sp>
      <p:sp>
        <p:nvSpPr>
          <p:cNvPr id="17" name="TextBox 16"/>
          <p:cNvSpPr txBox="1"/>
          <p:nvPr/>
        </p:nvSpPr>
        <p:spPr>
          <a:xfrm>
            <a:off x="6171918" y="1854153"/>
            <a:ext cx="279393" cy="190495"/>
          </a:xfrm>
          <a:prstGeom prst="rect">
            <a:avLst/>
          </a:prstGeom>
          <a:noFill/>
        </p:spPr>
        <p:txBody>
          <a:bodyPr wrap="square" lIns="0" tIns="0" rIns="0" bIns="0" anchor="t">
            <a:spAutoFit/>
          </a:bodyPr>
          <a:lstStyle/>
          <a:p>
            <a:pPr algn="r">
              <a:lnSpc>
                <a:spcPct val="125000"/>
              </a:lnSpc>
            </a:pPr>
            <a:r>
              <a:rPr sz="1200" b="1">
                <a:solidFill>
                  <a:srgbClr val="52BDEC"/>
                </a:solidFill>
                <a:latin typeface="Consolas"/>
              </a:rPr>
              <a:t>13</a:t>
            </a:r>
          </a:p>
        </p:txBody>
      </p:sp>
      <p:sp>
        <p:nvSpPr>
          <p:cNvPr id="18" name="TextBox 17"/>
          <p:cNvSpPr txBox="1"/>
          <p:nvPr/>
        </p:nvSpPr>
        <p:spPr>
          <a:xfrm>
            <a:off x="6502110" y="1854153"/>
            <a:ext cx="5054346" cy="296217"/>
          </a:xfrm>
          <a:prstGeom prst="rect">
            <a:avLst/>
          </a:prstGeom>
          <a:noFill/>
        </p:spPr>
        <p:txBody>
          <a:bodyPr wrap="square" lIns="0" tIns="0" rIns="0" bIns="0" anchor="t">
            <a:spAutoFit/>
          </a:bodyPr>
          <a:lstStyle/>
          <a:p>
            <a:pPr algn="l">
              <a:lnSpc>
                <a:spcPct val="132000"/>
              </a:lnSpc>
            </a:pPr>
            <a:r>
              <a:rPr sz="1200" b="0">
                <a:solidFill>
                  <a:srgbClr val="8FB6D0"/>
                </a:solidFill>
                <a:latin typeface="Segoe UI"/>
              </a:rPr>
              <a:t>Waaijman R et al. Diabetes Care. 2013;36(6):1613–8.</a:t>
            </a:r>
          </a:p>
        </p:txBody>
      </p:sp>
      <p:sp>
        <p:nvSpPr>
          <p:cNvPr id="19" name="TextBox 18"/>
          <p:cNvSpPr txBox="1"/>
          <p:nvPr/>
        </p:nvSpPr>
        <p:spPr>
          <a:xfrm>
            <a:off x="6171918" y="2188470"/>
            <a:ext cx="279393" cy="190495"/>
          </a:xfrm>
          <a:prstGeom prst="rect">
            <a:avLst/>
          </a:prstGeom>
          <a:noFill/>
        </p:spPr>
        <p:txBody>
          <a:bodyPr wrap="square" lIns="0" tIns="0" rIns="0" bIns="0" anchor="t">
            <a:spAutoFit/>
          </a:bodyPr>
          <a:lstStyle/>
          <a:p>
            <a:pPr algn="r">
              <a:lnSpc>
                <a:spcPct val="125000"/>
              </a:lnSpc>
            </a:pPr>
            <a:r>
              <a:rPr sz="1200" b="1">
                <a:solidFill>
                  <a:srgbClr val="52BDEC"/>
                </a:solidFill>
                <a:latin typeface="Consolas"/>
              </a:rPr>
              <a:t>17</a:t>
            </a:r>
          </a:p>
        </p:txBody>
      </p:sp>
      <p:sp>
        <p:nvSpPr>
          <p:cNvPr id="20" name="TextBox 19"/>
          <p:cNvSpPr txBox="1"/>
          <p:nvPr/>
        </p:nvSpPr>
        <p:spPr>
          <a:xfrm>
            <a:off x="6502110" y="2188470"/>
            <a:ext cx="5054346" cy="296217"/>
          </a:xfrm>
          <a:prstGeom prst="rect">
            <a:avLst/>
          </a:prstGeom>
          <a:noFill/>
        </p:spPr>
        <p:txBody>
          <a:bodyPr wrap="square" lIns="0" tIns="0" rIns="0" bIns="0" anchor="t">
            <a:spAutoFit/>
          </a:bodyPr>
          <a:lstStyle/>
          <a:p>
            <a:pPr algn="l">
              <a:lnSpc>
                <a:spcPct val="132000"/>
              </a:lnSpc>
            </a:pPr>
            <a:r>
              <a:rPr sz="1200" b="0">
                <a:solidFill>
                  <a:srgbClr val="8FB6D0"/>
                </a:solidFill>
                <a:latin typeface="Segoe UI"/>
              </a:rPr>
              <a:t>Waaijman R et al. Diabetes Care. 2014;37(6):1697–705.</a:t>
            </a:r>
          </a:p>
        </p:txBody>
      </p:sp>
      <p:sp>
        <p:nvSpPr>
          <p:cNvPr id="21" name="TextBox 20"/>
          <p:cNvSpPr txBox="1"/>
          <p:nvPr/>
        </p:nvSpPr>
        <p:spPr>
          <a:xfrm>
            <a:off x="6171918" y="2522786"/>
            <a:ext cx="279393" cy="190495"/>
          </a:xfrm>
          <a:prstGeom prst="rect">
            <a:avLst/>
          </a:prstGeom>
          <a:noFill/>
        </p:spPr>
        <p:txBody>
          <a:bodyPr wrap="square" lIns="0" tIns="0" rIns="0" bIns="0" anchor="t">
            <a:spAutoFit/>
          </a:bodyPr>
          <a:lstStyle/>
          <a:p>
            <a:pPr algn="r">
              <a:lnSpc>
                <a:spcPct val="125000"/>
              </a:lnSpc>
            </a:pPr>
            <a:r>
              <a:rPr sz="1200" b="1">
                <a:solidFill>
                  <a:srgbClr val="52BDEC"/>
                </a:solidFill>
                <a:latin typeface="Consolas"/>
              </a:rPr>
              <a:t>18</a:t>
            </a:r>
          </a:p>
        </p:txBody>
      </p:sp>
      <p:sp>
        <p:nvSpPr>
          <p:cNvPr id="22" name="TextBox 21"/>
          <p:cNvSpPr txBox="1"/>
          <p:nvPr/>
        </p:nvSpPr>
        <p:spPr>
          <a:xfrm>
            <a:off x="6502110" y="2522786"/>
            <a:ext cx="5054346" cy="296217"/>
          </a:xfrm>
          <a:prstGeom prst="rect">
            <a:avLst/>
          </a:prstGeom>
          <a:noFill/>
        </p:spPr>
        <p:txBody>
          <a:bodyPr wrap="square" lIns="0" tIns="0" rIns="0" bIns="0" anchor="t">
            <a:spAutoFit/>
          </a:bodyPr>
          <a:lstStyle/>
          <a:p>
            <a:pPr algn="l">
              <a:lnSpc>
                <a:spcPct val="132000"/>
              </a:lnSpc>
            </a:pPr>
            <a:r>
              <a:rPr sz="1200" b="0">
                <a:solidFill>
                  <a:srgbClr val="8FB6D0"/>
                </a:solidFill>
                <a:latin typeface="Segoe UI"/>
              </a:rPr>
              <a:t>Lutjeboer T et al. J Rehabil Med. 2018;50(10):920–6.</a:t>
            </a:r>
          </a:p>
        </p:txBody>
      </p:sp>
      <p:sp>
        <p:nvSpPr>
          <p:cNvPr id="23" name="TextBox 22"/>
          <p:cNvSpPr txBox="1"/>
          <p:nvPr/>
        </p:nvSpPr>
        <p:spPr>
          <a:xfrm>
            <a:off x="6171918" y="2857103"/>
            <a:ext cx="279393" cy="190495"/>
          </a:xfrm>
          <a:prstGeom prst="rect">
            <a:avLst/>
          </a:prstGeom>
          <a:noFill/>
        </p:spPr>
        <p:txBody>
          <a:bodyPr wrap="square" lIns="0" tIns="0" rIns="0" bIns="0" anchor="t">
            <a:spAutoFit/>
          </a:bodyPr>
          <a:lstStyle/>
          <a:p>
            <a:pPr algn="r">
              <a:lnSpc>
                <a:spcPct val="125000"/>
              </a:lnSpc>
            </a:pPr>
            <a:r>
              <a:rPr sz="1200" b="1">
                <a:solidFill>
                  <a:srgbClr val="52BDEC"/>
                </a:solidFill>
                <a:latin typeface="Consolas"/>
              </a:rPr>
              <a:t>20</a:t>
            </a:r>
          </a:p>
        </p:txBody>
      </p:sp>
      <p:sp>
        <p:nvSpPr>
          <p:cNvPr id="24" name="TextBox 23"/>
          <p:cNvSpPr txBox="1"/>
          <p:nvPr/>
        </p:nvSpPr>
        <p:spPr>
          <a:xfrm>
            <a:off x="6502110" y="2857103"/>
            <a:ext cx="5054346" cy="296217"/>
          </a:xfrm>
          <a:prstGeom prst="rect">
            <a:avLst/>
          </a:prstGeom>
          <a:noFill/>
        </p:spPr>
        <p:txBody>
          <a:bodyPr wrap="square" lIns="0" tIns="0" rIns="0" bIns="0" anchor="t">
            <a:spAutoFit/>
          </a:bodyPr>
          <a:lstStyle/>
          <a:p>
            <a:pPr algn="l">
              <a:lnSpc>
                <a:spcPct val="132000"/>
              </a:lnSpc>
            </a:pPr>
            <a:r>
              <a:rPr sz="1200" b="0">
                <a:solidFill>
                  <a:srgbClr val="8FB6D0"/>
                </a:solidFill>
                <a:latin typeface="Segoe UI"/>
              </a:rPr>
              <a:t>Morbach S et al. Diabetes Metab Res Rev. 2016;32(Suppl 1):318–25.</a:t>
            </a:r>
          </a:p>
        </p:txBody>
      </p:sp>
      <p:sp>
        <p:nvSpPr>
          <p:cNvPr id="25" name="TextBox 24"/>
          <p:cNvSpPr txBox="1"/>
          <p:nvPr/>
        </p:nvSpPr>
        <p:spPr>
          <a:xfrm>
            <a:off x="6171918" y="3191420"/>
            <a:ext cx="279393" cy="190495"/>
          </a:xfrm>
          <a:prstGeom prst="rect">
            <a:avLst/>
          </a:prstGeom>
          <a:noFill/>
        </p:spPr>
        <p:txBody>
          <a:bodyPr wrap="square" lIns="0" tIns="0" rIns="0" bIns="0" anchor="t">
            <a:spAutoFit/>
          </a:bodyPr>
          <a:lstStyle/>
          <a:p>
            <a:pPr algn="r">
              <a:lnSpc>
                <a:spcPct val="125000"/>
              </a:lnSpc>
            </a:pPr>
            <a:r>
              <a:rPr sz="1200" b="1">
                <a:solidFill>
                  <a:srgbClr val="52BDEC"/>
                </a:solidFill>
                <a:latin typeface="Consolas"/>
              </a:rPr>
              <a:t>27</a:t>
            </a:r>
          </a:p>
        </p:txBody>
      </p:sp>
      <p:sp>
        <p:nvSpPr>
          <p:cNvPr id="26" name="TextBox 25"/>
          <p:cNvSpPr txBox="1"/>
          <p:nvPr/>
        </p:nvSpPr>
        <p:spPr>
          <a:xfrm>
            <a:off x="6502110" y="3191420"/>
            <a:ext cx="5054346" cy="296217"/>
          </a:xfrm>
          <a:prstGeom prst="rect">
            <a:avLst/>
          </a:prstGeom>
          <a:noFill/>
        </p:spPr>
        <p:txBody>
          <a:bodyPr wrap="square" lIns="0" tIns="0" rIns="0" bIns="0" anchor="t">
            <a:spAutoFit/>
          </a:bodyPr>
          <a:lstStyle/>
          <a:p>
            <a:pPr algn="l">
              <a:lnSpc>
                <a:spcPct val="132000"/>
              </a:lnSpc>
            </a:pPr>
            <a:r>
              <a:rPr sz="1200" b="0">
                <a:solidFill>
                  <a:srgbClr val="8FB6D0"/>
                </a:solidFill>
                <a:latin typeface="Segoe UI"/>
              </a:rPr>
              <a:t>Zwaferink JBJ et al. Sensors. 2024;24(6):1795.</a:t>
            </a:r>
          </a:p>
        </p:txBody>
      </p:sp>
      <p:sp>
        <p:nvSpPr>
          <p:cNvPr id="27" name="TextBox 26"/>
          <p:cNvSpPr txBox="1"/>
          <p:nvPr/>
        </p:nvSpPr>
        <p:spPr>
          <a:xfrm>
            <a:off x="634984" y="6387940"/>
            <a:ext cx="9524761" cy="190495"/>
          </a:xfrm>
          <a:prstGeom prst="rect">
            <a:avLst/>
          </a:prstGeom>
          <a:noFill/>
        </p:spPr>
        <p:txBody>
          <a:bodyPr wrap="square" lIns="0" tIns="0" rIns="0" bIns="0" anchor="t">
            <a:spAutoFit/>
          </a:bodyPr>
          <a:lstStyle/>
          <a:p>
            <a:pPr algn="l">
              <a:lnSpc>
                <a:spcPct val="125000"/>
              </a:lnSpc>
            </a:pPr>
            <a:r>
              <a:rPr sz="1100" b="0">
                <a:solidFill>
                  <a:srgbClr val="8FB6D0"/>
                </a:solidFill>
                <a:latin typeface="Consolas"/>
              </a:rPr>
              <a:t>De nummering volgt die van het protocolmanuscript.</a:t>
            </a:r>
          </a:p>
        </p:txBody>
      </p:sp>
      <p:sp>
        <p:nvSpPr>
          <p:cNvPr id="28" name="TextBox 27"/>
          <p:cNvSpPr txBox="1"/>
          <p:nvPr/>
        </p:nvSpPr>
        <p:spPr>
          <a:xfrm>
            <a:off x="10540736" y="6387940"/>
            <a:ext cx="1015974" cy="186141"/>
          </a:xfrm>
          <a:prstGeom prst="rect">
            <a:avLst/>
          </a:prstGeom>
          <a:noFill/>
        </p:spPr>
        <p:txBody>
          <a:bodyPr wrap="square" lIns="0" tIns="0" rIns="0" bIns="0" anchor="t">
            <a:spAutoFit/>
          </a:bodyPr>
          <a:lstStyle/>
          <a:p>
            <a:pPr algn="r">
              <a:lnSpc>
                <a:spcPct val="125000"/>
              </a:lnSpc>
            </a:pPr>
            <a:r>
              <a:rPr lang="nl-BE" sz="1050" b="0">
                <a:solidFill>
                  <a:srgbClr val="8FB6D0"/>
                </a:solidFill>
                <a:latin typeface="Consolas"/>
              </a:rPr>
              <a:t>31 / 31</a:t>
            </a:r>
            <a:endParaRPr sz="1050" b="0">
              <a:solidFill>
                <a:srgbClr val="8FB6D0"/>
              </a:solidFill>
              <a:latin typeface="Consolas"/>
            </a:endParaRPr>
          </a:p>
        </p:txBody>
      </p:sp>
      <p:pic>
        <p:nvPicPr>
          <p:cNvPr id="29" name="merk" descr="merk.png"/>
          <p:cNvPicPr>
            <a:picLocks noChangeAspect="1"/>
          </p:cNvPicPr>
          <p:nvPr/>
        </p:nvPicPr>
        <p:blipFill>
          <a:blip r:embed="rId3"/>
          <a:stretch>
            <a:fillRect/>
          </a:stretch>
        </p:blipFill>
        <p:spPr>
          <a:xfrm>
            <a:off x="11094166" y="368290"/>
            <a:ext cx="417101" cy="482587"/>
          </a:xfrm>
          <a:prstGeom prst="rect">
            <a:avLst/>
          </a:prstGeom>
        </p:spPr>
      </p:pic>
    </p:spTree>
  </p:cSld>
  <p:clrMapOvr>
    <a:masterClrMapping/>
  </p:clrMapOvr>
  <mc:AlternateContent xmlns:mc="http://schemas.openxmlformats.org/markup-compatibility/2006" xmlns:p14="http://schemas.microsoft.com/office/powerpoint/2010/main">
    <mc:Choice Requires="p14">
      <p:transition spd="slow" p14:dur="900">
        <p:fade/>
      </p:transition>
    </mc:Choice>
    <mc:Fallback xmlns="">
      <p:transition spd="slow">
        <p:fade/>
      </p:transition>
    </mc:Fallback>
  </mc:AlternateContent>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Kantoorthema">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0</TotalTime>
  <Words>4350</Words>
  <Application>Microsoft Office PowerPoint</Application>
  <PresentationFormat>Breedbeeld</PresentationFormat>
  <Paragraphs>502</Paragraphs>
  <Slides>31</Slides>
  <Notes>31</Notes>
  <HiddenSlides>0</HiddenSlides>
  <MMClips>0</MMClips>
  <ScaleCrop>false</ScaleCrop>
  <HeadingPairs>
    <vt:vector size="6" baseType="variant">
      <vt:variant>
        <vt:lpstr>Gebruikte lettertypen</vt:lpstr>
      </vt:variant>
      <vt:variant>
        <vt:i4>5</vt:i4>
      </vt:variant>
      <vt:variant>
        <vt:lpstr>Thema</vt:lpstr>
      </vt:variant>
      <vt:variant>
        <vt:i4>1</vt:i4>
      </vt:variant>
      <vt:variant>
        <vt:lpstr>Diatitels</vt:lpstr>
      </vt:variant>
      <vt:variant>
        <vt:i4>31</vt:i4>
      </vt:variant>
    </vt:vector>
  </HeadingPairs>
  <TitlesOfParts>
    <vt:vector size="37" baseType="lpstr">
      <vt:lpstr>Arial</vt:lpstr>
      <vt:lpstr>Calibri</vt:lpstr>
      <vt:lpstr>Consolas</vt:lpstr>
      <vt:lpstr>Segoe UI</vt:lpstr>
      <vt:lpstr>Segoe UI Light</vt:lpstr>
      <vt:lpstr>Office Theme</vt:lpstr>
      <vt:lpstr>PowerPoint-presentatie</vt:lpstr>
      <vt:lpstr>PowerPoint-presentatie</vt:lpstr>
      <vt:lpstr>PowerPoint-presentatie</vt:lpstr>
      <vt:lpstr>PowerPoint-presentatie</vt:lpstr>
      <vt:lpstr>PowerPoint-presentatie</vt:lpstr>
      <vt:lpstr>PowerPoint-presentatie</vt:lpstr>
      <vt:lpstr>PowerPoint-presentatie</vt:lpstr>
      <vt:lpstr>PowerPoint-presentatie</vt:lpstr>
      <vt:lpstr>PowerPoint-presentatie</vt:lpstr>
      <vt:lpstr>PowerPoint-presentatie</vt:lpstr>
      <vt:lpstr>PowerPoint-presentatie</vt:lpstr>
      <vt:lpstr>PowerPoint-presentatie</vt:lpstr>
      <vt:lpstr>PowerPoint-presentatie</vt:lpstr>
      <vt:lpstr>PowerPoint-presentatie</vt:lpstr>
      <vt:lpstr>PowerPoint-presentatie</vt:lpstr>
      <vt:lpstr>PowerPoint-presentatie</vt:lpstr>
      <vt:lpstr>PowerPoint-presentatie</vt:lpstr>
      <vt:lpstr>PowerPoint-presentatie</vt:lpstr>
      <vt:lpstr>PowerPoint-presentatie</vt:lpstr>
      <vt:lpstr>PowerPoint-presentatie</vt:lpstr>
      <vt:lpstr>PowerPoint-presentatie</vt:lpstr>
      <vt:lpstr>PowerPoint-presentatie</vt:lpstr>
      <vt:lpstr>PowerPoint-presentatie</vt:lpstr>
      <vt:lpstr>PowerPoint-presentatie</vt:lpstr>
      <vt:lpstr>PowerPoint-presentatie</vt:lpstr>
      <vt:lpstr>PowerPoint-presentatie</vt:lpstr>
      <vt:lpstr>PowerPoint-presentatie</vt:lpstr>
      <vt:lpstr>PowerPoint-presentatie</vt:lpstr>
      <vt:lpstr>PowerPoint-presentatie</vt:lpstr>
      <vt:lpstr>PowerPoint-presentatie</vt:lpstr>
      <vt:lpstr>PowerPoint-presentatie</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Janou De Buyser</cp:lastModifiedBy>
  <cp:revision>1</cp:revision>
  <dcterms:created xsi:type="dcterms:W3CDTF">2013-01-27T09:14:16Z</dcterms:created>
  <dcterms:modified xsi:type="dcterms:W3CDTF">2026-10-12T05:48:15Z</dcterms:modified>
  <cp:category/>
</cp:coreProperties>
</file>