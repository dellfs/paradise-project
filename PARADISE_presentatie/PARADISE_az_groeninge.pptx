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3" r:id="rId8"/>
    <p:sldId id="264" r:id="rId9"/>
    <p:sldId id="265" r:id="rId10"/>
    <p:sldId id="266" r:id="rId11"/>
    <p:sldId id="284" r:id="rId12"/>
    <p:sldId id="267" r:id="rId13"/>
    <p:sldId id="268" r:id="rId14"/>
    <p:sldId id="269" r:id="rId15"/>
    <p:sldId id="270" r:id="rId16"/>
    <p:sldId id="271" r:id="rId17"/>
    <p:sldId id="283" r:id="rId18"/>
    <p:sldId id="272" r:id="rId19"/>
    <p:sldId id="285" r:id="rId20"/>
    <p:sldId id="286" r:id="rId21"/>
    <p:sldId id="273" r:id="rId22"/>
    <p:sldId id="274" r:id="rId23"/>
    <p:sldId id="287" r:id="rId24"/>
    <p:sldId id="275" r:id="rId25"/>
    <p:sldId id="276" r:id="rId26"/>
    <p:sldId id="277" r:id="rId27"/>
    <p:sldId id="278" r:id="rId28"/>
    <p:sldId id="288" r:id="rId29"/>
    <p:sldId id="279" r:id="rId30"/>
    <p:sldId id="280" r:id="rId31"/>
    <p:sldId id="281"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A7CD41-D7C2-4234-B82B-7B484FAFF5DB}" v="272" dt="2026-10-11T17:19:12.3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1138" autoAdjust="0"/>
  </p:normalViewPr>
  <p:slideViewPr>
    <p:cSldViewPr snapToGrid="0" snapToObjects="1">
      <p:cViewPr varScale="1">
        <p:scale>
          <a:sx n="67" d="100"/>
          <a:sy n="67" d="100"/>
        </p:scale>
        <p:origin x="1700"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ou De Buyser" userId="9e855837-ff07-4ba4-86ed-57f131032e08" providerId="ADAL" clId="{E6AEFF39-D5DE-49A5-AE36-7B9FC3E010AE}"/>
    <pc:docChg chg="custSel addSld delSld modSld sldOrd">
      <pc:chgData name="Janou De Buyser" userId="9e855837-ff07-4ba4-86ed-57f131032e08" providerId="ADAL" clId="{E6AEFF39-D5DE-49A5-AE36-7B9FC3E010AE}" dt="2026-10-12T05:49:40.928" v="1072"/>
      <pc:docMkLst>
        <pc:docMk/>
      </pc:docMkLst>
      <pc:sldChg chg="modTransition modNotes">
        <pc:chgData name="Janou De Buyser" userId="9e855837-ff07-4ba4-86ed-57f131032e08" providerId="ADAL" clId="{E6AEFF39-D5DE-49A5-AE36-7B9FC3E010AE}" dt="2026-10-11T17:11:52.370" v="922"/>
        <pc:sldMkLst>
          <pc:docMk/>
          <pc:sldMk cId="0" sldId="256"/>
        </pc:sldMkLst>
      </pc:sldChg>
      <pc:sldChg chg="modSp mod modTransition modNotes">
        <pc:chgData name="Janou De Buyser" userId="9e855837-ff07-4ba4-86ed-57f131032e08" providerId="ADAL" clId="{E6AEFF39-D5DE-49A5-AE36-7B9FC3E010AE}" dt="2026-10-12T05:48:13.793" v="1028" actId="20577"/>
        <pc:sldMkLst>
          <pc:docMk/>
          <pc:sldMk cId="0" sldId="257"/>
        </pc:sldMkLst>
        <pc:spChg chg="mod">
          <ac:chgData name="Janou De Buyser" userId="9e855837-ff07-4ba4-86ed-57f131032e08" providerId="ADAL" clId="{E6AEFF39-D5DE-49A5-AE36-7B9FC3E010AE}" dt="2026-10-11T17:11:53.045" v="923" actId="20577"/>
          <ac:spMkLst>
            <pc:docMk/>
            <pc:sldMk cId="0" sldId="257"/>
            <ac:spMk id="177" creationId="{00000000-0000-0000-0000-000000000000}"/>
          </ac:spMkLst>
        </pc:spChg>
        <pc:spChg chg="mod">
          <ac:chgData name="Janou De Buyser" userId="9e855837-ff07-4ba4-86ed-57f131032e08" providerId="ADAL" clId="{E6AEFF39-D5DE-49A5-AE36-7B9FC3E010AE}" dt="2026-10-12T05:48:13.793" v="1028" actId="20577"/>
          <ac:spMkLst>
            <pc:docMk/>
            <pc:sldMk cId="0" sldId="257"/>
            <ac:spMk id="179" creationId="{00000000-0000-0000-0000-000000000000}"/>
          </ac:spMkLst>
        </pc:spChg>
      </pc:sldChg>
      <pc:sldChg chg="modSp mod modTransition modNotes">
        <pc:chgData name="Janou De Buyser" userId="9e855837-ff07-4ba4-86ed-57f131032e08" providerId="ADAL" clId="{E6AEFF39-D5DE-49A5-AE36-7B9FC3E010AE}" dt="2026-10-11T17:11:53.128" v="928"/>
        <pc:sldMkLst>
          <pc:docMk/>
          <pc:sldMk cId="0" sldId="258"/>
        </pc:sldMkLst>
        <pc:spChg chg="mod">
          <ac:chgData name="Janou De Buyser" userId="9e855837-ff07-4ba4-86ed-57f131032e08" providerId="ADAL" clId="{E6AEFF39-D5DE-49A5-AE36-7B9FC3E010AE}" dt="2026-10-11T17:11:53.112" v="926" actId="20577"/>
          <ac:spMkLst>
            <pc:docMk/>
            <pc:sldMk cId="0" sldId="258"/>
            <ac:spMk id="13" creationId="{00000000-0000-0000-0000-000000000000}"/>
          </ac:spMkLst>
        </pc:spChg>
      </pc:sldChg>
      <pc:sldChg chg="modSp mod modTransition modNotes">
        <pc:chgData name="Janou De Buyser" userId="9e855837-ff07-4ba4-86ed-57f131032e08" providerId="ADAL" clId="{E6AEFF39-D5DE-49A5-AE36-7B9FC3E010AE}" dt="2026-10-12T05:48:14.245" v="1029" actId="20577"/>
        <pc:sldMkLst>
          <pc:docMk/>
          <pc:sldMk cId="0" sldId="259"/>
        </pc:sldMkLst>
        <pc:spChg chg="mod">
          <ac:chgData name="Janou De Buyser" userId="9e855837-ff07-4ba4-86ed-57f131032e08" providerId="ADAL" clId="{E6AEFF39-D5DE-49A5-AE36-7B9FC3E010AE}" dt="2026-10-11T17:11:53.207" v="929" actId="20577"/>
          <ac:spMkLst>
            <pc:docMk/>
            <pc:sldMk cId="0" sldId="259"/>
            <ac:spMk id="24" creationId="{00000000-0000-0000-0000-000000000000}"/>
          </ac:spMkLst>
        </pc:spChg>
        <pc:spChg chg="mod">
          <ac:chgData name="Janou De Buyser" userId="9e855837-ff07-4ba4-86ed-57f131032e08" providerId="ADAL" clId="{E6AEFF39-D5DE-49A5-AE36-7B9FC3E010AE}" dt="2026-10-12T05:48:14.245" v="1029" actId="20577"/>
          <ac:spMkLst>
            <pc:docMk/>
            <pc:sldMk cId="0" sldId="259"/>
            <ac:spMk id="26" creationId="{00000000-0000-0000-0000-000000000000}"/>
          </ac:spMkLst>
        </pc:spChg>
      </pc:sldChg>
      <pc:sldChg chg="modSp mod modTransition modNotes">
        <pc:chgData name="Janou De Buyser" userId="9e855837-ff07-4ba4-86ed-57f131032e08" providerId="ADAL" clId="{E6AEFF39-D5DE-49A5-AE36-7B9FC3E010AE}" dt="2026-10-11T17:11:53.259" v="934"/>
        <pc:sldMkLst>
          <pc:docMk/>
          <pc:sldMk cId="0" sldId="260"/>
        </pc:sldMkLst>
        <pc:spChg chg="mod">
          <ac:chgData name="Janou De Buyser" userId="9e855837-ff07-4ba4-86ed-57f131032e08" providerId="ADAL" clId="{E6AEFF39-D5DE-49A5-AE36-7B9FC3E010AE}" dt="2026-10-11T17:11:53.251" v="932" actId="20577"/>
          <ac:spMkLst>
            <pc:docMk/>
            <pc:sldMk cId="0" sldId="260"/>
            <ac:spMk id="9" creationId="{00000000-0000-0000-0000-000000000000}"/>
          </ac:spMkLst>
        </pc:spChg>
      </pc:sldChg>
      <pc:sldChg chg="modSp mod modTransition modNotes">
        <pc:chgData name="Janou De Buyser" userId="9e855837-ff07-4ba4-86ed-57f131032e08" providerId="ADAL" clId="{E6AEFF39-D5DE-49A5-AE36-7B9FC3E010AE}" dt="2026-10-11T17:11:53.309" v="937"/>
        <pc:sldMkLst>
          <pc:docMk/>
          <pc:sldMk cId="0" sldId="261"/>
        </pc:sldMkLst>
        <pc:spChg chg="mod">
          <ac:chgData name="Janou De Buyser" userId="9e855837-ff07-4ba4-86ed-57f131032e08" providerId="ADAL" clId="{E6AEFF39-D5DE-49A5-AE36-7B9FC3E010AE}" dt="2026-10-11T17:11:53.294" v="935" actId="20577"/>
          <ac:spMkLst>
            <pc:docMk/>
            <pc:sldMk cId="0" sldId="261"/>
            <ac:spMk id="17" creationId="{00000000-0000-0000-0000-000000000000}"/>
          </ac:spMkLst>
        </pc:spChg>
      </pc:sldChg>
      <pc:sldChg chg="modTransition modNotes">
        <pc:chgData name="Janou De Buyser" userId="9e855837-ff07-4ba4-86ed-57f131032e08" providerId="ADAL" clId="{E6AEFF39-D5DE-49A5-AE36-7B9FC3E010AE}" dt="2026-10-11T17:11:53.338" v="939"/>
        <pc:sldMkLst>
          <pc:docMk/>
          <pc:sldMk cId="0" sldId="263"/>
        </pc:sldMkLst>
      </pc:sldChg>
      <pc:sldChg chg="modSp mod modTransition modNotes">
        <pc:chgData name="Janou De Buyser" userId="9e855837-ff07-4ba4-86ed-57f131032e08" providerId="ADAL" clId="{E6AEFF39-D5DE-49A5-AE36-7B9FC3E010AE}" dt="2026-10-11T17:11:53.437" v="942"/>
        <pc:sldMkLst>
          <pc:docMk/>
          <pc:sldMk cId="0" sldId="264"/>
        </pc:sldMkLst>
        <pc:spChg chg="mod">
          <ac:chgData name="Janou De Buyser" userId="9e855837-ff07-4ba4-86ed-57f131032e08" providerId="ADAL" clId="{E6AEFF39-D5DE-49A5-AE36-7B9FC3E010AE}" dt="2026-10-11T17:11:53.425" v="940" actId="20577"/>
          <ac:spMkLst>
            <pc:docMk/>
            <pc:sldMk cId="0" sldId="264"/>
            <ac:spMk id="30" creationId="{00000000-0000-0000-0000-000000000000}"/>
          </ac:spMkLst>
        </pc:spChg>
      </pc:sldChg>
      <pc:sldChg chg="modSp mod modTransition modNotes">
        <pc:chgData name="Janou De Buyser" userId="9e855837-ff07-4ba4-86ed-57f131032e08" providerId="ADAL" clId="{E6AEFF39-D5DE-49A5-AE36-7B9FC3E010AE}" dt="2026-10-11T17:11:53.515" v="945"/>
        <pc:sldMkLst>
          <pc:docMk/>
          <pc:sldMk cId="0" sldId="265"/>
        </pc:sldMkLst>
        <pc:spChg chg="mod">
          <ac:chgData name="Janou De Buyser" userId="9e855837-ff07-4ba4-86ed-57f131032e08" providerId="ADAL" clId="{E6AEFF39-D5DE-49A5-AE36-7B9FC3E010AE}" dt="2026-10-11T17:11:53.503" v="943" actId="20577"/>
          <ac:spMkLst>
            <pc:docMk/>
            <pc:sldMk cId="0" sldId="265"/>
            <ac:spMk id="23" creationId="{00000000-0000-0000-0000-000000000000}"/>
          </ac:spMkLst>
        </pc:spChg>
      </pc:sldChg>
      <pc:sldChg chg="modSp mod modTransition modNotes">
        <pc:chgData name="Janou De Buyser" userId="9e855837-ff07-4ba4-86ed-57f131032e08" providerId="ADAL" clId="{E6AEFF39-D5DE-49A5-AE36-7B9FC3E010AE}" dt="2026-10-11T17:11:53.575" v="948"/>
        <pc:sldMkLst>
          <pc:docMk/>
          <pc:sldMk cId="0" sldId="266"/>
        </pc:sldMkLst>
        <pc:spChg chg="mod">
          <ac:chgData name="Janou De Buyser" userId="9e855837-ff07-4ba4-86ed-57f131032e08" providerId="ADAL" clId="{E6AEFF39-D5DE-49A5-AE36-7B9FC3E010AE}" dt="2026-10-11T17:11:53.564" v="946" actId="20577"/>
          <ac:spMkLst>
            <pc:docMk/>
            <pc:sldMk cId="0" sldId="266"/>
            <ac:spMk id="17" creationId="{00000000-0000-0000-0000-000000000000}"/>
          </ac:spMkLst>
        </pc:spChg>
      </pc:sldChg>
      <pc:sldChg chg="modSp mod modTransition modNotes">
        <pc:chgData name="Janou De Buyser" userId="9e855837-ff07-4ba4-86ed-57f131032e08" providerId="ADAL" clId="{E6AEFF39-D5DE-49A5-AE36-7B9FC3E010AE}" dt="2026-10-11T17:11:53.729" v="954"/>
        <pc:sldMkLst>
          <pc:docMk/>
          <pc:sldMk cId="0" sldId="267"/>
        </pc:sldMkLst>
        <pc:spChg chg="mod">
          <ac:chgData name="Janou De Buyser" userId="9e855837-ff07-4ba4-86ed-57f131032e08" providerId="ADAL" clId="{E6AEFF39-D5DE-49A5-AE36-7B9FC3E010AE}" dt="2026-10-11T17:11:53.724" v="952" actId="20577"/>
          <ac:spMkLst>
            <pc:docMk/>
            <pc:sldMk cId="0" sldId="267"/>
            <ac:spMk id="9" creationId="{00000000-0000-0000-0000-000000000000}"/>
          </ac:spMkLst>
        </pc:spChg>
      </pc:sldChg>
      <pc:sldChg chg="modSp mod modTransition modNotes">
        <pc:chgData name="Janou De Buyser" userId="9e855837-ff07-4ba4-86ed-57f131032e08" providerId="ADAL" clId="{E6AEFF39-D5DE-49A5-AE36-7B9FC3E010AE}" dt="2026-10-11T17:11:55.330" v="957"/>
        <pc:sldMkLst>
          <pc:docMk/>
          <pc:sldMk cId="0" sldId="268"/>
        </pc:sldMkLst>
        <pc:spChg chg="mod">
          <ac:chgData name="Janou De Buyser" userId="9e855837-ff07-4ba4-86ed-57f131032e08" providerId="ADAL" clId="{E6AEFF39-D5DE-49A5-AE36-7B9FC3E010AE}" dt="2026-10-11T17:11:55.294" v="955" actId="20577"/>
          <ac:spMkLst>
            <pc:docMk/>
            <pc:sldMk cId="0" sldId="268"/>
            <ac:spMk id="400" creationId="{00000000-0000-0000-0000-000000000000}"/>
          </ac:spMkLst>
        </pc:spChg>
      </pc:sldChg>
      <pc:sldChg chg="modSp mod modTransition modNotes">
        <pc:chgData name="Janou De Buyser" userId="9e855837-ff07-4ba4-86ed-57f131032e08" providerId="ADAL" clId="{E6AEFF39-D5DE-49A5-AE36-7B9FC3E010AE}" dt="2026-10-11T17:11:56.931" v="960"/>
        <pc:sldMkLst>
          <pc:docMk/>
          <pc:sldMk cId="0" sldId="269"/>
        </pc:sldMkLst>
        <pc:spChg chg="mod">
          <ac:chgData name="Janou De Buyser" userId="9e855837-ff07-4ba4-86ed-57f131032e08" providerId="ADAL" clId="{E6AEFF39-D5DE-49A5-AE36-7B9FC3E010AE}" dt="2026-10-11T17:11:56.908" v="958" actId="20577"/>
          <ac:spMkLst>
            <pc:docMk/>
            <pc:sldMk cId="0" sldId="269"/>
            <ac:spMk id="400" creationId="{00000000-0000-0000-0000-000000000000}"/>
          </ac:spMkLst>
        </pc:spChg>
      </pc:sldChg>
      <pc:sldChg chg="modTransition modNotes">
        <pc:chgData name="Janou De Buyser" userId="9e855837-ff07-4ba4-86ed-57f131032e08" providerId="ADAL" clId="{E6AEFF39-D5DE-49A5-AE36-7B9FC3E010AE}" dt="2026-10-11T17:11:56.970" v="962"/>
        <pc:sldMkLst>
          <pc:docMk/>
          <pc:sldMk cId="0" sldId="270"/>
        </pc:sldMkLst>
      </pc:sldChg>
      <pc:sldChg chg="modSp mod modTransition modNotes">
        <pc:chgData name="Janou De Buyser" userId="9e855837-ff07-4ba4-86ed-57f131032e08" providerId="ADAL" clId="{E6AEFF39-D5DE-49A5-AE36-7B9FC3E010AE}" dt="2026-10-11T17:11:57.037" v="965"/>
        <pc:sldMkLst>
          <pc:docMk/>
          <pc:sldMk cId="0" sldId="271"/>
        </pc:sldMkLst>
        <pc:spChg chg="mod">
          <ac:chgData name="Janou De Buyser" userId="9e855837-ff07-4ba4-86ed-57f131032e08" providerId="ADAL" clId="{E6AEFF39-D5DE-49A5-AE36-7B9FC3E010AE}" dt="2026-10-11T17:11:57.024" v="963" actId="20577"/>
          <ac:spMkLst>
            <pc:docMk/>
            <pc:sldMk cId="0" sldId="271"/>
            <ac:spMk id="9" creationId="{00000000-0000-0000-0000-000000000000}"/>
          </ac:spMkLst>
        </pc:spChg>
      </pc:sldChg>
      <pc:sldChg chg="modSp mod modTransition modNotes">
        <pc:chgData name="Janou De Buyser" userId="9e855837-ff07-4ba4-86ed-57f131032e08" providerId="ADAL" clId="{E6AEFF39-D5DE-49A5-AE36-7B9FC3E010AE}" dt="2026-10-11T17:11:57.717" v="971"/>
        <pc:sldMkLst>
          <pc:docMk/>
          <pc:sldMk cId="0" sldId="272"/>
        </pc:sldMkLst>
        <pc:spChg chg="mod">
          <ac:chgData name="Janou De Buyser" userId="9e855837-ff07-4ba4-86ed-57f131032e08" providerId="ADAL" clId="{E6AEFF39-D5DE-49A5-AE36-7B9FC3E010AE}" dt="2026-10-11T17:11:57.700" v="969" actId="20577"/>
          <ac:spMkLst>
            <pc:docMk/>
            <pc:sldMk cId="0" sldId="272"/>
            <ac:spMk id="46" creationId="{00000000-0000-0000-0000-000000000000}"/>
          </ac:spMkLst>
        </pc:spChg>
      </pc:sldChg>
      <pc:sldChg chg="modSp mod modTransition modNotes">
        <pc:chgData name="Janou De Buyser" userId="9e855837-ff07-4ba4-86ed-57f131032e08" providerId="ADAL" clId="{E6AEFF39-D5DE-49A5-AE36-7B9FC3E010AE}" dt="2026-10-11T17:11:58.859" v="980"/>
        <pc:sldMkLst>
          <pc:docMk/>
          <pc:sldMk cId="0" sldId="273"/>
        </pc:sldMkLst>
        <pc:spChg chg="mod">
          <ac:chgData name="Janou De Buyser" userId="9e855837-ff07-4ba4-86ed-57f131032e08" providerId="ADAL" clId="{E6AEFF39-D5DE-49A5-AE36-7B9FC3E010AE}" dt="2026-10-11T17:11:58.848" v="978" actId="20577"/>
          <ac:spMkLst>
            <pc:docMk/>
            <pc:sldMk cId="0" sldId="273"/>
            <ac:spMk id="28" creationId="{00000000-0000-0000-0000-000000000000}"/>
          </ac:spMkLst>
        </pc:spChg>
      </pc:sldChg>
      <pc:sldChg chg="modSp mod modTransition modNotes">
        <pc:chgData name="Janou De Buyser" userId="9e855837-ff07-4ba4-86ed-57f131032e08" providerId="ADAL" clId="{E6AEFF39-D5DE-49A5-AE36-7B9FC3E010AE}" dt="2026-10-12T05:48:14.576" v="1030" actId="20577"/>
        <pc:sldMkLst>
          <pc:docMk/>
          <pc:sldMk cId="0" sldId="274"/>
        </pc:sldMkLst>
        <pc:spChg chg="mod">
          <ac:chgData name="Janou De Buyser" userId="9e855837-ff07-4ba4-86ed-57f131032e08" providerId="ADAL" clId="{E6AEFF39-D5DE-49A5-AE36-7B9FC3E010AE}" dt="2026-10-11T17:11:58.892" v="981" actId="20577"/>
          <ac:spMkLst>
            <pc:docMk/>
            <pc:sldMk cId="0" sldId="274"/>
            <ac:spMk id="10" creationId="{00000000-0000-0000-0000-000000000000}"/>
          </ac:spMkLst>
        </pc:spChg>
        <pc:spChg chg="mod">
          <ac:chgData name="Janou De Buyser" userId="9e855837-ff07-4ba4-86ed-57f131032e08" providerId="ADAL" clId="{E6AEFF39-D5DE-49A5-AE36-7B9FC3E010AE}" dt="2026-10-12T05:48:14.576" v="1030" actId="20577"/>
          <ac:spMkLst>
            <pc:docMk/>
            <pc:sldMk cId="0" sldId="274"/>
            <ac:spMk id="12" creationId="{00000000-0000-0000-0000-000000000000}"/>
          </ac:spMkLst>
        </pc:spChg>
      </pc:sldChg>
      <pc:sldChg chg="modSp mod modTransition modNotes">
        <pc:chgData name="Janou De Buyser" userId="9e855837-ff07-4ba4-86ed-57f131032e08" providerId="ADAL" clId="{E6AEFF39-D5DE-49A5-AE36-7B9FC3E010AE}" dt="2026-10-11T17:11:59.126" v="989"/>
        <pc:sldMkLst>
          <pc:docMk/>
          <pc:sldMk cId="0" sldId="275"/>
        </pc:sldMkLst>
        <pc:spChg chg="mod">
          <ac:chgData name="Janou De Buyser" userId="9e855837-ff07-4ba4-86ed-57f131032e08" providerId="ADAL" clId="{E6AEFF39-D5DE-49A5-AE36-7B9FC3E010AE}" dt="2026-10-11T17:11:59.107" v="987" actId="20577"/>
          <ac:spMkLst>
            <pc:docMk/>
            <pc:sldMk cId="0" sldId="275"/>
            <ac:spMk id="36" creationId="{00000000-0000-0000-0000-000000000000}"/>
          </ac:spMkLst>
        </pc:spChg>
      </pc:sldChg>
      <pc:sldChg chg="modSp mod modTransition modNotes">
        <pc:chgData name="Janou De Buyser" userId="9e855837-ff07-4ba4-86ed-57f131032e08" providerId="ADAL" clId="{E6AEFF39-D5DE-49A5-AE36-7B9FC3E010AE}" dt="2026-10-11T17:11:59.277" v="992"/>
        <pc:sldMkLst>
          <pc:docMk/>
          <pc:sldMk cId="0" sldId="276"/>
        </pc:sldMkLst>
        <pc:spChg chg="mod">
          <ac:chgData name="Janou De Buyser" userId="9e855837-ff07-4ba4-86ed-57f131032e08" providerId="ADAL" clId="{E6AEFF39-D5DE-49A5-AE36-7B9FC3E010AE}" dt="2026-10-11T17:11:59.260" v="990" actId="20577"/>
          <ac:spMkLst>
            <pc:docMk/>
            <pc:sldMk cId="0" sldId="276"/>
            <ac:spMk id="22" creationId="{00000000-0000-0000-0000-000000000000}"/>
          </ac:spMkLst>
        </pc:spChg>
      </pc:sldChg>
      <pc:sldChg chg="modSp mod modTransition modNotes">
        <pc:chgData name="Janou De Buyser" userId="9e855837-ff07-4ba4-86ed-57f131032e08" providerId="ADAL" clId="{E6AEFF39-D5DE-49A5-AE36-7B9FC3E010AE}" dt="2026-10-11T17:11:59.450" v="995"/>
        <pc:sldMkLst>
          <pc:docMk/>
          <pc:sldMk cId="0" sldId="277"/>
        </pc:sldMkLst>
        <pc:spChg chg="mod">
          <ac:chgData name="Janou De Buyser" userId="9e855837-ff07-4ba4-86ed-57f131032e08" providerId="ADAL" clId="{E6AEFF39-D5DE-49A5-AE36-7B9FC3E010AE}" dt="2026-10-11T17:11:59.428" v="993" actId="20577"/>
          <ac:spMkLst>
            <pc:docMk/>
            <pc:sldMk cId="0" sldId="277"/>
            <ac:spMk id="23" creationId="{00000000-0000-0000-0000-000000000000}"/>
          </ac:spMkLst>
        </pc:spChg>
      </pc:sldChg>
      <pc:sldChg chg="modSp mod modTransition modNotes">
        <pc:chgData name="Janou De Buyser" userId="9e855837-ff07-4ba4-86ed-57f131032e08" providerId="ADAL" clId="{E6AEFF39-D5DE-49A5-AE36-7B9FC3E010AE}" dt="2026-10-11T17:11:59.596" v="998"/>
        <pc:sldMkLst>
          <pc:docMk/>
          <pc:sldMk cId="0" sldId="278"/>
        </pc:sldMkLst>
        <pc:spChg chg="mod">
          <ac:chgData name="Janou De Buyser" userId="9e855837-ff07-4ba4-86ed-57f131032e08" providerId="ADAL" clId="{E6AEFF39-D5DE-49A5-AE36-7B9FC3E010AE}" dt="2026-10-11T17:11:59.579" v="996" actId="20577"/>
          <ac:spMkLst>
            <pc:docMk/>
            <pc:sldMk cId="0" sldId="278"/>
            <ac:spMk id="31" creationId="{00000000-0000-0000-0000-000000000000}"/>
          </ac:spMkLst>
        </pc:spChg>
      </pc:sldChg>
      <pc:sldChg chg="modSp mod modTransition modNotes">
        <pc:chgData name="Janou De Buyser" userId="9e855837-ff07-4ba4-86ed-57f131032e08" providerId="ADAL" clId="{E6AEFF39-D5DE-49A5-AE36-7B9FC3E010AE}" dt="2026-10-11T17:11:59.857" v="1004"/>
        <pc:sldMkLst>
          <pc:docMk/>
          <pc:sldMk cId="0" sldId="279"/>
        </pc:sldMkLst>
        <pc:spChg chg="mod">
          <ac:chgData name="Janou De Buyser" userId="9e855837-ff07-4ba4-86ed-57f131032e08" providerId="ADAL" clId="{E6AEFF39-D5DE-49A5-AE36-7B9FC3E010AE}" dt="2026-10-11T17:11:59.841" v="1002" actId="20577"/>
          <ac:spMkLst>
            <pc:docMk/>
            <pc:sldMk cId="0" sldId="279"/>
            <ac:spMk id="23" creationId="{00000000-0000-0000-0000-000000000000}"/>
          </ac:spMkLst>
        </pc:spChg>
      </pc:sldChg>
      <pc:sldChg chg="modSp mod modTransition modNotes">
        <pc:chgData name="Janou De Buyser" userId="9e855837-ff07-4ba4-86ed-57f131032e08" providerId="ADAL" clId="{E6AEFF39-D5DE-49A5-AE36-7B9FC3E010AE}" dt="2026-10-11T17:11:59.975" v="1007"/>
        <pc:sldMkLst>
          <pc:docMk/>
          <pc:sldMk cId="0" sldId="280"/>
        </pc:sldMkLst>
        <pc:spChg chg="mod">
          <ac:chgData name="Janou De Buyser" userId="9e855837-ff07-4ba4-86ed-57f131032e08" providerId="ADAL" clId="{E6AEFF39-D5DE-49A5-AE36-7B9FC3E010AE}" dt="2026-10-11T17:11:59.961" v="1005" actId="20577"/>
          <ac:spMkLst>
            <pc:docMk/>
            <pc:sldMk cId="0" sldId="280"/>
            <ac:spMk id="21" creationId="{00000000-0000-0000-0000-000000000000}"/>
          </ac:spMkLst>
        </pc:spChg>
      </pc:sldChg>
      <pc:sldChg chg="delSp modSp mod modTransition modNotes">
        <pc:chgData name="Janou De Buyser" userId="9e855837-ff07-4ba4-86ed-57f131032e08" providerId="ADAL" clId="{E6AEFF39-D5DE-49A5-AE36-7B9FC3E010AE}" dt="2026-10-12T05:49:40.928" v="1072"/>
        <pc:sldMkLst>
          <pc:docMk/>
          <pc:sldMk cId="0" sldId="281"/>
        </pc:sldMkLst>
        <pc:spChg chg="del">
          <ac:chgData name="Janou De Buyser" userId="9e855837-ff07-4ba4-86ed-57f131032e08" providerId="ADAL" clId="{E6AEFF39-D5DE-49A5-AE36-7B9FC3E010AE}" dt="2026-10-12T05:49:40.853" v="1046"/>
          <ac:spMkLst>
            <pc:docMk/>
            <pc:sldMk cId="0" sldId="281"/>
            <ac:spMk id="7" creationId="{00000000-0000-0000-0000-000000000000}"/>
          </ac:spMkLst>
        </pc:spChg>
        <pc:spChg chg="del">
          <ac:chgData name="Janou De Buyser" userId="9e855837-ff07-4ba4-86ed-57f131032e08" providerId="ADAL" clId="{E6AEFF39-D5DE-49A5-AE36-7B9FC3E010AE}" dt="2026-10-12T05:49:40.855" v="1048"/>
          <ac:spMkLst>
            <pc:docMk/>
            <pc:sldMk cId="0" sldId="281"/>
            <ac:spMk id="8" creationId="{00000000-0000-0000-0000-000000000000}"/>
          </ac:spMkLst>
        </pc:spChg>
        <pc:spChg chg="mod">
          <ac:chgData name="Janou De Buyser" userId="9e855837-ff07-4ba4-86ed-57f131032e08" providerId="ADAL" clId="{E6AEFF39-D5DE-49A5-AE36-7B9FC3E010AE}" dt="2026-10-12T05:49:40.872" v="1050"/>
          <ac:spMkLst>
            <pc:docMk/>
            <pc:sldMk cId="0" sldId="281"/>
            <ac:spMk id="9" creationId="{00000000-0000-0000-0000-000000000000}"/>
          </ac:spMkLst>
        </pc:spChg>
        <pc:spChg chg="mod">
          <ac:chgData name="Janou De Buyser" userId="9e855837-ff07-4ba4-86ed-57f131032e08" providerId="ADAL" clId="{E6AEFF39-D5DE-49A5-AE36-7B9FC3E010AE}" dt="2026-10-12T05:49:40.876" v="1052"/>
          <ac:spMkLst>
            <pc:docMk/>
            <pc:sldMk cId="0" sldId="281"/>
            <ac:spMk id="10" creationId="{00000000-0000-0000-0000-000000000000}"/>
          </ac:spMkLst>
        </pc:spChg>
        <pc:spChg chg="mod">
          <ac:chgData name="Janou De Buyser" userId="9e855837-ff07-4ba4-86ed-57f131032e08" providerId="ADAL" clId="{E6AEFF39-D5DE-49A5-AE36-7B9FC3E010AE}" dt="2026-10-12T05:49:40.878" v="1054"/>
          <ac:spMkLst>
            <pc:docMk/>
            <pc:sldMk cId="0" sldId="281"/>
            <ac:spMk id="11" creationId="{00000000-0000-0000-0000-000000000000}"/>
          </ac:spMkLst>
        </pc:spChg>
        <pc:spChg chg="mod">
          <ac:chgData name="Janou De Buyser" userId="9e855837-ff07-4ba4-86ed-57f131032e08" providerId="ADAL" clId="{E6AEFF39-D5DE-49A5-AE36-7B9FC3E010AE}" dt="2026-10-12T05:49:40.884" v="1056"/>
          <ac:spMkLst>
            <pc:docMk/>
            <pc:sldMk cId="0" sldId="281"/>
            <ac:spMk id="12" creationId="{00000000-0000-0000-0000-000000000000}"/>
          </ac:spMkLst>
        </pc:spChg>
        <pc:spChg chg="mod">
          <ac:chgData name="Janou De Buyser" userId="9e855837-ff07-4ba4-86ed-57f131032e08" providerId="ADAL" clId="{E6AEFF39-D5DE-49A5-AE36-7B9FC3E010AE}" dt="2026-10-12T05:49:40.887" v="1058"/>
          <ac:spMkLst>
            <pc:docMk/>
            <pc:sldMk cId="0" sldId="281"/>
            <ac:spMk id="13" creationId="{00000000-0000-0000-0000-000000000000}"/>
          </ac:spMkLst>
        </pc:spChg>
        <pc:spChg chg="mod">
          <ac:chgData name="Janou De Buyser" userId="9e855837-ff07-4ba4-86ed-57f131032e08" providerId="ADAL" clId="{E6AEFF39-D5DE-49A5-AE36-7B9FC3E010AE}" dt="2026-10-12T05:49:40.891" v="1060"/>
          <ac:spMkLst>
            <pc:docMk/>
            <pc:sldMk cId="0" sldId="281"/>
            <ac:spMk id="14" creationId="{00000000-0000-0000-0000-000000000000}"/>
          </ac:spMkLst>
        </pc:spChg>
        <pc:spChg chg="mod">
          <ac:chgData name="Janou De Buyser" userId="9e855837-ff07-4ba4-86ed-57f131032e08" providerId="ADAL" clId="{E6AEFF39-D5DE-49A5-AE36-7B9FC3E010AE}" dt="2026-10-12T05:49:40.893" v="1062"/>
          <ac:spMkLst>
            <pc:docMk/>
            <pc:sldMk cId="0" sldId="281"/>
            <ac:spMk id="15" creationId="{00000000-0000-0000-0000-000000000000}"/>
          </ac:spMkLst>
        </pc:spChg>
        <pc:spChg chg="mod">
          <ac:chgData name="Janou De Buyser" userId="9e855837-ff07-4ba4-86ed-57f131032e08" providerId="ADAL" clId="{E6AEFF39-D5DE-49A5-AE36-7B9FC3E010AE}" dt="2026-10-12T05:49:40.897" v="1064"/>
          <ac:spMkLst>
            <pc:docMk/>
            <pc:sldMk cId="0" sldId="281"/>
            <ac:spMk id="16" creationId="{00000000-0000-0000-0000-000000000000}"/>
          </ac:spMkLst>
        </pc:spChg>
        <pc:spChg chg="del">
          <ac:chgData name="Janou De Buyser" userId="9e855837-ff07-4ba4-86ed-57f131032e08" providerId="ADAL" clId="{E6AEFF39-D5DE-49A5-AE36-7B9FC3E010AE}" dt="2026-10-12T05:49:40.921" v="1066"/>
          <ac:spMkLst>
            <pc:docMk/>
            <pc:sldMk cId="0" sldId="281"/>
            <ac:spMk id="23" creationId="{00000000-0000-0000-0000-000000000000}"/>
          </ac:spMkLst>
        </pc:spChg>
        <pc:spChg chg="del">
          <ac:chgData name="Janou De Buyser" userId="9e855837-ff07-4ba4-86ed-57f131032e08" providerId="ADAL" clId="{E6AEFF39-D5DE-49A5-AE36-7B9FC3E010AE}" dt="2026-10-12T05:49:40.923" v="1068"/>
          <ac:spMkLst>
            <pc:docMk/>
            <pc:sldMk cId="0" sldId="281"/>
            <ac:spMk id="24" creationId="{00000000-0000-0000-0000-000000000000}"/>
          </ac:spMkLst>
        </pc:spChg>
        <pc:spChg chg="mod">
          <ac:chgData name="Janou De Buyser" userId="9e855837-ff07-4ba4-86ed-57f131032e08" providerId="ADAL" clId="{E6AEFF39-D5DE-49A5-AE36-7B9FC3E010AE}" dt="2026-10-12T05:49:40.924" v="1070"/>
          <ac:spMkLst>
            <pc:docMk/>
            <pc:sldMk cId="0" sldId="281"/>
            <ac:spMk id="25" creationId="{00000000-0000-0000-0000-000000000000}"/>
          </ac:spMkLst>
        </pc:spChg>
        <pc:spChg chg="mod">
          <ac:chgData name="Janou De Buyser" userId="9e855837-ff07-4ba4-86ed-57f131032e08" providerId="ADAL" clId="{E6AEFF39-D5DE-49A5-AE36-7B9FC3E010AE}" dt="2026-10-12T05:49:40.928" v="1072"/>
          <ac:spMkLst>
            <pc:docMk/>
            <pc:sldMk cId="0" sldId="281"/>
            <ac:spMk id="26" creationId="{00000000-0000-0000-0000-000000000000}"/>
          </ac:spMkLst>
        </pc:spChg>
        <pc:spChg chg="mod">
          <ac:chgData name="Janou De Buyser" userId="9e855837-ff07-4ba4-86ed-57f131032e08" providerId="ADAL" clId="{E6AEFF39-D5DE-49A5-AE36-7B9FC3E010AE}" dt="2026-10-11T17:12:00.215" v="1008" actId="20577"/>
          <ac:spMkLst>
            <pc:docMk/>
            <pc:sldMk cId="0" sldId="281"/>
            <ac:spMk id="28" creationId="{00000000-0000-0000-0000-000000000000}"/>
          </ac:spMkLst>
        </pc:spChg>
      </pc:sldChg>
      <pc:sldChg chg="del">
        <pc:chgData name="Janou De Buyser" userId="9e855837-ff07-4ba4-86ed-57f131032e08" providerId="ADAL" clId="{E6AEFF39-D5DE-49A5-AE36-7B9FC3E010AE}" dt="2026-10-11T17:11:48.630" v="0" actId="2696"/>
        <pc:sldMkLst>
          <pc:docMk/>
          <pc:sldMk cId="2407600021" sldId="282"/>
        </pc:sldMkLst>
      </pc:sldChg>
      <pc:sldChg chg="addSp delSp modSp mod modTransition modNotes">
        <pc:chgData name="Janou De Buyser" userId="9e855837-ff07-4ba4-86ed-57f131032e08" providerId="ADAL" clId="{E6AEFF39-D5DE-49A5-AE36-7B9FC3E010AE}" dt="2026-10-11T17:11:57.318" v="968"/>
        <pc:sldMkLst>
          <pc:docMk/>
          <pc:sldMk cId="1621244454" sldId="283"/>
        </pc:sldMkLst>
        <pc:spChg chg="del">
          <ac:chgData name="Janou De Buyser" userId="9e855837-ff07-4ba4-86ed-57f131032e08" providerId="ADAL" clId="{E6AEFF39-D5DE-49A5-AE36-7B9FC3E010AE}" dt="2026-10-11T17:11:49.843" v="383"/>
          <ac:spMkLst>
            <pc:docMk/>
            <pc:sldMk cId="1621244454" sldId="283"/>
            <ac:spMk id="5" creationId="{00000000-0000-0000-0000-000000000000}"/>
          </ac:spMkLst>
        </pc:spChg>
        <pc:spChg chg="del">
          <ac:chgData name="Janou De Buyser" userId="9e855837-ff07-4ba4-86ed-57f131032e08" providerId="ADAL" clId="{E6AEFF39-D5DE-49A5-AE36-7B9FC3E010AE}" dt="2026-10-11T17:11:49.847" v="385"/>
          <ac:spMkLst>
            <pc:docMk/>
            <pc:sldMk cId="1621244454" sldId="283"/>
            <ac:spMk id="6" creationId="{00000000-0000-0000-0000-000000000000}"/>
          </ac:spMkLst>
        </pc:spChg>
        <pc:spChg chg="del">
          <ac:chgData name="Janou De Buyser" userId="9e855837-ff07-4ba4-86ed-57f131032e08" providerId="ADAL" clId="{E6AEFF39-D5DE-49A5-AE36-7B9FC3E010AE}" dt="2026-10-11T17:11:49.850" v="387"/>
          <ac:spMkLst>
            <pc:docMk/>
            <pc:sldMk cId="1621244454" sldId="283"/>
            <ac:spMk id="7" creationId="{00000000-0000-0000-0000-000000000000}"/>
          </ac:spMkLst>
        </pc:spChg>
        <pc:spChg chg="del">
          <ac:chgData name="Janou De Buyser" userId="9e855837-ff07-4ba4-86ed-57f131032e08" providerId="ADAL" clId="{E6AEFF39-D5DE-49A5-AE36-7B9FC3E010AE}" dt="2026-10-11T17:11:49.854" v="389"/>
          <ac:spMkLst>
            <pc:docMk/>
            <pc:sldMk cId="1621244454" sldId="283"/>
            <ac:spMk id="8" creationId="{00000000-0000-0000-0000-000000000000}"/>
          </ac:spMkLst>
        </pc:spChg>
        <pc:spChg chg="del">
          <ac:chgData name="Janou De Buyser" userId="9e855837-ff07-4ba4-86ed-57f131032e08" providerId="ADAL" clId="{E6AEFF39-D5DE-49A5-AE36-7B9FC3E010AE}" dt="2026-10-11T17:11:49.857" v="391"/>
          <ac:spMkLst>
            <pc:docMk/>
            <pc:sldMk cId="1621244454" sldId="283"/>
            <ac:spMk id="9" creationId="{00000000-0000-0000-0000-000000000000}"/>
          </ac:spMkLst>
        </pc:spChg>
        <pc:spChg chg="del">
          <ac:chgData name="Janou De Buyser" userId="9e855837-ff07-4ba4-86ed-57f131032e08" providerId="ADAL" clId="{E6AEFF39-D5DE-49A5-AE36-7B9FC3E010AE}" dt="2026-10-11T17:11:49.839" v="381"/>
          <ac:spMkLst>
            <pc:docMk/>
            <pc:sldMk cId="1621244454" sldId="283"/>
            <ac:spMk id="10" creationId="{00000000-0000-0000-0000-000000000000}"/>
          </ac:spMkLst>
        </pc:spChg>
        <pc:spChg chg="add mod">
          <ac:chgData name="Janou De Buyser" userId="9e855837-ff07-4ba4-86ed-57f131032e08" providerId="ADAL" clId="{E6AEFF39-D5DE-49A5-AE36-7B9FC3E010AE}" dt="2026-10-11T17:11:49.988" v="404" actId="948"/>
          <ac:spMkLst>
            <pc:docMk/>
            <pc:sldMk cId="1621244454" sldId="283"/>
            <ac:spMk id="11" creationId="{4F60413A-8DDE-78AD-DDED-C8593D93507A}"/>
          </ac:spMkLst>
        </pc:spChg>
        <pc:spChg chg="mod">
          <ac:chgData name="Janou De Buyser" userId="9e855837-ff07-4ba4-86ed-57f131032e08" providerId="ADAL" clId="{E6AEFF39-D5DE-49A5-AE36-7B9FC3E010AE}" dt="2026-10-11T17:11:57.076" v="966" actId="20577"/>
          <ac:spMkLst>
            <pc:docMk/>
            <pc:sldMk cId="1621244454" sldId="283"/>
            <ac:spMk id="13" creationId="{00000000-0000-0000-0000-000000000000}"/>
          </ac:spMkLst>
        </pc:spChg>
        <pc:spChg chg="add mod">
          <ac:chgData name="Janou De Buyser" userId="9e855837-ff07-4ba4-86ed-57f131032e08" providerId="ADAL" clId="{E6AEFF39-D5DE-49A5-AE36-7B9FC3E010AE}" dt="2026-10-11T17:11:50.065" v="417" actId="948"/>
          <ac:spMkLst>
            <pc:docMk/>
            <pc:sldMk cId="1621244454" sldId="283"/>
            <ac:spMk id="15" creationId="{192E5F21-7901-98DF-6886-49D5C7EA09B5}"/>
          </ac:spMkLst>
        </pc:spChg>
        <pc:spChg chg="add mod">
          <ac:chgData name="Janou De Buyser" userId="9e855837-ff07-4ba4-86ed-57f131032e08" providerId="ADAL" clId="{E6AEFF39-D5DE-49A5-AE36-7B9FC3E010AE}" dt="2026-10-11T17:11:50.101" v="430" actId="948"/>
          <ac:spMkLst>
            <pc:docMk/>
            <pc:sldMk cId="1621244454" sldId="283"/>
            <ac:spMk id="16" creationId="{72752334-525F-8234-C8ED-C16BDE8B427C}"/>
          </ac:spMkLst>
        </pc:spChg>
        <pc:spChg chg="add mod">
          <ac:chgData name="Janou De Buyser" userId="9e855837-ff07-4ba4-86ed-57f131032e08" providerId="ADAL" clId="{E6AEFF39-D5DE-49A5-AE36-7B9FC3E010AE}" dt="2026-10-11T17:11:50.133" v="443" actId="948"/>
          <ac:spMkLst>
            <pc:docMk/>
            <pc:sldMk cId="1621244454" sldId="283"/>
            <ac:spMk id="17" creationId="{60AF1900-48A9-9487-D88B-4FCE0EDA981F}"/>
          </ac:spMkLst>
        </pc:spChg>
        <pc:spChg chg="add mod">
          <ac:chgData name="Janou De Buyser" userId="9e855837-ff07-4ba4-86ed-57f131032e08" providerId="ADAL" clId="{E6AEFF39-D5DE-49A5-AE36-7B9FC3E010AE}" dt="2026-10-11T17:11:50.185" v="456" actId="948"/>
          <ac:spMkLst>
            <pc:docMk/>
            <pc:sldMk cId="1621244454" sldId="283"/>
            <ac:spMk id="18" creationId="{94BF414A-2E94-F3CF-B6C5-BD4374C7C39F}"/>
          </ac:spMkLst>
        </pc:spChg>
        <pc:spChg chg="add mod">
          <ac:chgData name="Janou De Buyser" userId="9e855837-ff07-4ba4-86ed-57f131032e08" providerId="ADAL" clId="{E6AEFF39-D5DE-49A5-AE36-7B9FC3E010AE}" dt="2026-10-11T17:11:50.216" v="469" actId="948"/>
          <ac:spMkLst>
            <pc:docMk/>
            <pc:sldMk cId="1621244454" sldId="283"/>
            <ac:spMk id="19" creationId="{746F03D2-F0F1-F570-5908-E71A0BBFDB32}"/>
          </ac:spMkLst>
        </pc:spChg>
        <pc:spChg chg="add mod">
          <ac:chgData name="Janou De Buyser" userId="9e855837-ff07-4ba4-86ed-57f131032e08" providerId="ADAL" clId="{E6AEFF39-D5DE-49A5-AE36-7B9FC3E010AE}" dt="2026-10-11T17:11:50.249" v="482" actId="948"/>
          <ac:spMkLst>
            <pc:docMk/>
            <pc:sldMk cId="1621244454" sldId="283"/>
            <ac:spMk id="20" creationId="{E9061BD1-3B44-1C66-6CD3-8905D1DAB3D3}"/>
          </ac:spMkLst>
        </pc:spChg>
        <pc:spChg chg="add mod">
          <ac:chgData name="Janou De Buyser" userId="9e855837-ff07-4ba4-86ed-57f131032e08" providerId="ADAL" clId="{E6AEFF39-D5DE-49A5-AE36-7B9FC3E010AE}" dt="2026-10-11T17:11:50.289" v="495" actId="948"/>
          <ac:spMkLst>
            <pc:docMk/>
            <pc:sldMk cId="1621244454" sldId="283"/>
            <ac:spMk id="21" creationId="{C3F1ADE2-2534-2B2C-24C3-AD0035E9AAD9}"/>
          </ac:spMkLst>
        </pc:spChg>
        <pc:spChg chg="add mod">
          <ac:chgData name="Janou De Buyser" userId="9e855837-ff07-4ba4-86ed-57f131032e08" providerId="ADAL" clId="{E6AEFF39-D5DE-49A5-AE36-7B9FC3E010AE}" dt="2026-10-11T17:11:50.313" v="508" actId="948"/>
          <ac:spMkLst>
            <pc:docMk/>
            <pc:sldMk cId="1621244454" sldId="283"/>
            <ac:spMk id="22" creationId="{9511168A-DA3D-8CEF-C684-76EBAFE69190}"/>
          </ac:spMkLst>
        </pc:spChg>
        <pc:spChg chg="add mod">
          <ac:chgData name="Janou De Buyser" userId="9e855837-ff07-4ba4-86ed-57f131032e08" providerId="ADAL" clId="{E6AEFF39-D5DE-49A5-AE36-7B9FC3E010AE}" dt="2026-10-11T17:11:50.346" v="521" actId="948"/>
          <ac:spMkLst>
            <pc:docMk/>
            <pc:sldMk cId="1621244454" sldId="283"/>
            <ac:spMk id="23" creationId="{E9E89C82-58C2-4731-447E-0D1E67AAF44D}"/>
          </ac:spMkLst>
        </pc:spChg>
        <pc:spChg chg="add mod">
          <ac:chgData name="Janou De Buyser" userId="9e855837-ff07-4ba4-86ed-57f131032e08" providerId="ADAL" clId="{E6AEFF39-D5DE-49A5-AE36-7B9FC3E010AE}" dt="2026-10-11T17:11:50.393" v="534" actId="948"/>
          <ac:spMkLst>
            <pc:docMk/>
            <pc:sldMk cId="1621244454" sldId="283"/>
            <ac:spMk id="24" creationId="{0D4721DA-3458-7A4C-3997-C8C6C4A86BEB}"/>
          </ac:spMkLst>
        </pc:spChg>
        <pc:spChg chg="add mod">
          <ac:chgData name="Janou De Buyser" userId="9e855837-ff07-4ba4-86ed-57f131032e08" providerId="ADAL" clId="{E6AEFF39-D5DE-49A5-AE36-7B9FC3E010AE}" dt="2026-10-11T17:11:50.419" v="547" actId="948"/>
          <ac:spMkLst>
            <pc:docMk/>
            <pc:sldMk cId="1621244454" sldId="283"/>
            <ac:spMk id="25" creationId="{D9B54D53-9353-0C59-A7E7-CEDFC2227F31}"/>
          </ac:spMkLst>
        </pc:spChg>
        <pc:spChg chg="add mod">
          <ac:chgData name="Janou De Buyser" userId="9e855837-ff07-4ba4-86ed-57f131032e08" providerId="ADAL" clId="{E6AEFF39-D5DE-49A5-AE36-7B9FC3E010AE}" dt="2026-10-11T17:11:50.459" v="560" actId="948"/>
          <ac:spMkLst>
            <pc:docMk/>
            <pc:sldMk cId="1621244454" sldId="283"/>
            <ac:spMk id="26" creationId="{77E6D179-5F0B-C93D-DF56-093FE96CCA42}"/>
          </ac:spMkLst>
        </pc:spChg>
        <pc:spChg chg="add mod">
          <ac:chgData name="Janou De Buyser" userId="9e855837-ff07-4ba4-86ed-57f131032e08" providerId="ADAL" clId="{E6AEFF39-D5DE-49A5-AE36-7B9FC3E010AE}" dt="2026-10-11T17:11:50.493" v="573" actId="948"/>
          <ac:spMkLst>
            <pc:docMk/>
            <pc:sldMk cId="1621244454" sldId="283"/>
            <ac:spMk id="27" creationId="{52525483-FF20-8E2D-C4FC-942FB73BB8C9}"/>
          </ac:spMkLst>
        </pc:spChg>
        <pc:spChg chg="add mod">
          <ac:chgData name="Janou De Buyser" userId="9e855837-ff07-4ba4-86ed-57f131032e08" providerId="ADAL" clId="{E6AEFF39-D5DE-49A5-AE36-7B9FC3E010AE}" dt="2026-10-11T17:11:50.511" v="586" actId="948"/>
          <ac:spMkLst>
            <pc:docMk/>
            <pc:sldMk cId="1621244454" sldId="283"/>
            <ac:spMk id="28" creationId="{E0D9D39E-B4CF-0335-AB38-A06897B5562E}"/>
          </ac:spMkLst>
        </pc:spChg>
        <pc:spChg chg="add mod">
          <ac:chgData name="Janou De Buyser" userId="9e855837-ff07-4ba4-86ed-57f131032e08" providerId="ADAL" clId="{E6AEFF39-D5DE-49A5-AE36-7B9FC3E010AE}" dt="2026-10-11T17:11:50.562" v="599" actId="948"/>
          <ac:spMkLst>
            <pc:docMk/>
            <pc:sldMk cId="1621244454" sldId="283"/>
            <ac:spMk id="29" creationId="{9EB470EC-AECB-DF36-4BA9-A0501225DD0E}"/>
          </ac:spMkLst>
        </pc:spChg>
        <pc:spChg chg="add mod">
          <ac:chgData name="Janou De Buyser" userId="9e855837-ff07-4ba4-86ed-57f131032e08" providerId="ADAL" clId="{E6AEFF39-D5DE-49A5-AE36-7B9FC3E010AE}" dt="2026-10-11T17:11:50.584" v="612" actId="948"/>
          <ac:spMkLst>
            <pc:docMk/>
            <pc:sldMk cId="1621244454" sldId="283"/>
            <ac:spMk id="30" creationId="{6102B0B8-BD8C-F935-DEF9-85051109986D}"/>
          </ac:spMkLst>
        </pc:spChg>
        <pc:spChg chg="add mod">
          <ac:chgData name="Janou De Buyser" userId="9e855837-ff07-4ba4-86ed-57f131032e08" providerId="ADAL" clId="{E6AEFF39-D5DE-49A5-AE36-7B9FC3E010AE}" dt="2026-10-11T17:11:50.618" v="625" actId="948"/>
          <ac:spMkLst>
            <pc:docMk/>
            <pc:sldMk cId="1621244454" sldId="283"/>
            <ac:spMk id="31" creationId="{A60C8BEB-A330-C1DA-0768-B8F19258FD3E}"/>
          </ac:spMkLst>
        </pc:spChg>
        <pc:spChg chg="add mod">
          <ac:chgData name="Janou De Buyser" userId="9e855837-ff07-4ba4-86ed-57f131032e08" providerId="ADAL" clId="{E6AEFF39-D5DE-49A5-AE36-7B9FC3E010AE}" dt="2026-10-11T17:11:50.655" v="638" actId="948"/>
          <ac:spMkLst>
            <pc:docMk/>
            <pc:sldMk cId="1621244454" sldId="283"/>
            <ac:spMk id="32" creationId="{27404C85-5882-C06D-26E6-5C3A582110C3}"/>
          </ac:spMkLst>
        </pc:spChg>
        <pc:spChg chg="add mod">
          <ac:chgData name="Janou De Buyser" userId="9e855837-ff07-4ba4-86ed-57f131032e08" providerId="ADAL" clId="{E6AEFF39-D5DE-49A5-AE36-7B9FC3E010AE}" dt="2026-10-11T17:11:50.678" v="651" actId="948"/>
          <ac:spMkLst>
            <pc:docMk/>
            <pc:sldMk cId="1621244454" sldId="283"/>
            <ac:spMk id="33" creationId="{0BABA8D1-59E7-6922-CED7-74F6AE48DC07}"/>
          </ac:spMkLst>
        </pc:spChg>
        <pc:spChg chg="add mod">
          <ac:chgData name="Janou De Buyser" userId="9e855837-ff07-4ba4-86ed-57f131032e08" providerId="ADAL" clId="{E6AEFF39-D5DE-49A5-AE36-7B9FC3E010AE}" dt="2026-10-11T17:11:50.709" v="664" actId="948"/>
          <ac:spMkLst>
            <pc:docMk/>
            <pc:sldMk cId="1621244454" sldId="283"/>
            <ac:spMk id="34" creationId="{20ABA881-A773-E1EE-A4C3-CFF9AFF12C01}"/>
          </ac:spMkLst>
        </pc:spChg>
        <pc:spChg chg="add mod">
          <ac:chgData name="Janou De Buyser" userId="9e855837-ff07-4ba4-86ed-57f131032e08" providerId="ADAL" clId="{E6AEFF39-D5DE-49A5-AE36-7B9FC3E010AE}" dt="2026-10-11T17:11:50.755" v="677" actId="948"/>
          <ac:spMkLst>
            <pc:docMk/>
            <pc:sldMk cId="1621244454" sldId="283"/>
            <ac:spMk id="35" creationId="{0DE687C3-FC57-4179-634E-CE93575A0525}"/>
          </ac:spMkLst>
        </pc:spChg>
        <pc:spChg chg="add mod">
          <ac:chgData name="Janou De Buyser" userId="9e855837-ff07-4ba4-86ed-57f131032e08" providerId="ADAL" clId="{E6AEFF39-D5DE-49A5-AE36-7B9FC3E010AE}" dt="2026-10-11T17:11:50.785" v="690" actId="948"/>
          <ac:spMkLst>
            <pc:docMk/>
            <pc:sldMk cId="1621244454" sldId="283"/>
            <ac:spMk id="36" creationId="{22AD5D36-4EEA-B3CB-791C-A9A879533177}"/>
          </ac:spMkLst>
        </pc:spChg>
        <pc:spChg chg="add mod">
          <ac:chgData name="Janou De Buyser" userId="9e855837-ff07-4ba4-86ed-57f131032e08" providerId="ADAL" clId="{E6AEFF39-D5DE-49A5-AE36-7B9FC3E010AE}" dt="2026-10-11T17:11:50.819" v="703" actId="948"/>
          <ac:spMkLst>
            <pc:docMk/>
            <pc:sldMk cId="1621244454" sldId="283"/>
            <ac:spMk id="37" creationId="{3F1465A8-5FE6-A167-B167-5D815E288C66}"/>
          </ac:spMkLst>
        </pc:spChg>
        <pc:spChg chg="add mod">
          <ac:chgData name="Janou De Buyser" userId="9e855837-ff07-4ba4-86ed-57f131032e08" providerId="ADAL" clId="{E6AEFF39-D5DE-49A5-AE36-7B9FC3E010AE}" dt="2026-10-11T17:11:50.852" v="716" actId="948"/>
          <ac:spMkLst>
            <pc:docMk/>
            <pc:sldMk cId="1621244454" sldId="283"/>
            <ac:spMk id="38" creationId="{9A720363-A7EC-824C-57C1-D3386F76C988}"/>
          </ac:spMkLst>
        </pc:spChg>
        <pc:spChg chg="add mod">
          <ac:chgData name="Janou De Buyser" userId="9e855837-ff07-4ba4-86ed-57f131032e08" providerId="ADAL" clId="{E6AEFF39-D5DE-49A5-AE36-7B9FC3E010AE}" dt="2026-10-11T17:11:50.877" v="729" actId="948"/>
          <ac:spMkLst>
            <pc:docMk/>
            <pc:sldMk cId="1621244454" sldId="283"/>
            <ac:spMk id="39" creationId="{1DFC4A46-AA5F-2D82-0397-62CB0527FBE1}"/>
          </ac:spMkLst>
        </pc:spChg>
        <pc:spChg chg="add mod">
          <ac:chgData name="Janou De Buyser" userId="9e855837-ff07-4ba4-86ed-57f131032e08" providerId="ADAL" clId="{E6AEFF39-D5DE-49A5-AE36-7B9FC3E010AE}" dt="2026-10-11T17:11:50.915" v="742" actId="948"/>
          <ac:spMkLst>
            <pc:docMk/>
            <pc:sldMk cId="1621244454" sldId="283"/>
            <ac:spMk id="40" creationId="{3084CEED-2F19-809D-B54A-B09773BF66C3}"/>
          </ac:spMkLst>
        </pc:spChg>
        <pc:spChg chg="add mod">
          <ac:chgData name="Janou De Buyser" userId="9e855837-ff07-4ba4-86ed-57f131032e08" providerId="ADAL" clId="{E6AEFF39-D5DE-49A5-AE36-7B9FC3E010AE}" dt="2026-10-11T17:11:50.945" v="755" actId="948"/>
          <ac:spMkLst>
            <pc:docMk/>
            <pc:sldMk cId="1621244454" sldId="283"/>
            <ac:spMk id="41" creationId="{6FD9FF35-FA01-7CC8-1991-160C1F269F93}"/>
          </ac:spMkLst>
        </pc:spChg>
        <pc:spChg chg="add mod">
          <ac:chgData name="Janou De Buyser" userId="9e855837-ff07-4ba4-86ed-57f131032e08" providerId="ADAL" clId="{E6AEFF39-D5DE-49A5-AE36-7B9FC3E010AE}" dt="2026-10-11T17:11:50.966" v="768" actId="948"/>
          <ac:spMkLst>
            <pc:docMk/>
            <pc:sldMk cId="1621244454" sldId="283"/>
            <ac:spMk id="42" creationId="{D7BFA62F-C021-D50A-7B5E-68C8EB56E6C6}"/>
          </ac:spMkLst>
        </pc:spChg>
        <pc:spChg chg="add mod">
          <ac:chgData name="Janou De Buyser" userId="9e855837-ff07-4ba4-86ed-57f131032e08" providerId="ADAL" clId="{E6AEFF39-D5DE-49A5-AE36-7B9FC3E010AE}" dt="2026-10-11T17:11:51.011" v="781" actId="948"/>
          <ac:spMkLst>
            <pc:docMk/>
            <pc:sldMk cId="1621244454" sldId="283"/>
            <ac:spMk id="43" creationId="{3E8201BA-B4C6-2EE3-A076-50A09EC95613}"/>
          </ac:spMkLst>
        </pc:spChg>
        <pc:spChg chg="add mod">
          <ac:chgData name="Janou De Buyser" userId="9e855837-ff07-4ba4-86ed-57f131032e08" providerId="ADAL" clId="{E6AEFF39-D5DE-49A5-AE36-7B9FC3E010AE}" dt="2026-10-11T17:11:51.035" v="794" actId="948"/>
          <ac:spMkLst>
            <pc:docMk/>
            <pc:sldMk cId="1621244454" sldId="283"/>
            <ac:spMk id="44" creationId="{37C60B9E-9FD6-BBFE-702B-D3F1A2F7F7BE}"/>
          </ac:spMkLst>
        </pc:spChg>
        <pc:spChg chg="add mod">
          <ac:chgData name="Janou De Buyser" userId="9e855837-ff07-4ba4-86ed-57f131032e08" providerId="ADAL" clId="{E6AEFF39-D5DE-49A5-AE36-7B9FC3E010AE}" dt="2026-10-11T17:11:51.066" v="807" actId="948"/>
          <ac:spMkLst>
            <pc:docMk/>
            <pc:sldMk cId="1621244454" sldId="283"/>
            <ac:spMk id="45" creationId="{7F970108-1A94-C495-A9F4-2AD738C717D5}"/>
          </ac:spMkLst>
        </pc:spChg>
        <pc:spChg chg="add mod">
          <ac:chgData name="Janou De Buyser" userId="9e855837-ff07-4ba4-86ed-57f131032e08" providerId="ADAL" clId="{E6AEFF39-D5DE-49A5-AE36-7B9FC3E010AE}" dt="2026-10-11T17:11:51.108" v="820" actId="948"/>
          <ac:spMkLst>
            <pc:docMk/>
            <pc:sldMk cId="1621244454" sldId="283"/>
            <ac:spMk id="46" creationId="{599EE81C-5DB1-6CAC-4AF1-18EAC88E8D6C}"/>
          </ac:spMkLst>
        </pc:spChg>
        <pc:spChg chg="add mod">
          <ac:chgData name="Janou De Buyser" userId="9e855837-ff07-4ba4-86ed-57f131032e08" providerId="ADAL" clId="{E6AEFF39-D5DE-49A5-AE36-7B9FC3E010AE}" dt="2026-10-11T17:11:51.138" v="833" actId="948"/>
          <ac:spMkLst>
            <pc:docMk/>
            <pc:sldMk cId="1621244454" sldId="283"/>
            <ac:spMk id="47" creationId="{F4F169AE-0824-9639-2907-03F54E131B79}"/>
          </ac:spMkLst>
        </pc:spChg>
        <pc:spChg chg="add mod">
          <ac:chgData name="Janou De Buyser" userId="9e855837-ff07-4ba4-86ed-57f131032e08" providerId="ADAL" clId="{E6AEFF39-D5DE-49A5-AE36-7B9FC3E010AE}" dt="2026-10-11T17:11:51.166" v="846" actId="948"/>
          <ac:spMkLst>
            <pc:docMk/>
            <pc:sldMk cId="1621244454" sldId="283"/>
            <ac:spMk id="48" creationId="{5B64EE56-261F-2053-D325-EF76C7290B89}"/>
          </ac:spMkLst>
        </pc:spChg>
        <pc:spChg chg="add mod">
          <ac:chgData name="Janou De Buyser" userId="9e855837-ff07-4ba4-86ed-57f131032e08" providerId="ADAL" clId="{E6AEFF39-D5DE-49A5-AE36-7B9FC3E010AE}" dt="2026-10-11T17:11:51.198" v="859" actId="948"/>
          <ac:spMkLst>
            <pc:docMk/>
            <pc:sldMk cId="1621244454" sldId="283"/>
            <ac:spMk id="49" creationId="{3219DA9F-DD18-1CFE-47B9-D638BF7128AE}"/>
          </ac:spMkLst>
        </pc:spChg>
        <pc:spChg chg="add mod">
          <ac:chgData name="Janou De Buyser" userId="9e855837-ff07-4ba4-86ed-57f131032e08" providerId="ADAL" clId="{E6AEFF39-D5DE-49A5-AE36-7B9FC3E010AE}" dt="2026-10-11T17:11:51.282" v="872" actId="948"/>
          <ac:spMkLst>
            <pc:docMk/>
            <pc:sldMk cId="1621244454" sldId="283"/>
            <ac:spMk id="50" creationId="{70EAA15C-5432-4092-B189-61B3842FFBE0}"/>
          </ac:spMkLst>
        </pc:spChg>
        <pc:spChg chg="add mod">
          <ac:chgData name="Janou De Buyser" userId="9e855837-ff07-4ba4-86ed-57f131032e08" providerId="ADAL" clId="{E6AEFF39-D5DE-49A5-AE36-7B9FC3E010AE}" dt="2026-10-11T17:11:51.392" v="889"/>
          <ac:spMkLst>
            <pc:docMk/>
            <pc:sldMk cId="1621244454" sldId="283"/>
            <ac:spMk id="51" creationId="{358C9FFE-E70B-5B39-85C6-7BD282E194A6}"/>
          </ac:spMkLst>
        </pc:spChg>
        <pc:picChg chg="del">
          <ac:chgData name="Janou De Buyser" userId="9e855837-ff07-4ba4-86ed-57f131032e08" providerId="ADAL" clId="{E6AEFF39-D5DE-49A5-AE36-7B9FC3E010AE}" dt="2026-10-11T17:11:49.835" v="379"/>
          <ac:picMkLst>
            <pc:docMk/>
            <pc:sldMk cId="1621244454" sldId="283"/>
            <ac:picMk id="12" creationId="{62DF2562-8082-A916-26B5-EA3EFA3A211A}"/>
          </ac:picMkLst>
        </pc:picChg>
      </pc:sldChg>
      <pc:sldChg chg="addSp modSp add mod ord modTransition modNotes">
        <pc:chgData name="Janou De Buyser" userId="9e855837-ff07-4ba4-86ed-57f131032e08" providerId="ADAL" clId="{E6AEFF39-D5DE-49A5-AE36-7B9FC3E010AE}" dt="2026-10-12T05:48:15.242" v="1044" actId="207"/>
        <pc:sldMkLst>
          <pc:docMk/>
          <pc:sldMk cId="1828962801" sldId="284"/>
        </pc:sldMkLst>
        <pc:spChg chg="mod">
          <ac:chgData name="Janou De Buyser" userId="9e855837-ff07-4ba4-86ed-57f131032e08" providerId="ADAL" clId="{E6AEFF39-D5DE-49A5-AE36-7B9FC3E010AE}" dt="2026-10-11T17:11:48.772" v="16" actId="20577"/>
          <ac:spMkLst>
            <pc:docMk/>
            <pc:sldMk cId="1828962801" sldId="284"/>
            <ac:spMk id="3" creationId="{00000000-0000-0000-0000-000000000000}"/>
          </ac:spMkLst>
        </pc:spChg>
        <pc:spChg chg="mod">
          <ac:chgData name="Janou De Buyser" userId="9e855837-ff07-4ba4-86ed-57f131032e08" providerId="ADAL" clId="{E6AEFF39-D5DE-49A5-AE36-7B9FC3E010AE}" dt="2026-10-11T17:11:48.779" v="17" actId="20577"/>
          <ac:spMkLst>
            <pc:docMk/>
            <pc:sldMk cId="1828962801" sldId="284"/>
            <ac:spMk id="4" creationId="{00000000-0000-0000-0000-000000000000}"/>
          </ac:spMkLst>
        </pc:spChg>
        <pc:spChg chg="mod">
          <ac:chgData name="Janou De Buyser" userId="9e855837-ff07-4ba4-86ed-57f131032e08" providerId="ADAL" clId="{E6AEFF39-D5DE-49A5-AE36-7B9FC3E010AE}" dt="2026-10-11T17:11:48.779" v="18" actId="20577"/>
          <ac:spMkLst>
            <pc:docMk/>
            <pc:sldMk cId="1828962801" sldId="284"/>
            <ac:spMk id="6" creationId="{00000000-0000-0000-0000-000000000000}"/>
          </ac:spMkLst>
        </pc:spChg>
        <pc:spChg chg="mod">
          <ac:chgData name="Janou De Buyser" userId="9e855837-ff07-4ba4-86ed-57f131032e08" providerId="ADAL" clId="{E6AEFF39-D5DE-49A5-AE36-7B9FC3E010AE}" dt="2026-10-11T17:11:48.779" v="19" actId="20577"/>
          <ac:spMkLst>
            <pc:docMk/>
            <pc:sldMk cId="1828962801" sldId="284"/>
            <ac:spMk id="7" creationId="{00000000-0000-0000-0000-000000000000}"/>
          </ac:spMkLst>
        </pc:spChg>
        <pc:spChg chg="mod">
          <ac:chgData name="Janou De Buyser" userId="9e855837-ff07-4ba4-86ed-57f131032e08" providerId="ADAL" clId="{E6AEFF39-D5DE-49A5-AE36-7B9FC3E010AE}" dt="2026-10-11T17:11:48.794" v="20" actId="20577"/>
          <ac:spMkLst>
            <pc:docMk/>
            <pc:sldMk cId="1828962801" sldId="284"/>
            <ac:spMk id="9" creationId="{00000000-0000-0000-0000-000000000000}"/>
          </ac:spMkLst>
        </pc:spChg>
        <pc:spChg chg="mod">
          <ac:chgData name="Janou De Buyser" userId="9e855837-ff07-4ba4-86ed-57f131032e08" providerId="ADAL" clId="{E6AEFF39-D5DE-49A5-AE36-7B9FC3E010AE}" dt="2026-10-11T17:11:48.794" v="21" actId="20577"/>
          <ac:spMkLst>
            <pc:docMk/>
            <pc:sldMk cId="1828962801" sldId="284"/>
            <ac:spMk id="10" creationId="{00000000-0000-0000-0000-000000000000}"/>
          </ac:spMkLst>
        </pc:spChg>
        <pc:spChg chg="mod">
          <ac:chgData name="Janou De Buyser" userId="9e855837-ff07-4ba4-86ed-57f131032e08" providerId="ADAL" clId="{E6AEFF39-D5DE-49A5-AE36-7B9FC3E010AE}" dt="2026-10-11T17:11:48.794" v="22" actId="20577"/>
          <ac:spMkLst>
            <pc:docMk/>
            <pc:sldMk cId="1828962801" sldId="284"/>
            <ac:spMk id="12" creationId="{00000000-0000-0000-0000-000000000000}"/>
          </ac:spMkLst>
        </pc:spChg>
        <pc:spChg chg="mod">
          <ac:chgData name="Janou De Buyser" userId="9e855837-ff07-4ba4-86ed-57f131032e08" providerId="ADAL" clId="{E6AEFF39-D5DE-49A5-AE36-7B9FC3E010AE}" dt="2026-10-11T17:11:48.810" v="23" actId="20577"/>
          <ac:spMkLst>
            <pc:docMk/>
            <pc:sldMk cId="1828962801" sldId="284"/>
            <ac:spMk id="13" creationId="{00000000-0000-0000-0000-000000000000}"/>
          </ac:spMkLst>
        </pc:spChg>
        <pc:spChg chg="mod">
          <ac:chgData name="Janou De Buyser" userId="9e855837-ff07-4ba4-86ed-57f131032e08" providerId="ADAL" clId="{E6AEFF39-D5DE-49A5-AE36-7B9FC3E010AE}" dt="2026-10-11T17:11:48.810" v="24" actId="20577"/>
          <ac:spMkLst>
            <pc:docMk/>
            <pc:sldMk cId="1828962801" sldId="284"/>
            <ac:spMk id="15" creationId="{00000000-0000-0000-0000-000000000000}"/>
          </ac:spMkLst>
        </pc:spChg>
        <pc:spChg chg="mod">
          <ac:chgData name="Janou De Buyser" userId="9e855837-ff07-4ba4-86ed-57f131032e08" providerId="ADAL" clId="{E6AEFF39-D5DE-49A5-AE36-7B9FC3E010AE}" dt="2026-10-11T17:11:48.810" v="25" actId="20577"/>
          <ac:spMkLst>
            <pc:docMk/>
            <pc:sldMk cId="1828962801" sldId="284"/>
            <ac:spMk id="16" creationId="{00000000-0000-0000-0000-000000000000}"/>
          </ac:spMkLst>
        </pc:spChg>
        <pc:spChg chg="mod">
          <ac:chgData name="Janou De Buyser" userId="9e855837-ff07-4ba4-86ed-57f131032e08" providerId="ADAL" clId="{E6AEFF39-D5DE-49A5-AE36-7B9FC3E010AE}" dt="2026-10-11T17:11:53.649" v="949" actId="20577"/>
          <ac:spMkLst>
            <pc:docMk/>
            <pc:sldMk cId="1828962801" sldId="284"/>
            <ac:spMk id="17" creationId="{00000000-0000-0000-0000-000000000000}"/>
          </ac:spMkLst>
        </pc:spChg>
        <pc:spChg chg="mod">
          <ac:chgData name="Janou De Buyser" userId="9e855837-ff07-4ba4-86ed-57f131032e08" providerId="ADAL" clId="{E6AEFF39-D5DE-49A5-AE36-7B9FC3E010AE}" dt="2026-10-11T17:11:48.830" v="26" actId="20577"/>
          <ac:spMkLst>
            <pc:docMk/>
            <pc:sldMk cId="1828962801" sldId="284"/>
            <ac:spMk id="19" creationId="{00000000-0000-0000-0000-000000000000}"/>
          </ac:spMkLst>
        </pc:spChg>
        <pc:spChg chg="add mod">
          <ac:chgData name="Janou De Buyser" userId="9e855837-ff07-4ba4-86ed-57f131032e08" providerId="ADAL" clId="{E6AEFF39-D5DE-49A5-AE36-7B9FC3E010AE}" dt="2026-10-12T05:48:15.242" v="1044" actId="207"/>
          <ac:spMkLst>
            <pc:docMk/>
            <pc:sldMk cId="1828962801" sldId="284"/>
            <ac:spMk id="20" creationId="{2E1A374D-05AC-87DC-3A89-AF76A2CC2EEE}"/>
          </ac:spMkLst>
        </pc:spChg>
      </pc:sldChg>
      <pc:sldChg chg="modSp add mod ord modTransition modNotes">
        <pc:chgData name="Janou De Buyser" userId="9e855837-ff07-4ba4-86ed-57f131032e08" providerId="ADAL" clId="{E6AEFF39-D5DE-49A5-AE36-7B9FC3E010AE}" dt="2026-10-11T17:19:12.327" v="1027"/>
        <pc:sldMkLst>
          <pc:docMk/>
          <pc:sldMk cId="4184741799" sldId="285"/>
        </pc:sldMkLst>
        <pc:spChg chg="mod">
          <ac:chgData name="Janou De Buyser" userId="9e855837-ff07-4ba4-86ed-57f131032e08" providerId="ADAL" clId="{E6AEFF39-D5DE-49A5-AE36-7B9FC3E010AE}" dt="2026-10-11T17:11:48.845" v="27" actId="20577"/>
          <ac:spMkLst>
            <pc:docMk/>
            <pc:sldMk cId="4184741799" sldId="285"/>
            <ac:spMk id="3" creationId="{00000000-0000-0000-0000-000000000000}"/>
          </ac:spMkLst>
        </pc:spChg>
        <pc:spChg chg="mod">
          <ac:chgData name="Janou De Buyser" userId="9e855837-ff07-4ba4-86ed-57f131032e08" providerId="ADAL" clId="{E6AEFF39-D5DE-49A5-AE36-7B9FC3E010AE}" dt="2026-10-11T17:11:48.850" v="28" actId="20577"/>
          <ac:spMkLst>
            <pc:docMk/>
            <pc:sldMk cId="4184741799" sldId="285"/>
            <ac:spMk id="4" creationId="{00000000-0000-0000-0000-000000000000}"/>
          </ac:spMkLst>
        </pc:spChg>
        <pc:spChg chg="mod">
          <ac:chgData name="Janou De Buyser" userId="9e855837-ff07-4ba4-86ed-57f131032e08" providerId="ADAL" clId="{E6AEFF39-D5DE-49A5-AE36-7B9FC3E010AE}" dt="2026-10-11T17:11:48.855" v="29" actId="20577"/>
          <ac:spMkLst>
            <pc:docMk/>
            <pc:sldMk cId="4184741799" sldId="285"/>
            <ac:spMk id="6" creationId="{00000000-0000-0000-0000-000000000000}"/>
          </ac:spMkLst>
        </pc:spChg>
        <pc:spChg chg="mod">
          <ac:chgData name="Janou De Buyser" userId="9e855837-ff07-4ba4-86ed-57f131032e08" providerId="ADAL" clId="{E6AEFF39-D5DE-49A5-AE36-7B9FC3E010AE}" dt="2026-10-11T17:11:48.859" v="30" actId="20577"/>
          <ac:spMkLst>
            <pc:docMk/>
            <pc:sldMk cId="4184741799" sldId="285"/>
            <ac:spMk id="7" creationId="{00000000-0000-0000-0000-000000000000}"/>
          </ac:spMkLst>
        </pc:spChg>
        <pc:spChg chg="mod">
          <ac:chgData name="Janou De Buyser" userId="9e855837-ff07-4ba4-86ed-57f131032e08" providerId="ADAL" clId="{E6AEFF39-D5DE-49A5-AE36-7B9FC3E010AE}" dt="2026-10-11T17:19:12.293" v="1014"/>
          <ac:spMkLst>
            <pc:docMk/>
            <pc:sldMk cId="4184741799" sldId="285"/>
            <ac:spMk id="8" creationId="{00000000-0000-0000-0000-000000000000}"/>
          </ac:spMkLst>
        </pc:spChg>
        <pc:spChg chg="mod">
          <ac:chgData name="Janou De Buyser" userId="9e855837-ff07-4ba4-86ed-57f131032e08" providerId="ADAL" clId="{E6AEFF39-D5DE-49A5-AE36-7B9FC3E010AE}" dt="2026-10-11T17:19:12.314" v="1023"/>
          <ac:spMkLst>
            <pc:docMk/>
            <pc:sldMk cId="4184741799" sldId="285"/>
            <ac:spMk id="9" creationId="{00000000-0000-0000-0000-000000000000}"/>
          </ac:spMkLst>
        </pc:spChg>
        <pc:spChg chg="mod">
          <ac:chgData name="Janou De Buyser" userId="9e855837-ff07-4ba4-86ed-57f131032e08" providerId="ADAL" clId="{E6AEFF39-D5DE-49A5-AE36-7B9FC3E010AE}" dt="2026-10-11T17:19:12.327" v="1025"/>
          <ac:spMkLst>
            <pc:docMk/>
            <pc:sldMk cId="4184741799" sldId="285"/>
            <ac:spMk id="10" creationId="{00000000-0000-0000-0000-000000000000}"/>
          </ac:spMkLst>
        </pc:spChg>
        <pc:spChg chg="mod">
          <ac:chgData name="Janou De Buyser" userId="9e855837-ff07-4ba4-86ed-57f131032e08" providerId="ADAL" clId="{E6AEFF39-D5DE-49A5-AE36-7B9FC3E010AE}" dt="2026-10-11T17:11:48.869" v="33" actId="20577"/>
          <ac:spMkLst>
            <pc:docMk/>
            <pc:sldMk cId="4184741799" sldId="285"/>
            <ac:spMk id="12" creationId="{00000000-0000-0000-0000-000000000000}"/>
          </ac:spMkLst>
        </pc:spChg>
        <pc:spChg chg="mod">
          <ac:chgData name="Janou De Buyser" userId="9e855837-ff07-4ba4-86ed-57f131032e08" providerId="ADAL" clId="{E6AEFF39-D5DE-49A5-AE36-7B9FC3E010AE}" dt="2026-10-11T17:11:48.878" v="34" actId="20577"/>
          <ac:spMkLst>
            <pc:docMk/>
            <pc:sldMk cId="4184741799" sldId="285"/>
            <ac:spMk id="13" creationId="{00000000-0000-0000-0000-000000000000}"/>
          </ac:spMkLst>
        </pc:spChg>
        <pc:spChg chg="mod">
          <ac:chgData name="Janou De Buyser" userId="9e855837-ff07-4ba4-86ed-57f131032e08" providerId="ADAL" clId="{E6AEFF39-D5DE-49A5-AE36-7B9FC3E010AE}" dt="2026-10-11T17:19:12.300" v="1018"/>
          <ac:spMkLst>
            <pc:docMk/>
            <pc:sldMk cId="4184741799" sldId="285"/>
            <ac:spMk id="14" creationId="{00000000-0000-0000-0000-000000000000}"/>
          </ac:spMkLst>
        </pc:spChg>
        <pc:spChg chg="mod">
          <ac:chgData name="Janou De Buyser" userId="9e855837-ff07-4ba4-86ed-57f131032e08" providerId="ADAL" clId="{E6AEFF39-D5DE-49A5-AE36-7B9FC3E010AE}" dt="2026-10-11T17:19:12.314" v="1021"/>
          <ac:spMkLst>
            <pc:docMk/>
            <pc:sldMk cId="4184741799" sldId="285"/>
            <ac:spMk id="15" creationId="{00000000-0000-0000-0000-000000000000}"/>
          </ac:spMkLst>
        </pc:spChg>
        <pc:spChg chg="mod">
          <ac:chgData name="Janou De Buyser" userId="9e855837-ff07-4ba4-86ed-57f131032e08" providerId="ADAL" clId="{E6AEFF39-D5DE-49A5-AE36-7B9FC3E010AE}" dt="2026-10-11T17:19:12.327" v="1027"/>
          <ac:spMkLst>
            <pc:docMk/>
            <pc:sldMk cId="4184741799" sldId="285"/>
            <ac:spMk id="16" creationId="{00000000-0000-0000-0000-000000000000}"/>
          </ac:spMkLst>
        </pc:spChg>
        <pc:spChg chg="mod">
          <ac:chgData name="Janou De Buyser" userId="9e855837-ff07-4ba4-86ed-57f131032e08" providerId="ADAL" clId="{E6AEFF39-D5DE-49A5-AE36-7B9FC3E010AE}" dt="2026-10-11T17:11:58.674" v="972" actId="20577"/>
          <ac:spMkLst>
            <pc:docMk/>
            <pc:sldMk cId="4184741799" sldId="285"/>
            <ac:spMk id="17" creationId="{00000000-0000-0000-0000-000000000000}"/>
          </ac:spMkLst>
        </pc:spChg>
        <pc:spChg chg="mod">
          <ac:chgData name="Janou De Buyser" userId="9e855837-ff07-4ba4-86ed-57f131032e08" providerId="ADAL" clId="{E6AEFF39-D5DE-49A5-AE36-7B9FC3E010AE}" dt="2026-10-11T17:11:48.893" v="37" actId="20577"/>
          <ac:spMkLst>
            <pc:docMk/>
            <pc:sldMk cId="4184741799" sldId="285"/>
            <ac:spMk id="19" creationId="{00000000-0000-0000-0000-000000000000}"/>
          </ac:spMkLst>
        </pc:spChg>
      </pc:sldChg>
      <pc:sldChg chg="addSp modSp add mod ord modTransition modNotes">
        <pc:chgData name="Janou De Buyser" userId="9e855837-ff07-4ba4-86ed-57f131032e08" providerId="ADAL" clId="{E6AEFF39-D5DE-49A5-AE36-7B9FC3E010AE}" dt="2026-10-11T17:11:58.773" v="977"/>
        <pc:sldMkLst>
          <pc:docMk/>
          <pc:sldMk cId="527596910" sldId="286"/>
        </pc:sldMkLst>
        <pc:spChg chg="mod">
          <ac:chgData name="Janou De Buyser" userId="9e855837-ff07-4ba4-86ed-57f131032e08" providerId="ADAL" clId="{E6AEFF39-D5DE-49A5-AE36-7B9FC3E010AE}" dt="2026-10-11T17:11:48.949" v="51" actId="20577"/>
          <ac:spMkLst>
            <pc:docMk/>
            <pc:sldMk cId="527596910" sldId="286"/>
            <ac:spMk id="3" creationId="{00000000-0000-0000-0000-000000000000}"/>
          </ac:spMkLst>
        </pc:spChg>
        <pc:spChg chg="mod">
          <ac:chgData name="Janou De Buyser" userId="9e855837-ff07-4ba4-86ed-57f131032e08" providerId="ADAL" clId="{E6AEFF39-D5DE-49A5-AE36-7B9FC3E010AE}" dt="2026-10-11T17:11:48.954" v="52" actId="20577"/>
          <ac:spMkLst>
            <pc:docMk/>
            <pc:sldMk cId="527596910" sldId="286"/>
            <ac:spMk id="4" creationId="{00000000-0000-0000-0000-000000000000}"/>
          </ac:spMkLst>
        </pc:spChg>
        <pc:spChg chg="mod">
          <ac:chgData name="Janou De Buyser" userId="9e855837-ff07-4ba4-86ed-57f131032e08" providerId="ADAL" clId="{E6AEFF39-D5DE-49A5-AE36-7B9FC3E010AE}" dt="2026-10-11T17:11:49.077" v="86"/>
          <ac:spMkLst>
            <pc:docMk/>
            <pc:sldMk cId="527596910" sldId="286"/>
            <ac:spMk id="5" creationId="{00000000-0000-0000-0000-000000000000}"/>
          </ac:spMkLst>
        </pc:spChg>
        <pc:spChg chg="mod">
          <ac:chgData name="Janou De Buyser" userId="9e855837-ff07-4ba4-86ed-57f131032e08" providerId="ADAL" clId="{E6AEFF39-D5DE-49A5-AE36-7B9FC3E010AE}" dt="2026-10-11T17:11:49.093" v="88"/>
          <ac:spMkLst>
            <pc:docMk/>
            <pc:sldMk cId="527596910" sldId="286"/>
            <ac:spMk id="6" creationId="{00000000-0000-0000-0000-000000000000}"/>
          </ac:spMkLst>
        </pc:spChg>
        <pc:spChg chg="mod">
          <ac:chgData name="Janou De Buyser" userId="9e855837-ff07-4ba4-86ed-57f131032e08" providerId="ADAL" clId="{E6AEFF39-D5DE-49A5-AE36-7B9FC3E010AE}" dt="2026-10-11T17:11:49.093" v="90"/>
          <ac:spMkLst>
            <pc:docMk/>
            <pc:sldMk cId="527596910" sldId="286"/>
            <ac:spMk id="7" creationId="{00000000-0000-0000-0000-000000000000}"/>
          </ac:spMkLst>
        </pc:spChg>
        <pc:spChg chg="mod">
          <ac:chgData name="Janou De Buyser" userId="9e855837-ff07-4ba4-86ed-57f131032e08" providerId="ADAL" clId="{E6AEFF39-D5DE-49A5-AE36-7B9FC3E010AE}" dt="2026-10-11T17:11:49.093" v="92"/>
          <ac:spMkLst>
            <pc:docMk/>
            <pc:sldMk cId="527596910" sldId="286"/>
            <ac:spMk id="8" creationId="{00000000-0000-0000-0000-000000000000}"/>
          </ac:spMkLst>
        </pc:spChg>
        <pc:spChg chg="mod">
          <ac:chgData name="Janou De Buyser" userId="9e855837-ff07-4ba4-86ed-57f131032e08" providerId="ADAL" clId="{E6AEFF39-D5DE-49A5-AE36-7B9FC3E010AE}" dt="2026-10-11T17:11:49.130" v="102"/>
          <ac:spMkLst>
            <pc:docMk/>
            <pc:sldMk cId="527596910" sldId="286"/>
            <ac:spMk id="9" creationId="{00000000-0000-0000-0000-000000000000}"/>
          </ac:spMkLst>
        </pc:spChg>
        <pc:spChg chg="mod">
          <ac:chgData name="Janou De Buyser" userId="9e855837-ff07-4ba4-86ed-57f131032e08" providerId="ADAL" clId="{E6AEFF39-D5DE-49A5-AE36-7B9FC3E010AE}" dt="2026-10-11T17:11:49.133" v="104"/>
          <ac:spMkLst>
            <pc:docMk/>
            <pc:sldMk cId="527596910" sldId="286"/>
            <ac:spMk id="10" creationId="{00000000-0000-0000-0000-000000000000}"/>
          </ac:spMkLst>
        </pc:spChg>
        <pc:spChg chg="mod">
          <ac:chgData name="Janou De Buyser" userId="9e855837-ff07-4ba4-86ed-57f131032e08" providerId="ADAL" clId="{E6AEFF39-D5DE-49A5-AE36-7B9FC3E010AE}" dt="2026-10-11T17:11:49.136" v="106"/>
          <ac:spMkLst>
            <pc:docMk/>
            <pc:sldMk cId="527596910" sldId="286"/>
            <ac:spMk id="11" creationId="{00000000-0000-0000-0000-000000000000}"/>
          </ac:spMkLst>
        </pc:spChg>
        <pc:spChg chg="mod">
          <ac:chgData name="Janou De Buyser" userId="9e855837-ff07-4ba4-86ed-57f131032e08" providerId="ADAL" clId="{E6AEFF39-D5DE-49A5-AE36-7B9FC3E010AE}" dt="2026-10-11T17:11:49.139" v="108"/>
          <ac:spMkLst>
            <pc:docMk/>
            <pc:sldMk cId="527596910" sldId="286"/>
            <ac:spMk id="12" creationId="{00000000-0000-0000-0000-000000000000}"/>
          </ac:spMkLst>
        </pc:spChg>
        <pc:spChg chg="mod">
          <ac:chgData name="Janou De Buyser" userId="9e855837-ff07-4ba4-86ed-57f131032e08" providerId="ADAL" clId="{E6AEFF39-D5DE-49A5-AE36-7B9FC3E010AE}" dt="2026-10-11T17:11:49.164" v="118"/>
          <ac:spMkLst>
            <pc:docMk/>
            <pc:sldMk cId="527596910" sldId="286"/>
            <ac:spMk id="13" creationId="{00000000-0000-0000-0000-000000000000}"/>
          </ac:spMkLst>
        </pc:spChg>
        <pc:spChg chg="mod">
          <ac:chgData name="Janou De Buyser" userId="9e855837-ff07-4ba4-86ed-57f131032e08" providerId="ADAL" clId="{E6AEFF39-D5DE-49A5-AE36-7B9FC3E010AE}" dt="2026-10-11T17:11:49.164" v="120"/>
          <ac:spMkLst>
            <pc:docMk/>
            <pc:sldMk cId="527596910" sldId="286"/>
            <ac:spMk id="14" creationId="{00000000-0000-0000-0000-000000000000}"/>
          </ac:spMkLst>
        </pc:spChg>
        <pc:spChg chg="mod">
          <ac:chgData name="Janou De Buyser" userId="9e855837-ff07-4ba4-86ed-57f131032e08" providerId="ADAL" clId="{E6AEFF39-D5DE-49A5-AE36-7B9FC3E010AE}" dt="2026-10-11T17:11:49.175" v="122"/>
          <ac:spMkLst>
            <pc:docMk/>
            <pc:sldMk cId="527596910" sldId="286"/>
            <ac:spMk id="15" creationId="{00000000-0000-0000-0000-000000000000}"/>
          </ac:spMkLst>
        </pc:spChg>
        <pc:spChg chg="mod">
          <ac:chgData name="Janou De Buyser" userId="9e855837-ff07-4ba4-86ed-57f131032e08" providerId="ADAL" clId="{E6AEFF39-D5DE-49A5-AE36-7B9FC3E010AE}" dt="2026-10-11T17:11:49.177" v="124"/>
          <ac:spMkLst>
            <pc:docMk/>
            <pc:sldMk cId="527596910" sldId="286"/>
            <ac:spMk id="16" creationId="{00000000-0000-0000-0000-000000000000}"/>
          </ac:spMkLst>
        </pc:spChg>
        <pc:spChg chg="mod">
          <ac:chgData name="Janou De Buyser" userId="9e855837-ff07-4ba4-86ed-57f131032e08" providerId="ADAL" clId="{E6AEFF39-D5DE-49A5-AE36-7B9FC3E010AE}" dt="2026-10-11T17:11:49.205" v="134"/>
          <ac:spMkLst>
            <pc:docMk/>
            <pc:sldMk cId="527596910" sldId="286"/>
            <ac:spMk id="17" creationId="{00000000-0000-0000-0000-000000000000}"/>
          </ac:spMkLst>
        </pc:spChg>
        <pc:spChg chg="mod">
          <ac:chgData name="Janou De Buyser" userId="9e855837-ff07-4ba4-86ed-57f131032e08" providerId="ADAL" clId="{E6AEFF39-D5DE-49A5-AE36-7B9FC3E010AE}" dt="2026-10-11T17:11:49.207" v="136"/>
          <ac:spMkLst>
            <pc:docMk/>
            <pc:sldMk cId="527596910" sldId="286"/>
            <ac:spMk id="18" creationId="{00000000-0000-0000-0000-000000000000}"/>
          </ac:spMkLst>
        </pc:spChg>
        <pc:spChg chg="mod">
          <ac:chgData name="Janou De Buyser" userId="9e855837-ff07-4ba4-86ed-57f131032e08" providerId="ADAL" clId="{E6AEFF39-D5DE-49A5-AE36-7B9FC3E010AE}" dt="2026-10-11T17:11:49.210" v="138"/>
          <ac:spMkLst>
            <pc:docMk/>
            <pc:sldMk cId="527596910" sldId="286"/>
            <ac:spMk id="19" creationId="{00000000-0000-0000-0000-000000000000}"/>
          </ac:spMkLst>
        </pc:spChg>
        <pc:spChg chg="mod">
          <ac:chgData name="Janou De Buyser" userId="9e855837-ff07-4ba4-86ed-57f131032e08" providerId="ADAL" clId="{E6AEFF39-D5DE-49A5-AE36-7B9FC3E010AE}" dt="2026-10-11T17:11:49.213" v="140"/>
          <ac:spMkLst>
            <pc:docMk/>
            <pc:sldMk cId="527596910" sldId="286"/>
            <ac:spMk id="20" creationId="{00000000-0000-0000-0000-000000000000}"/>
          </ac:spMkLst>
        </pc:spChg>
        <pc:spChg chg="add mod">
          <ac:chgData name="Janou De Buyser" userId="9e855837-ff07-4ba4-86ed-57f131032e08" providerId="ADAL" clId="{E6AEFF39-D5DE-49A5-AE36-7B9FC3E010AE}" dt="2026-10-11T17:11:49.238" v="150"/>
          <ac:spMkLst>
            <pc:docMk/>
            <pc:sldMk cId="527596910" sldId="286"/>
            <ac:spMk id="21" creationId="{9800A204-6E25-7415-1656-CA2AE41AC8D3}"/>
          </ac:spMkLst>
        </pc:spChg>
        <pc:spChg chg="add mod">
          <ac:chgData name="Janou De Buyser" userId="9e855837-ff07-4ba4-86ed-57f131032e08" providerId="ADAL" clId="{E6AEFF39-D5DE-49A5-AE36-7B9FC3E010AE}" dt="2026-10-11T17:11:49.238" v="152"/>
          <ac:spMkLst>
            <pc:docMk/>
            <pc:sldMk cId="527596910" sldId="286"/>
            <ac:spMk id="22" creationId="{32F0A583-0B47-FCC3-8CFE-B6BCC96965B2}"/>
          </ac:spMkLst>
        </pc:spChg>
        <pc:spChg chg="mod">
          <ac:chgData name="Janou De Buyser" userId="9e855837-ff07-4ba4-86ed-57f131032e08" providerId="ADAL" clId="{E6AEFF39-D5DE-49A5-AE36-7B9FC3E010AE}" dt="2026-10-11T17:11:58.752" v="975" actId="20577"/>
          <ac:spMkLst>
            <pc:docMk/>
            <pc:sldMk cId="527596910" sldId="286"/>
            <ac:spMk id="23" creationId="{00000000-0000-0000-0000-000000000000}"/>
          </ac:spMkLst>
        </pc:spChg>
        <pc:spChg chg="add mod">
          <ac:chgData name="Janou De Buyser" userId="9e855837-ff07-4ba4-86ed-57f131032e08" providerId="ADAL" clId="{E6AEFF39-D5DE-49A5-AE36-7B9FC3E010AE}" dt="2026-10-11T17:11:49.244" v="154"/>
          <ac:spMkLst>
            <pc:docMk/>
            <pc:sldMk cId="527596910" sldId="286"/>
            <ac:spMk id="25" creationId="{48121CF9-029C-29B3-E400-293E86CEE25D}"/>
          </ac:spMkLst>
        </pc:spChg>
        <pc:spChg chg="add mod">
          <ac:chgData name="Janou De Buyser" userId="9e855837-ff07-4ba4-86ed-57f131032e08" providerId="ADAL" clId="{E6AEFF39-D5DE-49A5-AE36-7B9FC3E010AE}" dt="2026-10-11T17:11:49.246" v="156"/>
          <ac:spMkLst>
            <pc:docMk/>
            <pc:sldMk cId="527596910" sldId="286"/>
            <ac:spMk id="26" creationId="{F03E0BDD-F271-B330-F6D0-C5C783DCB2BE}"/>
          </ac:spMkLst>
        </pc:spChg>
        <pc:spChg chg="add mod">
          <ac:chgData name="Janou De Buyser" userId="9e855837-ff07-4ba4-86ed-57f131032e08" providerId="ADAL" clId="{E6AEFF39-D5DE-49A5-AE36-7B9FC3E010AE}" dt="2026-10-11T17:11:49.343" v="173"/>
          <ac:spMkLst>
            <pc:docMk/>
            <pc:sldMk cId="527596910" sldId="286"/>
            <ac:spMk id="27" creationId="{2C611D94-62A7-B930-46FE-1BA4ADF83865}"/>
          </ac:spMkLst>
        </pc:spChg>
      </pc:sldChg>
      <pc:sldChg chg="addSp modSp add mod ord modTransition modNotes">
        <pc:chgData name="Janou De Buyser" userId="9e855837-ff07-4ba4-86ed-57f131032e08" providerId="ADAL" clId="{E6AEFF39-D5DE-49A5-AE36-7B9FC3E010AE}" dt="2026-10-11T17:11:58.995" v="986"/>
        <pc:sldMkLst>
          <pc:docMk/>
          <pc:sldMk cId="1838734195" sldId="287"/>
        </pc:sldMkLst>
        <pc:spChg chg="mod">
          <ac:chgData name="Janou De Buyser" userId="9e855837-ff07-4ba4-86ed-57f131032e08" providerId="ADAL" clId="{E6AEFF39-D5DE-49A5-AE36-7B9FC3E010AE}" dt="2026-10-11T17:11:49.363" v="175" actId="20577"/>
          <ac:spMkLst>
            <pc:docMk/>
            <pc:sldMk cId="1838734195" sldId="287"/>
            <ac:spMk id="3" creationId="{00000000-0000-0000-0000-000000000000}"/>
          </ac:spMkLst>
        </pc:spChg>
        <pc:spChg chg="mod">
          <ac:chgData name="Janou De Buyser" userId="9e855837-ff07-4ba4-86ed-57f131032e08" providerId="ADAL" clId="{E6AEFF39-D5DE-49A5-AE36-7B9FC3E010AE}" dt="2026-10-11T17:11:49.364" v="176" actId="20577"/>
          <ac:spMkLst>
            <pc:docMk/>
            <pc:sldMk cId="1838734195" sldId="287"/>
            <ac:spMk id="4" creationId="{00000000-0000-0000-0000-000000000000}"/>
          </ac:spMkLst>
        </pc:spChg>
        <pc:spChg chg="mod">
          <ac:chgData name="Janou De Buyser" userId="9e855837-ff07-4ba4-86ed-57f131032e08" providerId="ADAL" clId="{E6AEFF39-D5DE-49A5-AE36-7B9FC3E010AE}" dt="2026-10-11T17:11:49.428" v="210"/>
          <ac:spMkLst>
            <pc:docMk/>
            <pc:sldMk cId="1838734195" sldId="287"/>
            <ac:spMk id="5" creationId="{00000000-0000-0000-0000-000000000000}"/>
          </ac:spMkLst>
        </pc:spChg>
        <pc:spChg chg="mod">
          <ac:chgData name="Janou De Buyser" userId="9e855837-ff07-4ba4-86ed-57f131032e08" providerId="ADAL" clId="{E6AEFF39-D5DE-49A5-AE36-7B9FC3E010AE}" dt="2026-10-11T17:11:49.444" v="212"/>
          <ac:spMkLst>
            <pc:docMk/>
            <pc:sldMk cId="1838734195" sldId="287"/>
            <ac:spMk id="6" creationId="{00000000-0000-0000-0000-000000000000}"/>
          </ac:spMkLst>
        </pc:spChg>
        <pc:spChg chg="mod">
          <ac:chgData name="Janou De Buyser" userId="9e855837-ff07-4ba4-86ed-57f131032e08" providerId="ADAL" clId="{E6AEFF39-D5DE-49A5-AE36-7B9FC3E010AE}" dt="2026-10-11T17:11:49.444" v="214"/>
          <ac:spMkLst>
            <pc:docMk/>
            <pc:sldMk cId="1838734195" sldId="287"/>
            <ac:spMk id="7" creationId="{00000000-0000-0000-0000-000000000000}"/>
          </ac:spMkLst>
        </pc:spChg>
        <pc:spChg chg="mod">
          <ac:chgData name="Janou De Buyser" userId="9e855837-ff07-4ba4-86ed-57f131032e08" providerId="ADAL" clId="{E6AEFF39-D5DE-49A5-AE36-7B9FC3E010AE}" dt="2026-10-11T17:11:49.444" v="216"/>
          <ac:spMkLst>
            <pc:docMk/>
            <pc:sldMk cId="1838734195" sldId="287"/>
            <ac:spMk id="8" creationId="{00000000-0000-0000-0000-000000000000}"/>
          </ac:spMkLst>
        </pc:spChg>
        <pc:spChg chg="mod">
          <ac:chgData name="Janou De Buyser" userId="9e855837-ff07-4ba4-86ed-57f131032e08" providerId="ADAL" clId="{E6AEFF39-D5DE-49A5-AE36-7B9FC3E010AE}" dt="2026-10-11T17:11:49.480" v="226"/>
          <ac:spMkLst>
            <pc:docMk/>
            <pc:sldMk cId="1838734195" sldId="287"/>
            <ac:spMk id="9" creationId="{00000000-0000-0000-0000-000000000000}"/>
          </ac:spMkLst>
        </pc:spChg>
        <pc:spChg chg="mod">
          <ac:chgData name="Janou De Buyser" userId="9e855837-ff07-4ba4-86ed-57f131032e08" providerId="ADAL" clId="{E6AEFF39-D5DE-49A5-AE36-7B9FC3E010AE}" dt="2026-10-11T17:11:49.483" v="228"/>
          <ac:spMkLst>
            <pc:docMk/>
            <pc:sldMk cId="1838734195" sldId="287"/>
            <ac:spMk id="10" creationId="{00000000-0000-0000-0000-000000000000}"/>
          </ac:spMkLst>
        </pc:spChg>
        <pc:spChg chg="mod">
          <ac:chgData name="Janou De Buyser" userId="9e855837-ff07-4ba4-86ed-57f131032e08" providerId="ADAL" clId="{E6AEFF39-D5DE-49A5-AE36-7B9FC3E010AE}" dt="2026-10-11T17:11:49.486" v="230"/>
          <ac:spMkLst>
            <pc:docMk/>
            <pc:sldMk cId="1838734195" sldId="287"/>
            <ac:spMk id="11" creationId="{00000000-0000-0000-0000-000000000000}"/>
          </ac:spMkLst>
        </pc:spChg>
        <pc:spChg chg="mod">
          <ac:chgData name="Janou De Buyser" userId="9e855837-ff07-4ba4-86ed-57f131032e08" providerId="ADAL" clId="{E6AEFF39-D5DE-49A5-AE36-7B9FC3E010AE}" dt="2026-10-11T17:11:49.488" v="232"/>
          <ac:spMkLst>
            <pc:docMk/>
            <pc:sldMk cId="1838734195" sldId="287"/>
            <ac:spMk id="12" creationId="{00000000-0000-0000-0000-000000000000}"/>
          </ac:spMkLst>
        </pc:spChg>
        <pc:spChg chg="mod">
          <ac:chgData name="Janou De Buyser" userId="9e855837-ff07-4ba4-86ed-57f131032e08" providerId="ADAL" clId="{E6AEFF39-D5DE-49A5-AE36-7B9FC3E010AE}" dt="2026-10-11T17:11:49.513" v="242"/>
          <ac:spMkLst>
            <pc:docMk/>
            <pc:sldMk cId="1838734195" sldId="287"/>
            <ac:spMk id="13" creationId="{00000000-0000-0000-0000-000000000000}"/>
          </ac:spMkLst>
        </pc:spChg>
        <pc:spChg chg="mod">
          <ac:chgData name="Janou De Buyser" userId="9e855837-ff07-4ba4-86ed-57f131032e08" providerId="ADAL" clId="{E6AEFF39-D5DE-49A5-AE36-7B9FC3E010AE}" dt="2026-10-11T17:11:49.513" v="244"/>
          <ac:spMkLst>
            <pc:docMk/>
            <pc:sldMk cId="1838734195" sldId="287"/>
            <ac:spMk id="14" creationId="{00000000-0000-0000-0000-000000000000}"/>
          </ac:spMkLst>
        </pc:spChg>
        <pc:spChg chg="mod">
          <ac:chgData name="Janou De Buyser" userId="9e855837-ff07-4ba4-86ed-57f131032e08" providerId="ADAL" clId="{E6AEFF39-D5DE-49A5-AE36-7B9FC3E010AE}" dt="2026-10-11T17:11:49.513" v="246"/>
          <ac:spMkLst>
            <pc:docMk/>
            <pc:sldMk cId="1838734195" sldId="287"/>
            <ac:spMk id="15" creationId="{00000000-0000-0000-0000-000000000000}"/>
          </ac:spMkLst>
        </pc:spChg>
        <pc:spChg chg="mod">
          <ac:chgData name="Janou De Buyser" userId="9e855837-ff07-4ba4-86ed-57f131032e08" providerId="ADAL" clId="{E6AEFF39-D5DE-49A5-AE36-7B9FC3E010AE}" dt="2026-10-11T17:11:49.513" v="248"/>
          <ac:spMkLst>
            <pc:docMk/>
            <pc:sldMk cId="1838734195" sldId="287"/>
            <ac:spMk id="16" creationId="{00000000-0000-0000-0000-000000000000}"/>
          </ac:spMkLst>
        </pc:spChg>
        <pc:spChg chg="mod">
          <ac:chgData name="Janou De Buyser" userId="9e855837-ff07-4ba4-86ed-57f131032e08" providerId="ADAL" clId="{E6AEFF39-D5DE-49A5-AE36-7B9FC3E010AE}" dt="2026-10-11T17:11:49.544" v="258"/>
          <ac:spMkLst>
            <pc:docMk/>
            <pc:sldMk cId="1838734195" sldId="287"/>
            <ac:spMk id="17" creationId="{00000000-0000-0000-0000-000000000000}"/>
          </ac:spMkLst>
        </pc:spChg>
        <pc:spChg chg="mod">
          <ac:chgData name="Janou De Buyser" userId="9e855837-ff07-4ba4-86ed-57f131032e08" providerId="ADAL" clId="{E6AEFF39-D5DE-49A5-AE36-7B9FC3E010AE}" dt="2026-10-11T17:11:49.544" v="260"/>
          <ac:spMkLst>
            <pc:docMk/>
            <pc:sldMk cId="1838734195" sldId="287"/>
            <ac:spMk id="18" creationId="{00000000-0000-0000-0000-000000000000}"/>
          </ac:spMkLst>
        </pc:spChg>
        <pc:spChg chg="mod">
          <ac:chgData name="Janou De Buyser" userId="9e855837-ff07-4ba4-86ed-57f131032e08" providerId="ADAL" clId="{E6AEFF39-D5DE-49A5-AE36-7B9FC3E010AE}" dt="2026-10-11T17:11:49.544" v="262"/>
          <ac:spMkLst>
            <pc:docMk/>
            <pc:sldMk cId="1838734195" sldId="287"/>
            <ac:spMk id="19" creationId="{00000000-0000-0000-0000-000000000000}"/>
          </ac:spMkLst>
        </pc:spChg>
        <pc:spChg chg="mod">
          <ac:chgData name="Janou De Buyser" userId="9e855837-ff07-4ba4-86ed-57f131032e08" providerId="ADAL" clId="{E6AEFF39-D5DE-49A5-AE36-7B9FC3E010AE}" dt="2026-10-11T17:11:49.544" v="264"/>
          <ac:spMkLst>
            <pc:docMk/>
            <pc:sldMk cId="1838734195" sldId="287"/>
            <ac:spMk id="20" creationId="{00000000-0000-0000-0000-000000000000}"/>
          </ac:spMkLst>
        </pc:spChg>
        <pc:spChg chg="add mod">
          <ac:chgData name="Janou De Buyser" userId="9e855837-ff07-4ba4-86ed-57f131032e08" providerId="ADAL" clId="{E6AEFF39-D5DE-49A5-AE36-7B9FC3E010AE}" dt="2026-10-11T17:11:49.584" v="274"/>
          <ac:spMkLst>
            <pc:docMk/>
            <pc:sldMk cId="1838734195" sldId="287"/>
            <ac:spMk id="21" creationId="{CC567B4D-9AEC-44D7-3BCB-4EBF4FA74DE8}"/>
          </ac:spMkLst>
        </pc:spChg>
        <pc:spChg chg="add mod">
          <ac:chgData name="Janou De Buyser" userId="9e855837-ff07-4ba4-86ed-57f131032e08" providerId="ADAL" clId="{E6AEFF39-D5DE-49A5-AE36-7B9FC3E010AE}" dt="2026-10-11T17:11:49.587" v="276"/>
          <ac:spMkLst>
            <pc:docMk/>
            <pc:sldMk cId="1838734195" sldId="287"/>
            <ac:spMk id="22" creationId="{CB205B41-7BE9-0EF0-A5F0-DDFBD567080D}"/>
          </ac:spMkLst>
        </pc:spChg>
        <pc:spChg chg="mod">
          <ac:chgData name="Janou De Buyser" userId="9e855837-ff07-4ba4-86ed-57f131032e08" providerId="ADAL" clId="{E6AEFF39-D5DE-49A5-AE36-7B9FC3E010AE}" dt="2026-10-11T17:11:58.978" v="984" actId="20577"/>
          <ac:spMkLst>
            <pc:docMk/>
            <pc:sldMk cId="1838734195" sldId="287"/>
            <ac:spMk id="23" creationId="{00000000-0000-0000-0000-000000000000}"/>
          </ac:spMkLst>
        </pc:spChg>
        <pc:spChg chg="add mod">
          <ac:chgData name="Janou De Buyser" userId="9e855837-ff07-4ba4-86ed-57f131032e08" providerId="ADAL" clId="{E6AEFF39-D5DE-49A5-AE36-7B9FC3E010AE}" dt="2026-10-11T17:11:49.588" v="278"/>
          <ac:spMkLst>
            <pc:docMk/>
            <pc:sldMk cId="1838734195" sldId="287"/>
            <ac:spMk id="25" creationId="{003C79C4-001E-FF54-0C43-BABA4AD2D471}"/>
          </ac:spMkLst>
        </pc:spChg>
        <pc:spChg chg="add mod">
          <ac:chgData name="Janou De Buyser" userId="9e855837-ff07-4ba4-86ed-57f131032e08" providerId="ADAL" clId="{E6AEFF39-D5DE-49A5-AE36-7B9FC3E010AE}" dt="2026-10-11T17:11:49.591" v="280"/>
          <ac:spMkLst>
            <pc:docMk/>
            <pc:sldMk cId="1838734195" sldId="287"/>
            <ac:spMk id="26" creationId="{EF2A9784-508A-4706-29A4-953BAB735B0A}"/>
          </ac:spMkLst>
        </pc:spChg>
        <pc:spChg chg="add mod">
          <ac:chgData name="Janou De Buyser" userId="9e855837-ff07-4ba4-86ed-57f131032e08" providerId="ADAL" clId="{E6AEFF39-D5DE-49A5-AE36-7B9FC3E010AE}" dt="2026-10-11T17:11:49.630" v="297"/>
          <ac:spMkLst>
            <pc:docMk/>
            <pc:sldMk cId="1838734195" sldId="287"/>
            <ac:spMk id="27" creationId="{E101AADC-1E07-F15E-58BA-34F396878936}"/>
          </ac:spMkLst>
        </pc:spChg>
      </pc:sldChg>
      <pc:sldChg chg="addSp modSp add mod ord modTransition modNotes">
        <pc:chgData name="Janou De Buyser" userId="9e855837-ff07-4ba4-86ed-57f131032e08" providerId="ADAL" clId="{E6AEFF39-D5DE-49A5-AE36-7B9FC3E010AE}" dt="2026-10-11T17:11:59.743" v="1001"/>
        <pc:sldMkLst>
          <pc:docMk/>
          <pc:sldMk cId="2236626852" sldId="288"/>
        </pc:sldMkLst>
        <pc:spChg chg="mod">
          <ac:chgData name="Janou De Buyser" userId="9e855837-ff07-4ba4-86ed-57f131032e08" providerId="ADAL" clId="{E6AEFF39-D5DE-49A5-AE36-7B9FC3E010AE}" dt="2026-10-11T17:11:49.648" v="299" actId="20577"/>
          <ac:spMkLst>
            <pc:docMk/>
            <pc:sldMk cId="2236626852" sldId="288"/>
            <ac:spMk id="3" creationId="{00000000-0000-0000-0000-000000000000}"/>
          </ac:spMkLst>
        </pc:spChg>
        <pc:spChg chg="mod">
          <ac:chgData name="Janou De Buyser" userId="9e855837-ff07-4ba4-86ed-57f131032e08" providerId="ADAL" clId="{E6AEFF39-D5DE-49A5-AE36-7B9FC3E010AE}" dt="2026-10-11T17:11:49.652" v="300" actId="20577"/>
          <ac:spMkLst>
            <pc:docMk/>
            <pc:sldMk cId="2236626852" sldId="288"/>
            <ac:spMk id="4" creationId="{00000000-0000-0000-0000-000000000000}"/>
          </ac:spMkLst>
        </pc:spChg>
        <pc:spChg chg="mod">
          <ac:chgData name="Janou De Buyser" userId="9e855837-ff07-4ba4-86ed-57f131032e08" providerId="ADAL" clId="{E6AEFF39-D5DE-49A5-AE36-7B9FC3E010AE}" dt="2026-10-11T17:11:49.675" v="309"/>
          <ac:spMkLst>
            <pc:docMk/>
            <pc:sldMk cId="2236626852" sldId="288"/>
            <ac:spMk id="5" creationId="{00000000-0000-0000-0000-000000000000}"/>
          </ac:spMkLst>
        </pc:spChg>
        <pc:spChg chg="mod">
          <ac:chgData name="Janou De Buyser" userId="9e855837-ff07-4ba4-86ed-57f131032e08" providerId="ADAL" clId="{E6AEFF39-D5DE-49A5-AE36-7B9FC3E010AE}" dt="2026-10-11T17:11:49.677" v="311"/>
          <ac:spMkLst>
            <pc:docMk/>
            <pc:sldMk cId="2236626852" sldId="288"/>
            <ac:spMk id="6" creationId="{00000000-0000-0000-0000-000000000000}"/>
          </ac:spMkLst>
        </pc:spChg>
        <pc:spChg chg="mod">
          <ac:chgData name="Janou De Buyser" userId="9e855837-ff07-4ba4-86ed-57f131032e08" providerId="ADAL" clId="{E6AEFF39-D5DE-49A5-AE36-7B9FC3E010AE}" dt="2026-10-11T17:11:49.679" v="313"/>
          <ac:spMkLst>
            <pc:docMk/>
            <pc:sldMk cId="2236626852" sldId="288"/>
            <ac:spMk id="7" creationId="{00000000-0000-0000-0000-000000000000}"/>
          </ac:spMkLst>
        </pc:spChg>
        <pc:spChg chg="mod">
          <ac:chgData name="Janou De Buyser" userId="9e855837-ff07-4ba4-86ed-57f131032e08" providerId="ADAL" clId="{E6AEFF39-D5DE-49A5-AE36-7B9FC3E010AE}" dt="2026-10-11T17:11:49.679" v="315"/>
          <ac:spMkLst>
            <pc:docMk/>
            <pc:sldMk cId="2236626852" sldId="288"/>
            <ac:spMk id="8" creationId="{00000000-0000-0000-0000-000000000000}"/>
          </ac:spMkLst>
        </pc:spChg>
        <pc:spChg chg="mod">
          <ac:chgData name="Janou De Buyser" userId="9e855837-ff07-4ba4-86ed-57f131032e08" providerId="ADAL" clId="{E6AEFF39-D5DE-49A5-AE36-7B9FC3E010AE}" dt="2026-10-11T17:11:49.694" v="324"/>
          <ac:spMkLst>
            <pc:docMk/>
            <pc:sldMk cId="2236626852" sldId="288"/>
            <ac:spMk id="9" creationId="{00000000-0000-0000-0000-000000000000}"/>
          </ac:spMkLst>
        </pc:spChg>
        <pc:spChg chg="mod">
          <ac:chgData name="Janou De Buyser" userId="9e855837-ff07-4ba4-86ed-57f131032e08" providerId="ADAL" clId="{E6AEFF39-D5DE-49A5-AE36-7B9FC3E010AE}" dt="2026-10-11T17:11:49.710" v="326"/>
          <ac:spMkLst>
            <pc:docMk/>
            <pc:sldMk cId="2236626852" sldId="288"/>
            <ac:spMk id="10" creationId="{00000000-0000-0000-0000-000000000000}"/>
          </ac:spMkLst>
        </pc:spChg>
        <pc:spChg chg="mod">
          <ac:chgData name="Janou De Buyser" userId="9e855837-ff07-4ba4-86ed-57f131032e08" providerId="ADAL" clId="{E6AEFF39-D5DE-49A5-AE36-7B9FC3E010AE}" dt="2026-10-11T17:11:49.710" v="328"/>
          <ac:spMkLst>
            <pc:docMk/>
            <pc:sldMk cId="2236626852" sldId="288"/>
            <ac:spMk id="11" creationId="{00000000-0000-0000-0000-000000000000}"/>
          </ac:spMkLst>
        </pc:spChg>
        <pc:spChg chg="mod">
          <ac:chgData name="Janou De Buyser" userId="9e855837-ff07-4ba4-86ed-57f131032e08" providerId="ADAL" clId="{E6AEFF39-D5DE-49A5-AE36-7B9FC3E010AE}" dt="2026-10-11T17:11:49.716" v="330"/>
          <ac:spMkLst>
            <pc:docMk/>
            <pc:sldMk cId="2236626852" sldId="288"/>
            <ac:spMk id="12" creationId="{00000000-0000-0000-0000-000000000000}"/>
          </ac:spMkLst>
        </pc:spChg>
        <pc:spChg chg="mod">
          <ac:chgData name="Janou De Buyser" userId="9e855837-ff07-4ba4-86ed-57f131032e08" providerId="ADAL" clId="{E6AEFF39-D5DE-49A5-AE36-7B9FC3E010AE}" dt="2026-10-11T17:11:49.741" v="339"/>
          <ac:spMkLst>
            <pc:docMk/>
            <pc:sldMk cId="2236626852" sldId="288"/>
            <ac:spMk id="13" creationId="{00000000-0000-0000-0000-000000000000}"/>
          </ac:spMkLst>
        </pc:spChg>
        <pc:spChg chg="mod">
          <ac:chgData name="Janou De Buyser" userId="9e855837-ff07-4ba4-86ed-57f131032e08" providerId="ADAL" clId="{E6AEFF39-D5DE-49A5-AE36-7B9FC3E010AE}" dt="2026-10-11T17:11:49.744" v="341"/>
          <ac:spMkLst>
            <pc:docMk/>
            <pc:sldMk cId="2236626852" sldId="288"/>
            <ac:spMk id="14" creationId="{00000000-0000-0000-0000-000000000000}"/>
          </ac:spMkLst>
        </pc:spChg>
        <pc:spChg chg="mod">
          <ac:chgData name="Janou De Buyser" userId="9e855837-ff07-4ba4-86ed-57f131032e08" providerId="ADAL" clId="{E6AEFF39-D5DE-49A5-AE36-7B9FC3E010AE}" dt="2026-10-11T17:11:49.747" v="343"/>
          <ac:spMkLst>
            <pc:docMk/>
            <pc:sldMk cId="2236626852" sldId="288"/>
            <ac:spMk id="15" creationId="{00000000-0000-0000-0000-000000000000}"/>
          </ac:spMkLst>
        </pc:spChg>
        <pc:spChg chg="mod">
          <ac:chgData name="Janou De Buyser" userId="9e855837-ff07-4ba4-86ed-57f131032e08" providerId="ADAL" clId="{E6AEFF39-D5DE-49A5-AE36-7B9FC3E010AE}" dt="2026-10-11T17:11:49.750" v="345"/>
          <ac:spMkLst>
            <pc:docMk/>
            <pc:sldMk cId="2236626852" sldId="288"/>
            <ac:spMk id="16" creationId="{00000000-0000-0000-0000-000000000000}"/>
          </ac:spMkLst>
        </pc:spChg>
        <pc:spChg chg="mod">
          <ac:chgData name="Janou De Buyser" userId="9e855837-ff07-4ba4-86ed-57f131032e08" providerId="ADAL" clId="{E6AEFF39-D5DE-49A5-AE36-7B9FC3E010AE}" dt="2026-10-11T17:11:49.765" v="354"/>
          <ac:spMkLst>
            <pc:docMk/>
            <pc:sldMk cId="2236626852" sldId="288"/>
            <ac:spMk id="17" creationId="{00000000-0000-0000-0000-000000000000}"/>
          </ac:spMkLst>
        </pc:spChg>
        <pc:spChg chg="mod">
          <ac:chgData name="Janou De Buyser" userId="9e855837-ff07-4ba4-86ed-57f131032e08" providerId="ADAL" clId="{E6AEFF39-D5DE-49A5-AE36-7B9FC3E010AE}" dt="2026-10-11T17:11:49.776" v="356"/>
          <ac:spMkLst>
            <pc:docMk/>
            <pc:sldMk cId="2236626852" sldId="288"/>
            <ac:spMk id="18" creationId="{00000000-0000-0000-0000-000000000000}"/>
          </ac:spMkLst>
        </pc:spChg>
        <pc:spChg chg="mod">
          <ac:chgData name="Janou De Buyser" userId="9e855837-ff07-4ba4-86ed-57f131032e08" providerId="ADAL" clId="{E6AEFF39-D5DE-49A5-AE36-7B9FC3E010AE}" dt="2026-10-11T17:11:49.778" v="358"/>
          <ac:spMkLst>
            <pc:docMk/>
            <pc:sldMk cId="2236626852" sldId="288"/>
            <ac:spMk id="19" creationId="{00000000-0000-0000-0000-000000000000}"/>
          </ac:spMkLst>
        </pc:spChg>
        <pc:spChg chg="mod">
          <ac:chgData name="Janou De Buyser" userId="9e855837-ff07-4ba4-86ed-57f131032e08" providerId="ADAL" clId="{E6AEFF39-D5DE-49A5-AE36-7B9FC3E010AE}" dt="2026-10-11T17:11:49.778" v="360"/>
          <ac:spMkLst>
            <pc:docMk/>
            <pc:sldMk cId="2236626852" sldId="288"/>
            <ac:spMk id="20" creationId="{00000000-0000-0000-0000-000000000000}"/>
          </ac:spMkLst>
        </pc:spChg>
        <pc:spChg chg="add mod">
          <ac:chgData name="Janou De Buyser" userId="9e855837-ff07-4ba4-86ed-57f131032e08" providerId="ADAL" clId="{E6AEFF39-D5DE-49A5-AE36-7B9FC3E010AE}" dt="2026-10-11T17:11:49.826" v="377"/>
          <ac:spMkLst>
            <pc:docMk/>
            <pc:sldMk cId="2236626852" sldId="288"/>
            <ac:spMk id="21" creationId="{6A071F0F-11B3-BC84-F874-6D3FF1F3C25F}"/>
          </ac:spMkLst>
        </pc:spChg>
        <pc:spChg chg="mod">
          <ac:chgData name="Janou De Buyser" userId="9e855837-ff07-4ba4-86ed-57f131032e08" providerId="ADAL" clId="{E6AEFF39-D5DE-49A5-AE36-7B9FC3E010AE}" dt="2026-10-11T17:11:59.709" v="999" actId="20577"/>
          <ac:spMkLst>
            <pc:docMk/>
            <pc:sldMk cId="2236626852" sldId="288"/>
            <ac:spMk id="2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0017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Goeiedag. In een kwartier vertel ik wat PARADISE is, wat het voor AZ Groeninge betekent, en waar we vandaag staan. PARADISE staat voor drie woorden: de druk, het dragen en de educatie.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Honderdvierenveertig patiënten in zes voetklinieken: vierentwintig per centrum, twaalf in Optimal Care en twaalf in Usual Care. Usual Care krijgt dezelfde zool, maar zonder drukdoel, zonder feedback en zonder SEBIA. Er is één primair eindpunt: het recidief over achttien maanden. Blijft één centrum achter, dan haalt de studie het niet.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 studie loopt in zes voetklinieken in Vlaanderen, en AZ Groeninge is er één van. Elk centrum neemt vierentwintig deelnemers op, twaalf in elke arm. Samen maakt dat honderdvierenveertig.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fasen. Van november tot april loopt de opleiding, in februari de piloot, en op 23 februari beslist de Executive Board over Go of No-Go. Daarna twaalf maanden includeren, drie per maand, en elke deelnemer achttien maanden opvolgen. De laatste visite valt eind augustus 2029. Alleen de inclusie verschuift de einddatum.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één: waarom. Ik geef u vier cijfers. Na het vierde weet u waarom deze studie twee normen heeft in plaats van één.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Veertig procent krijgt binnen één jaar een nieuw ulcus, na vijf jaar is dat vijfenzestig procent. De sterfte ligt tweeënhalf keer hoger, en na een majeure amputatie zelfs boven de zeventig procent. Dit is geen wondprobleem, dit is een overlevingsprobleem.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En dan het cijfer dat het moeilijk maakt. Driekwart van deze ulcera is in principe te voorkomen, en toch komt veertig procent binnen het jaar terug. Over dat gat tussen wat kan en wat gebeurt, gaat deze studie.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beste poging die er ligt: drukgeoptimaliseerd maatschoeisel, multicentrisch en gerandomiseerd, de DIAFOS-studie. Over iedereen samen: geen verschil. Bij wie de schoen droeg, minstens tachtig procent van de stappen: het recidief bijna gehalveerd. Het verschil zat dus niet alleen in de schoen, maar in het dragen.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 zit het. Eenenzeventig procent draagtijd, gemeten met een sensor en niet gevraagd. Thuis zakt het naar eenenzestig procent, en juist thuis worden veel stappen gezet. De schoen staat in de gang, terwijl de patiënt door het huis loopt.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Daarom doet PARADISE het anders: één dienst met twee normen. De zool moet de druk halen: onder tweehonderd kilopascal, of minstens vijfentwintig procent lager dan zonder zool, in dezelfde sessie. En de zool moet gedragen worden: tachtig procent van de eigen waaktijd, gemeten met een sensor in de zool. Daarbij hoort een SEBIA-gesprek op elke visite. Dat is nog nooit samen getoetst.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krijgt elke arm? Beide armen krijgen dezelfde zool, voetzorg om de drie maanden, de MoveMonitor bij de start en de sensor in de zool. Het verschil zit in wat er met de metingen gebeurt. In Optimal Care sturen de twee normen de zorg: de druk wordt per sessie getoetst en de zool zo nodig aangepast, de draagtijd wordt uitgelezen en samen besproken, en op elke visite volgt een SEBIA-gesprek. In Usual Care wordt de druk alleen bij de start en op maand 6 gemeten, geblindeerd; de sensor wordt uitgelezen zonder terugkoppeling, en voetzorg en educatie blijven zoals vandaag.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twee: de meting. Wat u meet, hoe u het meet, en wanneer het goed genoeg is.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Elke sensor geeft een cijfer. Dit is een meting in de schoen, zonder de zool: driehonderdtwaalf kilopascal onder metatarsaal twee-drie. De pedar meet links en rechts tegelijk; uit drie metingen komt één gemiddeld piekdrukbeeld per voet.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Zelfde voet, met de zool. Honderdzesentachtig kilopascal: veertig procent lager én onder de tweehonderd. De norm geldt per doelregio, en één van beide volstaat. Haalt een regio de norm niet, dan past de pedorthist de zool aan en meet u opnieuw, tot drie keer. Dat doen we op visite 2 en op maand 6, 12 en 18.</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Even stilstaan. Het doel is niet minder belasting. Het doel is belasting op een plek die het aankan. Dat is de hele interventie.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drie: het traject. Wie in aanmerking komt, en wat er op elke visite gebeurt.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Wie komt in aanmerking? Onthoud VOETEN: vaten stabiel, onlangs een voetwonde, eigen stappen, type 1 of 2, echt beschermend schoeisel, Nederlands en volwassen. Alle zes moeten kloppen; één van de negen exclusiecriteria volstaat om uit te sluiten. Let op: een resectie van de eerste metatarsaalkop mag wél, een enkel-voetorthese niet, en wie de draagsensor weigert, valt af. De arts screent en vraagt de toestemming. U krijgt de zakkaart mee.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Screening en negen visites over achttien maanden. De eerste drie liggen dicht bij elkaar: toestemming, baseline, en de zool binnen de maand. Daarna is het ritme elke drie maanden, hetzelfde ritme als de controle die deze patiënten al krijgen.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is SEBIA? De interventie in Optimal Care, zoals professor Fabienne Dobbels ze opbouwt, heeft twee componenten. Eén: diabetesvoetzorg, via educatie en skills training: kennis van goede voetzorg, goede voetzorg uitvoeren, en kennis van het belang van aangepast schoeisel en zolen. Twee: therapietrouw met het dragen van aangepast schoeisel en zolen: eerst de therapietrouw monitoren, dan verbeteren, door het belang en de motivatie te verhogen en barrières aan te pakken.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Op elke visite een gesprek, met een eigen focus. Op visite 1 en 2 ligt de focus op educatie: mondelinge educatie en een demonstratie van goede voetzorg, en uitleg over de activity monitor; op visite 2 de kennis evalueren met de NAFF, met re-educatie, het belang van zolen en gepaste schoenen, en het doel van de sensor in de zolen. Op maand 3, 9 en 15 ligt de focus op therapietrouw: feedback op basis van de sensor, en therapietrouwverhogende interventies. Op maand 6 en 12 komen beide samen. Op maand 18 volgt een afrondend gesprek, zonder feedback of nieuwe interventies.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Drie toestellen, drie taken. De Novel pedar meet de druk, in de schoen. De Orthotimer zit in de zool en registreert elk kwartier of de zool gedragen wordt; die leest u elke drie maanden uit. De MoveMonitor draagt de patiënt één week bij de start, om de waaktijd te kennen, en daarmee de draagnorm.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enige regel die u echt moet onthouden. In Usual Care meet u de druk alleen bij de start en op maand 6, geblindeerd: met een drempel van vijftig kilopascal en de waarden uit, zonder iets te tonen of te bespreken. De sensor wordt uitgelezen, maar zonder terugkoppeling. Bespreekt u de waarden toch, dan levert u de interventie. Klinische bevindingen zijn geen meetwaarden: een laesie meldt en behandelt u meteen, in beide groepen.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gebeurt er bij een nieuwe wonde? Dat is ons eindpunt: een nieuw ulcus, op dezelfde of een andere plek. Beide voeten worden op elke visite gescreend, en het ulcus wordt op dezelfde manier vastgesteld in beide armen. Verwittig meteen de investigator. Neem foto's, klasseer met PEDIS en WIfI en verzorg de wonde; de foto's worden geanonimiseerd opgeladen. Bij elk vervolgcontact noteert u de genezing, tot genezing, amputatie of overlijden. Een ernstig voorval, zoals een opname, meldt u binnen 72 uur. En het eindpunt is geen einde: de deelnemer blijft tot maand 18 in opvolging.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rollen. De podoloog meet, leest de sensoren uit en voert het SEBIA-gesprek. De pedorthist maakt de zool en past aan tot de norm. De arts screent, vraagt de toestemming, beoordeelt laesies en meldt voorvallen. Het management maakt tijd vrij en bewaakt de vierentwintig inclusies.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krijgt u van ons. De SEBIA-opleiding, in zes sessies door professor Fabienne Dobbels, voor alle podologen. SOP's en draaiboeken per handeling. Gegevensinvoer doet het onderzoeksteam: u vult de formulieren in, verder niets. En één contactpunt: paradise-tbm@kuleuven.be. Nul sancties: wijkt u af van het protocol, dan meldt u dat, en het wordt geregistreerd, niet afgestraft.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Waar staan we vandaag? Protocol en formulieren liggen klaar. Uw dossier voor de ethische goedkeuring is volledig ingediend en ligt bij de externe diensten voor feedback; centraal wachten de ethische commissie van UZ Leuven en het FAGG op de lokale goedkeuringen. De pedar, de MoveMonitors en de Orthotimers staan bij u; de pedar installeren we vóór uw technologiesessie op 2 december. En er is één centrale databank: u vult papier in, wij voeren in.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uw data. In november het info draaiboek, online, op dinsdag 10 en 24 november over de middag. Op woensdagvoormiddag 2 december de technologie bij u, en op dinsdag 8 december online de gezondheidseconomie en de procesevaluatie. In januari SEBIA 1 en 2 op woensdag 6 januari, de datacollectie op dinsdag 12 januari, en de droogloop bij u op woensdag 20 januari. In februari de piloot, en na de Go/No-Go van 23 februari starten we. In maart en april volgen SEBIA 3 en 4 op maandag 1 maart, en het inoefenen bij u op dinsdag 20 april.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vraagt het van uw team? Per patiënt in Optimal Care ongeveer zestien uur over achttien maanden: twee uur bij de start en twee uur per visite. In Usual Care negen uur: twee bij de start en één per visite. Betaald wordt zeventien en tien uur per patiënt. Voor alle vierentwintig samen is dat zo'n driehonderd uur, en aan drie inclusies per maand ongeveer veertien uur per maand, zolang de inclusie loopt.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dingen hebben we van u nodig, en geen daarvan is gegevensinvoer. Twee zorgverleners die de opleiding volgen. Drie inclusies per maand: zo heeft u er vierentwintig binnen het jaar, met marge. Een looppad. En een back-up, iemand die kan invallen en die de droogloop meedoet.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Tot slot: wie u aanspreekt. Praktische vragen, over inclusies, metingen, formulieren of sensoren, komen bij mij, via paradise-tbm@kuleuven.be. Wetenschappelijke vragen en afspraken op het niveau van uw centrum bij professor Deschamps. Dank u wel.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Ter informatie: de bronnen bij de cijfers, genummerd zoals in het protocolmanuscript.</a:t>
            </a:r>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fotokader" descr="titel_voetonderzoek.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aradise_merk.png"/>
          <p:cNvPicPr>
            <a:picLocks noChangeAspect="1"/>
          </p:cNvPicPr>
          <p:nvPr/>
        </p:nvPicPr>
        <p:blipFill>
          <a:blip r:embed="rId4"/>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lIns="0" tIns="0" rIns="0" bIns="0" anchor="t">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lIns="0" tIns="0" rIns="0" bIns="0" anchor="t">
            <a:spAutoFit/>
          </a:bodyPr>
          <a:lstStyle/>
          <a:p>
            <a:pPr algn="l">
              <a:lnSpc>
                <a:spcPct val="125000"/>
              </a:lnSpc>
            </a:pPr>
            <a:r>
              <a:rPr sz="2800" b="1">
                <a:solidFill>
                  <a:srgbClr val="52BDEC"/>
                </a:solidFill>
                <a:latin typeface="Segoe UI"/>
              </a:rPr>
              <a:t>AZ Groeninge · toelichting en stand van zaken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uleuven.png"/>
          <p:cNvPicPr>
            <a:picLocks noChangeAspect="1"/>
          </p:cNvPicPr>
          <p:nvPr/>
        </p:nvPicPr>
        <p:blipFill>
          <a:blip r:embed="rId5"/>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vub.png"/>
          <p:cNvPicPr>
            <a:picLocks noChangeAspect="1"/>
          </p:cNvPicPr>
          <p:nvPr/>
        </p:nvPicPr>
        <p:blipFill>
          <a:blip r:embed="rId6"/>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lIns="0" tIns="0" rIns="0" bIns="0" anchor="t">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lIns="0" tIns="0" rIns="0" bIns="0" anchor="t">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mc:AlternateContent xmlns:mc="http://schemas.openxmlformats.org/markup-compatibility/2006" xmlns:p14="http://schemas.microsoft.com/office/powerpoint/2010/main">
    <mc:Choice Requires="p14">
      <p:transition spd="slow" p14:dur="9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634984"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52BDEC"/>
                </a:solidFill>
                <a:latin typeface="Consolas"/>
              </a:rPr>
              <a:t>72 OPTIMAL CARE</a:t>
            </a:r>
            <a:endParaRPr sz="1300" b="1" spc="140">
              <a:solidFill>
                <a:srgbClr val="52BDEC"/>
              </a:solidFill>
              <a:latin typeface="Consolas"/>
            </a:endParaRPr>
          </a:p>
        </p:txBody>
      </p:sp>
      <p:sp>
        <p:nvSpPr>
          <p:cNvPr id="150" name="TextBox 149"/>
          <p:cNvSpPr txBox="1"/>
          <p:nvPr/>
        </p:nvSpPr>
        <p:spPr>
          <a:xfrm>
            <a:off x="2412939"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FF7A00"/>
                </a:solidFill>
                <a:latin typeface="Consolas"/>
              </a:rPr>
              <a:t>72 USUAL CARE</a:t>
            </a:r>
            <a:endParaRPr sz="1300" b="1" spc="140">
              <a:solidFill>
                <a:srgbClr val="FF7A00"/>
              </a:solidFill>
              <a:latin typeface="Consolas"/>
            </a:endParaRP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825479" y="384800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68663"/>
          </a:xfrm>
          <a:prstGeom prst="rect">
            <a:avLst/>
          </a:prstGeom>
          <a:noFill/>
        </p:spPr>
        <p:txBody>
          <a:bodyPr wrap="square" lIns="0" tIns="0" rIns="0" bIns="0" anchor="t">
            <a:spAutoFit/>
          </a:bodyPr>
          <a:lstStyle/>
          <a:p>
            <a:pPr algn="l">
              <a:lnSpc>
                <a:spcPct val="125000"/>
              </a:lnSpc>
            </a:pPr>
            <a:r>
              <a:rPr lang="en-US" sz="1550" b="0">
                <a:solidFill>
                  <a:srgbClr val="F2F8FC"/>
                </a:solidFill>
                <a:latin typeface="Segoe UI"/>
              </a:rPr>
              <a:t>24 deelnemers — 12 Optimal Care en 12 Usual Care</a:t>
            </a:r>
            <a:endParaRPr sz="1550" b="0">
              <a:solidFill>
                <a:srgbClr val="F2F8FC"/>
              </a:solidFill>
              <a:latin typeface="Segoe UI"/>
            </a:endParaRP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6362413" y="3848003"/>
            <a:ext cx="5003547" cy="215894"/>
          </a:xfrm>
          <a:prstGeom prst="rect">
            <a:avLst/>
          </a:prstGeom>
          <a:noFill/>
        </p:spPr>
        <p:txBody>
          <a:bodyPr wrap="square" lIns="0" tIns="0" rIns="0" bIns="0" anchor="t">
            <a:spAutoFit/>
          </a:bodyPr>
          <a:lstStyle/>
          <a:p>
            <a:pPr algn="l">
              <a:lnSpc>
                <a:spcPct val="125000"/>
              </a:lnSpc>
            </a:pPr>
            <a:r>
              <a:rPr lang="nl-BE" sz="1200" b="1" spc="140">
                <a:solidFill>
                  <a:srgbClr val="52BDEC"/>
                </a:solidFill>
                <a:latin typeface="Consolas"/>
              </a:rPr>
              <a:t>USUAL CARE</a:t>
            </a:r>
            <a:endParaRPr sz="1200" b="1" spc="140">
              <a:solidFill>
                <a:srgbClr val="52BDEC"/>
              </a:solidFill>
              <a:latin typeface="Consolas"/>
            </a:endParaRPr>
          </a:p>
        </p:txBody>
      </p:sp>
      <p:sp>
        <p:nvSpPr>
          <p:cNvPr id="156" name="TextBox 155"/>
          <p:cNvSpPr txBox="1"/>
          <p:nvPr/>
        </p:nvSpPr>
        <p:spPr>
          <a:xfrm>
            <a:off x="6362413" y="4089297"/>
            <a:ext cx="5003547" cy="268663"/>
          </a:xfrm>
          <a:prstGeom prst="rect">
            <a:avLst/>
          </a:prstGeom>
          <a:noFill/>
        </p:spPr>
        <p:txBody>
          <a:bodyPr wrap="square" lIns="0" tIns="0" rIns="0" bIns="0" anchor="t">
            <a:spAutoFit/>
          </a:bodyPr>
          <a:lstStyle/>
          <a:p>
            <a:pPr algn="l">
              <a:lnSpc>
                <a:spcPct val="125000"/>
              </a:lnSpc>
            </a:pPr>
            <a:r>
              <a:rPr lang="nl-NL" sz="1550" b="0">
                <a:solidFill>
                  <a:srgbClr val="F2F8FC"/>
                </a:solidFill>
                <a:latin typeface="Segoe UI"/>
              </a:rPr>
              <a:t>Dezelfde zool, zonder drukdoel, feedback of SEBIA</a:t>
            </a:r>
            <a:endParaRPr sz="1550" b="0">
              <a:solidFill>
                <a:srgbClr val="F2F8FC"/>
              </a:solidFill>
              <a:latin typeface="Segoe UI"/>
            </a:endParaRP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825479"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lIns="0" tIns="0" rIns="0" bIns="0" anchor="t">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6362413"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lIns="0" tIns="0" rIns="0" bIns="0" anchor="t">
            <a:spAutoFit/>
          </a:bodyPr>
          <a:lstStyle/>
          <a:p>
            <a:pPr algn="l">
              <a:lnSpc>
                <a:spcPct val="125000"/>
              </a:lnSpc>
            </a:pPr>
            <a:r>
              <a:rPr sz="1550" b="0" dirty="0">
                <a:solidFill>
                  <a:srgbClr val="F2F8FC"/>
                </a:solidFill>
                <a:latin typeface="Segoe UI"/>
              </a:rPr>
              <a:t>Alleen </a:t>
            </a:r>
            <a:r>
              <a:rPr sz="1550" b="0" dirty="0" err="1">
                <a:solidFill>
                  <a:srgbClr val="F2F8FC"/>
                </a:solidFill>
                <a:latin typeface="Segoe UI"/>
              </a:rPr>
              <a:t>als</a:t>
            </a:r>
            <a:r>
              <a:rPr sz="1550" b="0" dirty="0">
                <a:solidFill>
                  <a:srgbClr val="F2F8FC"/>
                </a:solidFill>
                <a:latin typeface="Segoe UI"/>
              </a:rPr>
              <a:t> het </a:t>
            </a:r>
            <a:r>
              <a:rPr sz="1550" b="0" dirty="0" err="1">
                <a:solidFill>
                  <a:srgbClr val="F2F8FC"/>
                </a:solidFill>
                <a:latin typeface="Segoe UI"/>
              </a:rPr>
              <a:t>eindpunt</a:t>
            </a:r>
            <a:r>
              <a:rPr sz="1550" b="0" dirty="0">
                <a:solidFill>
                  <a:srgbClr val="F2F8FC"/>
                </a:solidFill>
                <a:latin typeface="Segoe UI"/>
              </a:rPr>
              <a:t> </a:t>
            </a:r>
            <a:r>
              <a:rPr sz="1550" b="0" dirty="0" err="1">
                <a:solidFill>
                  <a:srgbClr val="F2F8FC"/>
                </a:solidFill>
                <a:latin typeface="Segoe UI"/>
              </a:rPr>
              <a:t>behaald</a:t>
            </a:r>
            <a:r>
              <a:rPr sz="1550" b="0" dirty="0">
                <a:solidFill>
                  <a:srgbClr val="F2F8FC"/>
                </a:solidFill>
                <a:latin typeface="Segoe UI"/>
              </a:rPr>
              <a:t>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34984" y="5575160"/>
            <a:ext cx="5714857" cy="215894"/>
          </a:xfrm>
          <a:prstGeom prst="rect">
            <a:avLst/>
          </a:prstGeom>
          <a:noFill/>
        </p:spPr>
        <p:txBody>
          <a:bodyPr wrap="square" lIns="0" tIns="0" rIns="0" bIns="0" anchor="t">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634984"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2463738"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292492"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121246"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7950001"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9778755"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02 / 31</a:t>
            </a:r>
            <a:endParaRPr sz="1050" b="0">
              <a:solidFill>
                <a:srgbClr val="8FB6D0"/>
              </a:solidFill>
              <a:latin typeface="Consolas"/>
            </a:endParaRPr>
          </a:p>
        </p:txBody>
      </p:sp>
      <p:pic>
        <p:nvPicPr>
          <p:cNvPr id="17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BE" sz="1000" b="0">
                <a:solidFill>
                  <a:srgbClr val="8FB6D0"/>
                </a:solidFill>
                <a:latin typeface="Consolas"/>
              </a:rPr>
              <a:t>Bron  studieprotocol S71769</a:t>
            </a:r>
            <a:endParaRPr sz="1000" b="0">
              <a:solidFill>
                <a:srgbClr val="8FB6D0"/>
              </a:solidFill>
              <a:latin typeface="Consola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ZES VOETKLINIEKEN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 de studie loopt</a:t>
            </a:r>
          </a:p>
        </p:txBody>
      </p:sp>
      <p:sp>
        <p:nvSpPr>
          <p:cNvPr id="5" name="TextBox 4"/>
          <p:cNvSpPr txBox="1"/>
          <p:nvPr/>
        </p:nvSpPr>
        <p:spPr>
          <a:xfrm>
            <a:off x="634984" y="2489137"/>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CENTRA</a:t>
            </a:r>
          </a:p>
        </p:txBody>
      </p:sp>
      <p:sp>
        <p:nvSpPr>
          <p:cNvPr id="6" name="TextBox 5"/>
          <p:cNvSpPr txBox="1"/>
          <p:nvPr/>
        </p:nvSpPr>
        <p:spPr>
          <a:xfrm>
            <a:off x="634984" y="2717732"/>
            <a:ext cx="4063898" cy="939776"/>
          </a:xfrm>
          <a:prstGeom prst="rect">
            <a:avLst/>
          </a:prstGeom>
          <a:noFill/>
        </p:spPr>
        <p:txBody>
          <a:bodyPr wrap="square" lIns="0" tIns="0" rIns="0" bIns="0" anchor="t">
            <a:spAutoFit/>
          </a:bodyPr>
          <a:lstStyle/>
          <a:p>
            <a:pPr algn="l">
              <a:lnSpc>
                <a:spcPct val="100000"/>
              </a:lnSpc>
            </a:pPr>
            <a:r>
              <a:rPr sz="5400" b="1">
                <a:solidFill>
                  <a:srgbClr val="52BDEC"/>
                </a:solidFill>
                <a:latin typeface="Segoe UI"/>
              </a:rPr>
              <a:t>6</a:t>
            </a:r>
          </a:p>
        </p:txBody>
      </p:sp>
      <p:sp>
        <p:nvSpPr>
          <p:cNvPr id="7" name="TextBox 6"/>
          <p:cNvSpPr txBox="1"/>
          <p:nvPr/>
        </p:nvSpPr>
        <p:spPr>
          <a:xfrm>
            <a:off x="634984" y="4038499"/>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PER CENTRUM</a:t>
            </a:r>
          </a:p>
        </p:txBody>
      </p:sp>
      <p:sp>
        <p:nvSpPr>
          <p:cNvPr id="8" name="TextBox 7"/>
          <p:cNvSpPr txBox="1"/>
          <p:nvPr/>
        </p:nvSpPr>
        <p:spPr>
          <a:xfrm>
            <a:off x="634984" y="4267093"/>
            <a:ext cx="4063898" cy="939776"/>
          </a:xfrm>
          <a:prstGeom prst="rect">
            <a:avLst/>
          </a:prstGeom>
          <a:noFill/>
        </p:spPr>
        <p:txBody>
          <a:bodyPr wrap="square" lIns="0" tIns="0" rIns="0" bIns="0" anchor="t">
            <a:spAutoFit/>
          </a:bodyPr>
          <a:lstStyle/>
          <a:p>
            <a:pPr algn="l">
              <a:lnSpc>
                <a:spcPct val="100000"/>
              </a:lnSpc>
            </a:pPr>
            <a:r>
              <a:rPr sz="5400" b="1">
                <a:solidFill>
                  <a:srgbClr val="FF7A00"/>
                </a:solidFill>
                <a:latin typeface="Segoe UI"/>
              </a:rPr>
              <a:t>24</a:t>
            </a:r>
          </a:p>
        </p:txBody>
      </p:sp>
      <p:sp>
        <p:nvSpPr>
          <p:cNvPr id="9" name="TextBox 8"/>
          <p:cNvSpPr txBox="1"/>
          <p:nvPr/>
        </p:nvSpPr>
        <p:spPr>
          <a:xfrm>
            <a:off x="3230373" y="6286515"/>
            <a:ext cx="5968850" cy="279393"/>
          </a:xfrm>
          <a:prstGeom prst="rect">
            <a:avLst/>
          </a:prstGeom>
          <a:noFill/>
        </p:spPr>
        <p:txBody>
          <a:bodyPr wrap="square" lIns="0" tIns="0" rIns="0" bIns="0" anchor="t">
            <a:spAutoFit/>
          </a:bodyPr>
          <a:lstStyle/>
          <a:p>
            <a:pPr algn="l">
              <a:lnSpc>
                <a:spcPct val="125000"/>
              </a:lnSpc>
            </a:pPr>
            <a:r>
              <a:rPr sz="1300" b="0" dirty="0">
                <a:solidFill>
                  <a:srgbClr val="8FB6D0"/>
                </a:solidFill>
                <a:latin typeface="Segoe UI"/>
              </a:rPr>
              <a:t>AZ Groeninge is </a:t>
            </a:r>
            <a:r>
              <a:rPr sz="1300" b="0" dirty="0" err="1">
                <a:solidFill>
                  <a:srgbClr val="8FB6D0"/>
                </a:solidFill>
                <a:latin typeface="Segoe UI"/>
              </a:rPr>
              <a:t>één</a:t>
            </a:r>
            <a:r>
              <a:rPr sz="1300" b="0" dirty="0">
                <a:solidFill>
                  <a:srgbClr val="8FB6D0"/>
                </a:solidFill>
                <a:latin typeface="Segoe UI"/>
              </a:rPr>
              <a:t> van de </a:t>
            </a:r>
            <a:r>
              <a:rPr sz="1300" b="0" dirty="0" err="1">
                <a:solidFill>
                  <a:srgbClr val="8FB6D0"/>
                </a:solidFill>
                <a:latin typeface="Segoe UI"/>
              </a:rPr>
              <a:t>zes</a:t>
            </a:r>
            <a:endParaRPr sz="1300" b="0" dirty="0">
              <a:solidFill>
                <a:srgbClr val="8FB6D0"/>
              </a:solidFill>
              <a:latin typeface="Segoe UI"/>
            </a:endParaRPr>
          </a:p>
        </p:txBody>
      </p:sp>
      <p:sp>
        <p:nvSpPr>
          <p:cNvPr id="10" name="Rounded Rectangle 9"/>
          <p:cNvSpPr/>
          <p:nvPr/>
        </p:nvSpPr>
        <p:spPr>
          <a:xfrm>
            <a:off x="2901822" y="1628889"/>
            <a:ext cx="8804179" cy="464475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03 / 31</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pic>
        <p:nvPicPr>
          <p:cNvPr id="16" name="Afbeelding 15">
            <a:extLst>
              <a:ext uri="{FF2B5EF4-FFF2-40B4-BE49-F238E27FC236}">
                <a16:creationId xmlns:a16="http://schemas.microsoft.com/office/drawing/2014/main" id="{6D0BA98C-5D93-CBF3-BAA0-5372CDA544CC}"/>
              </a:ext>
            </a:extLst>
          </p:cNvPr>
          <p:cNvPicPr>
            <a:picLocks noChangeAspect="1"/>
          </p:cNvPicPr>
          <p:nvPr/>
        </p:nvPicPr>
        <p:blipFill>
          <a:blip r:embed="rId4"/>
          <a:stretch>
            <a:fillRect/>
          </a:stretch>
        </p:blipFill>
        <p:spPr>
          <a:xfrm>
            <a:off x="3300772" y="1679683"/>
            <a:ext cx="8065443" cy="4536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Van opleiding tot laatste patiënt</a:t>
            </a:r>
            <a:endParaRPr sz="4000" b="1">
              <a:solidFill>
                <a:srgbClr val="F2F8FC"/>
              </a:solidFill>
              <a:latin typeface="Segoe UI"/>
            </a:endParaRP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4984"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FF7A00"/>
                </a:solidFill>
                <a:latin typeface="Consolas"/>
              </a:rPr>
              <a:t>nov 2026 – feb 2027</a:t>
            </a:r>
            <a:endParaRPr sz="1500" b="1">
              <a:solidFill>
                <a:srgbClr val="FF7A00"/>
              </a:solidFill>
              <a:latin typeface="Consolas"/>
            </a:endParaRPr>
          </a:p>
        </p:txBody>
      </p:sp>
      <p:sp>
        <p:nvSpPr>
          <p:cNvPr id="8" name="TextBox 7"/>
          <p:cNvSpPr txBox="1"/>
          <p:nvPr/>
        </p:nvSpPr>
        <p:spPr>
          <a:xfrm>
            <a:off x="634984" y="2425639"/>
            <a:ext cx="2730431" cy="380990"/>
          </a:xfrm>
          <a:prstGeom prst="rect">
            <a:avLst/>
          </a:prstGeom>
          <a:noFill/>
        </p:spPr>
        <p:txBody>
          <a:bodyPr wrap="square" lIns="0" tIns="0" rIns="0" bIns="0" anchor="t">
            <a:spAutoFit/>
          </a:bodyPr>
          <a:lstStyle/>
          <a:p>
            <a:pPr algn="ctr">
              <a:lnSpc>
                <a:spcPct val="125000"/>
              </a:lnSpc>
            </a:pPr>
            <a:r>
              <a:rPr lang="nl-BE" sz="2200" b="1">
                <a:solidFill>
                  <a:srgbClr val="F2F8FC"/>
                </a:solidFill>
                <a:latin typeface="Segoe UI"/>
              </a:rPr>
              <a:t>Opleiding</a:t>
            </a:r>
            <a:endParaRPr sz="2200" b="1">
              <a:solidFill>
                <a:srgbClr val="F2F8FC"/>
              </a:solidFill>
              <a:latin typeface="Segoe UI"/>
            </a:endParaRPr>
          </a:p>
        </p:txBody>
      </p:sp>
      <p:sp>
        <p:nvSpPr>
          <p:cNvPr id="9" name="TextBox 8"/>
          <p:cNvSpPr txBox="1"/>
          <p:nvPr/>
        </p:nvSpPr>
        <p:spPr>
          <a:xfrm>
            <a:off x="761980" y="3340016"/>
            <a:ext cx="2476438" cy="1171796"/>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Opleiding van november tot april. Piloot van 1 tot 19 februari, Go/No-Go op 23 februari.</a:t>
            </a:r>
            <a:endParaRPr sz="1450" b="0">
              <a:solidFill>
                <a:srgbClr val="8FB6D0"/>
              </a:solidFill>
              <a:latin typeface="Segoe UI"/>
            </a:endParaRP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65415"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870559"/>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Twaalf maanden rekruteren. 24 deelnemers per centrum: drie per maand, met marge.</a:t>
            </a:r>
            <a:endParaRPr sz="1450" b="0">
              <a:solidFill>
                <a:srgbClr val="8FB6D0"/>
              </a:solidFill>
              <a:latin typeface="Segoe UI"/>
            </a:endParaRP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95847"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8FB6D0"/>
                </a:solidFill>
                <a:latin typeface="Consolas"/>
              </a:rPr>
              <a:t>tot aug 2029</a:t>
            </a:r>
            <a:endParaRPr sz="1500" b="1">
              <a:solidFill>
                <a:srgbClr val="8FB6D0"/>
              </a:solidFill>
              <a:latin typeface="Consolas"/>
            </a:endParaRPr>
          </a:p>
        </p:txBody>
      </p:sp>
      <p:sp>
        <p:nvSpPr>
          <p:cNvPr id="16" name="TextBox 15"/>
          <p:cNvSpPr txBox="1"/>
          <p:nvPr/>
        </p:nvSpPr>
        <p:spPr>
          <a:xfrm>
            <a:off x="6095847"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lIns="0" tIns="0" rIns="0" bIns="0" anchor="t">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26279"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870559"/>
          </a:xfrm>
          <a:prstGeom prst="rect">
            <a:avLst/>
          </a:prstGeom>
          <a:noFill/>
        </p:spPr>
        <p:txBody>
          <a:bodyPr wrap="square" lIns="0" tIns="0" rIns="0" bIns="0" anchor="t">
            <a:spAutoFit/>
          </a:bodyPr>
          <a:lstStyle/>
          <a:p>
            <a:pPr algn="ctr">
              <a:lnSpc>
                <a:spcPct val="135000"/>
              </a:lnSpc>
            </a:pPr>
            <a:r>
              <a:rPr sz="1450" b="0" dirty="0" err="1">
                <a:solidFill>
                  <a:srgbClr val="8FB6D0"/>
                </a:solidFill>
                <a:latin typeface="Segoe UI"/>
              </a:rPr>
              <a:t>Uitkomsten</a:t>
            </a:r>
            <a:r>
              <a:rPr sz="1450" b="0" dirty="0">
                <a:solidFill>
                  <a:srgbClr val="8FB6D0"/>
                </a:solidFill>
                <a:latin typeface="Segoe UI"/>
              </a:rPr>
              <a:t>, </a:t>
            </a:r>
            <a:r>
              <a:rPr sz="1450" b="0" dirty="0" err="1">
                <a:solidFill>
                  <a:srgbClr val="8FB6D0"/>
                </a:solidFill>
                <a:latin typeface="Segoe UI"/>
              </a:rPr>
              <a:t>gezondheidseconomie</a:t>
            </a:r>
            <a:r>
              <a:rPr sz="1450" b="0" dirty="0">
                <a:solidFill>
                  <a:srgbClr val="8FB6D0"/>
                </a:solidFill>
                <a:latin typeface="Segoe UI"/>
              </a:rPr>
              <a:t> en </a:t>
            </a:r>
            <a:r>
              <a:rPr sz="1450" b="0" dirty="0" err="1">
                <a:solidFill>
                  <a:srgbClr val="8FB6D0"/>
                </a:solidFill>
                <a:latin typeface="Segoe UI"/>
              </a:rPr>
              <a:t>procesevaluatie</a:t>
            </a:r>
            <a:r>
              <a:rPr sz="1450" b="0" dirty="0">
                <a:solidFill>
                  <a:srgbClr val="8FB6D0"/>
                </a:solidFill>
                <a:latin typeface="Segoe UI"/>
              </a:rPr>
              <a:t>. </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2476" y="5156071"/>
            <a:ext cx="10286742" cy="907874"/>
          </a:xfrm>
          <a:prstGeom prst="rect">
            <a:avLst/>
          </a:prstGeom>
          <a:noFill/>
        </p:spPr>
        <p:txBody>
          <a:bodyPr wrap="square" lIns="0" tIns="0" rIns="0" bIns="0" anchor="t">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04 / 31</a:t>
            </a:r>
            <a:endParaRPr sz="1050" b="0">
              <a:solidFill>
                <a:srgbClr val="8FB6D0"/>
              </a:solidFill>
              <a:latin typeface="Consolas"/>
            </a:endParaRPr>
          </a:p>
        </p:txBody>
      </p:sp>
      <p:pic>
        <p:nvPicPr>
          <p:cNvPr id="25"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studieprotocol S71769 · opleidingsplanning, 8 oktober 2026</a:t>
            </a:r>
            <a:endParaRPr sz="1000" b="0">
              <a:solidFill>
                <a:srgbClr val="8FB6D0"/>
              </a:solidFill>
              <a:latin typeface="Consola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05 / 31</a:t>
            </a:r>
            <a:endParaRPr sz="1050" b="0">
              <a:solidFill>
                <a:srgbClr val="8FB6D0"/>
              </a:solidFill>
              <a:latin typeface="Consola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0758" y="1320766"/>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0758" y="2692332"/>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0758" y="4063898"/>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06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voorkomen.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93850"/>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905752" y="2692332"/>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5752" y="3111422"/>
            <a:ext cx="1396965" cy="342891"/>
          </a:xfrm>
          <a:prstGeom prst="rect">
            <a:avLst/>
          </a:prstGeom>
          <a:noFill/>
        </p:spPr>
        <p:txBody>
          <a:bodyPr wrap="square" lIns="0" tIns="0" rIns="0" bIns="0" anchor="t">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lIns="0" tIns="0" rIns="0" bIns="0" anchor="t">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254393"/>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905752" y="4952876"/>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905752" y="5371965"/>
            <a:ext cx="1396965" cy="342891"/>
          </a:xfrm>
          <a:prstGeom prst="rect">
            <a:avLst/>
          </a:prstGeom>
          <a:noFill/>
        </p:spPr>
        <p:txBody>
          <a:bodyPr wrap="square" lIns="0" tIns="0" rIns="0" bIns="0" anchor="t">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lIns="0" tIns="0" rIns="0" bIns="0" anchor="t">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08 / 31</a:t>
            </a:r>
            <a:endParaRPr sz="1050" b="0">
              <a:solidFill>
                <a:srgbClr val="8FB6D0"/>
              </a:solidFill>
              <a:latin typeface="Consolas"/>
            </a:endParaRPr>
          </a:p>
        </p:txBody>
      </p:sp>
      <p:pic>
        <p:nvPicPr>
          <p:cNvPr id="3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lIns="0" tIns="0" rIns="0" bIns="0" anchor="t">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21726" y="2463738"/>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921726" y="3213019"/>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21726" y="3962300"/>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70768" y="4470288"/>
            <a:ext cx="1269968" cy="228594"/>
          </a:xfrm>
          <a:prstGeom prst="rect">
            <a:avLst/>
          </a:prstGeom>
          <a:noFill/>
        </p:spPr>
        <p:txBody>
          <a:bodyPr wrap="square" lIns="0" tIns="0" rIns="0" bIns="0" anchor="t">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09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sz="4000" b="1" dirty="0" err="1">
                <a:solidFill>
                  <a:srgbClr val="F2F8FC"/>
                </a:solidFill>
                <a:latin typeface="Segoe UI"/>
              </a:rPr>
              <a:t>Eén</a:t>
            </a:r>
            <a:r>
              <a:rPr sz="4000" b="1" dirty="0">
                <a:solidFill>
                  <a:srgbClr val="F2F8FC"/>
                </a:solidFill>
                <a:latin typeface="Segoe UI"/>
              </a:rPr>
              <a:t> </a:t>
            </a:r>
            <a:r>
              <a:rPr sz="4000" b="1" dirty="0" err="1">
                <a:solidFill>
                  <a:srgbClr val="F2F8FC"/>
                </a:solidFill>
                <a:latin typeface="Segoe UI"/>
              </a:rPr>
              <a:t>dienst</a:t>
            </a:r>
            <a:r>
              <a:rPr sz="4000" b="1" dirty="0">
                <a:solidFill>
                  <a:srgbClr val="F2F8FC"/>
                </a:solidFill>
                <a:latin typeface="Segoe UI"/>
              </a:rPr>
              <a:t>, </a:t>
            </a:r>
            <a:r>
              <a:rPr sz="4000" b="1" dirty="0" err="1">
                <a:solidFill>
                  <a:srgbClr val="F2F8FC"/>
                </a:solidFill>
                <a:latin typeface="Segoe UI"/>
              </a:rPr>
              <a:t>geen</a:t>
            </a:r>
            <a:r>
              <a:rPr sz="4000" b="1" dirty="0">
                <a:solidFill>
                  <a:srgbClr val="F2F8FC"/>
                </a:solidFill>
                <a:latin typeface="Segoe UI"/>
              </a:rPr>
              <a:t> </a:t>
            </a:r>
            <a:r>
              <a:rPr sz="4000" b="1" dirty="0" err="1">
                <a:solidFill>
                  <a:srgbClr val="F2F8FC"/>
                </a:solidFill>
                <a:latin typeface="Segoe UI"/>
              </a:rPr>
              <a:t>losse</a:t>
            </a:r>
            <a:r>
              <a:rPr sz="4000" b="1" dirty="0">
                <a:solidFill>
                  <a:srgbClr val="F2F8FC"/>
                </a:solidFill>
                <a:latin typeface="Segoe UI"/>
              </a:rPr>
              <a:t> </a:t>
            </a:r>
            <a:r>
              <a:rPr sz="4000" b="1" dirty="0" err="1">
                <a:solidFill>
                  <a:srgbClr val="F2F8FC"/>
                </a:solidFill>
                <a:latin typeface="Segoe UI"/>
              </a:rPr>
              <a:t>maatregelen</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454565"/>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Gemeten zonder en mét de zool, in dezelfde sessie.</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Aangepast per doelregio tot de norm gehaald is, tot drie keer.</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Op visite 2 en op maand 6, 12 en 18.</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80% van de eigen waaktijd</a:t>
            </a:r>
          </a:p>
        </p:txBody>
      </p:sp>
      <p:sp>
        <p:nvSpPr>
          <p:cNvPr id="16" name="TextBox 15"/>
          <p:cNvSpPr txBox="1"/>
          <p:nvPr/>
        </p:nvSpPr>
        <p:spPr>
          <a:xfrm>
            <a:off x="6425912" y="4165495"/>
            <a:ext cx="4876551" cy="1159998"/>
          </a:xfrm>
          <a:prstGeom prst="rect">
            <a:avLst/>
          </a:prstGeom>
          <a:noFill/>
        </p:spPr>
        <p:txBody>
          <a:bodyPr wrap="square" lIns="0" tIns="0" rIns="0" bIns="0" anchor="t">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lang="nl-NL" sz="1450" b="0">
                <a:solidFill>
                  <a:srgbClr val="8FB6D0"/>
                </a:solidFill>
                <a:latin typeface="Segoe UI"/>
              </a:rPr>
              <a:t>Een SEBIA-gesprek op elke visite.</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10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TWEE ARMEN, ZELFDE ZOOL</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Wat elke arm krijgt</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01</a:t>
            </a:r>
            <a:endParaRPr sz="2600" b="1">
              <a:solidFill>
                <a:srgbClr val="52BDEC"/>
              </a:solidFill>
              <a:latin typeface="Consolas"/>
            </a:endParaRPr>
          </a:p>
        </p:txBody>
      </p:sp>
      <p:sp>
        <p:nvSpPr>
          <p:cNvPr id="7" name="TextBox 6"/>
          <p:cNvSpPr txBox="1"/>
          <p:nvPr/>
        </p:nvSpPr>
        <p:spPr>
          <a:xfrm>
            <a:off x="888977"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Optimal Care</a:t>
            </a:r>
            <a:endParaRPr sz="2400" b="1">
              <a:solidFill>
                <a:srgbClr val="F2F8FC"/>
              </a:solidFill>
              <a:latin typeface="Segoe UI"/>
            </a:endParaRP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632109"/>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twee normen en SEBIA</a:t>
            </a:r>
            <a:endParaRPr sz="1800" b="1">
              <a:solidFill>
                <a:srgbClr val="52BDEC"/>
              </a:solidFill>
              <a:latin typeface="Consolas"/>
            </a:endParaRPr>
          </a:p>
        </p:txBody>
      </p:sp>
      <p:sp>
        <p:nvSpPr>
          <p:cNvPr id="10" name="TextBox 9"/>
          <p:cNvSpPr txBox="1"/>
          <p:nvPr/>
        </p:nvSpPr>
        <p:spPr>
          <a:xfrm>
            <a:off x="888977" y="4165495"/>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Druk per sessie getoetst, de zool zo nodig aangepast.</a:t>
            </a:r>
          </a:p>
          <a:p>
            <a:pPr algn="l">
              <a:lnSpc>
                <a:spcPct val="132000"/>
              </a:lnSpc>
            </a:pPr>
            <a:r>
              <a:rPr lang="nl-NL" sz="1450" b="0">
                <a:solidFill>
                  <a:srgbClr val="8FB6D0"/>
                </a:solidFill>
                <a:latin typeface="Segoe UI"/>
              </a:rPr>
              <a:t>De draagtijd uitgelezen en samen besproken.</a:t>
            </a:r>
          </a:p>
          <a:p>
            <a:pPr algn="l">
              <a:lnSpc>
                <a:spcPct val="132000"/>
              </a:lnSpc>
            </a:pPr>
            <a:r>
              <a:rPr lang="nl-NL" sz="1450" b="0">
                <a:solidFill>
                  <a:srgbClr val="8FB6D0"/>
                </a:solidFill>
                <a:latin typeface="Segoe UI"/>
              </a:rPr>
              <a:t>Een SEBIA-gesprek op elke visite.</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02</a:t>
            </a:r>
            <a:endParaRPr sz="2600" b="1">
              <a:solidFill>
                <a:srgbClr val="52BDEC"/>
              </a:solidFill>
              <a:latin typeface="Consolas"/>
            </a:endParaRPr>
          </a:p>
        </p:txBody>
      </p:sp>
      <p:sp>
        <p:nvSpPr>
          <p:cNvPr id="13" name="TextBox 12"/>
          <p:cNvSpPr txBox="1"/>
          <p:nvPr/>
        </p:nvSpPr>
        <p:spPr>
          <a:xfrm>
            <a:off x="6425912"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Usual Care</a:t>
            </a:r>
            <a:endParaRPr sz="2400" b="1">
              <a:solidFill>
                <a:srgbClr val="F2F8FC"/>
              </a:solidFill>
              <a:latin typeface="Segoe UI"/>
            </a:endParaRP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632109"/>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zelfde zool, geblindeerd</a:t>
            </a:r>
            <a:endParaRPr sz="1800" b="1">
              <a:solidFill>
                <a:srgbClr val="52BDEC"/>
              </a:solidFill>
              <a:latin typeface="Consolas"/>
            </a:endParaRPr>
          </a:p>
        </p:txBody>
      </p:sp>
      <p:sp>
        <p:nvSpPr>
          <p:cNvPr id="16" name="TextBox 15"/>
          <p:cNvSpPr txBox="1"/>
          <p:nvPr/>
        </p:nvSpPr>
        <p:spPr>
          <a:xfrm>
            <a:off x="6425912" y="4165495"/>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Druk alleen bij de start en op maand 6, geblindeerd.</a:t>
            </a:r>
          </a:p>
          <a:p>
            <a:pPr algn="l">
              <a:lnSpc>
                <a:spcPct val="132000"/>
              </a:lnSpc>
            </a:pPr>
            <a:r>
              <a:rPr lang="nl-NL" sz="1450" b="0">
                <a:solidFill>
                  <a:srgbClr val="8FB6D0"/>
                </a:solidFill>
                <a:latin typeface="Segoe UI"/>
              </a:rPr>
              <a:t>De sensor uitgelezen, zonder terugkoppeling.</a:t>
            </a:r>
          </a:p>
          <a:p>
            <a:pPr algn="l">
              <a:lnSpc>
                <a:spcPct val="132000"/>
              </a:lnSpc>
            </a:pPr>
            <a:r>
              <a:rPr lang="nl-NL" sz="1450" b="0">
                <a:solidFill>
                  <a:srgbClr val="8FB6D0"/>
                </a:solidFill>
                <a:latin typeface="Segoe UI"/>
              </a:rPr>
              <a:t>Voetzorg en educatie zoals vandaag.</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11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studieprotocol §5.4 · beslissingen 6 en 8 oktober 2026</a:t>
            </a:r>
            <a:endParaRPr sz="1000" b="0">
              <a:solidFill>
                <a:srgbClr val="8FB6D0"/>
              </a:solidFill>
              <a:latin typeface="Consolas"/>
            </a:endParaRPr>
          </a:p>
        </p:txBody>
      </p:sp>
      <p:sp>
        <p:nvSpPr>
          <p:cNvPr id="20" name="beide armen">
            <a:extLst>
              <a:ext uri="{FF2B5EF4-FFF2-40B4-BE49-F238E27FC236}">
                <a16:creationId xmlns:a16="http://schemas.microsoft.com/office/drawing/2014/main" id="{2E1A374D-05AC-87DC-3A89-AF76A2CC2EEE}"/>
              </a:ext>
            </a:extLst>
          </p:cNvPr>
          <p:cNvSpPr txBox="1"/>
          <p:nvPr/>
        </p:nvSpPr>
        <p:spPr>
          <a:xfrm>
            <a:off x="634984" y="1625600"/>
            <a:ext cx="10922000" cy="200055"/>
          </a:xfrm>
          <a:prstGeom prst="rect">
            <a:avLst/>
          </a:prstGeom>
          <a:noFill/>
        </p:spPr>
        <p:txBody>
          <a:bodyPr vert="horz" wrap="square" lIns="0" tIns="0" rIns="0" bIns="0" rtlCol="0">
            <a:spAutoFit/>
          </a:bodyPr>
          <a:lstStyle/>
          <a:p>
            <a:r>
              <a:rPr lang="nl-NL" sz="1300" b="1">
                <a:solidFill>
                  <a:srgbClr val="F2F8FC"/>
                </a:solidFill>
                <a:latin typeface="Segoe UI" panose="020B0502040204020203" pitchFamily="34" charset="0"/>
              </a:rPr>
              <a:t>Beide armen</a:t>
            </a:r>
            <a:r>
              <a:rPr lang="nl-NL" sz="1300">
                <a:solidFill>
                  <a:srgbClr val="8FB6D0"/>
                </a:solidFill>
                <a:latin typeface="Segoe UI" panose="020B0502040204020203" pitchFamily="34" charset="0"/>
              </a:rPr>
              <a:t>   dezelfde zool · voetzorg om de drie maanden · MoveMonitor bij de start · sensor in de zool</a:t>
            </a:r>
            <a:endParaRPr lang="nl-BE" sz="1300">
              <a:solidFill>
                <a:srgbClr val="8FB6D0"/>
              </a:solidFill>
              <a:latin typeface="Segoe UI" panose="020B0502040204020203" pitchFamily="34" charset="0"/>
            </a:endParaRPr>
          </a:p>
        </p:txBody>
      </p:sp>
    </p:spTree>
    <p:extLst>
      <p:ext uri="{BB962C8B-B14F-4D97-AF65-F5344CB8AC3E}">
        <p14:creationId xmlns:p14="http://schemas.microsoft.com/office/powerpoint/2010/main" val="1828962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12 / 31</a:t>
            </a:r>
            <a:endParaRPr sz="1050" b="0">
              <a:solidFill>
                <a:srgbClr val="8FB6D0"/>
              </a:solidFill>
              <a:latin typeface="Consola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174489"/>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pedar®-sensorzool in de schoen, zonder de CMFO: drie metingen.</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Links en rechts tegelijk; uit de drie metingen één gemiddeld piekdrukbeeld per voet.</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13 / 31</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527662"/>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De norm geldt per doelregio: piekdruk onder 200 kPa óf minstens 25% lager dan zónder zool, in dezelfde sessie: op visite 2 en op maand 6, 12 en 18.</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Haalt u de norm niet, dan past de pedorthist de zool aan en meet u opnieuw mét, tot drie keer.</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14 / 31</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belasting.jpg"/>
          <p:cNvPicPr>
            <a:picLocks noChangeAspect="1"/>
          </p:cNvPicPr>
          <p:nvPr/>
        </p:nvPicPr>
        <p:blipFill>
          <a:blip r:embed="rId3"/>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16 / 31</a:t>
            </a:r>
            <a:endParaRPr sz="1050" b="0">
              <a:solidFill>
                <a:srgbClr val="8FB6D0"/>
              </a:solidFill>
              <a:latin typeface="Consola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GESCHIKTHEID</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Wie komt in aanmerking</a:t>
            </a:r>
            <a:endParaRPr sz="4000" b="1">
              <a:solidFill>
                <a:srgbClr val="F2F8FC"/>
              </a:solidFill>
              <a:latin typeface="Segoe UI"/>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17 / 31</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1" name="Tekstvak 10">
            <a:extLst>
              <a:ext uri="{FF2B5EF4-FFF2-40B4-BE49-F238E27FC236}">
                <a16:creationId xmlns:a16="http://schemas.microsoft.com/office/drawing/2014/main" id="{4F60413A-8DDE-78AD-DDED-C8593D93507A}"/>
              </a:ext>
            </a:extLst>
          </p:cNvPr>
          <p:cNvSpPr txBox="1"/>
          <p:nvPr/>
        </p:nvSpPr>
        <p:spPr>
          <a:xfrm>
            <a:off x="635000" y="1574800"/>
            <a:ext cx="5334000" cy="369332"/>
          </a:xfrm>
          <a:prstGeom prst="rect">
            <a:avLst/>
          </a:prstGeom>
          <a:noFill/>
        </p:spPr>
        <p:txBody>
          <a:bodyPr vert="horz" wrap="square" lIns="0" tIns="0" rIns="0" bIns="0" rtlCol="0">
            <a:noAutofit/>
          </a:bodyPr>
          <a:lstStyle/>
          <a:p>
            <a:r>
              <a:rPr lang="nl-NL" sz="1300" b="1">
                <a:solidFill>
                  <a:srgbClr val="52BDEC"/>
                </a:solidFill>
                <a:latin typeface="Segoe UI" panose="020B0502040204020203" pitchFamily="34" charset="0"/>
              </a:rPr>
              <a:t>Wel · alle zes moeten kloppen · onthoud VOETEN</a:t>
            </a:r>
            <a:endParaRPr lang="nl-BE" sz="1300" b="1">
              <a:solidFill>
                <a:srgbClr val="52BDEC"/>
              </a:solidFill>
              <a:latin typeface="Segoe UI" panose="020B0502040204020203" pitchFamily="34" charset="0"/>
            </a:endParaRPr>
          </a:p>
        </p:txBody>
      </p:sp>
      <p:sp>
        <p:nvSpPr>
          <p:cNvPr id="15" name="Ovaal 14">
            <a:extLst>
              <a:ext uri="{FF2B5EF4-FFF2-40B4-BE49-F238E27FC236}">
                <a16:creationId xmlns:a16="http://schemas.microsoft.com/office/drawing/2014/main" id="{192E5F21-7901-98DF-6886-49D5C7EA09B5}"/>
              </a:ext>
            </a:extLst>
          </p:cNvPr>
          <p:cNvSpPr/>
          <p:nvPr/>
        </p:nvSpPr>
        <p:spPr>
          <a:xfrm>
            <a:off x="635000" y="19558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V</a:t>
            </a:r>
          </a:p>
        </p:txBody>
      </p:sp>
      <p:sp>
        <p:nvSpPr>
          <p:cNvPr id="16" name="Tekstvak 15">
            <a:extLst>
              <a:ext uri="{FF2B5EF4-FFF2-40B4-BE49-F238E27FC236}">
                <a16:creationId xmlns:a16="http://schemas.microsoft.com/office/drawing/2014/main" id="{72752334-525F-8234-C8ED-C16BDE8B427C}"/>
              </a:ext>
            </a:extLst>
          </p:cNvPr>
          <p:cNvSpPr txBox="1"/>
          <p:nvPr/>
        </p:nvSpPr>
        <p:spPr>
          <a:xfrm>
            <a:off x="1168400" y="19685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Vaten stabiel</a:t>
            </a:r>
          </a:p>
        </p:txBody>
      </p:sp>
      <p:sp>
        <p:nvSpPr>
          <p:cNvPr id="17" name="Tekstvak 16">
            <a:extLst>
              <a:ext uri="{FF2B5EF4-FFF2-40B4-BE49-F238E27FC236}">
                <a16:creationId xmlns:a16="http://schemas.microsoft.com/office/drawing/2014/main" id="{60AF1900-48A9-9487-D88B-4FCE0EDA981F}"/>
              </a:ext>
            </a:extLst>
          </p:cNvPr>
          <p:cNvSpPr txBox="1"/>
          <p:nvPr/>
        </p:nvSpPr>
        <p:spPr>
          <a:xfrm>
            <a:off x="1168400" y="22352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PEDIS-graad 1–2, naar oordeel van de arts</a:t>
            </a:r>
            <a:endParaRPr lang="nl-BE" sz="1150">
              <a:solidFill>
                <a:srgbClr val="8FB6D0"/>
              </a:solidFill>
              <a:latin typeface="Segoe UI" panose="020B0502040204020203" pitchFamily="34" charset="0"/>
            </a:endParaRPr>
          </a:p>
        </p:txBody>
      </p:sp>
      <p:sp>
        <p:nvSpPr>
          <p:cNvPr id="18" name="Ovaal 17">
            <a:extLst>
              <a:ext uri="{FF2B5EF4-FFF2-40B4-BE49-F238E27FC236}">
                <a16:creationId xmlns:a16="http://schemas.microsoft.com/office/drawing/2014/main" id="{94BF414A-2E94-F3CF-B6C5-BD4374C7C39F}"/>
              </a:ext>
            </a:extLst>
          </p:cNvPr>
          <p:cNvSpPr/>
          <p:nvPr/>
        </p:nvSpPr>
        <p:spPr>
          <a:xfrm>
            <a:off x="635000" y="25654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O</a:t>
            </a:r>
          </a:p>
        </p:txBody>
      </p:sp>
      <p:sp>
        <p:nvSpPr>
          <p:cNvPr id="19" name="Tekstvak 18">
            <a:extLst>
              <a:ext uri="{FF2B5EF4-FFF2-40B4-BE49-F238E27FC236}">
                <a16:creationId xmlns:a16="http://schemas.microsoft.com/office/drawing/2014/main" id="{746F03D2-F0F1-F570-5908-E71A0BBFDB32}"/>
              </a:ext>
            </a:extLst>
          </p:cNvPr>
          <p:cNvSpPr txBox="1"/>
          <p:nvPr/>
        </p:nvSpPr>
        <p:spPr>
          <a:xfrm>
            <a:off x="1168400" y="25781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Onlangs een voetwonde</a:t>
            </a:r>
          </a:p>
        </p:txBody>
      </p:sp>
      <p:sp>
        <p:nvSpPr>
          <p:cNvPr id="20" name="Tekstvak 19">
            <a:extLst>
              <a:ext uri="{FF2B5EF4-FFF2-40B4-BE49-F238E27FC236}">
                <a16:creationId xmlns:a16="http://schemas.microsoft.com/office/drawing/2014/main" id="{E9061BD1-3B44-1C66-6CD3-8905D1DAB3D3}"/>
              </a:ext>
            </a:extLst>
          </p:cNvPr>
          <p:cNvSpPr txBox="1"/>
          <p:nvPr/>
        </p:nvSpPr>
        <p:spPr>
          <a:xfrm>
            <a:off x="1168400" y="28448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IWGDF-risico 3: genezen plantair ulcus, teen- of halluxamputatie, of resectie van één of meer metatarsaalkopjes (ook de eerste), 2 weken tot 18 maanden geleden</a:t>
            </a:r>
            <a:endParaRPr lang="nl-BE" sz="1150">
              <a:solidFill>
                <a:srgbClr val="8FB6D0"/>
              </a:solidFill>
              <a:latin typeface="Segoe UI" panose="020B0502040204020203" pitchFamily="34" charset="0"/>
            </a:endParaRPr>
          </a:p>
        </p:txBody>
      </p:sp>
      <p:sp>
        <p:nvSpPr>
          <p:cNvPr id="21" name="Ovaal 20">
            <a:extLst>
              <a:ext uri="{FF2B5EF4-FFF2-40B4-BE49-F238E27FC236}">
                <a16:creationId xmlns:a16="http://schemas.microsoft.com/office/drawing/2014/main" id="{C3F1ADE2-2534-2B2C-24C3-AD0035E9AAD9}"/>
              </a:ext>
            </a:extLst>
          </p:cNvPr>
          <p:cNvSpPr/>
          <p:nvPr/>
        </p:nvSpPr>
        <p:spPr>
          <a:xfrm>
            <a:off x="635000" y="35814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E</a:t>
            </a:r>
          </a:p>
        </p:txBody>
      </p:sp>
      <p:sp>
        <p:nvSpPr>
          <p:cNvPr id="22" name="Tekstvak 21">
            <a:extLst>
              <a:ext uri="{FF2B5EF4-FFF2-40B4-BE49-F238E27FC236}">
                <a16:creationId xmlns:a16="http://schemas.microsoft.com/office/drawing/2014/main" id="{9511168A-DA3D-8CEF-C684-76EBAFE69190}"/>
              </a:ext>
            </a:extLst>
          </p:cNvPr>
          <p:cNvSpPr txBox="1"/>
          <p:nvPr/>
        </p:nvSpPr>
        <p:spPr>
          <a:xfrm>
            <a:off x="1168400" y="35941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Eigen stappen</a:t>
            </a:r>
          </a:p>
        </p:txBody>
      </p:sp>
      <p:sp>
        <p:nvSpPr>
          <p:cNvPr id="23" name="Tekstvak 22">
            <a:extLst>
              <a:ext uri="{FF2B5EF4-FFF2-40B4-BE49-F238E27FC236}">
                <a16:creationId xmlns:a16="http://schemas.microsoft.com/office/drawing/2014/main" id="{E9E89C82-58C2-4731-447E-0D1E67AAF44D}"/>
              </a:ext>
            </a:extLst>
          </p:cNvPr>
          <p:cNvSpPr txBox="1"/>
          <p:nvPr/>
        </p:nvSpPr>
        <p:spPr>
          <a:xfrm>
            <a:off x="1168400" y="38608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stapt zelfstandig blootsvoets, zonder hulpmiddel</a:t>
            </a:r>
            <a:endParaRPr lang="nl-BE" sz="1150">
              <a:solidFill>
                <a:srgbClr val="8FB6D0"/>
              </a:solidFill>
              <a:latin typeface="Segoe UI" panose="020B0502040204020203" pitchFamily="34" charset="0"/>
            </a:endParaRPr>
          </a:p>
        </p:txBody>
      </p:sp>
      <p:sp>
        <p:nvSpPr>
          <p:cNvPr id="24" name="Ovaal 23">
            <a:extLst>
              <a:ext uri="{FF2B5EF4-FFF2-40B4-BE49-F238E27FC236}">
                <a16:creationId xmlns:a16="http://schemas.microsoft.com/office/drawing/2014/main" id="{0D4721DA-3458-7A4C-3997-C8C6C4A86BEB}"/>
              </a:ext>
            </a:extLst>
          </p:cNvPr>
          <p:cNvSpPr/>
          <p:nvPr/>
        </p:nvSpPr>
        <p:spPr>
          <a:xfrm>
            <a:off x="635000" y="41910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T</a:t>
            </a:r>
          </a:p>
        </p:txBody>
      </p:sp>
      <p:sp>
        <p:nvSpPr>
          <p:cNvPr id="25" name="Tekstvak 24">
            <a:extLst>
              <a:ext uri="{FF2B5EF4-FFF2-40B4-BE49-F238E27FC236}">
                <a16:creationId xmlns:a16="http://schemas.microsoft.com/office/drawing/2014/main" id="{D9B54D53-9353-0C59-A7E7-CEDFC2227F31}"/>
              </a:ext>
            </a:extLst>
          </p:cNvPr>
          <p:cNvSpPr txBox="1"/>
          <p:nvPr/>
        </p:nvSpPr>
        <p:spPr>
          <a:xfrm>
            <a:off x="1168400" y="42037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Type 1 of 2</a:t>
            </a:r>
          </a:p>
        </p:txBody>
      </p:sp>
      <p:sp>
        <p:nvSpPr>
          <p:cNvPr id="26" name="Ovaal 25">
            <a:extLst>
              <a:ext uri="{FF2B5EF4-FFF2-40B4-BE49-F238E27FC236}">
                <a16:creationId xmlns:a16="http://schemas.microsoft.com/office/drawing/2014/main" id="{77E6D179-5F0B-C93D-DF56-093FE96CCA42}"/>
              </a:ext>
            </a:extLst>
          </p:cNvPr>
          <p:cNvSpPr/>
          <p:nvPr/>
        </p:nvSpPr>
        <p:spPr>
          <a:xfrm>
            <a:off x="635000" y="46736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E</a:t>
            </a:r>
          </a:p>
        </p:txBody>
      </p:sp>
      <p:sp>
        <p:nvSpPr>
          <p:cNvPr id="27" name="Tekstvak 26">
            <a:extLst>
              <a:ext uri="{FF2B5EF4-FFF2-40B4-BE49-F238E27FC236}">
                <a16:creationId xmlns:a16="http://schemas.microsoft.com/office/drawing/2014/main" id="{52525483-FF20-8E2D-C4FC-942FB73BB8C9}"/>
              </a:ext>
            </a:extLst>
          </p:cNvPr>
          <p:cNvSpPr txBox="1"/>
          <p:nvPr/>
        </p:nvSpPr>
        <p:spPr>
          <a:xfrm>
            <a:off x="1168400" y="46863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Echt beschermend schoeisel</a:t>
            </a:r>
          </a:p>
        </p:txBody>
      </p:sp>
      <p:sp>
        <p:nvSpPr>
          <p:cNvPr id="28" name="Tekstvak 27">
            <a:extLst>
              <a:ext uri="{FF2B5EF4-FFF2-40B4-BE49-F238E27FC236}">
                <a16:creationId xmlns:a16="http://schemas.microsoft.com/office/drawing/2014/main" id="{E0D9D39E-B4CF-0335-AB38-A06897B5562E}"/>
              </a:ext>
            </a:extLst>
          </p:cNvPr>
          <p:cNvSpPr txBox="1"/>
          <p:nvPr/>
        </p:nvSpPr>
        <p:spPr>
          <a:xfrm>
            <a:off x="1168400" y="49530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of bereid om over te schakelen</a:t>
            </a:r>
            <a:endParaRPr lang="nl-BE" sz="1150">
              <a:solidFill>
                <a:srgbClr val="8FB6D0"/>
              </a:solidFill>
              <a:latin typeface="Segoe UI" panose="020B0502040204020203" pitchFamily="34" charset="0"/>
            </a:endParaRPr>
          </a:p>
        </p:txBody>
      </p:sp>
      <p:sp>
        <p:nvSpPr>
          <p:cNvPr id="29" name="Ovaal 28">
            <a:extLst>
              <a:ext uri="{FF2B5EF4-FFF2-40B4-BE49-F238E27FC236}">
                <a16:creationId xmlns:a16="http://schemas.microsoft.com/office/drawing/2014/main" id="{9EB470EC-AECB-DF36-4BA9-A0501225DD0E}"/>
              </a:ext>
            </a:extLst>
          </p:cNvPr>
          <p:cNvSpPr/>
          <p:nvPr/>
        </p:nvSpPr>
        <p:spPr>
          <a:xfrm>
            <a:off x="635000" y="52832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N</a:t>
            </a:r>
          </a:p>
        </p:txBody>
      </p:sp>
      <p:sp>
        <p:nvSpPr>
          <p:cNvPr id="30" name="Tekstvak 29">
            <a:extLst>
              <a:ext uri="{FF2B5EF4-FFF2-40B4-BE49-F238E27FC236}">
                <a16:creationId xmlns:a16="http://schemas.microsoft.com/office/drawing/2014/main" id="{6102B0B8-BD8C-F935-DEF9-85051109986D}"/>
              </a:ext>
            </a:extLst>
          </p:cNvPr>
          <p:cNvSpPr txBox="1"/>
          <p:nvPr/>
        </p:nvSpPr>
        <p:spPr>
          <a:xfrm>
            <a:off x="1168400" y="52959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Nederlands en volwassen</a:t>
            </a:r>
          </a:p>
        </p:txBody>
      </p:sp>
      <p:sp>
        <p:nvSpPr>
          <p:cNvPr id="31" name="Tekstvak 30">
            <a:extLst>
              <a:ext uri="{FF2B5EF4-FFF2-40B4-BE49-F238E27FC236}">
                <a16:creationId xmlns:a16="http://schemas.microsoft.com/office/drawing/2014/main" id="{A60C8BEB-A330-C1DA-0768-B8F19258FD3E}"/>
              </a:ext>
            </a:extLst>
          </p:cNvPr>
          <p:cNvSpPr txBox="1"/>
          <p:nvPr/>
        </p:nvSpPr>
        <p:spPr>
          <a:xfrm>
            <a:off x="1168400" y="55626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18 jaar of ouder, begrijpt Nederlands</a:t>
            </a:r>
            <a:endParaRPr lang="nl-BE" sz="1150">
              <a:solidFill>
                <a:srgbClr val="8FB6D0"/>
              </a:solidFill>
              <a:latin typeface="Segoe UI" panose="020B0502040204020203" pitchFamily="34" charset="0"/>
            </a:endParaRPr>
          </a:p>
        </p:txBody>
      </p:sp>
      <p:sp>
        <p:nvSpPr>
          <p:cNvPr id="32" name="Tekstvak 31">
            <a:extLst>
              <a:ext uri="{FF2B5EF4-FFF2-40B4-BE49-F238E27FC236}">
                <a16:creationId xmlns:a16="http://schemas.microsoft.com/office/drawing/2014/main" id="{27404C85-5882-C06D-26E6-5C3A582110C3}"/>
              </a:ext>
            </a:extLst>
          </p:cNvPr>
          <p:cNvSpPr txBox="1"/>
          <p:nvPr/>
        </p:nvSpPr>
        <p:spPr>
          <a:xfrm>
            <a:off x="6350000" y="1574800"/>
            <a:ext cx="5207000" cy="369332"/>
          </a:xfrm>
          <a:prstGeom prst="rect">
            <a:avLst/>
          </a:prstGeom>
          <a:noFill/>
        </p:spPr>
        <p:txBody>
          <a:bodyPr vert="horz" wrap="square" lIns="0" tIns="0" rIns="0" bIns="0" rtlCol="0">
            <a:noAutofit/>
          </a:bodyPr>
          <a:lstStyle/>
          <a:p>
            <a:r>
              <a:rPr lang="nl-NL" sz="1300" b="1">
                <a:solidFill>
                  <a:srgbClr val="FF7A00"/>
                </a:solidFill>
                <a:latin typeface="Segoe UI" panose="020B0502040204020203" pitchFamily="34" charset="0"/>
              </a:rPr>
              <a:t>Niet · één criterium volstaat om uit te sluiten</a:t>
            </a:r>
            <a:endParaRPr lang="nl-BE" sz="1300" b="1">
              <a:solidFill>
                <a:srgbClr val="FF7A00"/>
              </a:solidFill>
              <a:latin typeface="Segoe UI" panose="020B0502040204020203" pitchFamily="34" charset="0"/>
            </a:endParaRPr>
          </a:p>
        </p:txBody>
      </p:sp>
      <p:sp>
        <p:nvSpPr>
          <p:cNvPr id="33" name="Tekstvak 32">
            <a:extLst>
              <a:ext uri="{FF2B5EF4-FFF2-40B4-BE49-F238E27FC236}">
                <a16:creationId xmlns:a16="http://schemas.microsoft.com/office/drawing/2014/main" id="{0BABA8D1-59E7-6922-CED7-74F6AE48DC07}"/>
              </a:ext>
            </a:extLst>
          </p:cNvPr>
          <p:cNvSpPr txBox="1"/>
          <p:nvPr/>
        </p:nvSpPr>
        <p:spPr>
          <a:xfrm>
            <a:off x="6350000" y="19558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4" name="Tekstvak 33">
            <a:extLst>
              <a:ext uri="{FF2B5EF4-FFF2-40B4-BE49-F238E27FC236}">
                <a16:creationId xmlns:a16="http://schemas.microsoft.com/office/drawing/2014/main" id="{20ABA881-A773-E1EE-A4C3-CFF9AFF12C01}"/>
              </a:ext>
            </a:extLst>
          </p:cNvPr>
          <p:cNvSpPr txBox="1"/>
          <p:nvPr/>
        </p:nvSpPr>
        <p:spPr>
          <a:xfrm>
            <a:off x="6604000" y="19558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Amputatie proximaal van de MTP-gewrichten</a:t>
            </a:r>
            <a:endParaRPr lang="nl-BE" sz="1250">
              <a:solidFill>
                <a:srgbClr val="F2F8FC"/>
              </a:solidFill>
              <a:latin typeface="Segoe UI" panose="020B0502040204020203" pitchFamily="34" charset="0"/>
            </a:endParaRPr>
          </a:p>
        </p:txBody>
      </p:sp>
      <p:sp>
        <p:nvSpPr>
          <p:cNvPr id="35" name="Tekstvak 34">
            <a:extLst>
              <a:ext uri="{FF2B5EF4-FFF2-40B4-BE49-F238E27FC236}">
                <a16:creationId xmlns:a16="http://schemas.microsoft.com/office/drawing/2014/main" id="{0DE687C3-FC57-4179-634E-CE93575A0525}"/>
              </a:ext>
            </a:extLst>
          </p:cNvPr>
          <p:cNvSpPr txBox="1"/>
          <p:nvPr/>
        </p:nvSpPr>
        <p:spPr>
          <a:xfrm>
            <a:off x="6350000" y="23241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6" name="Tekstvak 35">
            <a:extLst>
              <a:ext uri="{FF2B5EF4-FFF2-40B4-BE49-F238E27FC236}">
                <a16:creationId xmlns:a16="http://schemas.microsoft.com/office/drawing/2014/main" id="{22AD5D36-4EEA-B3CB-791C-A9A879533177}"/>
              </a:ext>
            </a:extLst>
          </p:cNvPr>
          <p:cNvSpPr txBox="1"/>
          <p:nvPr/>
        </p:nvSpPr>
        <p:spPr>
          <a:xfrm>
            <a:off x="6604000" y="23241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Actief voetulcus of Charcot-deformiteit</a:t>
            </a:r>
          </a:p>
        </p:txBody>
      </p:sp>
      <p:sp>
        <p:nvSpPr>
          <p:cNvPr id="37" name="Tekstvak 36">
            <a:extLst>
              <a:ext uri="{FF2B5EF4-FFF2-40B4-BE49-F238E27FC236}">
                <a16:creationId xmlns:a16="http://schemas.microsoft.com/office/drawing/2014/main" id="{3F1465A8-5FE6-A167-B167-5D815E288C66}"/>
              </a:ext>
            </a:extLst>
          </p:cNvPr>
          <p:cNvSpPr txBox="1"/>
          <p:nvPr/>
        </p:nvSpPr>
        <p:spPr>
          <a:xfrm>
            <a:off x="6350000" y="26924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8" name="Tekstvak 37">
            <a:extLst>
              <a:ext uri="{FF2B5EF4-FFF2-40B4-BE49-F238E27FC236}">
                <a16:creationId xmlns:a16="http://schemas.microsoft.com/office/drawing/2014/main" id="{9A720363-A7EC-824C-57C1-D3386F76C988}"/>
              </a:ext>
            </a:extLst>
          </p:cNvPr>
          <p:cNvSpPr txBox="1"/>
          <p:nvPr/>
        </p:nvSpPr>
        <p:spPr>
          <a:xfrm>
            <a:off x="6604000" y="26924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Kritische ischemie, PEDIS 3: enkeldruk &lt; 50, teendruk &lt; 30 of TcpO₂ &lt; 30 mmHg</a:t>
            </a:r>
            <a:endParaRPr lang="nl-BE" sz="1250">
              <a:solidFill>
                <a:srgbClr val="F2F8FC"/>
              </a:solidFill>
              <a:latin typeface="Segoe UI" panose="020B0502040204020203" pitchFamily="34" charset="0"/>
            </a:endParaRPr>
          </a:p>
        </p:txBody>
      </p:sp>
      <p:sp>
        <p:nvSpPr>
          <p:cNvPr id="39" name="Tekstvak 38">
            <a:extLst>
              <a:ext uri="{FF2B5EF4-FFF2-40B4-BE49-F238E27FC236}">
                <a16:creationId xmlns:a16="http://schemas.microsoft.com/office/drawing/2014/main" id="{1DFC4A46-AA5F-2D82-0397-62CB0527FBE1}"/>
              </a:ext>
            </a:extLst>
          </p:cNvPr>
          <p:cNvSpPr txBox="1"/>
          <p:nvPr/>
        </p:nvSpPr>
        <p:spPr>
          <a:xfrm>
            <a:off x="6350000" y="32766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0" name="Tekstvak 39">
            <a:extLst>
              <a:ext uri="{FF2B5EF4-FFF2-40B4-BE49-F238E27FC236}">
                <a16:creationId xmlns:a16="http://schemas.microsoft.com/office/drawing/2014/main" id="{3084CEED-2F19-809D-B54A-B09773BF66C3}"/>
              </a:ext>
            </a:extLst>
          </p:cNvPr>
          <p:cNvSpPr txBox="1"/>
          <p:nvPr/>
        </p:nvSpPr>
        <p:spPr>
          <a:xfrm>
            <a:off x="6604000" y="32766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Nierfunctievervangende therapie</a:t>
            </a:r>
          </a:p>
        </p:txBody>
      </p:sp>
      <p:sp>
        <p:nvSpPr>
          <p:cNvPr id="41" name="Tekstvak 40">
            <a:extLst>
              <a:ext uri="{FF2B5EF4-FFF2-40B4-BE49-F238E27FC236}">
                <a16:creationId xmlns:a16="http://schemas.microsoft.com/office/drawing/2014/main" id="{6FD9FF35-FA01-7CC8-1991-160C1F269F93}"/>
              </a:ext>
            </a:extLst>
          </p:cNvPr>
          <p:cNvSpPr txBox="1"/>
          <p:nvPr/>
        </p:nvSpPr>
        <p:spPr>
          <a:xfrm>
            <a:off x="6350000" y="36449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2" name="Tekstvak 41">
            <a:extLst>
              <a:ext uri="{FF2B5EF4-FFF2-40B4-BE49-F238E27FC236}">
                <a16:creationId xmlns:a16="http://schemas.microsoft.com/office/drawing/2014/main" id="{D7BFA62F-C021-D50A-7B5E-68C8EB56E6C6}"/>
              </a:ext>
            </a:extLst>
          </p:cNvPr>
          <p:cNvSpPr txBox="1"/>
          <p:nvPr/>
        </p:nvSpPr>
        <p:spPr>
          <a:xfrm>
            <a:off x="6604000" y="36449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Immunosuppressieve therapie</a:t>
            </a:r>
          </a:p>
        </p:txBody>
      </p:sp>
      <p:sp>
        <p:nvSpPr>
          <p:cNvPr id="43" name="Tekstvak 42">
            <a:extLst>
              <a:ext uri="{FF2B5EF4-FFF2-40B4-BE49-F238E27FC236}">
                <a16:creationId xmlns:a16="http://schemas.microsoft.com/office/drawing/2014/main" id="{3E8201BA-B4C6-2EE3-A076-50A09EC95613}"/>
              </a:ext>
            </a:extLst>
          </p:cNvPr>
          <p:cNvSpPr txBox="1"/>
          <p:nvPr/>
        </p:nvSpPr>
        <p:spPr>
          <a:xfrm>
            <a:off x="6350000" y="40132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4" name="Tekstvak 43">
            <a:extLst>
              <a:ext uri="{FF2B5EF4-FFF2-40B4-BE49-F238E27FC236}">
                <a16:creationId xmlns:a16="http://schemas.microsoft.com/office/drawing/2014/main" id="{37C60B9E-9FD6-BBFE-702B-D3F1A2F7F7BE}"/>
              </a:ext>
            </a:extLst>
          </p:cNvPr>
          <p:cNvSpPr txBox="1"/>
          <p:nvPr/>
        </p:nvSpPr>
        <p:spPr>
          <a:xfrm>
            <a:off x="6604000" y="40132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Verwachte overleving &lt; 18 maanden, naar oordeel van de arts</a:t>
            </a:r>
            <a:endParaRPr lang="nl-BE" sz="1250">
              <a:solidFill>
                <a:srgbClr val="F2F8FC"/>
              </a:solidFill>
              <a:latin typeface="Segoe UI" panose="020B0502040204020203" pitchFamily="34" charset="0"/>
            </a:endParaRPr>
          </a:p>
        </p:txBody>
      </p:sp>
      <p:sp>
        <p:nvSpPr>
          <p:cNvPr id="45" name="Tekstvak 44">
            <a:extLst>
              <a:ext uri="{FF2B5EF4-FFF2-40B4-BE49-F238E27FC236}">
                <a16:creationId xmlns:a16="http://schemas.microsoft.com/office/drawing/2014/main" id="{7F970108-1A94-C495-A9F4-2AD738C717D5}"/>
              </a:ext>
            </a:extLst>
          </p:cNvPr>
          <p:cNvSpPr txBox="1"/>
          <p:nvPr/>
        </p:nvSpPr>
        <p:spPr>
          <a:xfrm>
            <a:off x="6350000" y="43815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6" name="Tekstvak 45">
            <a:extLst>
              <a:ext uri="{FF2B5EF4-FFF2-40B4-BE49-F238E27FC236}">
                <a16:creationId xmlns:a16="http://schemas.microsoft.com/office/drawing/2014/main" id="{599EE81C-5DB1-6CAC-4AF1-18EAC88E8D6C}"/>
              </a:ext>
            </a:extLst>
          </p:cNvPr>
          <p:cNvSpPr txBox="1"/>
          <p:nvPr/>
        </p:nvSpPr>
        <p:spPr>
          <a:xfrm>
            <a:off x="6604000" y="43815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Kan geen toestemming geven of de instructies niet volgen</a:t>
            </a:r>
            <a:endParaRPr lang="nl-BE" sz="1250">
              <a:solidFill>
                <a:srgbClr val="F2F8FC"/>
              </a:solidFill>
              <a:latin typeface="Segoe UI" panose="020B0502040204020203" pitchFamily="34" charset="0"/>
            </a:endParaRPr>
          </a:p>
        </p:txBody>
      </p:sp>
      <p:sp>
        <p:nvSpPr>
          <p:cNvPr id="47" name="Tekstvak 46">
            <a:extLst>
              <a:ext uri="{FF2B5EF4-FFF2-40B4-BE49-F238E27FC236}">
                <a16:creationId xmlns:a16="http://schemas.microsoft.com/office/drawing/2014/main" id="{F4F169AE-0824-9639-2907-03F54E131B79}"/>
              </a:ext>
            </a:extLst>
          </p:cNvPr>
          <p:cNvSpPr txBox="1"/>
          <p:nvPr/>
        </p:nvSpPr>
        <p:spPr>
          <a:xfrm>
            <a:off x="6350000" y="47498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8" name="Tekstvak 47">
            <a:extLst>
              <a:ext uri="{FF2B5EF4-FFF2-40B4-BE49-F238E27FC236}">
                <a16:creationId xmlns:a16="http://schemas.microsoft.com/office/drawing/2014/main" id="{5B64EE56-261F-2053-D325-EF76C7290B89}"/>
              </a:ext>
            </a:extLst>
          </p:cNvPr>
          <p:cNvSpPr txBox="1"/>
          <p:nvPr/>
        </p:nvSpPr>
        <p:spPr>
          <a:xfrm>
            <a:off x="6604000" y="47498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Hulpmiddel dat de druksensoren belemmert, zoals een enkel-voetorthese</a:t>
            </a:r>
            <a:endParaRPr lang="nl-BE" sz="1250">
              <a:solidFill>
                <a:srgbClr val="F2F8FC"/>
              </a:solidFill>
              <a:latin typeface="Segoe UI" panose="020B0502040204020203" pitchFamily="34" charset="0"/>
            </a:endParaRPr>
          </a:p>
        </p:txBody>
      </p:sp>
      <p:sp>
        <p:nvSpPr>
          <p:cNvPr id="49" name="Tekstvak 48">
            <a:extLst>
              <a:ext uri="{FF2B5EF4-FFF2-40B4-BE49-F238E27FC236}">
                <a16:creationId xmlns:a16="http://schemas.microsoft.com/office/drawing/2014/main" id="{3219DA9F-DD18-1CFE-47B9-D638BF7128AE}"/>
              </a:ext>
            </a:extLst>
          </p:cNvPr>
          <p:cNvSpPr txBox="1"/>
          <p:nvPr/>
        </p:nvSpPr>
        <p:spPr>
          <a:xfrm>
            <a:off x="6350000" y="53340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50" name="Tekstvak 49">
            <a:extLst>
              <a:ext uri="{FF2B5EF4-FFF2-40B4-BE49-F238E27FC236}">
                <a16:creationId xmlns:a16="http://schemas.microsoft.com/office/drawing/2014/main" id="{70EAA15C-5432-4092-B189-61B3842FFBE0}"/>
              </a:ext>
            </a:extLst>
          </p:cNvPr>
          <p:cNvSpPr txBox="1"/>
          <p:nvPr/>
        </p:nvSpPr>
        <p:spPr>
          <a:xfrm>
            <a:off x="6604000" y="53340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Weigert het beschermend schoeisel of de draagsensor in de zool</a:t>
            </a:r>
            <a:endParaRPr lang="nl-BE" sz="1250">
              <a:solidFill>
                <a:srgbClr val="F2F8FC"/>
              </a:solidFill>
              <a:latin typeface="Segoe UI" panose="020B0502040204020203" pitchFamily="34" charset="0"/>
            </a:endParaRPr>
          </a:p>
        </p:txBody>
      </p:sp>
      <p:sp>
        <p:nvSpPr>
          <p:cNvPr id="51" name="bron">
            <a:extLst>
              <a:ext uri="{FF2B5EF4-FFF2-40B4-BE49-F238E27FC236}">
                <a16:creationId xmlns:a16="http://schemas.microsoft.com/office/drawing/2014/main" id="{358C9FFE-E70B-5B39-85C6-7BD282E194A6}"/>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studieprotocol §4.1 · IWGDF 2023 · de arts screent en vraagt de toestemming</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16212444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355591"/>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maand0"/>
          <p:cNvSpPr txBox="1"/>
          <p:nvPr/>
        </p:nvSpPr>
        <p:spPr>
          <a:xfrm>
            <a:off x="634984" y="2133546"/>
            <a:ext cx="1092172" cy="279393"/>
          </a:xfrm>
          <a:prstGeom prst="rect">
            <a:avLst/>
          </a:prstGeom>
          <a:noFill/>
        </p:spPr>
        <p:txBody>
          <a:bodyPr wrap="square" lIns="0" tIns="0" rIns="0" bIns="0" anchor="t">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maand1"/>
          <p:cNvSpPr txBox="1"/>
          <p:nvPr/>
        </p:nvSpPr>
        <p:spPr>
          <a:xfrm>
            <a:off x="1727156"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maand2"/>
          <p:cNvSpPr txBox="1"/>
          <p:nvPr/>
        </p:nvSpPr>
        <p:spPr>
          <a:xfrm>
            <a:off x="2819329"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aand3"/>
          <p:cNvSpPr txBox="1"/>
          <p:nvPr/>
        </p:nvSpPr>
        <p:spPr>
          <a:xfrm>
            <a:off x="391150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maand4"/>
          <p:cNvSpPr txBox="1"/>
          <p:nvPr/>
        </p:nvSpPr>
        <p:spPr>
          <a:xfrm>
            <a:off x="5003674"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maand5"/>
          <p:cNvSpPr txBox="1"/>
          <p:nvPr/>
        </p:nvSpPr>
        <p:spPr>
          <a:xfrm>
            <a:off x="6095847"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maand6"/>
          <p:cNvSpPr txBox="1"/>
          <p:nvPr/>
        </p:nvSpPr>
        <p:spPr>
          <a:xfrm>
            <a:off x="7188020"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maand7"/>
          <p:cNvSpPr txBox="1"/>
          <p:nvPr/>
        </p:nvSpPr>
        <p:spPr>
          <a:xfrm>
            <a:off x="828019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maand8"/>
          <p:cNvSpPr txBox="1"/>
          <p:nvPr/>
        </p:nvSpPr>
        <p:spPr>
          <a:xfrm>
            <a:off x="9372365"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maand9"/>
          <p:cNvSpPr txBox="1"/>
          <p:nvPr/>
        </p:nvSpPr>
        <p:spPr>
          <a:xfrm>
            <a:off x="10464538"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878"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390815"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930751"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lIns="0" tIns="0" rIns="0" bIns="0" anchor="t">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lIns="0" tIns="0" rIns="0" bIns="0" anchor="t">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18 / 31</a:t>
            </a:r>
            <a:endParaRPr sz="1050" b="0">
              <a:solidFill>
                <a:srgbClr val="8FB6D0"/>
              </a:solidFill>
              <a:latin typeface="Consolas"/>
            </a:endParaRPr>
          </a:p>
        </p:txBody>
      </p:sp>
      <p:pic>
        <p:nvPicPr>
          <p:cNvPr id="47"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en-US" sz="1250" b="1" spc="240">
                <a:solidFill>
                  <a:srgbClr val="52BDEC"/>
                </a:solidFill>
                <a:latin typeface="Consolas"/>
              </a:rPr>
              <a:t>SEBIA · ALLEEN IN OPTIMAL CARE</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SEBIA-interventie: componenten</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01</a:t>
            </a:r>
            <a:endParaRPr sz="2600" b="1">
              <a:solidFill>
                <a:srgbClr val="52BDEC"/>
              </a:solidFill>
              <a:latin typeface="Consolas"/>
            </a:endParaRPr>
          </a:p>
        </p:txBody>
      </p:sp>
      <p:sp>
        <p:nvSpPr>
          <p:cNvPr id="7" name="TextBox 6"/>
          <p:cNvSpPr txBox="1"/>
          <p:nvPr/>
        </p:nvSpPr>
        <p:spPr>
          <a:xfrm>
            <a:off x="888977"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Diabetesvoetzorg</a:t>
            </a:r>
            <a:endParaRPr sz="2400" b="1">
              <a:solidFill>
                <a:srgbClr val="F2F8FC"/>
              </a:solidFill>
              <a:latin typeface="Segoe UI"/>
            </a:endParaRPr>
          </a:p>
        </p:txBody>
      </p:sp>
      <p:sp>
        <p:nvSpPr>
          <p:cNvPr id="8" name="Rounded Rectangle 7"/>
          <p:cNvSpPr/>
          <p:nvPr/>
        </p:nvSpPr>
        <p:spPr>
          <a:xfrm>
            <a:off x="888977" y="3777072"/>
            <a:ext cx="4876551" cy="838200"/>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4036641"/>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Educatie en skills training</a:t>
            </a:r>
            <a:endParaRPr sz="1800" b="1">
              <a:solidFill>
                <a:srgbClr val="52BDEC"/>
              </a:solidFill>
              <a:latin typeface="Consolas"/>
            </a:endParaRPr>
          </a:p>
        </p:txBody>
      </p:sp>
      <p:sp>
        <p:nvSpPr>
          <p:cNvPr id="10" name="TextBox 9"/>
          <p:cNvSpPr txBox="1"/>
          <p:nvPr/>
        </p:nvSpPr>
        <p:spPr>
          <a:xfrm>
            <a:off x="888977" y="4767654"/>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Kennis goede voetzorg</a:t>
            </a:r>
          </a:p>
          <a:p>
            <a:pPr algn="l">
              <a:lnSpc>
                <a:spcPct val="132000"/>
              </a:lnSpc>
            </a:pPr>
            <a:r>
              <a:rPr lang="nl-NL" sz="1450" b="0">
                <a:solidFill>
                  <a:srgbClr val="8FB6D0"/>
                </a:solidFill>
                <a:latin typeface="Segoe UI"/>
              </a:rPr>
              <a:t>Uitvoeren van goede voetzorg</a:t>
            </a:r>
          </a:p>
          <a:p>
            <a:pPr algn="l">
              <a:lnSpc>
                <a:spcPct val="132000"/>
              </a:lnSpc>
            </a:pPr>
            <a:r>
              <a:rPr lang="nl-NL" sz="1450" b="0">
                <a:solidFill>
                  <a:srgbClr val="8FB6D0"/>
                </a:solidFill>
                <a:latin typeface="Segoe UI"/>
              </a:rPr>
              <a:t>Kennis belang aangepast schoeisel en zolen</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02</a:t>
            </a:r>
            <a:endParaRPr sz="2600" b="1">
              <a:solidFill>
                <a:srgbClr val="52BDEC"/>
              </a:solidFill>
              <a:latin typeface="Consolas"/>
            </a:endParaRPr>
          </a:p>
        </p:txBody>
      </p:sp>
      <p:sp>
        <p:nvSpPr>
          <p:cNvPr id="13" name="TextBox 12"/>
          <p:cNvSpPr txBox="1"/>
          <p:nvPr/>
        </p:nvSpPr>
        <p:spPr>
          <a:xfrm>
            <a:off x="6425912" y="2654233"/>
            <a:ext cx="4876551" cy="812979"/>
          </a:xfrm>
          <a:prstGeom prst="rect">
            <a:avLst/>
          </a:prstGeom>
          <a:noFill/>
        </p:spPr>
        <p:txBody>
          <a:bodyPr wrap="square" lIns="0" tIns="0" rIns="0" bIns="0" anchor="t">
            <a:spAutoFit/>
          </a:bodyPr>
          <a:lstStyle/>
          <a:p>
            <a:pPr algn="l">
              <a:lnSpc>
                <a:spcPct val="115000"/>
              </a:lnSpc>
            </a:pPr>
            <a:r>
              <a:rPr lang="nl-NL" sz="2400" b="1">
                <a:solidFill>
                  <a:srgbClr val="F2F8FC"/>
                </a:solidFill>
                <a:latin typeface="Segoe UI"/>
              </a:rPr>
              <a:t>Therapietrouw met het dragen van aangepast schoeisel en zolen</a:t>
            </a:r>
            <a:endParaRPr sz="2400" b="1">
              <a:solidFill>
                <a:srgbClr val="F2F8FC"/>
              </a:solidFill>
              <a:latin typeface="Segoe UI"/>
            </a:endParaRPr>
          </a:p>
        </p:txBody>
      </p:sp>
      <p:sp>
        <p:nvSpPr>
          <p:cNvPr id="14" name="Rounded Rectangle 13"/>
          <p:cNvSpPr/>
          <p:nvPr/>
        </p:nvSpPr>
        <p:spPr>
          <a:xfrm>
            <a:off x="6425912" y="3777072"/>
            <a:ext cx="4876551" cy="838200"/>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863517"/>
            <a:ext cx="4876551" cy="665310"/>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Monitoring therapietrouw →</a:t>
            </a:r>
            <a:br>
              <a:rPr lang="nl-BE" sz="1800" b="1">
                <a:solidFill>
                  <a:srgbClr val="52BDEC"/>
                </a:solidFill>
                <a:latin typeface="Consolas"/>
              </a:rPr>
            </a:br>
            <a:r>
              <a:rPr lang="nl-BE" sz="1800" b="1">
                <a:solidFill>
                  <a:srgbClr val="52BDEC"/>
                </a:solidFill>
                <a:latin typeface="Consolas"/>
              </a:rPr>
              <a:t>Verbeteren therapietrouw</a:t>
            </a:r>
            <a:endParaRPr sz="1800" b="1">
              <a:solidFill>
                <a:srgbClr val="52BDEC"/>
              </a:solidFill>
              <a:latin typeface="Consolas"/>
            </a:endParaRPr>
          </a:p>
        </p:txBody>
      </p:sp>
      <p:sp>
        <p:nvSpPr>
          <p:cNvPr id="16" name="TextBox 15"/>
          <p:cNvSpPr txBox="1"/>
          <p:nvPr/>
        </p:nvSpPr>
        <p:spPr>
          <a:xfrm>
            <a:off x="6425912" y="4767654"/>
            <a:ext cx="4876551" cy="557653"/>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Verhogen belang/motivatie therapietrouw</a:t>
            </a:r>
          </a:p>
          <a:p>
            <a:pPr algn="l">
              <a:lnSpc>
                <a:spcPct val="132000"/>
              </a:lnSpc>
            </a:pPr>
            <a:r>
              <a:rPr lang="nl-NL" sz="1450" b="0">
                <a:solidFill>
                  <a:srgbClr val="8FB6D0"/>
                </a:solidFill>
                <a:latin typeface="Segoe UI"/>
              </a:rPr>
              <a:t>Aanpakken barrières voor therapietrouw</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19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SEBIA-overzicht voor de voetklinieken, F. Dobbels, 12 oktober 2026</a:t>
            </a:r>
            <a:endParaRPr sz="1000" b="0">
              <a:solidFill>
                <a:srgbClr val="8FB6D0"/>
              </a:solidFill>
              <a:latin typeface="Consolas"/>
            </a:endParaRPr>
          </a:p>
        </p:txBody>
      </p:sp>
    </p:spTree>
    <p:extLst>
      <p:ext uri="{BB962C8B-B14F-4D97-AF65-F5344CB8AC3E}">
        <p14:creationId xmlns:p14="http://schemas.microsoft.com/office/powerpoint/2010/main" val="41847417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SEBIA · OP ELKE VISITE EEN GESPREK</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Overzicht inhoud studievisites</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V1 · baseline</a:t>
            </a:r>
            <a:endParaRPr sz="2000" b="1" dirty="0">
              <a:solidFill>
                <a:srgbClr val="F2F8FC"/>
              </a:solidFill>
              <a:latin typeface="Segoe UI"/>
            </a:endParaRPr>
          </a:p>
        </p:txBody>
      </p:sp>
      <p:sp>
        <p:nvSpPr>
          <p:cNvPr id="7" name="TextBox 6"/>
          <p:cNvSpPr txBox="1"/>
          <p:nvPr/>
        </p:nvSpPr>
        <p:spPr>
          <a:xfrm>
            <a:off x="3302000" y="20955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Mondelinge educatie voetzorg · Demonstratie goede voetzorg · Uitleg over activity monitor</a:t>
            </a:r>
            <a:endParaRPr sz="1150" b="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educatie</a:t>
            </a:r>
            <a:endParaRPr sz="1300" b="1">
              <a:solidFill>
                <a:srgbClr val="52BDEC"/>
              </a:solidFill>
              <a:latin typeface="Consolas"/>
            </a:endParaRPr>
          </a:p>
        </p:txBody>
      </p:sp>
      <p:sp>
        <p:nvSpPr>
          <p:cNvPr id="9" name="Rectangle 8"/>
          <p:cNvSpPr/>
          <p:nvPr/>
        </p:nvSpPr>
        <p:spPr>
          <a:xfrm>
            <a:off x="634984" y="28194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9718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V2 · D14–M1</a:t>
            </a:r>
            <a:endParaRPr sz="2000" b="1">
              <a:solidFill>
                <a:srgbClr val="F2F8FC"/>
              </a:solidFill>
              <a:latin typeface="Segoe UI"/>
            </a:endParaRPr>
          </a:p>
        </p:txBody>
      </p:sp>
      <p:sp>
        <p:nvSpPr>
          <p:cNvPr id="11" name="TextBox 10"/>
          <p:cNvSpPr txBox="1"/>
          <p:nvPr/>
        </p:nvSpPr>
        <p:spPr>
          <a:xfrm>
            <a:off x="3302000" y="3035300"/>
            <a:ext cx="6223000" cy="44223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Evaluatie kennis voetzorg (op basis van NAFF) + re-educatie · Educatie belang dragen zolen en gepaste schoenen · Uitleg over doel van de sensor in de zolen</a:t>
            </a:r>
            <a:endParaRPr sz="1150" b="0" dirty="0">
              <a:solidFill>
                <a:srgbClr val="8FB6D0"/>
              </a:solidFill>
              <a:latin typeface="Segoe UI"/>
            </a:endParaRPr>
          </a:p>
        </p:txBody>
      </p:sp>
      <p:sp>
        <p:nvSpPr>
          <p:cNvPr id="12" name="TextBox 11"/>
          <p:cNvSpPr txBox="1"/>
          <p:nvPr/>
        </p:nvSpPr>
        <p:spPr>
          <a:xfrm>
            <a:off x="9905752" y="30226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educatie</a:t>
            </a:r>
            <a:endParaRPr sz="1300" b="1">
              <a:solidFill>
                <a:srgbClr val="52BDEC"/>
              </a:solidFill>
              <a:latin typeface="Consolas"/>
            </a:endParaRPr>
          </a:p>
        </p:txBody>
      </p:sp>
      <p:sp>
        <p:nvSpPr>
          <p:cNvPr id="13" name="Rectangle 12"/>
          <p:cNvSpPr/>
          <p:nvPr/>
        </p:nvSpPr>
        <p:spPr>
          <a:xfrm>
            <a:off x="634984" y="37592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9116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V3 · V5 · V7</a:t>
            </a:r>
            <a:endParaRPr sz="2000" b="1">
              <a:solidFill>
                <a:srgbClr val="F2F8FC"/>
              </a:solidFill>
              <a:latin typeface="Segoe UI"/>
            </a:endParaRPr>
          </a:p>
        </p:txBody>
      </p:sp>
      <p:sp>
        <p:nvSpPr>
          <p:cNvPr id="15" name="TextBox 14"/>
          <p:cNvSpPr txBox="1"/>
          <p:nvPr/>
        </p:nvSpPr>
        <p:spPr>
          <a:xfrm>
            <a:off x="3302000" y="3975100"/>
            <a:ext cx="6223000" cy="44223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Feedback therapietrouw op basis van sensor-output · Toepassen therapietrouwverhogende interventies</a:t>
            </a:r>
            <a:endParaRPr sz="1150" b="0" dirty="0">
              <a:solidFill>
                <a:srgbClr val="8FB6D0"/>
              </a:solidFill>
              <a:latin typeface="Segoe UI"/>
            </a:endParaRPr>
          </a:p>
        </p:txBody>
      </p:sp>
      <p:sp>
        <p:nvSpPr>
          <p:cNvPr id="16" name="TextBox 15"/>
          <p:cNvSpPr txBox="1"/>
          <p:nvPr/>
        </p:nvSpPr>
        <p:spPr>
          <a:xfrm>
            <a:off x="9905752" y="39624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therapietrouw</a:t>
            </a:r>
            <a:endParaRPr sz="1300" b="1" dirty="0">
              <a:solidFill>
                <a:srgbClr val="52BDEC"/>
              </a:solidFill>
              <a:latin typeface="Consolas"/>
            </a:endParaRPr>
          </a:p>
        </p:txBody>
      </p:sp>
      <p:sp>
        <p:nvSpPr>
          <p:cNvPr id="17" name="Rectangle 16"/>
          <p:cNvSpPr/>
          <p:nvPr/>
        </p:nvSpPr>
        <p:spPr>
          <a:xfrm>
            <a:off x="634984" y="46990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8514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V4 · V6</a:t>
            </a:r>
            <a:endParaRPr sz="2000" b="1">
              <a:solidFill>
                <a:srgbClr val="F2F8FC"/>
              </a:solidFill>
              <a:latin typeface="Segoe UI"/>
            </a:endParaRPr>
          </a:p>
        </p:txBody>
      </p:sp>
      <p:sp>
        <p:nvSpPr>
          <p:cNvPr id="19" name="TextBox 18"/>
          <p:cNvSpPr txBox="1"/>
          <p:nvPr/>
        </p:nvSpPr>
        <p:spPr>
          <a:xfrm>
            <a:off x="3302000" y="4914900"/>
            <a:ext cx="6223000" cy="675826"/>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Evaluatie vaardigheden goede voetzorg · Evaluatie nood aan bijkomende kennis voetzorg (obv NAFF) · Feedback therapietrouw op basis van sensor-output · Toepassen therapietrouwverhogende interventies</a:t>
            </a:r>
            <a:endParaRPr sz="1150" b="0" dirty="0">
              <a:solidFill>
                <a:srgbClr val="8FB6D0"/>
              </a:solidFill>
              <a:latin typeface="Segoe UI"/>
            </a:endParaRPr>
          </a:p>
        </p:txBody>
      </p:sp>
      <p:sp>
        <p:nvSpPr>
          <p:cNvPr id="20" name="TextBox 19"/>
          <p:cNvSpPr txBox="1"/>
          <p:nvPr/>
        </p:nvSpPr>
        <p:spPr>
          <a:xfrm>
            <a:off x="9905752" y="49022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beide</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20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rij5 lijn">
            <a:extLst>
              <a:ext uri="{FF2B5EF4-FFF2-40B4-BE49-F238E27FC236}">
                <a16:creationId xmlns:a16="http://schemas.microsoft.com/office/drawing/2014/main" id="{9800A204-6E25-7415-1656-CA2AE41AC8D3}"/>
              </a:ext>
            </a:extLst>
          </p:cNvPr>
          <p:cNvSpPr/>
          <p:nvPr/>
        </p:nvSpPr>
        <p:spPr>
          <a:xfrm>
            <a:off x="634984" y="56388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j5 label">
            <a:extLst>
              <a:ext uri="{FF2B5EF4-FFF2-40B4-BE49-F238E27FC236}">
                <a16:creationId xmlns:a16="http://schemas.microsoft.com/office/drawing/2014/main" id="{32F0A583-0B47-FCC3-8CFE-B6BCC96965B2}"/>
              </a:ext>
            </a:extLst>
          </p:cNvPr>
          <p:cNvSpPr txBox="1"/>
          <p:nvPr/>
        </p:nvSpPr>
        <p:spPr>
          <a:xfrm>
            <a:off x="634984" y="57912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V8 · maand 18</a:t>
            </a:r>
            <a:endParaRPr sz="2000" b="1">
              <a:solidFill>
                <a:srgbClr val="F2F8FC"/>
              </a:solidFill>
              <a:latin typeface="Segoe UI"/>
            </a:endParaRPr>
          </a:p>
        </p:txBody>
      </p:sp>
      <p:sp>
        <p:nvSpPr>
          <p:cNvPr id="25" name="rij5 tekst">
            <a:extLst>
              <a:ext uri="{FF2B5EF4-FFF2-40B4-BE49-F238E27FC236}">
                <a16:creationId xmlns:a16="http://schemas.microsoft.com/office/drawing/2014/main" id="{48121CF9-029C-29B3-E400-293E86CEE25D}"/>
              </a:ext>
            </a:extLst>
          </p:cNvPr>
          <p:cNvSpPr txBox="1"/>
          <p:nvPr/>
        </p:nvSpPr>
        <p:spPr>
          <a:xfrm>
            <a:off x="3302000" y="58547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Afrondend gesprek (geen feedback of nieuwe interventies)</a:t>
            </a:r>
            <a:endParaRPr sz="1150" b="0" dirty="0">
              <a:solidFill>
                <a:srgbClr val="8FB6D0"/>
              </a:solidFill>
              <a:latin typeface="Segoe UI"/>
            </a:endParaRPr>
          </a:p>
        </p:txBody>
      </p:sp>
      <p:sp>
        <p:nvSpPr>
          <p:cNvPr id="26" name="rij5 badge">
            <a:extLst>
              <a:ext uri="{FF2B5EF4-FFF2-40B4-BE49-F238E27FC236}">
                <a16:creationId xmlns:a16="http://schemas.microsoft.com/office/drawing/2014/main" id="{F03E0BDD-F271-B330-F6D0-C5C783DCB2BE}"/>
              </a:ext>
            </a:extLst>
          </p:cNvPr>
          <p:cNvSpPr txBox="1"/>
          <p:nvPr/>
        </p:nvSpPr>
        <p:spPr>
          <a:xfrm>
            <a:off x="9905752" y="58420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afronding</a:t>
            </a:r>
            <a:endParaRPr sz="1300" b="1">
              <a:solidFill>
                <a:srgbClr val="52BDEC"/>
              </a:solidFill>
              <a:latin typeface="Consolas"/>
            </a:endParaRPr>
          </a:p>
        </p:txBody>
      </p:sp>
      <p:sp>
        <p:nvSpPr>
          <p:cNvPr id="27" name="bron">
            <a:extLst>
              <a:ext uri="{FF2B5EF4-FFF2-40B4-BE49-F238E27FC236}">
                <a16:creationId xmlns:a16="http://schemas.microsoft.com/office/drawing/2014/main" id="{2C611D94-62A7-B930-46FE-1BA4ADF83865}"/>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SEBIA-overzicht voor de voetklinieken, F. Dobbels, 12 oktober 2026</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5275969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pedar.png"/>
          <p:cNvPicPr>
            <a:picLocks noChangeAspect="1"/>
          </p:cNvPicPr>
          <p:nvPr/>
        </p:nvPicPr>
        <p:blipFill>
          <a:blip r:embed="rId3"/>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lIns="0" tIns="0" rIns="0" bIns="0" anchor="t">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lIns="0" tIns="0" rIns="0" bIns="0" anchor="t">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lIns="0" tIns="0" rIns="0" bIns="0" anchor="t">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lIns="0" tIns="0" rIns="0" bIns="0" anchor="t">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910186"/>
          </a:xfrm>
          <a:prstGeom prst="rect">
            <a:avLst/>
          </a:prstGeom>
          <a:noFill/>
        </p:spPr>
        <p:txBody>
          <a:bodyPr wrap="square" lIns="0" tIns="0" rIns="0" bIns="0" anchor="t">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Nulstellen: één keer per sessie</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rthotimer.png"/>
          <p:cNvPicPr>
            <a:picLocks noChangeAspect="1"/>
          </p:cNvPicPr>
          <p:nvPr/>
        </p:nvPicPr>
        <p:blipFill>
          <a:blip r:embed="rId4"/>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Geheugen 100 dagen</a:t>
            </a:r>
          </a:p>
        </p:txBody>
      </p:sp>
      <p:sp>
        <p:nvSpPr>
          <p:cNvPr id="19" name="TextBox 18"/>
          <p:cNvSpPr txBox="1"/>
          <p:nvPr/>
        </p:nvSpPr>
        <p:spPr>
          <a:xfrm>
            <a:off x="8241966" y="3632109"/>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movemonitor.png"/>
          <p:cNvPicPr>
            <a:picLocks noChangeAspect="1"/>
          </p:cNvPicPr>
          <p:nvPr/>
        </p:nvPicPr>
        <p:blipFill>
          <a:blip r:embed="rId5"/>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600229"/>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lang="nl-NL" sz="1400" b="0">
                <a:solidFill>
                  <a:srgbClr val="8FB6D0"/>
                </a:solidFill>
                <a:latin typeface="Segoe UI"/>
              </a:rPr>
              <a:t>Eén week, alleen bij de start</a:t>
            </a:r>
            <a:endParaRPr sz="1400" b="0">
              <a:solidFill>
                <a:srgbClr val="8FB6D0"/>
              </a:solidFill>
              <a:latin typeface="Segoe UI"/>
            </a:endParaRPr>
          </a:p>
        </p:txBody>
      </p:sp>
      <p:sp>
        <p:nvSpPr>
          <p:cNvPr id="27" name="TextBox 26"/>
          <p:cNvSpPr txBox="1"/>
          <p:nvPr/>
        </p:nvSpPr>
        <p:spPr>
          <a:xfrm>
            <a:off x="8241966" y="5714857"/>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21 / 31</a:t>
            </a:r>
            <a:endParaRPr sz="1050" b="0">
              <a:solidFill>
                <a:srgbClr val="8FB6D0"/>
              </a:solidFill>
              <a:latin typeface="Consolas"/>
            </a:endParaRPr>
          </a:p>
        </p:txBody>
      </p:sp>
      <p:pic>
        <p:nvPicPr>
          <p:cNvPr id="29" name="merk" descr="merk.png"/>
          <p:cNvPicPr>
            <a:picLocks noChangeAspect="1"/>
          </p:cNvPicPr>
          <p:nvPr/>
        </p:nvPicPr>
        <p:blipFill>
          <a:blip r:embed="rId6"/>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lIns="0" tIns="0" rIns="0" bIns="0" anchor="t">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4082947"/>
            <a:ext cx="6349841" cy="1515158"/>
          </a:xfrm>
          <a:prstGeom prst="rect">
            <a:avLst/>
          </a:prstGeom>
          <a:noFill/>
        </p:spPr>
        <p:txBody>
          <a:bodyPr wrap="square" lIns="0" tIns="0" rIns="0" bIns="0" anchor="t">
            <a:spAutoFit/>
          </a:bodyPr>
          <a:lstStyle/>
          <a:p>
            <a:pPr algn="l">
              <a:lnSpc>
                <a:spcPct val="145000"/>
              </a:lnSpc>
            </a:pPr>
            <a:r>
              <a:rPr lang="nl-NL" sz="1750" b="0">
                <a:solidFill>
                  <a:srgbClr val="8FB6D0"/>
                </a:solidFill>
                <a:latin typeface="Segoe UI"/>
              </a:rPr>
              <a:t>In Usual Care meet u de druk alleen bij de start en op maand 6, geblindeerd: drempel 50 kPa, waarden uit. De sensor wordt uitgelezen, zonder terugkoppeling. Bespreekt u de waarden, dan lévert u de interventie en is die patiënt geen controle meer.</a:t>
            </a:r>
            <a:endParaRPr sz="1750" b="0" dirty="0">
              <a:solidFill>
                <a:srgbClr val="8FB6D0"/>
              </a:solidFill>
              <a:latin typeface="Segoe UI"/>
            </a:endParaRP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78595" y="2324041"/>
            <a:ext cx="3111422" cy="241293"/>
          </a:xfrm>
          <a:prstGeom prst="rect">
            <a:avLst/>
          </a:prstGeom>
          <a:noFill/>
        </p:spPr>
        <p:txBody>
          <a:bodyPr wrap="square" lIns="0" tIns="0" rIns="0" bIns="0" anchor="t">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lIns="0" tIns="0" rIns="0" bIns="0" anchor="t">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22 / 31</a:t>
            </a:r>
            <a:endParaRPr sz="1050" b="0">
              <a:solidFill>
                <a:srgbClr val="8FB6D0"/>
              </a:solidFill>
              <a:latin typeface="Consolas"/>
            </a:endParaRPr>
          </a:p>
        </p:txBody>
      </p:sp>
      <p:pic>
        <p:nvPicPr>
          <p:cNvPr id="1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studieprotocol §5.4 · beslissing 8 oktober 2026</a:t>
            </a:r>
            <a:endParaRPr sz="1000" b="0">
              <a:solidFill>
                <a:srgbClr val="8FB6D0"/>
              </a:solidFill>
              <a:latin typeface="Consola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HET EINDPUNT IS GEEN EINDE: OPVOLGING TOT MAAND 18</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Bij een nieuwe wonde</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Verwittigen</a:t>
            </a:r>
            <a:endParaRPr sz="2000" b="1" dirty="0">
              <a:solidFill>
                <a:srgbClr val="F2F8FC"/>
              </a:solidFill>
              <a:latin typeface="Segoe UI"/>
            </a:endParaRPr>
          </a:p>
        </p:txBody>
      </p:sp>
      <p:sp>
        <p:nvSpPr>
          <p:cNvPr id="7" name="TextBox 6"/>
          <p:cNvSpPr txBox="1"/>
          <p:nvPr/>
        </p:nvSpPr>
        <p:spPr>
          <a:xfrm>
            <a:off x="3302000" y="2095500"/>
            <a:ext cx="6223000" cy="208647"/>
          </a:xfrm>
          <a:prstGeom prst="rect">
            <a:avLst/>
          </a:prstGeom>
          <a:noFill/>
        </p:spPr>
        <p:txBody>
          <a:bodyPr wrap="square" lIns="0" tIns="0" rIns="0" bIns="0" anchor="t">
            <a:spAutoFit/>
          </a:bodyPr>
          <a:lstStyle/>
          <a:p>
            <a:pPr algn="l">
              <a:lnSpc>
                <a:spcPct val="132000"/>
              </a:lnSpc>
            </a:pPr>
            <a:r>
              <a:rPr lang="nl-BE" sz="1150" b="0">
                <a:solidFill>
                  <a:srgbClr val="8FB6D0"/>
                </a:solidFill>
                <a:latin typeface="Segoe UI"/>
              </a:rPr>
              <a:t>De investigator meteen verwittigen</a:t>
            </a:r>
            <a:endParaRPr sz="1150" b="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onmiddellijk</a:t>
            </a:r>
            <a:endParaRPr sz="1300" b="1">
              <a:solidFill>
                <a:srgbClr val="52BDEC"/>
              </a:solidFill>
              <a:latin typeface="Consolas"/>
            </a:endParaRPr>
          </a:p>
        </p:txBody>
      </p:sp>
      <p:sp>
        <p:nvSpPr>
          <p:cNvPr id="9" name="Rectangle 8"/>
          <p:cNvSpPr/>
          <p:nvPr/>
        </p:nvSpPr>
        <p:spPr>
          <a:xfrm>
            <a:off x="634984" y="28194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9718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Vastleggen</a:t>
            </a:r>
            <a:endParaRPr sz="2000" b="1">
              <a:solidFill>
                <a:srgbClr val="F2F8FC"/>
              </a:solidFill>
              <a:latin typeface="Segoe UI"/>
            </a:endParaRPr>
          </a:p>
        </p:txBody>
      </p:sp>
      <p:sp>
        <p:nvSpPr>
          <p:cNvPr id="11" name="TextBox 10"/>
          <p:cNvSpPr txBox="1"/>
          <p:nvPr/>
        </p:nvSpPr>
        <p:spPr>
          <a:xfrm>
            <a:off x="3302000" y="30353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Foto's, klasseren met PEDIS en WIfI, verzorgen</a:t>
            </a:r>
            <a:endParaRPr sz="1150" b="0" dirty="0">
              <a:solidFill>
                <a:srgbClr val="8FB6D0"/>
              </a:solidFill>
              <a:latin typeface="Segoe UI"/>
            </a:endParaRPr>
          </a:p>
        </p:txBody>
      </p:sp>
      <p:sp>
        <p:nvSpPr>
          <p:cNvPr id="12" name="TextBox 11"/>
          <p:cNvSpPr txBox="1"/>
          <p:nvPr/>
        </p:nvSpPr>
        <p:spPr>
          <a:xfrm>
            <a:off x="9905752" y="30226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eCRF 36 · 38</a:t>
            </a:r>
            <a:endParaRPr sz="1300" b="1">
              <a:solidFill>
                <a:srgbClr val="52BDEC"/>
              </a:solidFill>
              <a:latin typeface="Consolas"/>
            </a:endParaRPr>
          </a:p>
        </p:txBody>
      </p:sp>
      <p:sp>
        <p:nvSpPr>
          <p:cNvPr id="13" name="Rectangle 12"/>
          <p:cNvSpPr/>
          <p:nvPr/>
        </p:nvSpPr>
        <p:spPr>
          <a:xfrm>
            <a:off x="634984" y="37592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9116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Opladen</a:t>
            </a:r>
            <a:endParaRPr sz="2000" b="1">
              <a:solidFill>
                <a:srgbClr val="F2F8FC"/>
              </a:solidFill>
              <a:latin typeface="Segoe UI"/>
            </a:endParaRPr>
          </a:p>
        </p:txBody>
      </p:sp>
      <p:sp>
        <p:nvSpPr>
          <p:cNvPr id="15" name="TextBox 14"/>
          <p:cNvSpPr txBox="1"/>
          <p:nvPr/>
        </p:nvSpPr>
        <p:spPr>
          <a:xfrm>
            <a:off x="3302000" y="39751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Foto's geanonimiseerd opladen</a:t>
            </a:r>
            <a:endParaRPr sz="1150" b="0" dirty="0">
              <a:solidFill>
                <a:srgbClr val="8FB6D0"/>
              </a:solidFill>
              <a:latin typeface="Segoe UI"/>
            </a:endParaRPr>
          </a:p>
        </p:txBody>
      </p:sp>
      <p:sp>
        <p:nvSpPr>
          <p:cNvPr id="16" name="TextBox 15"/>
          <p:cNvSpPr txBox="1"/>
          <p:nvPr/>
        </p:nvSpPr>
        <p:spPr>
          <a:xfrm>
            <a:off x="9905752" y="39624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ManGO</a:t>
            </a:r>
            <a:endParaRPr sz="1300" b="1" dirty="0">
              <a:solidFill>
                <a:srgbClr val="52BDEC"/>
              </a:solidFill>
              <a:latin typeface="Consolas"/>
            </a:endParaRPr>
          </a:p>
        </p:txBody>
      </p:sp>
      <p:sp>
        <p:nvSpPr>
          <p:cNvPr id="17" name="Rectangle 16"/>
          <p:cNvSpPr/>
          <p:nvPr/>
        </p:nvSpPr>
        <p:spPr>
          <a:xfrm>
            <a:off x="634984" y="46990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8514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Opvolgen</a:t>
            </a:r>
            <a:endParaRPr sz="2000" b="1">
              <a:solidFill>
                <a:srgbClr val="F2F8FC"/>
              </a:solidFill>
              <a:latin typeface="Segoe UI"/>
            </a:endParaRPr>
          </a:p>
        </p:txBody>
      </p:sp>
      <p:sp>
        <p:nvSpPr>
          <p:cNvPr id="19" name="TextBox 18"/>
          <p:cNvSpPr txBox="1"/>
          <p:nvPr/>
        </p:nvSpPr>
        <p:spPr>
          <a:xfrm>
            <a:off x="3302000" y="49149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Bij elk vervolgcontact de genezing noteren, tot genezing, amputatie of overlijden</a:t>
            </a:r>
            <a:endParaRPr sz="1150" b="0" dirty="0">
              <a:solidFill>
                <a:srgbClr val="8FB6D0"/>
              </a:solidFill>
              <a:latin typeface="Segoe UI"/>
            </a:endParaRPr>
          </a:p>
        </p:txBody>
      </p:sp>
      <p:sp>
        <p:nvSpPr>
          <p:cNvPr id="20" name="TextBox 19"/>
          <p:cNvSpPr txBox="1"/>
          <p:nvPr/>
        </p:nvSpPr>
        <p:spPr>
          <a:xfrm>
            <a:off x="9905752" y="49022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eCRF 47</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23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rij5 lijn">
            <a:extLst>
              <a:ext uri="{FF2B5EF4-FFF2-40B4-BE49-F238E27FC236}">
                <a16:creationId xmlns:a16="http://schemas.microsoft.com/office/drawing/2014/main" id="{CC567B4D-9AEC-44D7-3BCB-4EBF4FA74DE8}"/>
              </a:ext>
            </a:extLst>
          </p:cNvPr>
          <p:cNvSpPr/>
          <p:nvPr/>
        </p:nvSpPr>
        <p:spPr>
          <a:xfrm>
            <a:off x="634984" y="56388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j5 label">
            <a:extLst>
              <a:ext uri="{FF2B5EF4-FFF2-40B4-BE49-F238E27FC236}">
                <a16:creationId xmlns:a16="http://schemas.microsoft.com/office/drawing/2014/main" id="{CB205B41-7BE9-0EF0-A5F0-DDFBD567080D}"/>
              </a:ext>
            </a:extLst>
          </p:cNvPr>
          <p:cNvSpPr txBox="1"/>
          <p:nvPr/>
        </p:nvSpPr>
        <p:spPr>
          <a:xfrm>
            <a:off x="634984" y="57912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Ernstig voorval</a:t>
            </a:r>
            <a:endParaRPr sz="2000" b="1">
              <a:solidFill>
                <a:srgbClr val="F2F8FC"/>
              </a:solidFill>
              <a:latin typeface="Segoe UI"/>
            </a:endParaRPr>
          </a:p>
        </p:txBody>
      </p:sp>
      <p:sp>
        <p:nvSpPr>
          <p:cNvPr id="25" name="rij5 tekst">
            <a:extLst>
              <a:ext uri="{FF2B5EF4-FFF2-40B4-BE49-F238E27FC236}">
                <a16:creationId xmlns:a16="http://schemas.microsoft.com/office/drawing/2014/main" id="{003C79C4-001E-FF54-0C43-BABA4AD2D471}"/>
              </a:ext>
            </a:extLst>
          </p:cNvPr>
          <p:cNvSpPr txBox="1"/>
          <p:nvPr/>
        </p:nvSpPr>
        <p:spPr>
          <a:xfrm>
            <a:off x="3302000" y="58547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Zoals een opname: melden aan de studieverantwoordelijke</a:t>
            </a:r>
            <a:endParaRPr sz="1150" b="0" dirty="0">
              <a:solidFill>
                <a:srgbClr val="8FB6D0"/>
              </a:solidFill>
              <a:latin typeface="Segoe UI"/>
            </a:endParaRPr>
          </a:p>
        </p:txBody>
      </p:sp>
      <p:sp>
        <p:nvSpPr>
          <p:cNvPr id="26" name="rij5 badge">
            <a:extLst>
              <a:ext uri="{FF2B5EF4-FFF2-40B4-BE49-F238E27FC236}">
                <a16:creationId xmlns:a16="http://schemas.microsoft.com/office/drawing/2014/main" id="{EF2A9784-508A-4706-29A4-953BAB735B0A}"/>
              </a:ext>
            </a:extLst>
          </p:cNvPr>
          <p:cNvSpPr txBox="1"/>
          <p:nvPr/>
        </p:nvSpPr>
        <p:spPr>
          <a:xfrm>
            <a:off x="9905752" y="58420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72 uur · eCRF 46</a:t>
            </a:r>
            <a:endParaRPr sz="1300" b="1">
              <a:solidFill>
                <a:srgbClr val="52BDEC"/>
              </a:solidFill>
              <a:latin typeface="Consolas"/>
            </a:endParaRPr>
          </a:p>
        </p:txBody>
      </p:sp>
      <p:sp>
        <p:nvSpPr>
          <p:cNvPr id="27" name="bron">
            <a:extLst>
              <a:ext uri="{FF2B5EF4-FFF2-40B4-BE49-F238E27FC236}">
                <a16:creationId xmlns:a16="http://schemas.microsoft.com/office/drawing/2014/main" id="{E101AADC-1E07-F15E-58BA-34F396878936}"/>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studieprotocol §5.5, §6 · eCRF 36, 38, 46, 47</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1838734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46246"/>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21006"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38739"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56471"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187620"/>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21006"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38739"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4228994"/>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21006" y="4241693"/>
            <a:ext cx="2362140" cy="587661"/>
          </a:xfrm>
          <a:prstGeom prst="rect">
            <a:avLst/>
          </a:prstGeom>
          <a:noFill/>
        </p:spPr>
        <p:txBody>
          <a:bodyPr wrap="square" lIns="0" tIns="0" rIns="0" bIns="0" anchor="t">
            <a:spAutoFit/>
          </a:bodyPr>
          <a:lstStyle/>
          <a:p>
            <a:pPr algn="l">
              <a:lnSpc>
                <a:spcPct val="130000"/>
              </a:lnSpc>
            </a:pPr>
            <a:r>
              <a:rPr lang="nl-BE" sz="1550" b="0">
                <a:solidFill>
                  <a:srgbClr val="8FB6D0"/>
                </a:solidFill>
                <a:latin typeface="Segoe UI"/>
              </a:rPr>
              <a:t>Screent, vraagt toestemming</a:t>
            </a:r>
            <a:endParaRPr sz="1550" b="0">
              <a:solidFill>
                <a:srgbClr val="8FB6D0"/>
              </a:solidFill>
              <a:latin typeface="Segoe UI"/>
            </a:endParaRP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38739"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56471"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4984" y="5270368"/>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21006"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8739"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56471"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24 / 31</a:t>
            </a:r>
            <a:endParaRPr sz="1050" b="0">
              <a:solidFill>
                <a:srgbClr val="8FB6D0"/>
              </a:solidFill>
              <a:latin typeface="Consolas"/>
            </a:endParaRPr>
          </a:p>
        </p:txBody>
      </p:sp>
      <p:pic>
        <p:nvPicPr>
          <p:cNvPr id="37"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58946"/>
            <a:ext cx="6222844" cy="363946"/>
          </a:xfrm>
          <a:prstGeom prst="rect">
            <a:avLst/>
          </a:prstGeom>
          <a:noFill/>
        </p:spPr>
        <p:txBody>
          <a:bodyPr wrap="square" lIns="0" tIns="0" rIns="0" bIns="0" anchor="t">
            <a:spAutoFit/>
          </a:bodyPr>
          <a:lstStyle/>
          <a:p>
            <a:pPr algn="l">
              <a:lnSpc>
                <a:spcPct val="125000"/>
              </a:lnSpc>
            </a:pPr>
            <a:r>
              <a:rPr lang="nl-BE" sz="2100" b="1">
                <a:solidFill>
                  <a:srgbClr val="F2F8FC"/>
                </a:solidFill>
                <a:latin typeface="Segoe UI"/>
              </a:rPr>
              <a:t>SEBIA-opleiding</a:t>
            </a:r>
            <a:endParaRPr sz="2100" b="1">
              <a:solidFill>
                <a:srgbClr val="F2F8FC"/>
              </a:solidFill>
              <a:latin typeface="Segoe UI"/>
            </a:endParaRPr>
          </a:p>
        </p:txBody>
      </p:sp>
      <p:sp>
        <p:nvSpPr>
          <p:cNvPr id="7" name="TextBox 6"/>
          <p:cNvSpPr txBox="1"/>
          <p:nvPr/>
        </p:nvSpPr>
        <p:spPr>
          <a:xfrm>
            <a:off x="647683" y="2476438"/>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Zes sessies door prof. Fabienne Dobbels, voor alle podologen</a:t>
            </a:r>
            <a:endParaRPr sz="1550" b="0">
              <a:solidFill>
                <a:srgbClr val="8FB6D0"/>
              </a:solidFill>
              <a:latin typeface="Segoe UI"/>
            </a:endParaRP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4984" y="3124121"/>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984" y="4089297"/>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984" y="5054473"/>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paradise-tbm@kuleuven.be, voor alles over PARADISE</a:t>
            </a:r>
            <a:endParaRPr sz="1550" b="0">
              <a:solidFill>
                <a:srgbClr val="8FB6D0"/>
              </a:solidFill>
              <a:latin typeface="Segoe UI"/>
            </a:endParaRP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hero"/>
          <p:cNvSpPr txBox="1"/>
          <p:nvPr/>
        </p:nvSpPr>
        <p:spPr>
          <a:xfrm>
            <a:off x="7772205" y="2158946"/>
            <a:ext cx="3555911" cy="1904952"/>
          </a:xfrm>
          <a:prstGeom prst="rect">
            <a:avLst/>
          </a:prstGeom>
          <a:noFill/>
        </p:spPr>
        <p:txBody>
          <a:bodyPr wrap="square" lIns="0" tIns="0" rIns="0" bIns="0" anchor="t">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lIns="0" tIns="0" rIns="0" bIns="0" anchor="t">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lIns="0" tIns="0" rIns="0" bIns="0" anchor="t">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25 / 31</a:t>
            </a:r>
            <a:endParaRPr sz="1050" b="0">
              <a:solidFill>
                <a:srgbClr val="8FB6D0"/>
              </a:solidFill>
              <a:latin typeface="Consolas"/>
            </a:endParaRPr>
          </a:p>
        </p:txBody>
      </p:sp>
      <p:pic>
        <p:nvPicPr>
          <p:cNvPr id="23"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STAND VAN ZAKEN · OKTOBER 2026</a:t>
            </a:r>
            <a:endParaRPr sz="1250" b="1" spc="240">
              <a:solidFill>
                <a:srgbClr val="52BDEC"/>
              </a:solidFill>
              <a:latin typeface="Consolas"/>
            </a:endParaRP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af is, en waar het op wacht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00190"/>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Protocol en </a:t>
            </a:r>
            <a:r>
              <a:rPr sz="2000" b="1" dirty="0" err="1">
                <a:solidFill>
                  <a:srgbClr val="F2F8FC"/>
                </a:solidFill>
                <a:latin typeface="Segoe UI"/>
              </a:rPr>
              <a:t>formulieren</a:t>
            </a:r>
            <a:endParaRPr sz="2000" b="1" dirty="0">
              <a:solidFill>
                <a:srgbClr val="F2F8FC"/>
              </a:solidFill>
              <a:latin typeface="Segoe UI"/>
            </a:endParaRPr>
          </a:p>
        </p:txBody>
      </p:sp>
      <p:sp>
        <p:nvSpPr>
          <p:cNvPr id="7" name="TextBox 6"/>
          <p:cNvSpPr txBox="1"/>
          <p:nvPr/>
        </p:nvSpPr>
        <p:spPr>
          <a:xfrm>
            <a:off x="3301917" y="2031949"/>
            <a:ext cx="6222844" cy="571485"/>
          </a:xfrm>
          <a:prstGeom prst="rect">
            <a:avLst/>
          </a:prstGeom>
          <a:noFill/>
        </p:spPr>
        <p:txBody>
          <a:bodyPr wrap="square" lIns="0" tIns="0" rIns="0" bIns="0" anchor="t">
            <a:spAutoFit/>
          </a:bodyPr>
          <a:lstStyle/>
          <a:p>
            <a:pPr algn="l">
              <a:lnSpc>
                <a:spcPct val="132000"/>
              </a:lnSpc>
            </a:pPr>
            <a:r>
              <a:rPr sz="1500" b="0">
                <a:solidFill>
                  <a:srgbClr val="8FB6D0"/>
                </a:solidFill>
                <a:latin typeface="Segoe UI"/>
              </a:rPr>
              <a:t>Protocolversie 1.0 en zevenenveertig eCRF-documenten liggen er. De drukmeting is omgezet naar in-shoe, met acht regio's per voet.</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klaar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870128"/>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Ethiek</a:t>
            </a:r>
          </a:p>
        </p:txBody>
      </p:sp>
      <p:sp>
        <p:nvSpPr>
          <p:cNvPr id="11" name="TextBox 10"/>
          <p:cNvSpPr txBox="1"/>
          <p:nvPr/>
        </p:nvSpPr>
        <p:spPr>
          <a:xfrm>
            <a:off x="3301917" y="2855350"/>
            <a:ext cx="7540254" cy="571485"/>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Centraal bij de commissie van UZ Leuven en het FAGG. Uw dossier is volledig ingediend en ligt bij externe diensten voor feedback.</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loopt</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Toestellen</a:t>
            </a:r>
          </a:p>
        </p:txBody>
      </p:sp>
      <p:sp>
        <p:nvSpPr>
          <p:cNvPr id="15" name="TextBox 14"/>
          <p:cNvSpPr txBox="1"/>
          <p:nvPr/>
        </p:nvSpPr>
        <p:spPr>
          <a:xfrm>
            <a:off x="3301917" y="3708307"/>
            <a:ext cx="6222844"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Novel pedar, MoveMonitors en Orthotimers staan bij u. De pedar installeren we vóór uw technologiesessie op 2 december.</a:t>
            </a:r>
            <a:endParaRPr sz="1500" b="0" dirty="0">
              <a:solidFill>
                <a:srgbClr val="8FB6D0"/>
              </a:solidFill>
              <a:latin typeface="Segoe UI"/>
            </a:endParaRPr>
          </a:p>
        </p:txBody>
      </p:sp>
      <p:sp>
        <p:nvSpPr>
          <p:cNvPr id="16" name="TextBox 15"/>
          <p:cNvSpPr txBox="1"/>
          <p:nvPr/>
        </p:nvSpPr>
        <p:spPr>
          <a:xfrm>
            <a:off x="9905752" y="3721006"/>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vóór 2 dec</a:t>
            </a:r>
            <a:endParaRPr sz="1300" b="1" dirty="0">
              <a:solidFill>
                <a:srgbClr val="52BDEC"/>
              </a:solidFill>
              <a:latin typeface="Consolas"/>
            </a:endParaRP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Databank</a:t>
            </a:r>
          </a:p>
        </p:txBody>
      </p:sp>
      <p:sp>
        <p:nvSpPr>
          <p:cNvPr id="19" name="TextBox 18"/>
          <p:cNvSpPr txBox="1"/>
          <p:nvPr/>
        </p:nvSpPr>
        <p:spPr>
          <a:xfrm>
            <a:off x="3301917" y="4517969"/>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centrale databank. U </a:t>
            </a:r>
            <a:r>
              <a:rPr sz="1500" b="0" dirty="0" err="1">
                <a:solidFill>
                  <a:srgbClr val="8FB6D0"/>
                </a:solidFill>
                <a:latin typeface="Segoe UI"/>
              </a:rPr>
              <a:t>vult</a:t>
            </a:r>
            <a:r>
              <a:rPr sz="1500" b="0" dirty="0">
                <a:solidFill>
                  <a:srgbClr val="8FB6D0"/>
                </a:solidFill>
                <a:latin typeface="Segoe UI"/>
              </a:rPr>
              <a:t> papier in, het </a:t>
            </a:r>
            <a:r>
              <a:rPr sz="1500" b="0" dirty="0" err="1">
                <a:solidFill>
                  <a:srgbClr val="8FB6D0"/>
                </a:solidFill>
                <a:latin typeface="Segoe UI"/>
              </a:rPr>
              <a:t>studieteam</a:t>
            </a:r>
            <a:r>
              <a:rPr sz="1500" b="0" dirty="0">
                <a:solidFill>
                  <a:srgbClr val="8FB6D0"/>
                </a:solidFill>
                <a:latin typeface="Segoe UI"/>
              </a:rPr>
              <a:t> </a:t>
            </a:r>
            <a:r>
              <a:rPr sz="1500" b="0" dirty="0" err="1">
                <a:solidFill>
                  <a:srgbClr val="8FB6D0"/>
                </a:solidFill>
                <a:latin typeface="Segoe UI"/>
              </a:rPr>
              <a:t>voert</a:t>
            </a:r>
            <a:r>
              <a:rPr sz="1500" b="0" dirty="0">
                <a:solidFill>
                  <a:srgbClr val="8FB6D0"/>
                </a:solidFill>
                <a:latin typeface="Segoe UI"/>
              </a:rPr>
              <a:t> in. </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centraal</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26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VAN HIER TOT UW EERSTE PATIËNT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Uw data, van november tot april</a:t>
            </a:r>
            <a:endParaRPr sz="4000" b="1">
              <a:solidFill>
                <a:srgbClr val="F2F8FC"/>
              </a:solidFill>
              <a:latin typeface="Segoe UI"/>
            </a:endParaRP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77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november</a:t>
            </a:r>
            <a:endParaRPr sz="2000" b="1">
              <a:solidFill>
                <a:srgbClr val="F2F8FC"/>
              </a:solidFill>
              <a:latin typeface="Segoe UI"/>
            </a:endParaRPr>
          </a:p>
        </p:txBody>
      </p:sp>
      <p:sp>
        <p:nvSpPr>
          <p:cNvPr id="10" name="TextBox 9"/>
          <p:cNvSpPr txBox="1"/>
          <p:nvPr/>
        </p:nvSpPr>
        <p:spPr>
          <a:xfrm>
            <a:off x="812779"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Info draaiboek, online: di 10 en 24 nov, 12u30–14u.</a:t>
            </a:r>
            <a:endParaRPr sz="1500" b="0">
              <a:solidFill>
                <a:srgbClr val="8FB6D0"/>
              </a:solidFill>
              <a:latin typeface="Segoe UI"/>
            </a:endParaRP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22524"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december</a:t>
            </a:r>
          </a:p>
        </p:txBody>
      </p:sp>
      <p:sp>
        <p:nvSpPr>
          <p:cNvPr id="15" name="TextBox 14"/>
          <p:cNvSpPr txBox="1"/>
          <p:nvPr/>
        </p:nvSpPr>
        <p:spPr>
          <a:xfrm>
            <a:off x="3022524"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Technologie bij u: wo 2 dec, voormiddag.</a:t>
            </a:r>
            <a:endParaRPr sz="1500" b="0" dirty="0">
              <a:solidFill>
                <a:srgbClr val="8FB6D0"/>
              </a:solidFill>
              <a:latin typeface="Segoe UI"/>
            </a:endParaRP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3226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januari</a:t>
            </a:r>
          </a:p>
        </p:txBody>
      </p:sp>
      <p:sp>
        <p:nvSpPr>
          <p:cNvPr id="20" name="TextBox 19"/>
          <p:cNvSpPr txBox="1"/>
          <p:nvPr/>
        </p:nvSpPr>
        <p:spPr>
          <a:xfrm>
            <a:off x="5232269"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SEBIA 1–2: wo 6 jan. Datacollectie: di 12 jan. Droogloop bij u: wo 20 jan.</a:t>
            </a:r>
            <a:endParaRPr sz="1500" b="0" dirty="0">
              <a:solidFill>
                <a:srgbClr val="8FB6D0"/>
              </a:solidFill>
              <a:latin typeface="Segoe UI"/>
            </a:endParaRP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42013"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februari</a:t>
            </a:r>
          </a:p>
        </p:txBody>
      </p:sp>
      <p:sp>
        <p:nvSpPr>
          <p:cNvPr id="25" name="TextBox 24"/>
          <p:cNvSpPr txBox="1"/>
          <p:nvPr/>
        </p:nvSpPr>
        <p:spPr>
          <a:xfrm>
            <a:off x="7442013"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Piloot van 1 tot 19 feb, Go/No-Go op 23 feb. Daarna start de inclusie.</a:t>
            </a:r>
            <a:endParaRPr sz="1500" b="0">
              <a:solidFill>
                <a:srgbClr val="8FB6D0"/>
              </a:solidFill>
              <a:latin typeface="Segoe UI"/>
            </a:endParaRP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51758"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maart – april</a:t>
            </a:r>
            <a:endParaRPr sz="2000" b="1">
              <a:solidFill>
                <a:srgbClr val="F2F8FC"/>
              </a:solidFill>
              <a:latin typeface="Segoe UI"/>
            </a:endParaRPr>
          </a:p>
        </p:txBody>
      </p:sp>
      <p:sp>
        <p:nvSpPr>
          <p:cNvPr id="30" name="TextBox 29"/>
          <p:cNvSpPr txBox="1"/>
          <p:nvPr/>
        </p:nvSpPr>
        <p:spPr>
          <a:xfrm>
            <a:off x="9651758" y="3987700"/>
            <a:ext cx="1701757" cy="1238096"/>
          </a:xfrm>
          <a:prstGeom prst="rect">
            <a:avLst/>
          </a:prstGeom>
          <a:noFill/>
        </p:spPr>
        <p:txBody>
          <a:bodyPr wrap="square" lIns="0" tIns="0" rIns="0" bIns="0" anchor="t">
            <a:spAutoFit/>
          </a:bodyPr>
          <a:lstStyle/>
          <a:p>
            <a:pPr algn="l">
              <a:lnSpc>
                <a:spcPct val="138000"/>
              </a:lnSpc>
            </a:pPr>
            <a:r>
              <a:rPr lang="nl-BE" sz="1500" b="0">
                <a:solidFill>
                  <a:srgbClr val="8FB6D0"/>
                </a:solidFill>
                <a:latin typeface="Segoe UI"/>
              </a:rPr>
              <a:t>SEBIA 3–4: ma 1 mrt, namiddag. SEBIA 5 bij u: di 20 apr, voormiddag.</a:t>
            </a:r>
            <a:endParaRPr sz="1500" b="0">
              <a:solidFill>
                <a:srgbClr val="8FB6D0"/>
              </a:solidFill>
              <a:latin typeface="Segoe UI"/>
            </a:endParaRPr>
          </a:p>
        </p:txBody>
      </p:sp>
      <p:sp>
        <p:nvSpPr>
          <p:cNvPr id="31" name="TextBox 3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27 / 31</a:t>
            </a:r>
            <a:endParaRPr sz="1050" b="0">
              <a:solidFill>
                <a:srgbClr val="8FB6D0"/>
              </a:solidFill>
              <a:latin typeface="Consolas"/>
            </a:endParaRPr>
          </a:p>
        </p:txBody>
      </p:sp>
      <p:pic>
        <p:nvPicPr>
          <p:cNvPr id="3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TIJD</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Wat het van uw team vraagt</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Optimal Care</a:t>
            </a:r>
            <a:endParaRPr sz="2000" b="1">
              <a:solidFill>
                <a:srgbClr val="F2F8FC"/>
              </a:solidFill>
              <a:latin typeface="Segoe UI"/>
            </a:endParaRPr>
          </a:p>
        </p:txBody>
      </p:sp>
      <p:sp>
        <p:nvSpPr>
          <p:cNvPr id="7" name="TextBox 6"/>
          <p:cNvSpPr txBox="1"/>
          <p:nvPr/>
        </p:nvSpPr>
        <p:spPr>
          <a:xfrm>
            <a:off x="3302000" y="2095500"/>
            <a:ext cx="6223000"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Per patiënt: twee uur bij de start, daarna twee uur per visite, over achttien maanden. Betaald: 17 uur.</a:t>
            </a:r>
            <a:endParaRPr sz="1500" b="0" dirty="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16 u</a:t>
            </a:r>
            <a:endParaRPr sz="1300" b="1">
              <a:solidFill>
                <a:srgbClr val="52BDEC"/>
              </a:solidFill>
              <a:latin typeface="Consolas"/>
            </a:endParaRPr>
          </a:p>
        </p:txBody>
      </p:sp>
      <p:sp>
        <p:nvSpPr>
          <p:cNvPr id="9" name="Rectangle 8"/>
          <p:cNvSpPr/>
          <p:nvPr/>
        </p:nvSpPr>
        <p:spPr>
          <a:xfrm>
            <a:off x="634984" y="2895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3" y="3048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Usual Care</a:t>
            </a:r>
            <a:endParaRPr sz="2000" b="1" dirty="0">
              <a:solidFill>
                <a:srgbClr val="F2F8FC"/>
              </a:solidFill>
              <a:latin typeface="Segoe UI"/>
            </a:endParaRPr>
          </a:p>
        </p:txBody>
      </p:sp>
      <p:sp>
        <p:nvSpPr>
          <p:cNvPr id="11" name="TextBox 10"/>
          <p:cNvSpPr txBox="1"/>
          <p:nvPr/>
        </p:nvSpPr>
        <p:spPr>
          <a:xfrm>
            <a:off x="3302000" y="3111500"/>
            <a:ext cx="6223000"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Per patiënt: twee uur bij de start, daarna één uur per visite. Betaald: 10 uur.</a:t>
            </a:r>
            <a:endParaRPr sz="1500" b="0" dirty="0">
              <a:solidFill>
                <a:srgbClr val="8FB6D0"/>
              </a:solidFill>
              <a:latin typeface="Segoe UI"/>
            </a:endParaRPr>
          </a:p>
        </p:txBody>
      </p:sp>
      <p:sp>
        <p:nvSpPr>
          <p:cNvPr id="12" name="TextBox 11"/>
          <p:cNvSpPr txBox="1"/>
          <p:nvPr/>
        </p:nvSpPr>
        <p:spPr>
          <a:xfrm>
            <a:off x="9905752" y="3098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9 u</a:t>
            </a:r>
            <a:endParaRPr sz="1300" b="1">
              <a:solidFill>
                <a:srgbClr val="52BDEC"/>
              </a:solidFill>
              <a:latin typeface="Consolas"/>
            </a:endParaRPr>
          </a:p>
        </p:txBody>
      </p:sp>
      <p:sp>
        <p:nvSpPr>
          <p:cNvPr id="13" name="Rectangle 12"/>
          <p:cNvSpPr/>
          <p:nvPr/>
        </p:nvSpPr>
        <p:spPr>
          <a:xfrm>
            <a:off x="634984" y="3911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4064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Per centrum</a:t>
            </a:r>
            <a:endParaRPr sz="2000" b="1" dirty="0">
              <a:solidFill>
                <a:srgbClr val="F2F8FC"/>
              </a:solidFill>
              <a:latin typeface="Segoe UI"/>
            </a:endParaRPr>
          </a:p>
        </p:txBody>
      </p:sp>
      <p:sp>
        <p:nvSpPr>
          <p:cNvPr id="15" name="TextBox 14"/>
          <p:cNvSpPr txBox="1"/>
          <p:nvPr/>
        </p:nvSpPr>
        <p:spPr>
          <a:xfrm>
            <a:off x="3302000" y="4127500"/>
            <a:ext cx="6223000"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Twaalf patiënten in elke arm, samen.</a:t>
            </a:r>
            <a:endParaRPr sz="1500" b="0" dirty="0">
              <a:solidFill>
                <a:srgbClr val="8FB6D0"/>
              </a:solidFill>
              <a:latin typeface="Segoe UI"/>
            </a:endParaRPr>
          </a:p>
        </p:txBody>
      </p:sp>
      <p:sp>
        <p:nvSpPr>
          <p:cNvPr id="16" name="TextBox 15"/>
          <p:cNvSpPr txBox="1"/>
          <p:nvPr/>
        </p:nvSpPr>
        <p:spPr>
          <a:xfrm>
            <a:off x="9905752" y="4114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300 u</a:t>
            </a:r>
            <a:endParaRPr sz="1300" b="1">
              <a:solidFill>
                <a:srgbClr val="52BDEC"/>
              </a:solidFill>
              <a:latin typeface="Consolas"/>
            </a:endParaRPr>
          </a:p>
        </p:txBody>
      </p:sp>
      <p:sp>
        <p:nvSpPr>
          <p:cNvPr id="17" name="Rectangle 16"/>
          <p:cNvSpPr/>
          <p:nvPr/>
        </p:nvSpPr>
        <p:spPr>
          <a:xfrm>
            <a:off x="634984" y="4927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5080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Per maand</a:t>
            </a:r>
            <a:endParaRPr sz="2000" b="1" dirty="0">
              <a:solidFill>
                <a:srgbClr val="F2F8FC"/>
              </a:solidFill>
              <a:latin typeface="Segoe UI"/>
            </a:endParaRPr>
          </a:p>
        </p:txBody>
      </p:sp>
      <p:sp>
        <p:nvSpPr>
          <p:cNvPr id="19" name="TextBox 18"/>
          <p:cNvSpPr txBox="1"/>
          <p:nvPr/>
        </p:nvSpPr>
        <p:spPr>
          <a:xfrm>
            <a:off x="3302000" y="5143500"/>
            <a:ext cx="6223000"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Aan drie inclusies per maand, zolang de inclusie loopt.</a:t>
            </a:r>
            <a:endParaRPr sz="1500" b="0" dirty="0">
              <a:solidFill>
                <a:srgbClr val="8FB6D0"/>
              </a:solidFill>
              <a:latin typeface="Segoe UI"/>
            </a:endParaRPr>
          </a:p>
        </p:txBody>
      </p:sp>
      <p:sp>
        <p:nvSpPr>
          <p:cNvPr id="20" name="TextBox 19"/>
          <p:cNvSpPr txBox="1"/>
          <p:nvPr/>
        </p:nvSpPr>
        <p:spPr>
          <a:xfrm>
            <a:off x="9905752" y="5130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 14 u</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28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bron">
            <a:extLst>
              <a:ext uri="{FF2B5EF4-FFF2-40B4-BE49-F238E27FC236}">
                <a16:creationId xmlns:a16="http://schemas.microsoft.com/office/drawing/2014/main" id="{6A071F0F-11B3-BC84-F874-6D3FF1F3C25F}"/>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BE" sz="1000">
                <a:solidFill>
                  <a:srgbClr val="8FB6D0"/>
                </a:solidFill>
                <a:latin typeface="Consolas" panose="020B0609020204030204" pitchFamily="49" charset="0"/>
              </a:rPr>
              <a:t>Bron  consortiummeeting 1 april 2026, dia 71 · opleidingsplanning, 8 oktober 2026</a:t>
            </a:r>
          </a:p>
        </p:txBody>
      </p:sp>
    </p:spTree>
    <p:extLst>
      <p:ext uri="{BB962C8B-B14F-4D97-AF65-F5344CB8AC3E}">
        <p14:creationId xmlns:p14="http://schemas.microsoft.com/office/powerpoint/2010/main" val="2236626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WE VAN U NODIG HEBBEN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Vier dingen, concreet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1949"/>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Twee zorgverleners</a:t>
            </a:r>
          </a:p>
        </p:txBody>
      </p:sp>
      <p:sp>
        <p:nvSpPr>
          <p:cNvPr id="7" name="TextBox 6"/>
          <p:cNvSpPr txBox="1"/>
          <p:nvPr/>
        </p:nvSpPr>
        <p:spPr>
          <a:xfrm>
            <a:off x="3325065" y="2087336"/>
            <a:ext cx="7708205" cy="576761"/>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Podoloog</a:t>
            </a:r>
            <a:r>
              <a:rPr sz="1500" b="0" dirty="0">
                <a:solidFill>
                  <a:srgbClr val="8FB6D0"/>
                </a:solidFill>
                <a:latin typeface="Segoe UI"/>
              </a:rPr>
              <a:t> en pedorthist</a:t>
            </a:r>
            <a:r>
              <a:rPr sz="1500" b="0">
                <a:solidFill>
                  <a:srgbClr val="8FB6D0"/>
                </a:solidFill>
                <a:latin typeface="Segoe UI"/>
              </a:rPr>
              <a:t>, </a:t>
            </a:r>
            <a:r>
              <a:rPr lang="nl-NL" sz="1500" b="0">
                <a:solidFill>
                  <a:srgbClr val="8FB6D0"/>
                </a:solidFill>
                <a:latin typeface="Segoe UI"/>
              </a:rPr>
              <a:t>met een arts die screent en de toestemming vraagt</a:t>
            </a:r>
            <a:r>
              <a:rPr sz="1500" b="0">
                <a:solidFill>
                  <a:srgbClr val="8FB6D0"/>
                </a:solidFill>
                <a:latin typeface="Segoe UI"/>
              </a:rPr>
              <a:t>. </a:t>
            </a:r>
            <a:r>
              <a:rPr sz="1500" b="0" dirty="0" err="1">
                <a:solidFill>
                  <a:srgbClr val="8FB6D0"/>
                </a:solidFill>
                <a:latin typeface="Segoe UI"/>
              </a:rPr>
              <a:t>Allebei</a:t>
            </a:r>
            <a:r>
              <a:rPr sz="1500" b="0" dirty="0">
                <a:solidFill>
                  <a:srgbClr val="8FB6D0"/>
                </a:solidFill>
                <a:latin typeface="Segoe UI"/>
              </a:rPr>
              <a:t> </a:t>
            </a:r>
            <a:r>
              <a:rPr sz="1500" b="0" dirty="0" err="1">
                <a:solidFill>
                  <a:srgbClr val="8FB6D0"/>
                </a:solidFill>
                <a:latin typeface="Segoe UI"/>
              </a:rPr>
              <a:t>gecertificeerd</a:t>
            </a:r>
            <a:r>
              <a:rPr sz="1500" b="0" dirty="0">
                <a:solidFill>
                  <a:srgbClr val="8FB6D0"/>
                </a:solidFill>
                <a:latin typeface="Segoe UI"/>
              </a:rPr>
              <a:t>. </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2</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3" y="2806629"/>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Drie per maand</a:t>
            </a:r>
            <a:endParaRPr sz="2000" b="1" dirty="0">
              <a:solidFill>
                <a:srgbClr val="F2F8FC"/>
              </a:solidFill>
              <a:latin typeface="Segoe UI"/>
            </a:endParaRPr>
          </a:p>
        </p:txBody>
      </p:sp>
      <p:sp>
        <p:nvSpPr>
          <p:cNvPr id="11" name="TextBox 10"/>
          <p:cNvSpPr txBox="1"/>
          <p:nvPr/>
        </p:nvSpPr>
        <p:spPr>
          <a:xfrm>
            <a:off x="3301917" y="2870128"/>
            <a:ext cx="6222844"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24 deelnemers in twaalf maanden; de derde per maand is de marge.</a:t>
            </a:r>
            <a:r>
              <a:rPr sz="1500" b="0">
                <a:solidFill>
                  <a:srgbClr val="8FB6D0"/>
                </a:solidFill>
                <a:latin typeface="Segoe UI"/>
              </a:rPr>
              <a:t> </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3</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a:t>
            </a:r>
            <a:r>
              <a:rPr sz="2000" b="1" dirty="0" err="1">
                <a:solidFill>
                  <a:srgbClr val="F2F8FC"/>
                </a:solidFill>
                <a:latin typeface="Segoe UI"/>
              </a:rPr>
              <a:t>looppad</a:t>
            </a:r>
            <a:endParaRPr sz="2000" b="1" dirty="0">
              <a:solidFill>
                <a:srgbClr val="F2F8FC"/>
              </a:solidFill>
              <a:latin typeface="Segoe UI"/>
            </a:endParaRPr>
          </a:p>
        </p:txBody>
      </p:sp>
      <p:sp>
        <p:nvSpPr>
          <p:cNvPr id="15" name="TextBox 14"/>
          <p:cNvSpPr txBox="1"/>
          <p:nvPr/>
        </p:nvSpPr>
        <p:spPr>
          <a:xfrm>
            <a:off x="3301917" y="3708307"/>
            <a:ext cx="6222844" cy="571485"/>
          </a:xfrm>
          <a:prstGeom prst="rect">
            <a:avLst/>
          </a:prstGeom>
          <a:noFill/>
        </p:spPr>
        <p:txBody>
          <a:bodyPr wrap="square" lIns="0" tIns="0" rIns="0" bIns="0" anchor="t">
            <a:spAutoFit/>
          </a:bodyPr>
          <a:lstStyle/>
          <a:p>
            <a:pPr algn="l">
              <a:lnSpc>
                <a:spcPct val="132000"/>
              </a:lnSpc>
            </a:pPr>
            <a:r>
              <a:rPr sz="1500" b="0" dirty="0">
                <a:solidFill>
                  <a:srgbClr val="8FB6D0"/>
                </a:solidFill>
                <a:latin typeface="Segoe UI"/>
              </a:rPr>
              <a:t>Tien meter </a:t>
            </a:r>
            <a:r>
              <a:rPr sz="1500" b="0" dirty="0" err="1">
                <a:solidFill>
                  <a:srgbClr val="8FB6D0"/>
                </a:solidFill>
                <a:latin typeface="Segoe UI"/>
              </a:rPr>
              <a:t>volstaat</a:t>
            </a:r>
            <a:r>
              <a:rPr sz="1500" b="0" dirty="0">
                <a:solidFill>
                  <a:srgbClr val="8FB6D0"/>
                </a:solidFill>
                <a:latin typeface="Segoe UI"/>
              </a:rPr>
              <a:t>. Extra </a:t>
            </a:r>
            <a:r>
              <a:rPr sz="1500" b="0" dirty="0" err="1">
                <a:solidFill>
                  <a:srgbClr val="8FB6D0"/>
                </a:solidFill>
                <a:latin typeface="Segoe UI"/>
              </a:rPr>
              <a:t>apparatuur</a:t>
            </a:r>
            <a:r>
              <a:rPr sz="1500" b="0" dirty="0">
                <a:solidFill>
                  <a:srgbClr val="8FB6D0"/>
                </a:solidFill>
                <a:latin typeface="Segoe UI"/>
              </a:rPr>
              <a:t> is niet </a:t>
            </a:r>
            <a:r>
              <a:rPr sz="1500" b="0" dirty="0" err="1">
                <a:solidFill>
                  <a:srgbClr val="8FB6D0"/>
                </a:solidFill>
                <a:latin typeface="Segoe UI"/>
              </a:rPr>
              <a:t>nodig</a:t>
            </a:r>
            <a:r>
              <a:rPr sz="1500" b="0" dirty="0">
                <a:solidFill>
                  <a:srgbClr val="8FB6D0"/>
                </a:solidFill>
                <a:latin typeface="Segoe UI"/>
              </a:rPr>
              <a:t>.</a:t>
            </a:r>
          </a:p>
        </p:txBody>
      </p:sp>
      <p:sp>
        <p:nvSpPr>
          <p:cNvPr id="16" name="TextBox 15"/>
          <p:cNvSpPr txBox="1"/>
          <p:nvPr/>
        </p:nvSpPr>
        <p:spPr>
          <a:xfrm>
            <a:off x="9905752" y="372100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10 m</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back-up</a:t>
            </a:r>
          </a:p>
        </p:txBody>
      </p:sp>
      <p:sp>
        <p:nvSpPr>
          <p:cNvPr id="19" name="TextBox 18"/>
          <p:cNvSpPr txBox="1"/>
          <p:nvPr/>
        </p:nvSpPr>
        <p:spPr>
          <a:xfrm>
            <a:off x="3301917" y="4546486"/>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a:t>
            </a:r>
            <a:r>
              <a:rPr sz="1500" b="0" dirty="0" err="1">
                <a:solidFill>
                  <a:srgbClr val="8FB6D0"/>
                </a:solidFill>
                <a:latin typeface="Segoe UI"/>
              </a:rPr>
              <a:t>zorgverlener</a:t>
            </a:r>
            <a:r>
              <a:rPr sz="1500" b="0" dirty="0">
                <a:solidFill>
                  <a:srgbClr val="8FB6D0"/>
                </a:solidFill>
                <a:latin typeface="Segoe UI"/>
              </a:rPr>
              <a:t> die</a:t>
            </a:r>
            <a:r>
              <a:rPr lang="nl-BE" sz="1500" b="0" dirty="0">
                <a:solidFill>
                  <a:srgbClr val="8FB6D0"/>
                </a:solidFill>
                <a:latin typeface="Segoe UI"/>
              </a:rPr>
              <a:t> kan</a:t>
            </a:r>
            <a:r>
              <a:rPr sz="1500" b="0" dirty="0">
                <a:solidFill>
                  <a:srgbClr val="8FB6D0"/>
                </a:solidFill>
                <a:latin typeface="Segoe UI"/>
              </a:rPr>
              <a:t> </a:t>
            </a:r>
            <a:r>
              <a:rPr sz="1500" b="0" dirty="0" err="1">
                <a:solidFill>
                  <a:srgbClr val="8FB6D0"/>
                </a:solidFill>
                <a:latin typeface="Segoe UI"/>
              </a:rPr>
              <a:t>inval</a:t>
            </a:r>
            <a:r>
              <a:rPr lang="nl-BE" sz="1500" b="0" dirty="0" err="1">
                <a:solidFill>
                  <a:srgbClr val="8FB6D0"/>
                </a:solidFill>
                <a:latin typeface="Segoe UI"/>
              </a:rPr>
              <a:t>len</a:t>
            </a:r>
            <a:r>
              <a:rPr sz="1500" b="0" dirty="0">
                <a:solidFill>
                  <a:srgbClr val="8FB6D0"/>
                </a:solidFill>
                <a:latin typeface="Segoe UI"/>
              </a:rPr>
              <a:t>, en die de </a:t>
            </a:r>
            <a:r>
              <a:rPr sz="1500" b="0" dirty="0" err="1">
                <a:solidFill>
                  <a:srgbClr val="8FB6D0"/>
                </a:solidFill>
                <a:latin typeface="Segoe UI"/>
              </a:rPr>
              <a:t>droogloop</a:t>
            </a:r>
            <a:r>
              <a:rPr sz="1500" b="0" dirty="0">
                <a:solidFill>
                  <a:srgbClr val="8FB6D0"/>
                </a:solidFill>
                <a:latin typeface="Segoe UI"/>
              </a:rPr>
              <a:t> </a:t>
            </a:r>
            <a:r>
              <a:rPr sz="1500" b="0" dirty="0" err="1">
                <a:solidFill>
                  <a:srgbClr val="8FB6D0"/>
                </a:solidFill>
                <a:latin typeface="Segoe UI"/>
              </a:rPr>
              <a:t>meedoet</a:t>
            </a:r>
            <a:r>
              <a:rPr sz="1500" b="0" dirty="0">
                <a:solidFill>
                  <a:srgbClr val="8FB6D0"/>
                </a:solidFill>
                <a:latin typeface="Segoe UI"/>
              </a:rPr>
              <a:t>.</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29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ortret" descr="janou.png"/>
          <p:cNvPicPr>
            <a:picLocks noChangeAspect="1"/>
          </p:cNvPicPr>
          <p:nvPr/>
        </p:nvPicPr>
        <p:blipFill>
          <a:blip r:embed="rId3"/>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17892" y="2070048"/>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lIns="0" tIns="0" rIns="0" bIns="0" anchor="t">
            <a:spAutoFit/>
          </a:bodyPr>
          <a:lstStyle/>
          <a:p>
            <a:pPr algn="l">
              <a:lnSpc>
                <a:spcPct val="125000"/>
              </a:lnSpc>
            </a:pPr>
            <a:r>
              <a:rPr lang="nl-BE" sz="1300" b="1" spc="150">
                <a:solidFill>
                  <a:srgbClr val="52BDEC"/>
                </a:solidFill>
                <a:latin typeface="Consolas"/>
              </a:rPr>
              <a:t>DOCTORAATSONDERZOEKER · UW CONTACTPERSOON</a:t>
            </a:r>
            <a:endParaRPr sz="1300" b="1" spc="150">
              <a:solidFill>
                <a:srgbClr val="52BDEC"/>
              </a:solidFill>
              <a:latin typeface="Consolas"/>
            </a:endParaRPr>
          </a:p>
        </p:txBody>
      </p:sp>
      <p:sp>
        <p:nvSpPr>
          <p:cNvPr id="10" name="TextBox 9"/>
          <p:cNvSpPr txBox="1"/>
          <p:nvPr/>
        </p:nvSpPr>
        <p:spPr>
          <a:xfrm>
            <a:off x="4317892" y="2857428"/>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2693045" cy="283604"/>
          </a:xfrm>
          <a:prstGeom prst="rect">
            <a:avLst/>
          </a:prstGeom>
          <a:noFill/>
        </p:spPr>
        <p:txBody>
          <a:bodyPr wrap="none" lIns="0" tIns="0" rIns="0" bIns="0" anchor="t">
            <a:spAutoFit/>
          </a:bodyPr>
          <a:lstStyle/>
          <a:p>
            <a:pPr algn="l">
              <a:lnSpc>
                <a:spcPct val="125000"/>
              </a:lnSpc>
            </a:pPr>
            <a:r>
              <a:rPr lang="nl-BE" sz="1600" b="0">
                <a:solidFill>
                  <a:srgbClr val="F2F8FC"/>
                </a:solidFill>
                <a:latin typeface="Consolas"/>
              </a:rPr>
              <a:t>paradise-tbm@kuleuven.be</a:t>
            </a:r>
            <a:endParaRPr sz="1600" b="0">
              <a:solidFill>
                <a:srgbClr val="F2F8FC"/>
              </a:solidFill>
              <a:latin typeface="Consolas"/>
            </a:endParaRPr>
          </a:p>
        </p:txBody>
      </p:sp>
      <p:sp>
        <p:nvSpPr>
          <p:cNvPr id="12" name="TextBox 11"/>
          <p:cNvSpPr txBox="1"/>
          <p:nvPr/>
        </p:nvSpPr>
        <p:spPr>
          <a:xfrm>
            <a:off x="7873803" y="3530511"/>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17892" y="4038499"/>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lIns="0" tIns="0" rIns="0" bIns="0" anchor="t">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6108547"/>
            <a:ext cx="10921726" cy="380990"/>
          </a:xfrm>
          <a:prstGeom prst="rect">
            <a:avLst/>
          </a:prstGeom>
          <a:noFill/>
        </p:spPr>
        <p:txBody>
          <a:bodyPr wrap="square" lIns="0" tIns="0" rIns="0" bIns="0" anchor="t">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30 / 31</a:t>
            </a:r>
            <a:endParaRPr sz="1050" b="0">
              <a:solidFill>
                <a:srgbClr val="8FB6D0"/>
              </a:solidFill>
              <a:latin typeface="Consolas"/>
            </a:endParaRPr>
          </a:p>
        </p:txBody>
      </p:sp>
      <p:pic>
        <p:nvPicPr>
          <p:cNvPr id="22"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Armstrong DG et al. N Engl J Med. 2017;376(24):2367–75.</a:t>
            </a:r>
          </a:p>
        </p:txBody>
      </p:sp>
      <p:sp>
        <p:nvSpPr>
          <p:cNvPr id="9" name="TextBox 8"/>
          <p:cNvSpPr txBox="1"/>
          <p:nvPr/>
        </p:nvSpPr>
        <p:spPr>
          <a:xfrm>
            <a:off x="634984"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522787"/>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522787"/>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2857104"/>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2857104"/>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19142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19142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171918"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6502110"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17</a:t>
            </a:r>
          </a:p>
        </p:txBody>
      </p:sp>
      <p:sp>
        <p:nvSpPr>
          <p:cNvPr id="20" name="TextBox 19"/>
          <p:cNvSpPr txBox="1"/>
          <p:nvPr/>
        </p:nvSpPr>
        <p:spPr>
          <a:xfrm>
            <a:off x="6502110"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2014;37(6):1697–705.</a:t>
            </a:r>
          </a:p>
        </p:txBody>
      </p:sp>
      <p:sp>
        <p:nvSpPr>
          <p:cNvPr id="21" name="TextBox 20"/>
          <p:cNvSpPr txBox="1"/>
          <p:nvPr/>
        </p:nvSpPr>
        <p:spPr>
          <a:xfrm>
            <a:off x="6171918" y="252278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18</a:t>
            </a:r>
          </a:p>
        </p:txBody>
      </p:sp>
      <p:sp>
        <p:nvSpPr>
          <p:cNvPr id="22" name="TextBox 21"/>
          <p:cNvSpPr txBox="1"/>
          <p:nvPr/>
        </p:nvSpPr>
        <p:spPr>
          <a:xfrm>
            <a:off x="6502110" y="252278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85710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27</a:t>
            </a:r>
          </a:p>
        </p:txBody>
      </p:sp>
      <p:sp>
        <p:nvSpPr>
          <p:cNvPr id="26" name="TextBox 25"/>
          <p:cNvSpPr txBox="1"/>
          <p:nvPr/>
        </p:nvSpPr>
        <p:spPr>
          <a:xfrm>
            <a:off x="6502110" y="285710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Zwaferink JBJ et al. Sensors. 2024;24(6):1795.</a:t>
            </a:r>
          </a:p>
        </p:txBody>
      </p:sp>
      <p:sp>
        <p:nvSpPr>
          <p:cNvPr id="27" name="TextBox 26"/>
          <p:cNvSpPr txBox="1"/>
          <p:nvPr/>
        </p:nvSpPr>
        <p:spPr>
          <a:xfrm>
            <a:off x="634984" y="6387940"/>
            <a:ext cx="9524761"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De nummering volgt die van het protocolmanuscript.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31 / 31</a:t>
            </a:r>
            <a:endParaRPr sz="1050" b="0">
              <a:solidFill>
                <a:srgbClr val="8FB6D0"/>
              </a:solidFill>
              <a:latin typeface="Consolas"/>
            </a:endParaRPr>
          </a:p>
        </p:txBody>
      </p:sp>
      <p:pic>
        <p:nvPicPr>
          <p:cNvPr id="29"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900">
        <p:fade/>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4314</Words>
  <Application>Microsoft Office PowerPoint</Application>
  <PresentationFormat>Breedbeeld</PresentationFormat>
  <Paragraphs>498</Paragraphs>
  <Slides>31</Slides>
  <Notes>31</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31</vt:i4>
      </vt:variant>
    </vt:vector>
  </HeadingPairs>
  <TitlesOfParts>
    <vt:vector size="37" baseType="lpstr">
      <vt:lpstr>Arial</vt:lpstr>
      <vt:lpstr>Calibri</vt:lpstr>
      <vt:lpstr>Consolas</vt:lpstr>
      <vt:lpstr>Segoe UI</vt:lpstr>
      <vt:lpstr>Segoe UI Light</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Janou De Buyser</cp:lastModifiedBy>
  <cp:revision>1</cp:revision>
  <dcterms:created xsi:type="dcterms:W3CDTF">2013-01-27T09:14:16Z</dcterms:created>
  <dcterms:modified xsi:type="dcterms:W3CDTF">2026-10-12T05:49:41Z</dcterms:modified>
  <cp:category/>
</cp:coreProperties>
</file>