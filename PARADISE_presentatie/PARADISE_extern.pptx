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Het onderzoek en het netwerk</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25</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25</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hard eindpunt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Recidief over achttien maanden is streng,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25</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25</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25</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25</a:t>
            </a:r>
          </a:p>
        </p:txBody>
      </p:sp>
      <p:pic>
        <p:nvPicPr>
          <p:cNvPr id="3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25</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 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25</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het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25</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25</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25</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25</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25</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04</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04</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Zeroing voor elke meting</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25</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25</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25</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25</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19</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Michie S et al. Implement Sci. 2011;6:42.</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31</a:t>
            </a:r>
          </a:p>
        </p:txBody>
      </p:sp>
      <p:sp>
        <p:nvSpPr>
          <p:cNvPr id="34" name="TextBox 33"/>
          <p:cNvSpPr txBox="1"/>
          <p:nvPr/>
        </p:nvSpPr>
        <p:spPr>
          <a:xfrm>
            <a:off x="6502110" y="3860053"/>
            <a:ext cx="5054346" cy="541636"/>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Keukenkamp R et al. BMJ Open Diabetes Res Care. 2022;10(1):e002593.</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25</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