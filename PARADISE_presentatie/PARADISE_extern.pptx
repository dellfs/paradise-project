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beeld draagt deze dia, dus de foto moet raak zijn. Zet hem in beeld\stock\, draai verwerk_stock.py, en vervang het kader met rechtsklik en Afbeelding wijzigen. Liggend, koele tonen, en rustig onderaan — daar staat de titel.</a:t>
            </a:r>
          </a:p>
          <a:p/>
          <a:p>
            <a:r>
              <a:t>INTERACTIE</a:t>
            </a:r>
          </a:p>
          <a:p>
            <a:r>
              <a:t>Laat de dia staan terwijl de zaal binnenkomt. Zeg pas iets als iedereen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hun eigen centrum aan: 24 van die 144 stippen zijn van hen. Zes keer 24 is 144 — als één centrum achterblijft, haalt de studie het niet.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het board naar kijkt. Zeg expliciet dat de pilot nu loopt en dat februari 2027 de harde startdatum is.</a:t>
            </a:r>
          </a:p>
          <a:p/>
          <a:p>
            <a:r>
              <a:t>INTERACTIE</a:t>
            </a:r>
          </a:p>
          <a:p>
            <a:r>
              <a:t>Vraag of hun centrum de twee inclusies per maand haalbaar acht.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het inclusierisico eerst en zelf. Als het board het moet opmerken, bent u de regie kwijt.</a:t>
            </a:r>
          </a:p>
          <a:p/>
          <a:p>
            <a:r>
              <a:t>INTERACTIE</a:t>
            </a:r>
          </a:p>
          <a:p>
            <a:r>
              <a:t>Vraag welk risico zij zelf het grootst 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probleem waar de hele studie op staat. Eén dia, dan door.</a:t>
            </a:r>
          </a:p>
          <a:p/>
          <a:p>
            <a:r>
              <a:t>INTERACTIE</a:t>
            </a:r>
          </a:p>
          <a:p>
            <a:r>
              <a:t>Geen. Dit is context, geen discussie.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Hier komt de tweede norm vandaan. Zonder deze dia is 80% draagtijd een willekeurig getal.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Binnenshuis wordt het schoeisel het minst gedragen, en juist daar worden veel stappen gezet. Dat is uw belangrijkste gesprekspunt bij SEBIA.</a:t>
            </a:r>
          </a:p>
          <a:p/>
          <a:p>
            <a:r>
              <a:t>INTERACTIE</a:t>
            </a:r>
          </a:p>
          <a:p>
            <a:r>
              <a:t>Vraag wat zij schatten bij hun eigen patiënten.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scharnier van blok 1. Wie dit snapt, snapt waarom de meting én de sensor allebei moeten kloppen.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meest gemaakte fout is één meting per voet. Het protocol vraagt er drie, en het gemiddelde telt.</a:t>
            </a:r>
          </a:p>
          <a:p/>
          <a:p>
            <a:r>
              <a:t>INTERACTIE</a:t>
            </a:r>
          </a:p>
          <a:p>
            <a:r>
              <a:t>Vraag wie al blootsvoets gemeten heeft met sensoren op de voet.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expliciet: "óf". Twee wegen naar dezelfde norm, geen dubbele eis. En de vergelijking gebeurt per regio, niet over de hele voet.</a:t>
            </a:r>
          </a:p>
          <a:p/>
          <a:p>
            <a:r>
              <a:t>INTERACTIE</a:t>
            </a:r>
          </a:p>
          <a:p>
            <a:r>
              <a:t>Vraag de pedorthisten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deze twee zinnen en zwijg dan. Laat de dia staan tot iemand ongemakkelijk wordt. Dit is het enige moment in blok 2 waarop de zaal niets te lezen heeft.</a:t>
            </a:r>
          </a:p>
          <a:p/>
          <a:p>
            <a:r>
              <a:t>INTERACTIE</a:t>
            </a:r>
          </a:p>
          <a:p>
            <a:r>
              <a:t>Geen. Bewust 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Geef eerst het overzicht. De volgende dia's lopen elk moment af.</a:t>
            </a:r>
          </a:p>
          <a:p/>
          <a:p>
            <a:r>
              <a:t>INTERACTIE</a:t>
            </a:r>
          </a:p>
          <a:p>
            <a:r>
              <a:t>Geen. De detaildia's komen hierna.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Sluit blok 3 hiermee af. De zaal herkent de dia van het begin.</a:t>
            </a:r>
          </a:p>
          <a:p/>
          <a:p>
            <a:r>
              <a:t>INTERACTIE</a:t>
            </a:r>
          </a:p>
          <a:p>
            <a:r>
              <a:t>Vraag welk moment hun het meest zorgen baart.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script begint met toestemming vragen voor het gesprek zelf, en duurt twintig tot dertig minuten. Wie nee zegt, krijgt de brochure mee en een nieuwe afspraak.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otokader" descr="plaatshou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0990"/>
            <a:ext cx="12191695" cy="76198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87" y="609584"/>
            <a:ext cx="801273" cy="92707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Het onderzoek en het netwerk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én draagtijd, beide op 18 maanden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21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Van pilot tot laatste patiënt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984425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04952" y="2901877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984" y="2095447"/>
            <a:ext cx="2730431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7A00"/>
                </a:solidFill>
                <a:latin typeface="Consolas"/>
              </a:rPr>
              <a:t>sep 2026 – feb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425639"/>
            <a:ext cx="273043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80" y="3340016"/>
            <a:ext cx="2476438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Protocol en meetprocedures uitproberen in de zes centra. Opleiding en bekwaamheidscheck.</a:t>
            </a:r>
          </a:p>
        </p:txBody>
      </p:sp>
      <p:sp>
        <p:nvSpPr>
          <p:cNvPr id="10" name="Oval 9"/>
          <p:cNvSpPr/>
          <p:nvPr/>
        </p:nvSpPr>
        <p:spPr>
          <a:xfrm>
            <a:off x="4660783" y="2927276"/>
            <a:ext cx="139696" cy="1396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5415" y="2095447"/>
            <a:ext cx="2730431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8FB6D0"/>
                </a:solidFill>
                <a:latin typeface="Consolas"/>
              </a:rPr>
              <a:t>feb 2027 – feb 2028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5415" y="2425639"/>
            <a:ext cx="273043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Inclusie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412" y="3340016"/>
            <a:ext cx="2476438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Twaalf maanden rekruteren. 24 deelnemers per centrum, twee per maand.</a:t>
            </a:r>
          </a:p>
        </p:txBody>
      </p:sp>
      <p:sp>
        <p:nvSpPr>
          <p:cNvPr id="14" name="Oval 13"/>
          <p:cNvSpPr/>
          <p:nvPr/>
        </p:nvSpPr>
        <p:spPr>
          <a:xfrm>
            <a:off x="7391215" y="2927276"/>
            <a:ext cx="139696" cy="1396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5847" y="2095447"/>
            <a:ext cx="2730431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8FB6D0"/>
                </a:solidFill>
                <a:latin typeface="Consolas"/>
              </a:rPr>
              <a:t>tot sep 2029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425639"/>
            <a:ext cx="273043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Opvolging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2844" y="3340016"/>
            <a:ext cx="2476438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Elke deelnemer achttien maanden. De laatste inclusie bepaalt de einddatum.</a:t>
            </a:r>
          </a:p>
        </p:txBody>
      </p:sp>
      <p:sp>
        <p:nvSpPr>
          <p:cNvPr id="18" name="Oval 17"/>
          <p:cNvSpPr/>
          <p:nvPr/>
        </p:nvSpPr>
        <p:spPr>
          <a:xfrm>
            <a:off x="10121646" y="2927276"/>
            <a:ext cx="139696" cy="1396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6279" y="2095447"/>
            <a:ext cx="2730431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8FB6D0"/>
                </a:solidFill>
                <a:latin typeface="Consolas"/>
              </a:rPr>
              <a:t>2029 – 2030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279" y="2425639"/>
            <a:ext cx="273043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Analyse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276" y="3340016"/>
            <a:ext cx="2476438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Uitkomsten, gezondheidseconomie en procesevaluatie. Één publicatie, ongeacht de uitkomst.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4984" y="4990975"/>
            <a:ext cx="10921726" cy="1161868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476" y="5156071"/>
            <a:ext cx="10286742" cy="907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De inclusieperiode is het enige wat de einddatum verschuift. Elke maand vertraging in de rekrutering is een maand later klaar.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21</a:t>
            </a:r>
          </a:p>
        </p:txBody>
      </p:sp>
      <p:pic>
        <p:nvPicPr>
          <p:cNvPr id="2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ER MIS KAN GAAN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Vier risico's, en wat we eraan doen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31949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Te trage inclusie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1917" y="2031949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Gefaseerde rekrutering is voorzien; de haalbaarheid per centrum wordt in de pilot getoetst.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hoog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984" y="2870128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Contaminatie tussen de armen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1917" y="2870128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Blindering in de software van alle toestellen, aparte formulieren per arm, en een SEBIA-boekje ook in de controlegroep.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middel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Uitval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Vijftien procent is ingecalculeerd in de steekproefberekening.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middel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39409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546486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Beide eindpunten moeten halen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1917" y="4546486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De lat ligt hoog en dat is een bewuste keuze: druk zonder draagtijd zegt niets.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752" y="455918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laag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984" y="5371965"/>
            <a:ext cx="10921726" cy="7365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549761"/>
            <a:ext cx="10286742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Het grootste risico is niet wetenschappelijk maar organisatorisch: of de centra hun 24 halen.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21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Waarom 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Vier cijfers verklaren waarom er twee normen zijn.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21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Waarom druk alléén niet volstaat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7" y="5930751"/>
            <a:ext cx="584185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Daarom meten we niet alleen druk, maar ook draagtijd.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21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08 / 21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heeft PARADISE twee normen: een druknorm én een draagtijdnorm.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21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De meting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Wat u meet, hoe u het meet, en wanneer het goed genoeg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BLOOTSVOETS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Baseline meet u blootsvoets: de sensoren gaan met dubbelzijdige tape rechtstreeks op de voet, daarover een standaardkous.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Drie metingen per voet, links en rechts apart. Daaruit berekent de software één gemiddeld piekdrukbeeld.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21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 gehaald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baselinemeting van diezelfde regio.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21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FF7A00"/>
              </a:gs>
              <a:gs pos="100000">
                <a:srgbClr val="FF7A0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Belasting op een plek die het aankan.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Dat is de hele interventie.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03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Het traject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Negen contactmomenten. Per moment: wat u doet en wat u invult.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21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contactmomenten, één zorgpad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21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04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Toestellen en regels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De instellingen, het gesprek, en de vier regels die vastliggen.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Blootsvoets met tape, en in de schoen met en zonder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minstens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NORM PER PATIËNT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21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SENSOR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21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SEBIA · ECRF-DOCUMENT 17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gespreksmomenten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Vragenlijsten eerst, dan educatie op maat, met voordoen.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3 mnd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6 · 12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9 · 15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18 mnd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21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21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