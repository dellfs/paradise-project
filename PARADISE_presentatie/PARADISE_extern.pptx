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fasen. We zitten in de pilot; februari 2027 is de harde startdatum. Daarna twaalf maanden includeren, en achttien maanden opvolgen per patiënt. Alleen de inclusieperiode verschuift de einddatum.</a:t>
            </a:r>
          </a:p>
          <a:p/>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risico's, en wat we eraan doen. Het grootste is niet wetenschappelijk maar organisatorisch: of de centra hun vierentwintig halen. De andere drie zijn ingecalculeerd. Welk risico baart ú het meest zorgen?</a:t>
            </a:r>
          </a:p>
          <a:p/>
          <a:p>
            <a:r>
              <a:t>PRESENTATIETIP</a:t>
            </a:r>
          </a:p>
          <a:p>
            <a:r>
              <a:t>Benoem het inclusierisico eerst en zelf. Als het board het moet opmerken, bent u de regie kwijt.</a:t>
            </a:r>
          </a:p>
          <a:p/>
          <a:p>
            <a:r>
              <a:t>INTERACTIE</a:t>
            </a:r>
          </a:p>
          <a:p>
            <a:r>
              <a:t>Vraag welk risico zij zelf het grootst achten.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vijf gesprekken, geen enkele sessie. Eerst kennis en educatie, dan teach-back bij de aflevering, dan tweemaal de sensordata samen bekijken, dan voordoen, en op achttien maanden afsluiten. Het verschil met gewone educatie: het herhaalt, en het staat op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Het onderzoek en het netwerk</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23</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23</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MIS KAN GAAN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risico's, en wat we eraan doen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 trage inclusie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Gefaseerde rekrutering is voorzien; de haalbaarheid per centrum wordt in de pilot getoetst.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hoog</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Contaminatie tussen de armen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Blindering in de software van alle toestellen, aparte formulieren per arm, en een SEBIA-boekje ook in de controlegroep.</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Uitval</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Vijftien procent is ingecalculeerd in de steekproefberekening.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Beide eindpunten moeten halen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lat ligt hoog en dat is een bewuste keuze: druk zonder draagtijd zegt niets.</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laag</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Het grootste risico is niet wetenschappelijk maar organisatorisch: of de centra hun 24 halen.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23</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23</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23</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23</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23</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23</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23</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23</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23</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23</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23</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23</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