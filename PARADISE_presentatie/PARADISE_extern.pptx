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het board naar kijkt. Zeg expliciet dat de pilot nu loopt en dat februari 2027 de harde startdatum is.</a:t>
            </a:r>
          </a:p>
          <a:p/>
          <a:p>
            <a:r>
              <a:t>INTERACTIE</a:t>
            </a:r>
          </a:p>
          <a:p>
            <a:r>
              <a:t>Vraag of hun centrum de twee inclusies per maand haalbaar 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het inclusierisico eerst en zelf. Als het board het moet opmerken, bent u de regie kwijt.</a:t>
            </a:r>
          </a:p>
          <a:p/>
          <a:p>
            <a:r>
              <a:t>INTERACTIE</a:t>
            </a:r>
          </a:p>
          <a:p>
            <a:r>
              <a:t>Vraag welk risico zij zelf het grootst 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Het onderzoek en het netwerk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maanden, draagtijd op 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21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Van pilot tot laatste patiënt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984425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04952" y="2901877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7A00"/>
                </a:solidFill>
                <a:latin typeface="Consolas"/>
              </a:rPr>
              <a:t>sep 2026 – feb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80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Protocol en meetprocedures uitproberen in de zes centra. Opleiding en bekwaamheidscheck.</a:t>
            </a:r>
          </a:p>
        </p:txBody>
      </p:sp>
      <p:sp>
        <p:nvSpPr>
          <p:cNvPr id="10" name="Oval 9"/>
          <p:cNvSpPr/>
          <p:nvPr/>
        </p:nvSpPr>
        <p:spPr>
          <a:xfrm>
            <a:off x="4660783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5415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feb 2027 – feb 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5415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Inclusie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2412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Twaalf maanden rekruteren. 24 deelnemers per centrum, twee per maand.</a:t>
            </a:r>
          </a:p>
        </p:txBody>
      </p:sp>
      <p:sp>
        <p:nvSpPr>
          <p:cNvPr id="14" name="Oval 13"/>
          <p:cNvSpPr/>
          <p:nvPr/>
        </p:nvSpPr>
        <p:spPr>
          <a:xfrm>
            <a:off x="7391215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847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tot sep 2029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Opvolging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2844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Elke deelnemer achttien maanden. De laatste inclusie bepaalt de einddatum.</a:t>
            </a:r>
          </a:p>
        </p:txBody>
      </p:sp>
      <p:sp>
        <p:nvSpPr>
          <p:cNvPr id="18" name="Oval 17"/>
          <p:cNvSpPr/>
          <p:nvPr/>
        </p:nvSpPr>
        <p:spPr>
          <a:xfrm>
            <a:off x="10121646" y="2927276"/>
            <a:ext cx="139696" cy="1396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6279" y="2095447"/>
            <a:ext cx="2730431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8FB6D0"/>
                </a:solidFill>
                <a:latin typeface="Consolas"/>
              </a:rPr>
              <a:t>2029 –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279" y="2425639"/>
            <a:ext cx="273043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276" y="3340016"/>
            <a:ext cx="2476438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Uitkomsten, gezondheidseconomie en procesevaluatie. Één publicatie, ongeacht de uitkomst.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984" y="4990975"/>
            <a:ext cx="10921726" cy="1161868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476" y="5156071"/>
            <a:ext cx="10286742" cy="907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De inclusieperiode is het enige wat de einddatum verschuift. Elke maand vertraging in de rekrutering is een maand later klaar.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21</a:t>
            </a:r>
          </a:p>
        </p:txBody>
      </p:sp>
      <p:pic>
        <p:nvPicPr>
          <p:cNvPr id="2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ER MIS KAN GAAN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risico's, en wat we eraan doen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 trage inclusie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Gefaseerde rekrutering is voorzien; de haalbaarheid per centrum wordt in de pilot getoetst.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hoog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Contaminatie tussen de armen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Blindering in de software van alle toestellen, aparte formulieren per arm, en een SEBIA-boekje ook in de controlegroep.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middel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Uitval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Vijftien procent is ingecalculeerd in de steekproefberekening.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middel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Beide eindpunten moeten halen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De lat ligt hoog en dat is een bewuste keuze: druk zonder draagtijd zegt niets.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laag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4992194"/>
            <a:ext cx="10921726" cy="11163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169989"/>
            <a:ext cx="10286742" cy="760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Het grootste risico is niet wetenschappelijk maar organisatorisch: of de centra hun 24 halen.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21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21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21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04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21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21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21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