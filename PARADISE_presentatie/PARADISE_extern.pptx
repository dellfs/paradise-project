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komt de tweede norm vandaan. Zonder deze dia is 80% draagtijd een willekeurig getal.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Binnenshuis wordt het schoeisel het minst gedragen, en juist daar worden veel stappen gezet. Dat is uw belangrijkste gesprekspunt bij SEBIA.</a:t>
            </a:r>
          </a:p>
          <a:p/>
          <a:p>
            <a:r>
              <a:t>INTERACTIE</a:t>
            </a:r>
          </a:p>
          <a:p>
            <a:r>
              <a:t>Vraag wat zij schatten bij hun eigen patiënten.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script begint met toestemming vragen voor het gesprek zelf, en duurt twintig tot dertig minuten. Wie nee zegt, krijgt de brochure mee en een nieuwe afspraak.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Het onderzoek en het netwerk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19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19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Daarom meten we niet alleen druk, maar ook draagtijd.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19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19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19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19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19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19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19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04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Toestellen en regels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De instellingen, het gesprek, en de vier regels die vastliggen.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19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19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 · ECRF-DOCUMENT 17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gespreksmomenten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Vragenlijsten eerst, dan educatie op maat, met voordoen.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19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19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